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90" r:id="rId1"/>
    <p:sldMasterId id="2147483791" r:id="rId2"/>
    <p:sldMasterId id="2147483792" r:id="rId3"/>
  </p:sldMasterIdLst>
  <p:notesMasterIdLst>
    <p:notesMasterId r:id="rId31"/>
  </p:notesMasterIdLst>
  <p:sldIdLst>
    <p:sldId id="256" r:id="rId4"/>
    <p:sldId id="306" r:id="rId5"/>
    <p:sldId id="648" r:id="rId6"/>
    <p:sldId id="670" r:id="rId7"/>
    <p:sldId id="671" r:id="rId8"/>
    <p:sldId id="658" r:id="rId9"/>
    <p:sldId id="665" r:id="rId10"/>
    <p:sldId id="666" r:id="rId11"/>
    <p:sldId id="636" r:id="rId12"/>
    <p:sldId id="637" r:id="rId13"/>
    <p:sldId id="638" r:id="rId14"/>
    <p:sldId id="669" r:id="rId15"/>
    <p:sldId id="652" r:id="rId16"/>
    <p:sldId id="660" r:id="rId17"/>
    <p:sldId id="661" r:id="rId18"/>
    <p:sldId id="662" r:id="rId19"/>
    <p:sldId id="663" r:id="rId20"/>
    <p:sldId id="667" r:id="rId21"/>
    <p:sldId id="668" r:id="rId22"/>
    <p:sldId id="672" r:id="rId23"/>
    <p:sldId id="603" r:id="rId24"/>
    <p:sldId id="488" r:id="rId25"/>
    <p:sldId id="343" r:id="rId26"/>
    <p:sldId id="606" r:id="rId27"/>
    <p:sldId id="461" r:id="rId28"/>
    <p:sldId id="420" r:id="rId29"/>
    <p:sldId id="368" r:id="rId30"/>
  </p:sldIdLst>
  <p:sldSz cx="12188825" cy="6858000"/>
  <p:notesSz cx="6858000" cy="9144000"/>
  <p:embeddedFontLst>
    <p:embeddedFont>
      <p:font typeface="Roboto" panose="02000000000000000000" pitchFamily="2" charset="0"/>
      <p:regular r:id="rId32"/>
      <p:bold r:id="rId33"/>
      <p:italic r:id="rId34"/>
      <p:boldItalic r:id="rId35"/>
    </p:embeddedFont>
    <p:embeddedFont>
      <p:font typeface="Roboto Medium" panose="02000000000000000000" pitchFamily="2" charset="0"/>
      <p:regular r:id="rId36"/>
      <p:bold r:id="rId37"/>
      <p:italic r:id="rId38"/>
      <p:boldItalic r:id="rId3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39" userDrawn="1">
          <p15:clr>
            <a:srgbClr val="A4A3A4"/>
          </p15:clr>
        </p15:guide>
        <p15:guide id="3" orient="horz" pos="3945" userDrawn="1">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DE354"/>
    <a:srgbClr val="FFFAB2"/>
    <a:srgbClr val="E38194"/>
    <a:srgbClr val="A7E3B3"/>
    <a:srgbClr val="CCFFCC"/>
    <a:srgbClr val="FFFFFF"/>
    <a:srgbClr val="FFC161"/>
    <a:srgbClr val="FFE6CC"/>
    <a:srgbClr val="FFF2CC"/>
    <a:srgbClr val="FDFFE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9A1F375-83D2-49B6-B6D9-1E75FAB2CD22}">
  <a:tblStyle styleId="{F9A1F375-83D2-49B6-B6D9-1E75FAB2CD22}"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738"/>
    <p:restoredTop sz="81107"/>
  </p:normalViewPr>
  <p:slideViewPr>
    <p:cSldViewPr snapToGrid="0">
      <p:cViewPr varScale="1">
        <p:scale>
          <a:sx n="156" d="100"/>
          <a:sy n="156" d="100"/>
        </p:scale>
        <p:origin x="192" y="232"/>
      </p:cViewPr>
      <p:guideLst>
        <p:guide orient="horz" pos="2160"/>
        <p:guide pos="3839"/>
        <p:guide orient="horz" pos="3945"/>
      </p:guideLst>
    </p:cSldViewPr>
  </p:slideViewPr>
  <p:outlineViewPr>
    <p:cViewPr>
      <p:scale>
        <a:sx n="33" d="100"/>
        <a:sy n="33" d="100"/>
      </p:scale>
      <p:origin x="0" y="0"/>
    </p:cViewPr>
  </p:outlineViewPr>
  <p:notesTextViewPr>
    <p:cViewPr>
      <p:scale>
        <a:sx n="1" d="1"/>
        <a:sy n="1" d="1"/>
      </p:scale>
      <p:origin x="0" y="0"/>
    </p:cViewPr>
  </p:notesTextViewPr>
  <p:sorterViewPr>
    <p:cViewPr>
      <p:scale>
        <a:sx n="130" d="100"/>
        <a:sy n="13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font" Target="fonts/font8.fntdata"/><Relationship Id="rId21" Type="http://schemas.openxmlformats.org/officeDocument/2006/relationships/slide" Target="slides/slide18.xml"/><Relationship Id="rId34" Type="http://schemas.openxmlformats.org/officeDocument/2006/relationships/font" Target="fonts/font3.fntdata"/><Relationship Id="rId42" Type="http://schemas.openxmlformats.org/officeDocument/2006/relationships/theme" Target="theme/theme1.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font" Target="fonts/font1.fntdata"/><Relationship Id="rId37" Type="http://schemas.openxmlformats.org/officeDocument/2006/relationships/font" Target="fonts/font6.fntdata"/><Relationship Id="rId40" Type="http://schemas.openxmlformats.org/officeDocument/2006/relationships/presProps" Target="pres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font" Target="fonts/font5.fntdata"/><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notesMaster" Target="notesMasters/notesMaster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font" Target="fonts/font4.fntdata"/><Relationship Id="rId43" Type="http://schemas.openxmlformats.org/officeDocument/2006/relationships/tableStyles" Target="tableStyles.xml"/><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font" Target="fonts/font2.fntdata"/><Relationship Id="rId38" Type="http://schemas.openxmlformats.org/officeDocument/2006/relationships/font" Target="fonts/font7.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9"/>
        <p:cNvGrpSpPr/>
        <p:nvPr/>
      </p:nvGrpSpPr>
      <p:grpSpPr>
        <a:xfrm>
          <a:off x="0" y="0"/>
          <a:ext cx="0" cy="0"/>
          <a:chOff x="0" y="0"/>
          <a:chExt cx="0" cy="0"/>
        </a:xfrm>
      </p:grpSpPr>
      <p:sp>
        <p:nvSpPr>
          <p:cNvPr id="870" name="Google Shape;870;g8f58836269_9_4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400" b="0" i="0" dirty="0">
                <a:solidFill>
                  <a:srgbClr val="000000"/>
                </a:solidFill>
                <a:effectLst/>
                <a:latin typeface="Calibri" panose="020F0502020204030204" pitchFamily="34" charset="0"/>
                <a:cs typeface="Calibri" panose="020F0502020204030204" pitchFamily="34" charset="0"/>
              </a:rPr>
              <a:t>I'm Charles Wilson, staff product cybersecurity architect at Torc Robotics.</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400" b="0" i="0" dirty="0">
              <a:solidFill>
                <a:srgbClr val="000000"/>
              </a:solidFill>
              <a:effectLst/>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400" b="0" i="0" dirty="0">
                <a:solidFill>
                  <a:srgbClr val="000000"/>
                </a:solidFill>
                <a:effectLst/>
                <a:latin typeface="Calibri" panose="020F0502020204030204" pitchFamily="34" charset="0"/>
                <a:cs typeface="Calibri" panose="020F0502020204030204" pitchFamily="34" charset="0"/>
              </a:rPr>
              <a:t>This presentation will cover the </a:t>
            </a:r>
            <a:r>
              <a:rPr lang="en-US" sz="1400" b="1" dirty="0"/>
              <a:t>Static Analysis Settings Establishment</a:t>
            </a:r>
            <a:r>
              <a:rPr lang="en-US" sz="1400" b="0" i="0" dirty="0">
                <a:solidFill>
                  <a:srgbClr val="000000"/>
                </a:solidFill>
                <a:effectLst/>
                <a:latin typeface="Calibri" panose="020F0502020204030204" pitchFamily="34" charset="0"/>
                <a:cs typeface="Calibri" panose="020F0502020204030204" pitchFamily="34" charset="0"/>
              </a:rPr>
              <a:t> activity.</a:t>
            </a:r>
            <a:endParaRPr lang="en-US" sz="1400" dirty="0">
              <a:latin typeface="Calibri" panose="020F0502020204030204" pitchFamily="34" charset="0"/>
              <a:cs typeface="Calibri" panose="020F0502020204030204" pitchFamily="34" charset="0"/>
            </a:endParaRPr>
          </a:p>
        </p:txBody>
      </p:sp>
      <p:sp>
        <p:nvSpPr>
          <p:cNvPr id="871" name="Google Shape;871;g8f58836269_9_432: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This diagram shows the overall AVCDL training path.</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If you're taking this training, it's assumed that you've already completed the </a:t>
            </a:r>
            <a:r>
              <a:rPr lang="en-US" sz="1400" b="1" dirty="0">
                <a:latin typeface="Calibri" panose="020F0502020204030204" pitchFamily="34" charset="0"/>
                <a:cs typeface="Calibri" panose="020F0502020204030204" pitchFamily="34" charset="0"/>
              </a:rPr>
              <a:t>AVCDL Overview </a:t>
            </a:r>
            <a:r>
              <a:rPr lang="en-US" sz="1400" dirty="0">
                <a:latin typeface="Calibri" panose="020F0502020204030204" pitchFamily="34" charset="0"/>
                <a:cs typeface="Calibri" panose="020F0502020204030204" pitchFamily="34" charset="0"/>
              </a:rPr>
              <a:t>training,</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and additionally, that you've completed the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285750" lvl="0" indent="-285750" algn="l" rtl="0">
              <a:spcBef>
                <a:spcPts val="0"/>
              </a:spcBef>
              <a:spcAft>
                <a:spcPts val="0"/>
              </a:spcAft>
            </a:pPr>
            <a:r>
              <a:rPr lang="en-US" sz="1400" b="1" dirty="0">
                <a:latin typeface="Calibri" panose="020F0502020204030204" pitchFamily="34" charset="0"/>
                <a:cs typeface="Calibri" panose="020F0502020204030204" pitchFamily="34" charset="0"/>
              </a:rPr>
              <a:t>Requirements Taxonomy</a:t>
            </a:r>
          </a:p>
          <a:p>
            <a:pPr marL="285750" lvl="0" indent="-285750" algn="l" rtl="0">
              <a:spcBef>
                <a:spcPts val="0"/>
              </a:spcBef>
              <a:spcAft>
                <a:spcPts val="0"/>
              </a:spcAft>
            </a:pPr>
            <a:r>
              <a:rPr lang="en-US" sz="1400" b="1" dirty="0">
                <a:latin typeface="Calibri" panose="020F0502020204030204" pitchFamily="34" charset="0"/>
                <a:cs typeface="Calibri" panose="020F0502020204030204" pitchFamily="34" charset="0"/>
              </a:rPr>
              <a:t>Security Requirements</a:t>
            </a:r>
          </a:p>
          <a:p>
            <a:pPr marL="285750" lvl="0" indent="-285750" algn="l" rtl="0">
              <a:spcBef>
                <a:spcPts val="0"/>
              </a:spcBef>
              <a:spcAft>
                <a:spcPts val="0"/>
              </a:spcAft>
            </a:pPr>
            <a:r>
              <a:rPr lang="en-US" sz="1400" b="1" dirty="0">
                <a:latin typeface="Calibri" panose="020F0502020204030204" pitchFamily="34" charset="0"/>
                <a:cs typeface="Calibri" panose="020F0502020204030204" pitchFamily="34" charset="0"/>
              </a:rPr>
              <a:t>Secure Design Principles</a:t>
            </a:r>
          </a:p>
          <a:p>
            <a:pPr marL="285750" lvl="0" indent="-285750" algn="l" rtl="0">
              <a:spcBef>
                <a:spcPts val="0"/>
              </a:spcBef>
              <a:spcAft>
                <a:spcPts val="0"/>
              </a:spcAft>
            </a:pPr>
            <a:r>
              <a:rPr lang="en-US" sz="1400" b="1" dirty="0">
                <a:latin typeface="Calibri" panose="020F0502020204030204" pitchFamily="34" charset="0"/>
                <a:cs typeface="Calibri" panose="020F0502020204030204" pitchFamily="34" charset="0"/>
              </a:rPr>
              <a:t>Apply Secure Design</a:t>
            </a:r>
          </a:p>
          <a:p>
            <a:pPr marL="285750" lvl="0" indent="-285750" algn="l" rtl="0">
              <a:spcBef>
                <a:spcPts val="0"/>
              </a:spcBef>
              <a:spcAft>
                <a:spcPts val="0"/>
              </a:spcAft>
            </a:pPr>
            <a:r>
              <a:rPr lang="en-US" sz="1400" b="1" dirty="0">
                <a:latin typeface="Calibri" panose="020F0502020204030204" pitchFamily="34" charset="0"/>
                <a:cs typeface="Calibri" panose="020F0502020204030204" pitchFamily="34" charset="0"/>
              </a:rPr>
              <a:t>Threat Prioritization</a:t>
            </a:r>
          </a:p>
          <a:p>
            <a:pPr marL="285750" lvl="0" indent="-285750" algn="l" rtl="0">
              <a:spcBef>
                <a:spcPts val="0"/>
              </a:spcBef>
              <a:spcAft>
                <a:spcPts val="0"/>
              </a:spcAft>
            </a:pPr>
            <a:r>
              <a:rPr lang="en-US" sz="1400" b="1" dirty="0">
                <a:latin typeface="Calibri" panose="020F0502020204030204" pitchFamily="34" charset="0"/>
                <a:cs typeface="Calibri" panose="020F0502020204030204" pitchFamily="34" charset="0"/>
              </a:rPr>
              <a:t>Secure Settings</a:t>
            </a:r>
          </a:p>
          <a:p>
            <a:pPr marL="285750" lvl="0" indent="-285750" algn="l" rtl="0">
              <a:spcBef>
                <a:spcPts val="0"/>
              </a:spcBef>
              <a:spcAft>
                <a:spcPts val="0"/>
              </a:spcAft>
            </a:pPr>
            <a:r>
              <a:rPr lang="en-US" sz="1400" b="1" dirty="0">
                <a:latin typeface="Calibri" panose="020F0502020204030204" pitchFamily="34" charset="0"/>
                <a:cs typeface="Calibri" panose="020F0502020204030204" pitchFamily="34" charset="0"/>
              </a:rPr>
              <a:t>Secure Coding</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and</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285750" lvl="0" indent="-285750" algn="l" rtl="0">
              <a:spcBef>
                <a:spcPts val="0"/>
              </a:spcBef>
              <a:spcAft>
                <a:spcPts val="0"/>
              </a:spcAft>
            </a:pPr>
            <a:r>
              <a:rPr lang="en-US" sz="1400" b="1" dirty="0">
                <a:latin typeface="Calibri" panose="020F0502020204030204" pitchFamily="34" charset="0"/>
                <a:cs typeface="Calibri" panose="020F0502020204030204" pitchFamily="34" charset="0"/>
              </a:rPr>
              <a:t>Static Analysis Overview</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trainings.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This training will cover </a:t>
            </a:r>
            <a:r>
              <a:rPr lang="en-US" sz="1400" b="1" dirty="0">
                <a:latin typeface="Calibri" panose="020F0502020204030204" pitchFamily="34" charset="0"/>
                <a:cs typeface="Calibri" panose="020F0502020204030204" pitchFamily="34" charset="0"/>
              </a:rPr>
              <a:t>Static Analysis Settings Establishment</a:t>
            </a:r>
            <a:r>
              <a:rPr lang="en-US" sz="1400" dirty="0">
                <a:latin typeface="Calibri" panose="020F0502020204030204" pitchFamily="34" charset="0"/>
                <a:cs typeface="Calibri" panose="020F0502020204030204" pitchFamily="34" charset="0"/>
              </a:rPr>
              <a:t>.</a:t>
            </a:r>
          </a:p>
        </p:txBody>
      </p:sp>
    </p:spTree>
    <p:extLst>
      <p:ext uri="{BB962C8B-B14F-4D97-AF65-F5344CB8AC3E}">
        <p14:creationId xmlns:p14="http://schemas.microsoft.com/office/powerpoint/2010/main" val="30538546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2F06D203-A8E8-7236-860C-C2C7FAB30A58}"/>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96A9F786-C5EE-EC56-1F8E-7F9B2F273B73}"/>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C9B21B32-2591-BA66-7082-FA1FCE27088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1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dirty="0"/>
              <a:t>Before getting into settings establishment, let's briefly review where it fits, in the overall static analysis process.</a:t>
            </a:r>
          </a:p>
        </p:txBody>
      </p:sp>
    </p:spTree>
    <p:extLst>
      <p:ext uri="{BB962C8B-B14F-4D97-AF65-F5344CB8AC3E}">
        <p14:creationId xmlns:p14="http://schemas.microsoft.com/office/powerpoint/2010/main" val="14484043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9A0CBB7C-EB38-2CB6-0D13-D11B58B73E26}"/>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18E2732D-D8D0-D624-9008-FEDFF57093FF}"/>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19DF1504-5183-61AF-1001-6C7C554957C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Here's the static analysis process which we previously covered in the Static Analysis Overview training.</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Our focus for this training is going to be on the first activity, that of settings establishment.</a:t>
            </a:r>
          </a:p>
        </p:txBody>
      </p:sp>
    </p:spTree>
    <p:extLst>
      <p:ext uri="{BB962C8B-B14F-4D97-AF65-F5344CB8AC3E}">
        <p14:creationId xmlns:p14="http://schemas.microsoft.com/office/powerpoint/2010/main" val="37402355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F1B2A726-BD41-9BC3-E424-76F5131233D0}"/>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600816AC-07BD-1162-5628-FFC7DBFD642A}"/>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A7F9926B-AE76-0C28-ABBE-045054B861D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Here's the static analysis process which we previously covered in the Static Analysis Overview training.</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Our focus for this training is going to be on the first activity, that of settings establishment.</a:t>
            </a:r>
          </a:p>
        </p:txBody>
      </p:sp>
    </p:spTree>
    <p:extLst>
      <p:ext uri="{BB962C8B-B14F-4D97-AF65-F5344CB8AC3E}">
        <p14:creationId xmlns:p14="http://schemas.microsoft.com/office/powerpoint/2010/main" val="37788310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6A81901D-29BF-2FE0-56C1-A75839F3490F}"/>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FC990A66-F118-07F7-B5DE-DD42E479AC3F}"/>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ACA8DA5A-2CBE-879F-6500-EB52EC3D5C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Within the settings establishment activity, the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 development</a:t>
            </a: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 security</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 devops SMEs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take the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 tool documentation</a:t>
            </a: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 element documentation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 build file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 establish a set of element-specific settings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creating an updated build file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 generating a security options qualification report.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Now, if this diagram seems really information dense, that's because this is an encapsulation of the secure settings process.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Let's revisit that process.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393749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9A0CBB7C-EB38-2CB6-0D13-D11B58B73E26}"/>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18E2732D-D8D0-D624-9008-FEDFF57093FF}"/>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19DF1504-5183-61AF-1001-6C7C554957C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secure settings process is comprised of four activities.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These are: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identifying the options relevant to cybersecurity</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categorizing those options</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selecting which ones we're going to use for each element</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and finally, applying those options to the build system for that element.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402355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F1B2A726-BD41-9BC3-E424-76F5131233D0}"/>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600816AC-07BD-1162-5628-FFC7DBFD642A}"/>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A7F9926B-AE76-0C28-ABBE-045054B861D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The secure settings process is comprised of four activities.</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These are:</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identifying the options relevant to cybersecurity</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categorizing those options</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selecting which ones we're going to use for each element</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and finally, applying those options to the build system for that element.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788310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89581D16-2AAA-F089-A3F3-B878B8D745F1}"/>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802B9E84-AEDD-0CB6-AA00-17BFCDD0D269}"/>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798941A4-AE0F-42D0-65B5-19DEEEC7388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The secure settings process is comprised of four activities.</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These are:</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identifying the options relevant to cybersecurity</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categorizing those options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u="sng"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u="none" strike="sngStrike" dirty="0">
                <a:solidFill>
                  <a:srgbClr val="1D1C1D"/>
                </a:solidFill>
                <a:effectLst/>
                <a:latin typeface="Calibri" panose="020F0502020204030204" pitchFamily="34" charset="0"/>
                <a:cs typeface="Calibri" panose="020F0502020204030204" pitchFamily="34" charset="0"/>
              </a:rPr>
              <a:t>selecting which ones we're going to use for each element</a:t>
            </a:r>
          </a:p>
          <a:p>
            <a:pPr marL="0" lvl="0" indent="0" algn="l" rtl="0">
              <a:spcBef>
                <a:spcPts val="0"/>
              </a:spcBef>
              <a:spcAft>
                <a:spcPts val="0"/>
              </a:spcAft>
              <a:buNone/>
            </a:pPr>
            <a:endParaRPr lang="en-US" sz="1400" u="none"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u="none" strike="sngStrike"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u="sng"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and finally, applying those options to the build system for that element.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868446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F9987C0B-F244-033E-9AF2-7B06566965EF}"/>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752F3E5E-E291-AF33-85C4-E174B8DF89A0}"/>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3E5DFBE6-D102-45F1-9011-12DED4B37A8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The secure settings process is comprised of four activities.</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These are:</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identifying the options relevant to cybersecurity</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categorizing those options</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selecting which ones we're going to use for each element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and finally, applying those options to the build system for that element.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71467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8DDE055D-969C-1251-8D4B-9A5D6A6EF83D}"/>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41FCEE36-4BC2-7CF5-2272-6001940871BD}"/>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FDCD742C-D5B3-C0E2-0697-8287358F580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The secure settings process is comprised of four activities.</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These are:</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identifying the options relevant to cybersecurity</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categorizing those options</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selecting which ones we're going to use for each element</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and finally, applying those options to the build system for that element.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898872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E0CAD468-007A-8E5F-5A62-D6055BDFB7F7}"/>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00A138CF-A5C6-66D4-B6D1-1AE20FE04BA3}"/>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23542C1E-8A0C-E5E2-6733-164CBB116F5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Script: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Now, let's briefly review the materials that provide both documentation and training for how the secure settings activities should be undertaken.</a:t>
            </a:r>
          </a:p>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67442262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First, we have the Secure Settings Overview training video which compliments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Secure Settings Document secondary document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and provides an overview of the secure settings process described in the AVCDL primary document.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57802623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F1BF8ECC-9C33-F0C8-E07A-82A53359FE61}"/>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E9F55E18-FAAA-3F92-CDB3-A4575494B117}"/>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AAA848CD-2590-3BD6-BF48-BFB05FBEDEF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Secure Settings - Identify Options training goes along with the Secure Settings Identify Options Procedure.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It works its way through an example using GCC as a basis covering how one would take a tool and extract the various cybersecurity-relevant options from it.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4730509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3FCEB9E8-9ECB-8D19-4DAE-2C25C89F64D9}"/>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927811F2-F284-1821-83AF-5969E2EFD020}"/>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BB346606-A15E-E649-5347-0A55D70DBD2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Secure Settings - Categorize Options training goes along with the Secure Settings Categorize Options Procedure.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It extends the example from the identify options training and covers how one might create severity categories and categorize the identified options so that they can be processed later.</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86060000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B82BBD2E-67FC-C6C2-2045-FD8FBB0544FB}"/>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751B6EB8-F106-CF98-BD76-9014BD0F4FF2}"/>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774CC6ED-71A0-BC67-0F35-3B409113846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Secure Settings - Select Options training goes along with the Secure Settings Select Options Procedure.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It continues extending the example from the previous training and addresses how options are selected for application to a specific element of the system by the cybersecurity and development SMEs.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84525223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5DF5D140-5163-5A7F-66EF-0B85A1F07393}"/>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4E445AFC-60CA-5DA9-7AD3-0277184E9816}"/>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8A1FD65F-45AB-964B-5F98-10F1B45F8A3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Finally, the Secure Settings - Apply Options training goes along with the Secure Settings Apply Options Procedure.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focus here is on the devops SME, tasked with taking the options selected for application to a particular element, and making the adjustments to the build system to integrate those options.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05178629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1D40E8D6-08FB-5803-C3B5-AA5332D30DD3}"/>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117958B4-3E6D-E43E-011E-7D5215E6D1D8}"/>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8E68B1D8-C43A-BB3C-4E23-440F60CA3B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Script: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Since the Secure Settings process activities speak in general, let's talk about the specific things we need to consider when establishing the static analysis settings.</a:t>
            </a:r>
          </a:p>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218253302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0CB16CD0-7FDE-ADEB-6245-C2334D3B2FDA}"/>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028D7E3E-8DED-BBAD-D7A3-0C91393B2D8A}"/>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242069A6-5601-CDF4-4615-FFF7E30609A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Let’s first consider the identify options activity.</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Because static analysis tools are not primarily designed for cybersecurity-specific analysis, you have to put in a fair amount of work in order to identify which ones are truly cybersecurity relevant.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focus should be on those options that are truly cybersecurity relevant and not simply adjacently interesting.</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 second point is that because of the nature of static analysis tools, false positive results are unavoidable.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As such, it's highly recommended that only released options be considered.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There is a tendency within software development to gravitate toward the new shiny, the new shiny compiler, the new shiny optimization.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If a non-release or experimental option is put in place and it generates output which is not useful or generates excessive false positives, this reduces the credibility of cybersecurity because the expectation is that cybersecurity will provide only high quality, valid, and actionable issues to development.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Within the context of the categorize options activity, it's important that when we create categories that they be practical.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This point is covered in the Secure Settings - Categorize Options training, but it's worth emphasizing here.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It’s recommended to use a must-do / may-do approach.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Also, resist the urge to assign everything to must-do.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Additionally, be consistent.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Don't arbitrarily assign options to a category because you think there should be a balance.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It's not about balance.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It's about appropriate categorization that leads to positive cybersecurity outcomes.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Next in the select options activity, what we're considering here is the element, and this has two aspects.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first is the maturity of the static analysis process as applied to the element.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We don't want to overwhelm development with an avalanche of issues.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Related to maturity is that when you're selecting from the identified options, do so based on impact.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Instead of selecting lots of inconsequential options, which might generate one or two issues per thousand files, select options which are going to have a large cybersecurity impact.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Finally, when we are doing the apply options activity, it's important to recognize that unless you are using a stand-alone static analysis tool which applies all of its rules independent of each other that there may be interaction between the selected options.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This is especially true when dealing with compilers.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There are compiler settings which will either preclude the use other options or enable other options.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 good example of this can be found within the C and C++ compilers.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When you use a warning of all or pedantic, multiple options are enabled.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other thing to consider is that there will be an impact to the execution time on the build process.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It cannot be emphasized enough that static analysis is a time consuming activity, and it should be adopted judiciously.</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Just dropping static analysis into the build process may blow through resource budgets; whether they be time or storage related.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11295590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97F9B957-505E-5666-689B-429FE69EED98}"/>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D1BB7D0F-4972-5891-A5C7-5CEE257B5946}"/>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18973047-FC30-A82D-1DA2-9BA2FBA89C9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Now let's back up a level and consider how we're using static analysis within the context of the overall development workflow.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If we think about the build file that we've just augmented with the cybersecurity-relevant static analysis settings, most people are thinking about the settings that are used within the context of</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integration branch that all the developers are feeding into.</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Therefore, these static analysis settings can be considered as integration settings that are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applied to</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static analysis activity 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build machine and will be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utilized at a particular point in time.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This may be an activity that happens on a nightly cadence.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Alternately, it could be done every time the developer’s branch is ready for merging into the integration branch.</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There are any number of approaches that could be used.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Keep in mind that as mentioned, static analysis can take a great deal of time.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Because of that, we need to be really considerate of the fact that, given a large enough codebase and a reasonable number of rules applied by static analysis, that it is very common for static analysis to take longer than a daily build cadence would allow.</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This does not mean that you can just perform static analysis over the weekend, so that when people come in on Monday and they'll get the results?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Not really.</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problem is that we're dealing with the integration branch, and as the name implies, we are integrating multiple changes, and if we delay static analysis for up to a week, assuming we're on a weekly cadence, then when static analysis does happen, we're going to be identifying issues in code which is long in the rearview mirror of the developers who worked on them.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 alternative is to have the developer run static analysis locally before they merge their changes into the integration branch.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That means that we need additional build settings to support this.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 so, now we're talking about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developer settings that are feeding into</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static analysis run on developer machines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against the developer’s branch.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 developer doesn't want to wait an entire day to get a set of results while static analysis is tying up their machine.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They want to have a quick turnaround, which means that you have to trade scope for time.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That means that you’re probably restricted to using a different tool locally because you simply don't have the raw horsepower on the developer’s machine to use the tool you’d use within the build system.</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Does that mean that you're using additional compiler flags as an alternative to using the standalone static analysis?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Or that your static analysis is restricted to only the files that have been changed?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Perhaps.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important thing to recognize is that we will most likely lose the ability to look across the lifetime of the issue, so we're not seeing as much, but we're seeing issues faster.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 we would be able to correct some issues sooner.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There's no perfect solution here.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Regardless of the approach used, if you're using static analysis, stories should not close until after the static analysis at the integration level takes place.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It’s not sufficient to run static analysis locally.</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We don’t want a workflow where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developer makes changes and after</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running static analysis locally which</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pass cleanly</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merges their branch into the integration branch, closes their story, and move on to other tasks.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Then sometime later, the build system</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runs static analysis, and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finds issues in code whose story is already closed.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developer would now have to open a new story to fix these issues.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So, when implementing static analysis, one needs to balance: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 where you put static analysis</a:t>
            </a: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 how the developer interaction is managed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 how integration is dealt with</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89447799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C9D6BA4B-F2CC-7456-C563-FCAAFF596B9A}"/>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918B19F7-EB23-2069-BFF3-F3B32545E2DB}"/>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1E83C649-D857-D4E3-D095-345CF4203E8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Script: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That covers static analysis settings establishment.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Let's look at a summary.</a:t>
            </a:r>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341456808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As always, the most important thing when you're doing settings establishment in a cybersecurity context is to ensure that the options that you select are cybersecurity relevant and not simply adjacently interesting.</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Next, select the options.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You can't simply say do everything or only pick one.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For the elements under consideration select the appropriate options and do so in an intentional manner.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Be sure that you're scoping based on the maturity of the element and of the development group.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Static analysis should always be applied judiciously.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goal is to ensure that the code is sound.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Consider the build system impact.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It cannot be emphasized enough that the build system and its timing are very important to the productivity of the development team.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Finally, make sure that you are reporting the settings.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If you have good settings for an element, but you're not bringing those same settings to other elements, then you are doing a disservice to the development team.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Settings should never be tribal knowledge or unsubstantiated assertions.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We want to ensure that others will be able to understand why choices were made.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88412658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For additional information and to get a more in-depth set of references, the Static Analysis Establish Settings Procedure tertiary document is available in the AVCDL GitHub repository.</a:t>
            </a:r>
          </a:p>
        </p:txBody>
      </p:sp>
    </p:spTree>
    <p:extLst>
      <p:ext uri="{BB962C8B-B14F-4D97-AF65-F5344CB8AC3E}">
        <p14:creationId xmlns:p14="http://schemas.microsoft.com/office/powerpoint/2010/main" val="357802623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marR="0" indent="0" algn="just">
              <a:spcBef>
                <a:spcPts val="0"/>
              </a:spcBef>
              <a:spcAft>
                <a:spcPts val="1200"/>
              </a:spcAft>
              <a:buNone/>
            </a:pP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All </a:t>
            </a:r>
            <a:r>
              <a:rPr lang="en-US" sz="1400" dirty="0">
                <a:effectLst/>
                <a:latin typeface="Calibri" panose="020F0502020204030204" pitchFamily="34" charset="0"/>
                <a:ea typeface="Calibri" panose="020F0502020204030204" pitchFamily="34" charset="0"/>
                <a:cs typeface="Calibri" panose="020F0502020204030204" pitchFamily="34" charset="0"/>
              </a:rPr>
              <a:t>AVCDL materials, both in source and distribution forms, are available on our GitHub site, as shown here.</a:t>
            </a:r>
          </a:p>
          <a:p>
            <a:pPr marL="0" marR="0" indent="0" algn="just">
              <a:spcBef>
                <a:spcPts val="0"/>
              </a:spcBef>
              <a:spcAft>
                <a:spcPts val="1200"/>
              </a:spcAft>
              <a:buNone/>
            </a:pPr>
            <a:endParaRPr lang="en-US" sz="1400" dirty="0">
              <a:effectLst/>
              <a:latin typeface="Calibri" panose="020F0502020204030204" pitchFamily="34" charset="0"/>
              <a:ea typeface="Calibri" panose="020F0502020204030204" pitchFamily="34" charset="0"/>
              <a:cs typeface="Calibri" panose="020F0502020204030204" pitchFamily="34" charset="0"/>
            </a:endParaRPr>
          </a:p>
          <a:p>
            <a:pPr marL="0" marR="0" indent="0" algn="just">
              <a:spcBef>
                <a:spcPts val="0"/>
              </a:spcBef>
              <a:spcAft>
                <a:spcPts val="1200"/>
              </a:spcAft>
              <a:buNone/>
            </a:pP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Because of the size of the repository, it's recommended that you either clone the repository or download a ZIP archive of it, if you're not familiar with using git.</a:t>
            </a:r>
          </a:p>
          <a:p>
            <a:pPr marL="0" marR="0" indent="0" algn="just">
              <a:spcBef>
                <a:spcPts val="0"/>
              </a:spcBef>
              <a:spcAft>
                <a:spcPts val="1200"/>
              </a:spcAft>
              <a:buNone/>
            </a:pPr>
            <a:endPar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p>
            <a:pPr marL="0" marR="0" indent="0" algn="just">
              <a:spcBef>
                <a:spcPts val="0"/>
              </a:spcBef>
              <a:spcAft>
                <a:spcPts val="1200"/>
              </a:spcAft>
              <a:buNone/>
            </a:pP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Instructions for downloading a ZIP archive are linked to on the repository’s front page. </a:t>
            </a:r>
            <a:endParaRPr lang="en-US" sz="1400" dirty="0">
              <a:effectLst/>
              <a:latin typeface="Calibri" panose="020F0502020204030204" pitchFamily="34" charset="0"/>
              <a:ea typeface="Calibri" panose="020F0502020204030204" pitchFamily="34" charset="0"/>
              <a:cs typeface="Calibri" panose="020F0502020204030204" pitchFamily="34" charset="0"/>
            </a:endParaRPr>
          </a:p>
          <a:p>
            <a:pPr marL="0" lvl="0" indent="0" algn="l" rtl="0">
              <a:spcBef>
                <a:spcPts val="0"/>
              </a:spcBef>
              <a:spcAft>
                <a:spcPts val="0"/>
              </a:spcAft>
              <a:buNone/>
            </a:pPr>
            <a:endParaRPr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82198740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Script: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Videos covering various aspects of the AVCDL are available on our YouTube channel, as shown here.</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It's important to note that all AVCDL materials with the exception of the introductory blog posts are intended for product cybersecurity engineering practitioners.</a:t>
            </a:r>
          </a:p>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310618921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marR="0" indent="0" algn="just" defTabSz="914400" rtl="0" eaLnBrk="1" fontAlgn="auto" latinLnBrk="0" hangingPunct="1">
              <a:lnSpc>
                <a:spcPct val="100000"/>
              </a:lnSpc>
              <a:spcBef>
                <a:spcPts val="0"/>
              </a:spcBef>
              <a:spcAft>
                <a:spcPts val="1200"/>
              </a:spcAft>
              <a:buClr>
                <a:srgbClr val="000000"/>
              </a:buClr>
              <a:buSzPts val="1100"/>
              <a:buFont typeface="Arial"/>
              <a:buNone/>
              <a:tabLst/>
              <a:defRPr/>
            </a:pP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With this training complete</a:t>
            </a:r>
            <a:r>
              <a:rPr lang="en-US" sz="1400" dirty="0"/>
              <a:t>, if you’ve completed the other trainings covering the </a:t>
            </a:r>
            <a:r>
              <a:rPr lang="en-US" sz="1400" b="1" dirty="0"/>
              <a:t>Static Analysis </a:t>
            </a:r>
            <a:r>
              <a:rPr lang="en-US" sz="1400" dirty="0"/>
              <a:t>process activities,  you can proceed to the other training at this level, these include:</a:t>
            </a:r>
          </a:p>
          <a:p>
            <a:pPr marL="0" marR="0" indent="0" algn="just">
              <a:spcBef>
                <a:spcPts val="0"/>
              </a:spcBef>
              <a:spcAft>
                <a:spcPts val="1200"/>
              </a:spcAft>
              <a:buNone/>
            </a:pPr>
            <a:endParaRPr lang="en-US" sz="1400" dirty="0"/>
          </a:p>
          <a:p>
            <a:pPr marL="285750" marR="0" indent="-285750" algn="just">
              <a:spcBef>
                <a:spcPts val="0"/>
              </a:spcBef>
              <a:spcAft>
                <a:spcPts val="1200"/>
              </a:spcAft>
            </a:pPr>
            <a:r>
              <a:rPr lang="en-US" sz="1400" b="1" dirty="0"/>
              <a:t>Dynamic Analysis</a:t>
            </a:r>
          </a:p>
          <a:p>
            <a:pPr marL="285750" marR="0" indent="-285750" algn="just">
              <a:spcBef>
                <a:spcPts val="0"/>
              </a:spcBef>
              <a:spcAft>
                <a:spcPts val="1200"/>
              </a:spcAft>
            </a:pPr>
            <a:r>
              <a:rPr lang="en-US" sz="1400" b="1" dirty="0"/>
              <a:t>Fuzz Testing</a:t>
            </a:r>
          </a:p>
          <a:p>
            <a:pPr marL="0" marR="0" indent="0" algn="just">
              <a:spcBef>
                <a:spcPts val="0"/>
              </a:spcBef>
              <a:spcAft>
                <a:spcPts val="1200"/>
              </a:spcAft>
              <a:buNone/>
            </a:pPr>
            <a:endParaRPr lang="en-US" sz="1400" dirty="0"/>
          </a:p>
          <a:p>
            <a:pPr marL="0" marR="0" indent="0" algn="just">
              <a:spcBef>
                <a:spcPts val="0"/>
              </a:spcBef>
              <a:spcAft>
                <a:spcPts val="1200"/>
              </a:spcAft>
              <a:buNone/>
            </a:pPr>
            <a:r>
              <a:rPr lang="en-US" sz="1400" dirty="0"/>
              <a:t>and</a:t>
            </a:r>
          </a:p>
          <a:p>
            <a:pPr marL="285750" marR="0" indent="-285750" algn="just">
              <a:spcBef>
                <a:spcPts val="0"/>
              </a:spcBef>
              <a:spcAft>
                <a:spcPts val="1200"/>
              </a:spcAft>
            </a:pPr>
            <a:endParaRPr lang="en-US" sz="1400" dirty="0"/>
          </a:p>
          <a:p>
            <a:pPr marL="285750" marR="0" indent="-285750" algn="just">
              <a:spcBef>
                <a:spcPts val="0"/>
              </a:spcBef>
              <a:spcAft>
                <a:spcPts val="1200"/>
              </a:spcAft>
            </a:pPr>
            <a:r>
              <a:rPr lang="en-US" sz="1400" b="1" dirty="0"/>
              <a:t>Secure Code Review</a:t>
            </a:r>
          </a:p>
        </p:txBody>
      </p:sp>
    </p:spTree>
    <p:extLst>
      <p:ext uri="{BB962C8B-B14F-4D97-AF65-F5344CB8AC3E}">
        <p14:creationId xmlns:p14="http://schemas.microsoft.com/office/powerpoint/2010/main" val="370173961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4"/>
        <p:cNvGrpSpPr/>
        <p:nvPr/>
      </p:nvGrpSpPr>
      <p:grpSpPr>
        <a:xfrm>
          <a:off x="0" y="0"/>
          <a:ext cx="0" cy="0"/>
          <a:chOff x="0" y="0"/>
          <a:chExt cx="0" cy="0"/>
        </a:xfrm>
      </p:grpSpPr>
      <p:sp>
        <p:nvSpPr>
          <p:cNvPr id="875" name="Google Shape;875;gbd8f7373d4_0_397: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6" name="Google Shape;876;gbd8f7373d4_0_3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Here are the references to the source material used in the creation of this presentation.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They'll also be included in the video description.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Additionally, this presentation’s source material will be provided on the AVCDL GitHub repository.</a:t>
            </a:r>
          </a:p>
          <a:p>
            <a:pPr marL="158750" indent="0" algn="l">
              <a:buNone/>
            </a:pPr>
            <a:endParaRPr lang="en-US" sz="1400" dirty="0">
              <a:solidFill>
                <a:srgbClr val="1D1C1D"/>
              </a:solidFill>
              <a:effectLst/>
              <a:latin typeface="Calibri" panose="020F0502020204030204" pitchFamily="34" charset="0"/>
              <a:cs typeface="Calibri" panose="020F0502020204030204" pitchFamily="34" charset="0"/>
            </a:endParaRPr>
          </a:p>
          <a:p>
            <a:pPr marL="158750" indent="0" algn="l">
              <a:buNone/>
            </a:pPr>
            <a:endParaRPr lang="en-US" sz="1400" dirty="0">
              <a:solidFill>
                <a:srgbClr val="1D1C1D"/>
              </a:solidFill>
              <a:effectLst/>
              <a:latin typeface="Calibri" panose="020F0502020204030204" pitchFamily="34" charset="0"/>
              <a:cs typeface="Calibri" panose="020F0502020204030204" pitchFamily="34" charset="0"/>
            </a:endParaRPr>
          </a:p>
          <a:p>
            <a:pPr marL="158750" indent="0" algn="l">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667727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hyperlink" Target="https://creativecommons.org/licenses/by/4.0/legalcode" TargetMode="External"/><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415507" y="992767"/>
            <a:ext cx="11358000" cy="2736900"/>
          </a:xfrm>
          <a:prstGeom prst="rect">
            <a:avLst/>
          </a:prstGeom>
        </p:spPr>
        <p:txBody>
          <a:bodyPr spcFirstLastPara="1" wrap="square" lIns="121875" tIns="121875" rIns="121875" bIns="121875" anchor="b" anchorCtr="0">
            <a:noAutofit/>
          </a:bodyPr>
          <a:lstStyle>
            <a:lvl1pPr lvl="0" algn="ctr">
              <a:spcBef>
                <a:spcPts val="0"/>
              </a:spcBef>
              <a:spcAft>
                <a:spcPts val="0"/>
              </a:spcAft>
              <a:buSzPts val="6900"/>
              <a:buNone/>
              <a:defRPr sz="6900"/>
            </a:lvl1pPr>
            <a:lvl2pPr lvl="1" algn="ctr">
              <a:spcBef>
                <a:spcPts val="0"/>
              </a:spcBef>
              <a:spcAft>
                <a:spcPts val="0"/>
              </a:spcAft>
              <a:buSzPts val="6900"/>
              <a:buNone/>
              <a:defRPr sz="6900"/>
            </a:lvl2pPr>
            <a:lvl3pPr lvl="2" algn="ctr">
              <a:spcBef>
                <a:spcPts val="0"/>
              </a:spcBef>
              <a:spcAft>
                <a:spcPts val="0"/>
              </a:spcAft>
              <a:buSzPts val="6900"/>
              <a:buNone/>
              <a:defRPr sz="6900"/>
            </a:lvl3pPr>
            <a:lvl4pPr lvl="3" algn="ctr">
              <a:spcBef>
                <a:spcPts val="0"/>
              </a:spcBef>
              <a:spcAft>
                <a:spcPts val="0"/>
              </a:spcAft>
              <a:buSzPts val="6900"/>
              <a:buNone/>
              <a:defRPr sz="6900"/>
            </a:lvl4pPr>
            <a:lvl5pPr lvl="4" algn="ctr">
              <a:spcBef>
                <a:spcPts val="0"/>
              </a:spcBef>
              <a:spcAft>
                <a:spcPts val="0"/>
              </a:spcAft>
              <a:buSzPts val="6900"/>
              <a:buNone/>
              <a:defRPr sz="6900"/>
            </a:lvl5pPr>
            <a:lvl6pPr lvl="5" algn="ctr">
              <a:spcBef>
                <a:spcPts val="0"/>
              </a:spcBef>
              <a:spcAft>
                <a:spcPts val="0"/>
              </a:spcAft>
              <a:buSzPts val="6900"/>
              <a:buNone/>
              <a:defRPr sz="6900"/>
            </a:lvl6pPr>
            <a:lvl7pPr lvl="6" algn="ctr">
              <a:spcBef>
                <a:spcPts val="0"/>
              </a:spcBef>
              <a:spcAft>
                <a:spcPts val="0"/>
              </a:spcAft>
              <a:buSzPts val="6900"/>
              <a:buNone/>
              <a:defRPr sz="6900"/>
            </a:lvl7pPr>
            <a:lvl8pPr lvl="7" algn="ctr">
              <a:spcBef>
                <a:spcPts val="0"/>
              </a:spcBef>
              <a:spcAft>
                <a:spcPts val="0"/>
              </a:spcAft>
              <a:buSzPts val="6900"/>
              <a:buNone/>
              <a:defRPr sz="6900"/>
            </a:lvl8pPr>
            <a:lvl9pPr lvl="8" algn="ctr">
              <a:spcBef>
                <a:spcPts val="0"/>
              </a:spcBef>
              <a:spcAft>
                <a:spcPts val="0"/>
              </a:spcAft>
              <a:buSzPts val="6900"/>
              <a:buNone/>
              <a:defRPr sz="6900"/>
            </a:lvl9pPr>
          </a:lstStyle>
          <a:p>
            <a:endParaRPr/>
          </a:p>
        </p:txBody>
      </p:sp>
      <p:sp>
        <p:nvSpPr>
          <p:cNvPr id="11" name="Google Shape;11;p2"/>
          <p:cNvSpPr txBox="1">
            <a:spLocks noGrp="1"/>
          </p:cNvSpPr>
          <p:nvPr>
            <p:ph type="subTitle" idx="1"/>
          </p:nvPr>
        </p:nvSpPr>
        <p:spPr>
          <a:xfrm>
            <a:off x="415496" y="3778833"/>
            <a:ext cx="11358000" cy="1056900"/>
          </a:xfrm>
          <a:prstGeom prst="rect">
            <a:avLst/>
          </a:prstGeom>
        </p:spPr>
        <p:txBody>
          <a:bodyPr spcFirstLastPara="1" wrap="square" lIns="121875" tIns="121875" rIns="121875" bIns="121875" anchor="t" anchorCtr="0">
            <a:noAutofit/>
          </a:bodyPr>
          <a:lstStyle>
            <a:lvl1pPr lvl="0" algn="ctr">
              <a:lnSpc>
                <a:spcPct val="100000"/>
              </a:lnSpc>
              <a:spcBef>
                <a:spcPts val="0"/>
              </a:spcBef>
              <a:spcAft>
                <a:spcPts val="0"/>
              </a:spcAft>
              <a:buSzPts val="3700"/>
              <a:buNone/>
              <a:defRPr sz="3700"/>
            </a:lvl1pPr>
            <a:lvl2pPr lvl="1" algn="ctr">
              <a:lnSpc>
                <a:spcPct val="100000"/>
              </a:lnSpc>
              <a:spcBef>
                <a:spcPts val="0"/>
              </a:spcBef>
              <a:spcAft>
                <a:spcPts val="0"/>
              </a:spcAft>
              <a:buSzPts val="3700"/>
              <a:buNone/>
              <a:defRPr sz="3700"/>
            </a:lvl2pPr>
            <a:lvl3pPr lvl="2" algn="ctr">
              <a:lnSpc>
                <a:spcPct val="100000"/>
              </a:lnSpc>
              <a:spcBef>
                <a:spcPts val="0"/>
              </a:spcBef>
              <a:spcAft>
                <a:spcPts val="0"/>
              </a:spcAft>
              <a:buSzPts val="3700"/>
              <a:buNone/>
              <a:defRPr sz="3700"/>
            </a:lvl3pPr>
            <a:lvl4pPr lvl="3" algn="ctr">
              <a:lnSpc>
                <a:spcPct val="100000"/>
              </a:lnSpc>
              <a:spcBef>
                <a:spcPts val="0"/>
              </a:spcBef>
              <a:spcAft>
                <a:spcPts val="0"/>
              </a:spcAft>
              <a:buSzPts val="3700"/>
              <a:buNone/>
              <a:defRPr sz="3700"/>
            </a:lvl4pPr>
            <a:lvl5pPr lvl="4" algn="ctr">
              <a:lnSpc>
                <a:spcPct val="100000"/>
              </a:lnSpc>
              <a:spcBef>
                <a:spcPts val="0"/>
              </a:spcBef>
              <a:spcAft>
                <a:spcPts val="0"/>
              </a:spcAft>
              <a:buSzPts val="3700"/>
              <a:buNone/>
              <a:defRPr sz="3700"/>
            </a:lvl5pPr>
            <a:lvl6pPr lvl="5" algn="ctr">
              <a:lnSpc>
                <a:spcPct val="100000"/>
              </a:lnSpc>
              <a:spcBef>
                <a:spcPts val="0"/>
              </a:spcBef>
              <a:spcAft>
                <a:spcPts val="0"/>
              </a:spcAft>
              <a:buSzPts val="3700"/>
              <a:buNone/>
              <a:defRPr sz="3700"/>
            </a:lvl6pPr>
            <a:lvl7pPr lvl="6" algn="ctr">
              <a:lnSpc>
                <a:spcPct val="100000"/>
              </a:lnSpc>
              <a:spcBef>
                <a:spcPts val="0"/>
              </a:spcBef>
              <a:spcAft>
                <a:spcPts val="0"/>
              </a:spcAft>
              <a:buSzPts val="3700"/>
              <a:buNone/>
              <a:defRPr sz="3700"/>
            </a:lvl7pPr>
            <a:lvl8pPr lvl="7" algn="ctr">
              <a:lnSpc>
                <a:spcPct val="100000"/>
              </a:lnSpc>
              <a:spcBef>
                <a:spcPts val="0"/>
              </a:spcBef>
              <a:spcAft>
                <a:spcPts val="0"/>
              </a:spcAft>
              <a:buSzPts val="3700"/>
              <a:buNone/>
              <a:defRPr sz="3700"/>
            </a:lvl8pPr>
            <a:lvl9pPr lvl="8" algn="ctr">
              <a:lnSpc>
                <a:spcPct val="100000"/>
              </a:lnSpc>
              <a:spcBef>
                <a:spcPts val="0"/>
              </a:spcBef>
              <a:spcAft>
                <a:spcPts val="0"/>
              </a:spcAft>
              <a:buSzPts val="3700"/>
              <a:buNone/>
              <a:defRPr sz="3700"/>
            </a:lvl9pPr>
          </a:lstStyle>
          <a:p>
            <a:endParaRPr/>
          </a:p>
        </p:txBody>
      </p:sp>
      <p:sp>
        <p:nvSpPr>
          <p:cNvPr id="12" name="Google Shape;12;p2"/>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415496" y="2867800"/>
            <a:ext cx="11358000" cy="1122300"/>
          </a:xfrm>
          <a:prstGeom prst="rect">
            <a:avLst/>
          </a:prstGeom>
        </p:spPr>
        <p:txBody>
          <a:bodyPr spcFirstLastPara="1" wrap="square" lIns="121875" tIns="121875" rIns="121875" bIns="121875" anchor="ctr" anchorCtr="0">
            <a:no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a:endParaRPr/>
          </a:p>
        </p:txBody>
      </p:sp>
      <p:sp>
        <p:nvSpPr>
          <p:cNvPr id="15" name="Google Shape;15;p3"/>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15496" y="593367"/>
            <a:ext cx="11358000" cy="763500"/>
          </a:xfrm>
          <a:prstGeom prst="rect">
            <a:avLst/>
          </a:prstGeom>
        </p:spPr>
        <p:txBody>
          <a:bodyPr spcFirstLastPara="1" wrap="square" lIns="121875" tIns="121875" rIns="121875" bIns="121875" anchor="t" anchorCtr="0">
            <a:no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a:endParaRPr/>
          </a:p>
        </p:txBody>
      </p:sp>
      <p:sp>
        <p:nvSpPr>
          <p:cNvPr id="18" name="Google Shape;18;p4"/>
          <p:cNvSpPr txBox="1">
            <a:spLocks noGrp="1"/>
          </p:cNvSpPr>
          <p:nvPr>
            <p:ph type="body" idx="1"/>
          </p:nvPr>
        </p:nvSpPr>
        <p:spPr>
          <a:xfrm>
            <a:off x="415496" y="1536633"/>
            <a:ext cx="11358000" cy="4555200"/>
          </a:xfrm>
          <a:prstGeom prst="rect">
            <a:avLst/>
          </a:prstGeom>
        </p:spPr>
        <p:txBody>
          <a:bodyPr spcFirstLastPara="1" wrap="square" lIns="121875" tIns="121875" rIns="121875" bIns="121875" anchor="t" anchorCtr="0">
            <a:noAutofit/>
          </a:bodyPr>
          <a:lstStyle>
            <a:lvl1pPr marL="457207" lvl="0" indent="-381006">
              <a:spcBef>
                <a:spcPts val="0"/>
              </a:spcBef>
              <a:spcAft>
                <a:spcPts val="0"/>
              </a:spcAft>
              <a:buSzPts val="2400"/>
              <a:buChar char="●"/>
              <a:defRPr/>
            </a:lvl1pPr>
            <a:lvl2pPr marL="914415" lvl="1" indent="-349255">
              <a:spcBef>
                <a:spcPts val="2099"/>
              </a:spcBef>
              <a:spcAft>
                <a:spcPts val="0"/>
              </a:spcAft>
              <a:buSzPts val="1900"/>
              <a:buChar char="○"/>
              <a:defRPr/>
            </a:lvl2pPr>
            <a:lvl3pPr marL="1371622" lvl="2" indent="-349255">
              <a:spcBef>
                <a:spcPts val="2099"/>
              </a:spcBef>
              <a:spcAft>
                <a:spcPts val="0"/>
              </a:spcAft>
              <a:buSzPts val="1900"/>
              <a:buChar char="■"/>
              <a:defRPr/>
            </a:lvl3pPr>
            <a:lvl4pPr marL="1828831" lvl="3" indent="-349255">
              <a:spcBef>
                <a:spcPts val="2099"/>
              </a:spcBef>
              <a:spcAft>
                <a:spcPts val="0"/>
              </a:spcAft>
              <a:buSzPts val="1900"/>
              <a:buChar char="●"/>
              <a:defRPr/>
            </a:lvl4pPr>
            <a:lvl5pPr marL="2286038" lvl="4" indent="-349255">
              <a:spcBef>
                <a:spcPts val="2099"/>
              </a:spcBef>
              <a:spcAft>
                <a:spcPts val="0"/>
              </a:spcAft>
              <a:buSzPts val="1900"/>
              <a:buChar char="○"/>
              <a:defRPr/>
            </a:lvl5pPr>
            <a:lvl6pPr marL="2743246" lvl="5" indent="-349255">
              <a:spcBef>
                <a:spcPts val="2099"/>
              </a:spcBef>
              <a:spcAft>
                <a:spcPts val="0"/>
              </a:spcAft>
              <a:buSzPts val="1900"/>
              <a:buChar char="■"/>
              <a:defRPr/>
            </a:lvl6pPr>
            <a:lvl7pPr marL="3200453" lvl="6" indent="-349255">
              <a:spcBef>
                <a:spcPts val="2099"/>
              </a:spcBef>
              <a:spcAft>
                <a:spcPts val="0"/>
              </a:spcAft>
              <a:buSzPts val="1900"/>
              <a:buChar char="●"/>
              <a:defRPr/>
            </a:lvl7pPr>
            <a:lvl8pPr marL="3657661" lvl="7" indent="-349255">
              <a:spcBef>
                <a:spcPts val="2099"/>
              </a:spcBef>
              <a:spcAft>
                <a:spcPts val="0"/>
              </a:spcAft>
              <a:buSzPts val="1900"/>
              <a:buChar char="○"/>
              <a:defRPr/>
            </a:lvl8pPr>
            <a:lvl9pPr marL="4114868" lvl="8" indent="-349255">
              <a:spcBef>
                <a:spcPts val="2099"/>
              </a:spcBef>
              <a:spcAft>
                <a:spcPts val="2099"/>
              </a:spcAft>
              <a:buSzPts val="1900"/>
              <a:buChar char="■"/>
              <a:defRPr/>
            </a:lvl9pPr>
          </a:lstStyle>
          <a:p>
            <a:endParaRPr/>
          </a:p>
        </p:txBody>
      </p:sp>
      <p:sp>
        <p:nvSpPr>
          <p:cNvPr id="19" name="Google Shape;19;p4"/>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415496" y="593367"/>
            <a:ext cx="11358000" cy="763500"/>
          </a:xfrm>
          <a:prstGeom prst="rect">
            <a:avLst/>
          </a:prstGeom>
        </p:spPr>
        <p:txBody>
          <a:bodyPr spcFirstLastPara="1" wrap="square" lIns="121875" tIns="121875" rIns="121875" bIns="121875" anchor="t" anchorCtr="0">
            <a:no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a:endParaRPr/>
          </a:p>
        </p:txBody>
      </p:sp>
      <p:sp>
        <p:nvSpPr>
          <p:cNvPr id="22" name="Google Shape;22;p5"/>
          <p:cNvSpPr txBox="1">
            <a:spLocks noGrp="1"/>
          </p:cNvSpPr>
          <p:nvPr>
            <p:ph type="body" idx="1"/>
          </p:nvPr>
        </p:nvSpPr>
        <p:spPr>
          <a:xfrm>
            <a:off x="415497" y="1536633"/>
            <a:ext cx="5331900" cy="4555200"/>
          </a:xfrm>
          <a:prstGeom prst="rect">
            <a:avLst/>
          </a:prstGeom>
        </p:spPr>
        <p:txBody>
          <a:bodyPr spcFirstLastPara="1" wrap="square" lIns="121875" tIns="121875" rIns="121875" bIns="121875" anchor="t" anchorCtr="0">
            <a:noAutofit/>
          </a:bodyPr>
          <a:lstStyle>
            <a:lvl1pPr marL="457207" lvl="0" indent="-349255">
              <a:spcBef>
                <a:spcPts val="0"/>
              </a:spcBef>
              <a:spcAft>
                <a:spcPts val="0"/>
              </a:spcAft>
              <a:buSzPts val="1900"/>
              <a:buChar char="●"/>
              <a:defRPr sz="1900"/>
            </a:lvl1pPr>
            <a:lvl2pPr marL="914415" lvl="1" indent="-330205">
              <a:spcBef>
                <a:spcPts val="2099"/>
              </a:spcBef>
              <a:spcAft>
                <a:spcPts val="0"/>
              </a:spcAft>
              <a:buSzPts val="1600"/>
              <a:buChar char="○"/>
              <a:defRPr sz="1600"/>
            </a:lvl2pPr>
            <a:lvl3pPr marL="1371622" lvl="2" indent="-330205">
              <a:spcBef>
                <a:spcPts val="2099"/>
              </a:spcBef>
              <a:spcAft>
                <a:spcPts val="0"/>
              </a:spcAft>
              <a:buSzPts val="1600"/>
              <a:buChar char="■"/>
              <a:defRPr sz="1600"/>
            </a:lvl3pPr>
            <a:lvl4pPr marL="1828831" lvl="3" indent="-330205">
              <a:spcBef>
                <a:spcPts val="2099"/>
              </a:spcBef>
              <a:spcAft>
                <a:spcPts val="0"/>
              </a:spcAft>
              <a:buSzPts val="1600"/>
              <a:buChar char="●"/>
              <a:defRPr sz="1600"/>
            </a:lvl4pPr>
            <a:lvl5pPr marL="2286038" lvl="4" indent="-330205">
              <a:spcBef>
                <a:spcPts val="2099"/>
              </a:spcBef>
              <a:spcAft>
                <a:spcPts val="0"/>
              </a:spcAft>
              <a:buSzPts val="1600"/>
              <a:buChar char="○"/>
              <a:defRPr sz="1600"/>
            </a:lvl5pPr>
            <a:lvl6pPr marL="2743246" lvl="5" indent="-330205">
              <a:spcBef>
                <a:spcPts val="2099"/>
              </a:spcBef>
              <a:spcAft>
                <a:spcPts val="0"/>
              </a:spcAft>
              <a:buSzPts val="1600"/>
              <a:buChar char="■"/>
              <a:defRPr sz="1600"/>
            </a:lvl6pPr>
            <a:lvl7pPr marL="3200453" lvl="6" indent="-330205">
              <a:spcBef>
                <a:spcPts val="2099"/>
              </a:spcBef>
              <a:spcAft>
                <a:spcPts val="0"/>
              </a:spcAft>
              <a:buSzPts val="1600"/>
              <a:buChar char="●"/>
              <a:defRPr sz="1600"/>
            </a:lvl7pPr>
            <a:lvl8pPr marL="3657661" lvl="7" indent="-330205">
              <a:spcBef>
                <a:spcPts val="2099"/>
              </a:spcBef>
              <a:spcAft>
                <a:spcPts val="0"/>
              </a:spcAft>
              <a:buSzPts val="1600"/>
              <a:buChar char="○"/>
              <a:defRPr sz="1600"/>
            </a:lvl8pPr>
            <a:lvl9pPr marL="4114868" lvl="8" indent="-330205">
              <a:spcBef>
                <a:spcPts val="2099"/>
              </a:spcBef>
              <a:spcAft>
                <a:spcPts val="2099"/>
              </a:spcAft>
              <a:buSzPts val="1600"/>
              <a:buChar char="■"/>
              <a:defRPr sz="1600"/>
            </a:lvl9pPr>
          </a:lstStyle>
          <a:p>
            <a:endParaRPr/>
          </a:p>
        </p:txBody>
      </p:sp>
      <p:sp>
        <p:nvSpPr>
          <p:cNvPr id="23" name="Google Shape;23;p5"/>
          <p:cNvSpPr txBox="1">
            <a:spLocks noGrp="1"/>
          </p:cNvSpPr>
          <p:nvPr>
            <p:ph type="body" idx="2"/>
          </p:nvPr>
        </p:nvSpPr>
        <p:spPr>
          <a:xfrm>
            <a:off x="6441588" y="1536633"/>
            <a:ext cx="5331900" cy="4555200"/>
          </a:xfrm>
          <a:prstGeom prst="rect">
            <a:avLst/>
          </a:prstGeom>
        </p:spPr>
        <p:txBody>
          <a:bodyPr spcFirstLastPara="1" wrap="square" lIns="121875" tIns="121875" rIns="121875" bIns="121875" anchor="t" anchorCtr="0">
            <a:noAutofit/>
          </a:bodyPr>
          <a:lstStyle>
            <a:lvl1pPr marL="457207" lvl="0" indent="-349255">
              <a:spcBef>
                <a:spcPts val="0"/>
              </a:spcBef>
              <a:spcAft>
                <a:spcPts val="0"/>
              </a:spcAft>
              <a:buSzPts val="1900"/>
              <a:buChar char="●"/>
              <a:defRPr sz="1900"/>
            </a:lvl1pPr>
            <a:lvl2pPr marL="914415" lvl="1" indent="-330205">
              <a:spcBef>
                <a:spcPts val="2099"/>
              </a:spcBef>
              <a:spcAft>
                <a:spcPts val="0"/>
              </a:spcAft>
              <a:buSzPts val="1600"/>
              <a:buChar char="○"/>
              <a:defRPr sz="1600"/>
            </a:lvl2pPr>
            <a:lvl3pPr marL="1371622" lvl="2" indent="-330205">
              <a:spcBef>
                <a:spcPts val="2099"/>
              </a:spcBef>
              <a:spcAft>
                <a:spcPts val="0"/>
              </a:spcAft>
              <a:buSzPts val="1600"/>
              <a:buChar char="■"/>
              <a:defRPr sz="1600"/>
            </a:lvl3pPr>
            <a:lvl4pPr marL="1828831" lvl="3" indent="-330205">
              <a:spcBef>
                <a:spcPts val="2099"/>
              </a:spcBef>
              <a:spcAft>
                <a:spcPts val="0"/>
              </a:spcAft>
              <a:buSzPts val="1600"/>
              <a:buChar char="●"/>
              <a:defRPr sz="1600"/>
            </a:lvl4pPr>
            <a:lvl5pPr marL="2286038" lvl="4" indent="-330205">
              <a:spcBef>
                <a:spcPts val="2099"/>
              </a:spcBef>
              <a:spcAft>
                <a:spcPts val="0"/>
              </a:spcAft>
              <a:buSzPts val="1600"/>
              <a:buChar char="○"/>
              <a:defRPr sz="1600"/>
            </a:lvl5pPr>
            <a:lvl6pPr marL="2743246" lvl="5" indent="-330205">
              <a:spcBef>
                <a:spcPts val="2099"/>
              </a:spcBef>
              <a:spcAft>
                <a:spcPts val="0"/>
              </a:spcAft>
              <a:buSzPts val="1600"/>
              <a:buChar char="■"/>
              <a:defRPr sz="1600"/>
            </a:lvl6pPr>
            <a:lvl7pPr marL="3200453" lvl="6" indent="-330205">
              <a:spcBef>
                <a:spcPts val="2099"/>
              </a:spcBef>
              <a:spcAft>
                <a:spcPts val="0"/>
              </a:spcAft>
              <a:buSzPts val="1600"/>
              <a:buChar char="●"/>
              <a:defRPr sz="1600"/>
            </a:lvl7pPr>
            <a:lvl8pPr marL="3657661" lvl="7" indent="-330205">
              <a:spcBef>
                <a:spcPts val="2099"/>
              </a:spcBef>
              <a:spcAft>
                <a:spcPts val="0"/>
              </a:spcAft>
              <a:buSzPts val="1600"/>
              <a:buChar char="○"/>
              <a:defRPr sz="1600"/>
            </a:lvl8pPr>
            <a:lvl9pPr marL="4114868" lvl="8" indent="-330205">
              <a:spcBef>
                <a:spcPts val="2099"/>
              </a:spcBef>
              <a:spcAft>
                <a:spcPts val="2099"/>
              </a:spcAft>
              <a:buSzPts val="1600"/>
              <a:buChar char="■"/>
              <a:defRPr sz="1600"/>
            </a:lvl9pPr>
          </a:lstStyle>
          <a:p>
            <a:endParaRPr/>
          </a:p>
        </p:txBody>
      </p:sp>
      <p:sp>
        <p:nvSpPr>
          <p:cNvPr id="24" name="Google Shape;24;p5"/>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415496" y="593367"/>
            <a:ext cx="11358000" cy="763500"/>
          </a:xfrm>
          <a:prstGeom prst="rect">
            <a:avLst/>
          </a:prstGeom>
        </p:spPr>
        <p:txBody>
          <a:bodyPr spcFirstLastPara="1" wrap="square" lIns="121875" tIns="121875" rIns="121875" bIns="121875" anchor="t" anchorCtr="0">
            <a:no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a:endParaRPr/>
          </a:p>
        </p:txBody>
      </p:sp>
      <p:sp>
        <p:nvSpPr>
          <p:cNvPr id="27" name="Google Shape;27;p6"/>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415496" y="740800"/>
            <a:ext cx="3743100" cy="1007700"/>
          </a:xfrm>
          <a:prstGeom prst="rect">
            <a:avLst/>
          </a:prstGeom>
        </p:spPr>
        <p:txBody>
          <a:bodyPr spcFirstLastPara="1" wrap="square" lIns="121875" tIns="121875" rIns="121875" bIns="121875" anchor="b" anchorCtr="0">
            <a:noAutofit/>
          </a:bodyPr>
          <a:lstStyle>
            <a:lvl1pPr lvl="0">
              <a:spcBef>
                <a:spcPts val="0"/>
              </a:spcBef>
              <a:spcAft>
                <a:spcPts val="0"/>
              </a:spcAft>
              <a:buSzPts val="3200"/>
              <a:buNone/>
              <a:defRPr sz="3201"/>
            </a:lvl1pPr>
            <a:lvl2pPr lvl="1">
              <a:spcBef>
                <a:spcPts val="0"/>
              </a:spcBef>
              <a:spcAft>
                <a:spcPts val="0"/>
              </a:spcAft>
              <a:buSzPts val="3200"/>
              <a:buNone/>
              <a:defRPr sz="3201"/>
            </a:lvl2pPr>
            <a:lvl3pPr lvl="2">
              <a:spcBef>
                <a:spcPts val="0"/>
              </a:spcBef>
              <a:spcAft>
                <a:spcPts val="0"/>
              </a:spcAft>
              <a:buSzPts val="3200"/>
              <a:buNone/>
              <a:defRPr sz="3201"/>
            </a:lvl3pPr>
            <a:lvl4pPr lvl="3">
              <a:spcBef>
                <a:spcPts val="0"/>
              </a:spcBef>
              <a:spcAft>
                <a:spcPts val="0"/>
              </a:spcAft>
              <a:buSzPts val="3200"/>
              <a:buNone/>
              <a:defRPr sz="3201"/>
            </a:lvl4pPr>
            <a:lvl5pPr lvl="4">
              <a:spcBef>
                <a:spcPts val="0"/>
              </a:spcBef>
              <a:spcAft>
                <a:spcPts val="0"/>
              </a:spcAft>
              <a:buSzPts val="3200"/>
              <a:buNone/>
              <a:defRPr sz="3201"/>
            </a:lvl5pPr>
            <a:lvl6pPr lvl="5">
              <a:spcBef>
                <a:spcPts val="0"/>
              </a:spcBef>
              <a:spcAft>
                <a:spcPts val="0"/>
              </a:spcAft>
              <a:buSzPts val="3200"/>
              <a:buNone/>
              <a:defRPr sz="3201"/>
            </a:lvl6pPr>
            <a:lvl7pPr lvl="6">
              <a:spcBef>
                <a:spcPts val="0"/>
              </a:spcBef>
              <a:spcAft>
                <a:spcPts val="0"/>
              </a:spcAft>
              <a:buSzPts val="3200"/>
              <a:buNone/>
              <a:defRPr sz="3201"/>
            </a:lvl7pPr>
            <a:lvl8pPr lvl="7">
              <a:spcBef>
                <a:spcPts val="0"/>
              </a:spcBef>
              <a:spcAft>
                <a:spcPts val="0"/>
              </a:spcAft>
              <a:buSzPts val="3200"/>
              <a:buNone/>
              <a:defRPr sz="3201"/>
            </a:lvl8pPr>
            <a:lvl9pPr lvl="8">
              <a:spcBef>
                <a:spcPts val="0"/>
              </a:spcBef>
              <a:spcAft>
                <a:spcPts val="0"/>
              </a:spcAft>
              <a:buSzPts val="3200"/>
              <a:buNone/>
              <a:defRPr sz="3201"/>
            </a:lvl9pPr>
          </a:lstStyle>
          <a:p>
            <a:endParaRPr/>
          </a:p>
        </p:txBody>
      </p:sp>
      <p:sp>
        <p:nvSpPr>
          <p:cNvPr id="30" name="Google Shape;30;p7"/>
          <p:cNvSpPr txBox="1">
            <a:spLocks noGrp="1"/>
          </p:cNvSpPr>
          <p:nvPr>
            <p:ph type="body" idx="1"/>
          </p:nvPr>
        </p:nvSpPr>
        <p:spPr>
          <a:xfrm>
            <a:off x="415496" y="1852800"/>
            <a:ext cx="3743100" cy="4239300"/>
          </a:xfrm>
          <a:prstGeom prst="rect">
            <a:avLst/>
          </a:prstGeom>
        </p:spPr>
        <p:txBody>
          <a:bodyPr spcFirstLastPara="1" wrap="square" lIns="121875" tIns="121875" rIns="121875" bIns="121875" anchor="t" anchorCtr="0">
            <a:noAutofit/>
          </a:bodyPr>
          <a:lstStyle>
            <a:lvl1pPr marL="457207" lvl="0" indent="-330205">
              <a:spcBef>
                <a:spcPts val="0"/>
              </a:spcBef>
              <a:spcAft>
                <a:spcPts val="0"/>
              </a:spcAft>
              <a:buSzPts val="1600"/>
              <a:buChar char="●"/>
              <a:defRPr sz="1600"/>
            </a:lvl1pPr>
            <a:lvl2pPr marL="914415" lvl="1" indent="-330205">
              <a:spcBef>
                <a:spcPts val="2099"/>
              </a:spcBef>
              <a:spcAft>
                <a:spcPts val="0"/>
              </a:spcAft>
              <a:buSzPts val="1600"/>
              <a:buChar char="○"/>
              <a:defRPr sz="1600"/>
            </a:lvl2pPr>
            <a:lvl3pPr marL="1371622" lvl="2" indent="-330205">
              <a:spcBef>
                <a:spcPts val="2099"/>
              </a:spcBef>
              <a:spcAft>
                <a:spcPts val="0"/>
              </a:spcAft>
              <a:buSzPts val="1600"/>
              <a:buChar char="■"/>
              <a:defRPr sz="1600"/>
            </a:lvl3pPr>
            <a:lvl4pPr marL="1828831" lvl="3" indent="-330205">
              <a:spcBef>
                <a:spcPts val="2099"/>
              </a:spcBef>
              <a:spcAft>
                <a:spcPts val="0"/>
              </a:spcAft>
              <a:buSzPts val="1600"/>
              <a:buChar char="●"/>
              <a:defRPr sz="1600"/>
            </a:lvl4pPr>
            <a:lvl5pPr marL="2286038" lvl="4" indent="-330205">
              <a:spcBef>
                <a:spcPts val="2099"/>
              </a:spcBef>
              <a:spcAft>
                <a:spcPts val="0"/>
              </a:spcAft>
              <a:buSzPts val="1600"/>
              <a:buChar char="○"/>
              <a:defRPr sz="1600"/>
            </a:lvl5pPr>
            <a:lvl6pPr marL="2743246" lvl="5" indent="-330205">
              <a:spcBef>
                <a:spcPts val="2099"/>
              </a:spcBef>
              <a:spcAft>
                <a:spcPts val="0"/>
              </a:spcAft>
              <a:buSzPts val="1600"/>
              <a:buChar char="■"/>
              <a:defRPr sz="1600"/>
            </a:lvl6pPr>
            <a:lvl7pPr marL="3200453" lvl="6" indent="-330205">
              <a:spcBef>
                <a:spcPts val="2099"/>
              </a:spcBef>
              <a:spcAft>
                <a:spcPts val="0"/>
              </a:spcAft>
              <a:buSzPts val="1600"/>
              <a:buChar char="●"/>
              <a:defRPr sz="1600"/>
            </a:lvl7pPr>
            <a:lvl8pPr marL="3657661" lvl="7" indent="-330205">
              <a:spcBef>
                <a:spcPts val="2099"/>
              </a:spcBef>
              <a:spcAft>
                <a:spcPts val="0"/>
              </a:spcAft>
              <a:buSzPts val="1600"/>
              <a:buChar char="○"/>
              <a:defRPr sz="1600"/>
            </a:lvl8pPr>
            <a:lvl9pPr marL="4114868" lvl="8" indent="-330205">
              <a:spcBef>
                <a:spcPts val="2099"/>
              </a:spcBef>
              <a:spcAft>
                <a:spcPts val="2099"/>
              </a:spcAft>
              <a:buSzPts val="1600"/>
              <a:buChar char="■"/>
              <a:defRPr sz="1600"/>
            </a:lvl9pPr>
          </a:lstStyle>
          <a:p>
            <a:endParaRPr/>
          </a:p>
        </p:txBody>
      </p:sp>
      <p:sp>
        <p:nvSpPr>
          <p:cNvPr id="31" name="Google Shape;31;p7"/>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653503" y="600200"/>
            <a:ext cx="8488200" cy="5454300"/>
          </a:xfrm>
          <a:prstGeom prst="rect">
            <a:avLst/>
          </a:prstGeom>
        </p:spPr>
        <p:txBody>
          <a:bodyPr spcFirstLastPara="1" wrap="square" lIns="121875" tIns="121875" rIns="121875" bIns="121875" anchor="ctr" anchorCtr="0">
            <a:noAutofit/>
          </a:bodyPr>
          <a:lstStyle>
            <a:lvl1pPr lvl="0">
              <a:spcBef>
                <a:spcPts val="0"/>
              </a:spcBef>
              <a:spcAft>
                <a:spcPts val="0"/>
              </a:spcAft>
              <a:buSzPts val="6400"/>
              <a:buNone/>
              <a:defRPr sz="6400"/>
            </a:lvl1pPr>
            <a:lvl2pPr lvl="1">
              <a:spcBef>
                <a:spcPts val="0"/>
              </a:spcBef>
              <a:spcAft>
                <a:spcPts val="0"/>
              </a:spcAft>
              <a:buSzPts val="6400"/>
              <a:buNone/>
              <a:defRPr sz="6400"/>
            </a:lvl2pPr>
            <a:lvl3pPr lvl="2">
              <a:spcBef>
                <a:spcPts val="0"/>
              </a:spcBef>
              <a:spcAft>
                <a:spcPts val="0"/>
              </a:spcAft>
              <a:buSzPts val="6400"/>
              <a:buNone/>
              <a:defRPr sz="6400"/>
            </a:lvl3pPr>
            <a:lvl4pPr lvl="3">
              <a:spcBef>
                <a:spcPts val="0"/>
              </a:spcBef>
              <a:spcAft>
                <a:spcPts val="0"/>
              </a:spcAft>
              <a:buSzPts val="6400"/>
              <a:buNone/>
              <a:defRPr sz="6400"/>
            </a:lvl4pPr>
            <a:lvl5pPr lvl="4">
              <a:spcBef>
                <a:spcPts val="0"/>
              </a:spcBef>
              <a:spcAft>
                <a:spcPts val="0"/>
              </a:spcAft>
              <a:buSzPts val="6400"/>
              <a:buNone/>
              <a:defRPr sz="6400"/>
            </a:lvl5pPr>
            <a:lvl6pPr lvl="5">
              <a:spcBef>
                <a:spcPts val="0"/>
              </a:spcBef>
              <a:spcAft>
                <a:spcPts val="0"/>
              </a:spcAft>
              <a:buSzPts val="6400"/>
              <a:buNone/>
              <a:defRPr sz="6400"/>
            </a:lvl6pPr>
            <a:lvl7pPr lvl="6">
              <a:spcBef>
                <a:spcPts val="0"/>
              </a:spcBef>
              <a:spcAft>
                <a:spcPts val="0"/>
              </a:spcAft>
              <a:buSzPts val="6400"/>
              <a:buNone/>
              <a:defRPr sz="6400"/>
            </a:lvl7pPr>
            <a:lvl8pPr lvl="7">
              <a:spcBef>
                <a:spcPts val="0"/>
              </a:spcBef>
              <a:spcAft>
                <a:spcPts val="0"/>
              </a:spcAft>
              <a:buSzPts val="6400"/>
              <a:buNone/>
              <a:defRPr sz="6400"/>
            </a:lvl8pPr>
            <a:lvl9pPr lvl="8">
              <a:spcBef>
                <a:spcPts val="0"/>
              </a:spcBef>
              <a:spcAft>
                <a:spcPts val="0"/>
              </a:spcAft>
              <a:buSzPts val="6400"/>
              <a:buNone/>
              <a:defRPr sz="6400"/>
            </a:lvl9pPr>
          </a:lstStyle>
          <a:p>
            <a:endParaRPr/>
          </a:p>
        </p:txBody>
      </p:sp>
      <p:sp>
        <p:nvSpPr>
          <p:cNvPr id="34" name="Google Shape;34;p8"/>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6094475" y="-167"/>
            <a:ext cx="6094500" cy="6858000"/>
          </a:xfrm>
          <a:prstGeom prst="rect">
            <a:avLst/>
          </a:prstGeom>
          <a:solidFill>
            <a:schemeClr val="lt2"/>
          </a:solidFill>
          <a:ln>
            <a:noFill/>
          </a:ln>
        </p:spPr>
        <p:txBody>
          <a:bodyPr spcFirstLastPara="1" wrap="square" lIns="121875" tIns="121875" rIns="121875" bIns="121875" anchor="ctr" anchorCtr="0">
            <a:noAutofit/>
          </a:bodyPr>
          <a:lstStyle/>
          <a:p>
            <a:pPr marL="0" lvl="0" indent="0" algn="l" rtl="0">
              <a:spcBef>
                <a:spcPts val="0"/>
              </a:spcBef>
              <a:spcAft>
                <a:spcPts val="0"/>
              </a:spcAft>
              <a:buNone/>
            </a:pPr>
            <a:endParaRPr sz="1400"/>
          </a:p>
        </p:txBody>
      </p:sp>
      <p:sp>
        <p:nvSpPr>
          <p:cNvPr id="37" name="Google Shape;37;p9"/>
          <p:cNvSpPr txBox="1">
            <a:spLocks noGrp="1"/>
          </p:cNvSpPr>
          <p:nvPr>
            <p:ph type="title"/>
          </p:nvPr>
        </p:nvSpPr>
        <p:spPr>
          <a:xfrm>
            <a:off x="353913" y="1644233"/>
            <a:ext cx="5392199" cy="1976400"/>
          </a:xfrm>
          <a:prstGeom prst="rect">
            <a:avLst/>
          </a:prstGeom>
        </p:spPr>
        <p:txBody>
          <a:bodyPr spcFirstLastPara="1" wrap="square" lIns="121875" tIns="121875" rIns="121875" bIns="121875" anchor="b" anchorCtr="0">
            <a:noAutofit/>
          </a:bodyPr>
          <a:lstStyle>
            <a:lvl1pPr lvl="0" algn="ctr">
              <a:spcBef>
                <a:spcPts val="0"/>
              </a:spcBef>
              <a:spcAft>
                <a:spcPts val="0"/>
              </a:spcAft>
              <a:buSzPts val="5600"/>
              <a:buNone/>
              <a:defRPr sz="5600"/>
            </a:lvl1pPr>
            <a:lvl2pPr lvl="1" algn="ctr">
              <a:spcBef>
                <a:spcPts val="0"/>
              </a:spcBef>
              <a:spcAft>
                <a:spcPts val="0"/>
              </a:spcAft>
              <a:buSzPts val="5600"/>
              <a:buNone/>
              <a:defRPr sz="5600"/>
            </a:lvl2pPr>
            <a:lvl3pPr lvl="2" algn="ctr">
              <a:spcBef>
                <a:spcPts val="0"/>
              </a:spcBef>
              <a:spcAft>
                <a:spcPts val="0"/>
              </a:spcAft>
              <a:buSzPts val="5600"/>
              <a:buNone/>
              <a:defRPr sz="5600"/>
            </a:lvl3pPr>
            <a:lvl4pPr lvl="3" algn="ctr">
              <a:spcBef>
                <a:spcPts val="0"/>
              </a:spcBef>
              <a:spcAft>
                <a:spcPts val="0"/>
              </a:spcAft>
              <a:buSzPts val="5600"/>
              <a:buNone/>
              <a:defRPr sz="5600"/>
            </a:lvl4pPr>
            <a:lvl5pPr lvl="4" algn="ctr">
              <a:spcBef>
                <a:spcPts val="0"/>
              </a:spcBef>
              <a:spcAft>
                <a:spcPts val="0"/>
              </a:spcAft>
              <a:buSzPts val="5600"/>
              <a:buNone/>
              <a:defRPr sz="5600"/>
            </a:lvl5pPr>
            <a:lvl6pPr lvl="5" algn="ctr">
              <a:spcBef>
                <a:spcPts val="0"/>
              </a:spcBef>
              <a:spcAft>
                <a:spcPts val="0"/>
              </a:spcAft>
              <a:buSzPts val="5600"/>
              <a:buNone/>
              <a:defRPr sz="5600"/>
            </a:lvl6pPr>
            <a:lvl7pPr lvl="6" algn="ctr">
              <a:spcBef>
                <a:spcPts val="0"/>
              </a:spcBef>
              <a:spcAft>
                <a:spcPts val="0"/>
              </a:spcAft>
              <a:buSzPts val="5600"/>
              <a:buNone/>
              <a:defRPr sz="5600"/>
            </a:lvl7pPr>
            <a:lvl8pPr lvl="7" algn="ctr">
              <a:spcBef>
                <a:spcPts val="0"/>
              </a:spcBef>
              <a:spcAft>
                <a:spcPts val="0"/>
              </a:spcAft>
              <a:buSzPts val="5600"/>
              <a:buNone/>
              <a:defRPr sz="5600"/>
            </a:lvl8pPr>
            <a:lvl9pPr lvl="8" algn="ctr">
              <a:spcBef>
                <a:spcPts val="0"/>
              </a:spcBef>
              <a:spcAft>
                <a:spcPts val="0"/>
              </a:spcAft>
              <a:buSzPts val="5600"/>
              <a:buNone/>
              <a:defRPr sz="5600"/>
            </a:lvl9pPr>
          </a:lstStyle>
          <a:p>
            <a:endParaRPr/>
          </a:p>
        </p:txBody>
      </p:sp>
      <p:sp>
        <p:nvSpPr>
          <p:cNvPr id="38" name="Google Shape;38;p9"/>
          <p:cNvSpPr txBox="1">
            <a:spLocks noGrp="1"/>
          </p:cNvSpPr>
          <p:nvPr>
            <p:ph type="subTitle" idx="1"/>
          </p:nvPr>
        </p:nvSpPr>
        <p:spPr>
          <a:xfrm>
            <a:off x="353913" y="3737433"/>
            <a:ext cx="5392199" cy="1646700"/>
          </a:xfrm>
          <a:prstGeom prst="rect">
            <a:avLst/>
          </a:prstGeom>
        </p:spPr>
        <p:txBody>
          <a:bodyPr spcFirstLastPara="1" wrap="square" lIns="121875" tIns="121875" rIns="121875" bIns="121875" anchor="t" anchorCtr="0">
            <a:noAutofit/>
          </a:bodyPr>
          <a:lstStyle>
            <a:lvl1pPr lvl="0" algn="ctr">
              <a:lnSpc>
                <a:spcPct val="100000"/>
              </a:lnSpc>
              <a:spcBef>
                <a:spcPts val="0"/>
              </a:spcBef>
              <a:spcAft>
                <a:spcPts val="0"/>
              </a:spcAft>
              <a:buSzPts val="2800"/>
              <a:buNone/>
              <a:defRPr sz="2801"/>
            </a:lvl1pPr>
            <a:lvl2pPr lvl="1" algn="ctr">
              <a:lnSpc>
                <a:spcPct val="100000"/>
              </a:lnSpc>
              <a:spcBef>
                <a:spcPts val="0"/>
              </a:spcBef>
              <a:spcAft>
                <a:spcPts val="0"/>
              </a:spcAft>
              <a:buSzPts val="2800"/>
              <a:buNone/>
              <a:defRPr sz="2801"/>
            </a:lvl2pPr>
            <a:lvl3pPr lvl="2" algn="ctr">
              <a:lnSpc>
                <a:spcPct val="100000"/>
              </a:lnSpc>
              <a:spcBef>
                <a:spcPts val="0"/>
              </a:spcBef>
              <a:spcAft>
                <a:spcPts val="0"/>
              </a:spcAft>
              <a:buSzPts val="2800"/>
              <a:buNone/>
              <a:defRPr sz="2801"/>
            </a:lvl3pPr>
            <a:lvl4pPr lvl="3" algn="ctr">
              <a:lnSpc>
                <a:spcPct val="100000"/>
              </a:lnSpc>
              <a:spcBef>
                <a:spcPts val="0"/>
              </a:spcBef>
              <a:spcAft>
                <a:spcPts val="0"/>
              </a:spcAft>
              <a:buSzPts val="2800"/>
              <a:buNone/>
              <a:defRPr sz="2801"/>
            </a:lvl4pPr>
            <a:lvl5pPr lvl="4" algn="ctr">
              <a:lnSpc>
                <a:spcPct val="100000"/>
              </a:lnSpc>
              <a:spcBef>
                <a:spcPts val="0"/>
              </a:spcBef>
              <a:spcAft>
                <a:spcPts val="0"/>
              </a:spcAft>
              <a:buSzPts val="2800"/>
              <a:buNone/>
              <a:defRPr sz="2801"/>
            </a:lvl5pPr>
            <a:lvl6pPr lvl="5" algn="ctr">
              <a:lnSpc>
                <a:spcPct val="100000"/>
              </a:lnSpc>
              <a:spcBef>
                <a:spcPts val="0"/>
              </a:spcBef>
              <a:spcAft>
                <a:spcPts val="0"/>
              </a:spcAft>
              <a:buSzPts val="2800"/>
              <a:buNone/>
              <a:defRPr sz="2801"/>
            </a:lvl6pPr>
            <a:lvl7pPr lvl="6" algn="ctr">
              <a:lnSpc>
                <a:spcPct val="100000"/>
              </a:lnSpc>
              <a:spcBef>
                <a:spcPts val="0"/>
              </a:spcBef>
              <a:spcAft>
                <a:spcPts val="0"/>
              </a:spcAft>
              <a:buSzPts val="2800"/>
              <a:buNone/>
              <a:defRPr sz="2801"/>
            </a:lvl7pPr>
            <a:lvl8pPr lvl="7" algn="ctr">
              <a:lnSpc>
                <a:spcPct val="100000"/>
              </a:lnSpc>
              <a:spcBef>
                <a:spcPts val="0"/>
              </a:spcBef>
              <a:spcAft>
                <a:spcPts val="0"/>
              </a:spcAft>
              <a:buSzPts val="2800"/>
              <a:buNone/>
              <a:defRPr sz="2801"/>
            </a:lvl8pPr>
            <a:lvl9pPr lvl="8" algn="ctr">
              <a:lnSpc>
                <a:spcPct val="100000"/>
              </a:lnSpc>
              <a:spcBef>
                <a:spcPts val="0"/>
              </a:spcBef>
              <a:spcAft>
                <a:spcPts val="0"/>
              </a:spcAft>
              <a:buSzPts val="2800"/>
              <a:buNone/>
              <a:defRPr sz="2801"/>
            </a:lvl9pPr>
          </a:lstStyle>
          <a:p>
            <a:endParaRPr/>
          </a:p>
        </p:txBody>
      </p:sp>
      <p:sp>
        <p:nvSpPr>
          <p:cNvPr id="39" name="Google Shape;39;p9"/>
          <p:cNvSpPr txBox="1">
            <a:spLocks noGrp="1"/>
          </p:cNvSpPr>
          <p:nvPr>
            <p:ph type="body" idx="2"/>
          </p:nvPr>
        </p:nvSpPr>
        <p:spPr>
          <a:xfrm>
            <a:off x="6584351" y="965433"/>
            <a:ext cx="5114700" cy="4926900"/>
          </a:xfrm>
          <a:prstGeom prst="rect">
            <a:avLst/>
          </a:prstGeom>
        </p:spPr>
        <p:txBody>
          <a:bodyPr spcFirstLastPara="1" wrap="square" lIns="121875" tIns="121875" rIns="121875" bIns="121875" anchor="ctr" anchorCtr="0">
            <a:noAutofit/>
          </a:bodyPr>
          <a:lstStyle>
            <a:lvl1pPr marL="457207" lvl="0" indent="-381006">
              <a:spcBef>
                <a:spcPts val="0"/>
              </a:spcBef>
              <a:spcAft>
                <a:spcPts val="0"/>
              </a:spcAft>
              <a:buSzPts val="2400"/>
              <a:buChar char="●"/>
              <a:defRPr/>
            </a:lvl1pPr>
            <a:lvl2pPr marL="914415" lvl="1" indent="-349255">
              <a:spcBef>
                <a:spcPts val="2099"/>
              </a:spcBef>
              <a:spcAft>
                <a:spcPts val="0"/>
              </a:spcAft>
              <a:buSzPts val="1900"/>
              <a:buChar char="○"/>
              <a:defRPr/>
            </a:lvl2pPr>
            <a:lvl3pPr marL="1371622" lvl="2" indent="-349255">
              <a:spcBef>
                <a:spcPts val="2099"/>
              </a:spcBef>
              <a:spcAft>
                <a:spcPts val="0"/>
              </a:spcAft>
              <a:buSzPts val="1900"/>
              <a:buChar char="■"/>
              <a:defRPr/>
            </a:lvl3pPr>
            <a:lvl4pPr marL="1828831" lvl="3" indent="-349255">
              <a:spcBef>
                <a:spcPts val="2099"/>
              </a:spcBef>
              <a:spcAft>
                <a:spcPts val="0"/>
              </a:spcAft>
              <a:buSzPts val="1900"/>
              <a:buChar char="●"/>
              <a:defRPr/>
            </a:lvl4pPr>
            <a:lvl5pPr marL="2286038" lvl="4" indent="-349255">
              <a:spcBef>
                <a:spcPts val="2099"/>
              </a:spcBef>
              <a:spcAft>
                <a:spcPts val="0"/>
              </a:spcAft>
              <a:buSzPts val="1900"/>
              <a:buChar char="○"/>
              <a:defRPr/>
            </a:lvl5pPr>
            <a:lvl6pPr marL="2743246" lvl="5" indent="-349255">
              <a:spcBef>
                <a:spcPts val="2099"/>
              </a:spcBef>
              <a:spcAft>
                <a:spcPts val="0"/>
              </a:spcAft>
              <a:buSzPts val="1900"/>
              <a:buChar char="■"/>
              <a:defRPr/>
            </a:lvl6pPr>
            <a:lvl7pPr marL="3200453" lvl="6" indent="-349255">
              <a:spcBef>
                <a:spcPts val="2099"/>
              </a:spcBef>
              <a:spcAft>
                <a:spcPts val="0"/>
              </a:spcAft>
              <a:buSzPts val="1900"/>
              <a:buChar char="●"/>
              <a:defRPr/>
            </a:lvl7pPr>
            <a:lvl8pPr marL="3657661" lvl="7" indent="-349255">
              <a:spcBef>
                <a:spcPts val="2099"/>
              </a:spcBef>
              <a:spcAft>
                <a:spcPts val="0"/>
              </a:spcAft>
              <a:buSzPts val="1900"/>
              <a:buChar char="○"/>
              <a:defRPr/>
            </a:lvl8pPr>
            <a:lvl9pPr marL="4114868" lvl="8" indent="-349255">
              <a:spcBef>
                <a:spcPts val="2099"/>
              </a:spcBef>
              <a:spcAft>
                <a:spcPts val="2099"/>
              </a:spcAft>
              <a:buSzPts val="1900"/>
              <a:buChar char="■"/>
              <a:defRPr/>
            </a:lvl9pPr>
          </a:lstStyle>
          <a:p>
            <a:endParaRPr/>
          </a:p>
        </p:txBody>
      </p:sp>
      <p:sp>
        <p:nvSpPr>
          <p:cNvPr id="40" name="Google Shape;40;p9"/>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415496" y="5640767"/>
            <a:ext cx="7996500" cy="806700"/>
          </a:xfrm>
          <a:prstGeom prst="rect">
            <a:avLst/>
          </a:prstGeom>
        </p:spPr>
        <p:txBody>
          <a:bodyPr spcFirstLastPara="1" wrap="square" lIns="121875" tIns="121875" rIns="121875" bIns="121875" anchor="ctr" anchorCtr="0">
            <a:noAutofit/>
          </a:bodyPr>
          <a:lstStyle>
            <a:lvl1pPr marL="457207" lvl="0" indent="-228604">
              <a:lnSpc>
                <a:spcPct val="100000"/>
              </a:lnSpc>
              <a:spcBef>
                <a:spcPts val="0"/>
              </a:spcBef>
              <a:spcAft>
                <a:spcPts val="0"/>
              </a:spcAft>
              <a:buSzPts val="2400"/>
              <a:buNone/>
              <a:defRPr/>
            </a:lvl1pPr>
          </a:lstStyle>
          <a:p>
            <a:endParaRPr/>
          </a:p>
        </p:txBody>
      </p:sp>
      <p:sp>
        <p:nvSpPr>
          <p:cNvPr id="43" name="Google Shape;43;p10"/>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415496" y="1474833"/>
            <a:ext cx="11358000" cy="2618100"/>
          </a:xfrm>
          <a:prstGeom prst="rect">
            <a:avLst/>
          </a:prstGeom>
        </p:spPr>
        <p:txBody>
          <a:bodyPr spcFirstLastPara="1" wrap="square" lIns="121875" tIns="121875" rIns="121875" bIns="121875" anchor="b" anchorCtr="0">
            <a:noAutofit/>
          </a:bodyPr>
          <a:lstStyle>
            <a:lvl1pPr lvl="0" algn="ctr">
              <a:spcBef>
                <a:spcPts val="0"/>
              </a:spcBef>
              <a:spcAft>
                <a:spcPts val="0"/>
              </a:spcAft>
              <a:buSzPts val="16000"/>
              <a:buNone/>
              <a:defRPr sz="16000"/>
            </a:lvl1pPr>
            <a:lvl2pPr lvl="1" algn="ctr">
              <a:spcBef>
                <a:spcPts val="0"/>
              </a:spcBef>
              <a:spcAft>
                <a:spcPts val="0"/>
              </a:spcAft>
              <a:buSzPts val="16000"/>
              <a:buNone/>
              <a:defRPr sz="16000"/>
            </a:lvl2pPr>
            <a:lvl3pPr lvl="2" algn="ctr">
              <a:spcBef>
                <a:spcPts val="0"/>
              </a:spcBef>
              <a:spcAft>
                <a:spcPts val="0"/>
              </a:spcAft>
              <a:buSzPts val="16000"/>
              <a:buNone/>
              <a:defRPr sz="16000"/>
            </a:lvl3pPr>
            <a:lvl4pPr lvl="3" algn="ctr">
              <a:spcBef>
                <a:spcPts val="0"/>
              </a:spcBef>
              <a:spcAft>
                <a:spcPts val="0"/>
              </a:spcAft>
              <a:buSzPts val="16000"/>
              <a:buNone/>
              <a:defRPr sz="16000"/>
            </a:lvl4pPr>
            <a:lvl5pPr lvl="4" algn="ctr">
              <a:spcBef>
                <a:spcPts val="0"/>
              </a:spcBef>
              <a:spcAft>
                <a:spcPts val="0"/>
              </a:spcAft>
              <a:buSzPts val="16000"/>
              <a:buNone/>
              <a:defRPr sz="16000"/>
            </a:lvl5pPr>
            <a:lvl6pPr lvl="5" algn="ctr">
              <a:spcBef>
                <a:spcPts val="0"/>
              </a:spcBef>
              <a:spcAft>
                <a:spcPts val="0"/>
              </a:spcAft>
              <a:buSzPts val="16000"/>
              <a:buNone/>
              <a:defRPr sz="16000"/>
            </a:lvl6pPr>
            <a:lvl7pPr lvl="6" algn="ctr">
              <a:spcBef>
                <a:spcPts val="0"/>
              </a:spcBef>
              <a:spcAft>
                <a:spcPts val="0"/>
              </a:spcAft>
              <a:buSzPts val="16000"/>
              <a:buNone/>
              <a:defRPr sz="16000"/>
            </a:lvl7pPr>
            <a:lvl8pPr lvl="7" algn="ctr">
              <a:spcBef>
                <a:spcPts val="0"/>
              </a:spcBef>
              <a:spcAft>
                <a:spcPts val="0"/>
              </a:spcAft>
              <a:buSzPts val="16000"/>
              <a:buNone/>
              <a:defRPr sz="16000"/>
            </a:lvl8pPr>
            <a:lvl9pPr lvl="8" algn="ctr">
              <a:spcBef>
                <a:spcPts val="0"/>
              </a:spcBef>
              <a:spcAft>
                <a:spcPts val="0"/>
              </a:spcAft>
              <a:buSzPts val="16000"/>
              <a:buNone/>
              <a:defRPr sz="16000"/>
            </a:lvl9pPr>
          </a:lstStyle>
          <a:p>
            <a:r>
              <a:t>xx%</a:t>
            </a:r>
          </a:p>
        </p:txBody>
      </p:sp>
      <p:sp>
        <p:nvSpPr>
          <p:cNvPr id="46" name="Google Shape;46;p11"/>
          <p:cNvSpPr txBox="1">
            <a:spLocks noGrp="1"/>
          </p:cNvSpPr>
          <p:nvPr>
            <p:ph type="body" idx="1"/>
          </p:nvPr>
        </p:nvSpPr>
        <p:spPr>
          <a:xfrm>
            <a:off x="415496" y="4202967"/>
            <a:ext cx="11358000" cy="1734300"/>
          </a:xfrm>
          <a:prstGeom prst="rect">
            <a:avLst/>
          </a:prstGeom>
        </p:spPr>
        <p:txBody>
          <a:bodyPr spcFirstLastPara="1" wrap="square" lIns="121875" tIns="121875" rIns="121875" bIns="121875" anchor="t" anchorCtr="0">
            <a:noAutofit/>
          </a:bodyPr>
          <a:lstStyle>
            <a:lvl1pPr marL="457207" lvl="0" indent="-381006" algn="ctr">
              <a:spcBef>
                <a:spcPts val="0"/>
              </a:spcBef>
              <a:spcAft>
                <a:spcPts val="0"/>
              </a:spcAft>
              <a:buSzPts val="2400"/>
              <a:buChar char="●"/>
              <a:defRPr/>
            </a:lvl1pPr>
            <a:lvl2pPr marL="914415" lvl="1" indent="-349255" algn="ctr">
              <a:spcBef>
                <a:spcPts val="2099"/>
              </a:spcBef>
              <a:spcAft>
                <a:spcPts val="0"/>
              </a:spcAft>
              <a:buSzPts val="1900"/>
              <a:buChar char="○"/>
              <a:defRPr/>
            </a:lvl2pPr>
            <a:lvl3pPr marL="1371622" lvl="2" indent="-349255" algn="ctr">
              <a:spcBef>
                <a:spcPts val="2099"/>
              </a:spcBef>
              <a:spcAft>
                <a:spcPts val="0"/>
              </a:spcAft>
              <a:buSzPts val="1900"/>
              <a:buChar char="■"/>
              <a:defRPr/>
            </a:lvl3pPr>
            <a:lvl4pPr marL="1828831" lvl="3" indent="-349255" algn="ctr">
              <a:spcBef>
                <a:spcPts val="2099"/>
              </a:spcBef>
              <a:spcAft>
                <a:spcPts val="0"/>
              </a:spcAft>
              <a:buSzPts val="1900"/>
              <a:buChar char="●"/>
              <a:defRPr/>
            </a:lvl4pPr>
            <a:lvl5pPr marL="2286038" lvl="4" indent="-349255" algn="ctr">
              <a:spcBef>
                <a:spcPts val="2099"/>
              </a:spcBef>
              <a:spcAft>
                <a:spcPts val="0"/>
              </a:spcAft>
              <a:buSzPts val="1900"/>
              <a:buChar char="○"/>
              <a:defRPr/>
            </a:lvl5pPr>
            <a:lvl6pPr marL="2743246" lvl="5" indent="-349255" algn="ctr">
              <a:spcBef>
                <a:spcPts val="2099"/>
              </a:spcBef>
              <a:spcAft>
                <a:spcPts val="0"/>
              </a:spcAft>
              <a:buSzPts val="1900"/>
              <a:buChar char="■"/>
              <a:defRPr/>
            </a:lvl6pPr>
            <a:lvl7pPr marL="3200453" lvl="6" indent="-349255" algn="ctr">
              <a:spcBef>
                <a:spcPts val="2099"/>
              </a:spcBef>
              <a:spcAft>
                <a:spcPts val="0"/>
              </a:spcAft>
              <a:buSzPts val="1900"/>
              <a:buChar char="●"/>
              <a:defRPr/>
            </a:lvl7pPr>
            <a:lvl8pPr marL="3657661" lvl="7" indent="-349255" algn="ctr">
              <a:spcBef>
                <a:spcPts val="2099"/>
              </a:spcBef>
              <a:spcAft>
                <a:spcPts val="0"/>
              </a:spcAft>
              <a:buSzPts val="1900"/>
              <a:buChar char="○"/>
              <a:defRPr/>
            </a:lvl8pPr>
            <a:lvl9pPr marL="4114868" lvl="8" indent="-349255" algn="ctr">
              <a:spcBef>
                <a:spcPts val="2099"/>
              </a:spcBef>
              <a:spcAft>
                <a:spcPts val="2099"/>
              </a:spcAft>
              <a:buSzPts val="1900"/>
              <a:buChar char="■"/>
              <a:defRPr/>
            </a:lvl9pPr>
          </a:lstStyle>
          <a:p>
            <a:endParaRPr/>
          </a:p>
        </p:txBody>
      </p:sp>
      <p:sp>
        <p:nvSpPr>
          <p:cNvPr id="47" name="Google Shape;47;p11"/>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over C" userDrawn="1">
  <p:cSld name="1_Cover C">
    <p:bg>
      <p:bgPr>
        <a:solidFill>
          <a:srgbClr val="030A14"/>
        </a:solidFill>
        <a:effectLst/>
      </p:bgPr>
    </p:bg>
    <p:spTree>
      <p:nvGrpSpPr>
        <p:cNvPr id="1" name="Shape 53"/>
        <p:cNvGrpSpPr/>
        <p:nvPr/>
      </p:nvGrpSpPr>
      <p:grpSpPr>
        <a:xfrm>
          <a:off x="0" y="0"/>
          <a:ext cx="0" cy="0"/>
          <a:chOff x="0" y="0"/>
          <a:chExt cx="0" cy="0"/>
        </a:xfrm>
      </p:grpSpPr>
      <p:sp>
        <p:nvSpPr>
          <p:cNvPr id="54" name="Google Shape;54;p14"/>
          <p:cNvSpPr txBox="1">
            <a:spLocks noGrp="1"/>
          </p:cNvSpPr>
          <p:nvPr>
            <p:ph type="title"/>
          </p:nvPr>
        </p:nvSpPr>
        <p:spPr>
          <a:xfrm>
            <a:off x="455623" y="2364060"/>
            <a:ext cx="8915583" cy="3789320"/>
          </a:xfrm>
          <a:prstGeom prst="rect">
            <a:avLst/>
          </a:prstGeom>
          <a:noFill/>
          <a:ln>
            <a:noFill/>
          </a:ln>
        </p:spPr>
        <p:txBody>
          <a:bodyPr spcFirstLastPara="1" wrap="square" lIns="0" tIns="0" rIns="0" bIns="0" anchor="ctr" anchorCtr="0">
            <a:noAutofit/>
          </a:bodyPr>
          <a:lstStyle>
            <a:lvl1pPr lvl="0" algn="l">
              <a:lnSpc>
                <a:spcPct val="80000"/>
              </a:lnSpc>
              <a:spcBef>
                <a:spcPts val="0"/>
              </a:spcBef>
              <a:spcAft>
                <a:spcPts val="0"/>
              </a:spcAft>
              <a:buClr>
                <a:schemeClr val="lt1"/>
              </a:buClr>
              <a:buSzPts val="9600"/>
              <a:buFont typeface="Roboto"/>
              <a:buNone/>
              <a:defRPr sz="9600" b="0" i="0" cap="none">
                <a:solidFill>
                  <a:schemeClr val="lt1"/>
                </a:solidFill>
                <a:latin typeface="Roboto"/>
                <a:ea typeface="Roboto"/>
                <a:cs typeface="Roboto"/>
                <a:sym typeface="Robot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58" name="Google Shape;58;p14"/>
          <p:cNvSpPr txBox="1"/>
          <p:nvPr/>
        </p:nvSpPr>
        <p:spPr>
          <a:xfrm>
            <a:off x="2377441" y="6212114"/>
            <a:ext cx="9355958" cy="417286"/>
          </a:xfrm>
          <a:prstGeom prst="rect">
            <a:avLst/>
          </a:prstGeom>
          <a:noFill/>
          <a:ln>
            <a:noFill/>
          </a:ln>
        </p:spPr>
        <p:txBody>
          <a:bodyPr spcFirstLastPara="1" wrap="square" lIns="0" tIns="0" rIns="0" bIns="0" anchor="b" anchorCtr="0">
            <a:noAutofit/>
          </a:bodyPr>
          <a:lstStyle/>
          <a:p>
            <a:pPr algn="r"/>
            <a:r>
              <a:rPr lang="en-US" sz="1200" b="0" i="0" u="none" strike="noStrike" cap="none" dirty="0">
                <a:solidFill>
                  <a:schemeClr val="bg1"/>
                </a:solidFill>
                <a:effectLst/>
                <a:latin typeface="Roboto" panose="02000000000000000000" pitchFamily="2" charset="0"/>
                <a:ea typeface="Roboto" panose="02000000000000000000" pitchFamily="2" charset="0"/>
                <a:cs typeface="Arial"/>
                <a:sym typeface="Arial"/>
              </a:rPr>
              <a:t>This work was created by </a:t>
            </a:r>
            <a:r>
              <a:rPr lang="en-US" sz="1200" b="1" i="0" u="none" strike="noStrike" cap="none" dirty="0">
                <a:solidFill>
                  <a:schemeClr val="bg1"/>
                </a:solidFill>
                <a:effectLst/>
                <a:latin typeface="Roboto" panose="02000000000000000000" pitchFamily="2" charset="0"/>
                <a:ea typeface="Roboto" panose="02000000000000000000" pitchFamily="2" charset="0"/>
                <a:cs typeface="Arial"/>
                <a:sym typeface="Arial"/>
              </a:rPr>
              <a:t>Torc Robotics</a:t>
            </a:r>
            <a:r>
              <a:rPr lang="en-US" sz="1200" b="0" i="0" u="none" strike="noStrike" cap="none" dirty="0">
                <a:solidFill>
                  <a:schemeClr val="bg1"/>
                </a:solidFill>
                <a:effectLst/>
                <a:latin typeface="Roboto" panose="02000000000000000000" pitchFamily="2" charset="0"/>
                <a:ea typeface="Roboto" panose="02000000000000000000" pitchFamily="2" charset="0"/>
                <a:cs typeface="Arial"/>
                <a:sym typeface="Arial"/>
              </a:rPr>
              <a:t> and is licensed under the </a:t>
            </a:r>
            <a:r>
              <a:rPr lang="en-US" sz="1200" b="1" i="0" u="none" strike="noStrike" cap="none" dirty="0">
                <a:solidFill>
                  <a:schemeClr val="bg1"/>
                </a:solidFill>
                <a:effectLst/>
                <a:latin typeface="Roboto" panose="02000000000000000000" pitchFamily="2" charset="0"/>
                <a:ea typeface="Roboto" panose="02000000000000000000" pitchFamily="2" charset="0"/>
                <a:cs typeface="Arial"/>
                <a:sym typeface="Arial"/>
              </a:rPr>
              <a:t>Creative Commons Attribution-Share Alike (CC BY-SA-4.0)</a:t>
            </a:r>
            <a:r>
              <a:rPr lang="en-US" sz="1200" b="0" i="0" u="none" strike="noStrike" cap="none" dirty="0">
                <a:solidFill>
                  <a:schemeClr val="bg1"/>
                </a:solidFill>
                <a:effectLst/>
                <a:latin typeface="Roboto" panose="02000000000000000000" pitchFamily="2" charset="0"/>
                <a:ea typeface="Roboto" panose="02000000000000000000" pitchFamily="2" charset="0"/>
                <a:cs typeface="Arial"/>
                <a:sym typeface="Arial"/>
              </a:rPr>
              <a:t> License.</a:t>
            </a:r>
          </a:p>
          <a:p>
            <a:pPr algn="r"/>
            <a:r>
              <a:rPr lang="en-US" sz="1200" b="1" i="0" u="sng" strike="noStrike" cap="none" dirty="0">
                <a:solidFill>
                  <a:schemeClr val="bg1"/>
                </a:solidFill>
                <a:effectLst/>
                <a:latin typeface="Courier New" panose="02070309020205020404" pitchFamily="49" charset="0"/>
                <a:ea typeface="Roboto" panose="02000000000000000000" pitchFamily="2" charset="0"/>
                <a:cs typeface="Courier New" panose="02070309020205020404" pitchFamily="49" charset="0"/>
                <a:sym typeface="Arial"/>
                <a:hlinkClick r:id="rId2">
                  <a:extLst>
                    <a:ext uri="{A12FA001-AC4F-418D-AE19-62706E023703}">
                      <ahyp:hlinkClr xmlns:ahyp="http://schemas.microsoft.com/office/drawing/2018/hyperlinkcolor" val="tx"/>
                    </a:ext>
                  </a:extLst>
                </a:hlinkClick>
              </a:rPr>
              <a:t>https://creativecommons.org/licenses/by/4.0/legalcode</a:t>
            </a:r>
            <a:endParaRPr lang="en-US" sz="1200" b="0" i="0" u="none" strike="noStrike" cap="none" dirty="0">
              <a:solidFill>
                <a:schemeClr val="bg1"/>
              </a:solidFill>
              <a:effectLst/>
              <a:latin typeface="Courier New" panose="02070309020205020404" pitchFamily="49" charset="0"/>
              <a:ea typeface="Roboto" panose="02000000000000000000" pitchFamily="2" charset="0"/>
              <a:cs typeface="Courier New" panose="02070309020205020404" pitchFamily="49" charset="0"/>
              <a:sym typeface="Arial"/>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WHITE 1Col Title | Text">
  <p:cSld name="WHITE 1Col Title | Text">
    <p:spTree>
      <p:nvGrpSpPr>
        <p:cNvPr id="1" name="Shape 540"/>
        <p:cNvGrpSpPr/>
        <p:nvPr/>
      </p:nvGrpSpPr>
      <p:grpSpPr>
        <a:xfrm>
          <a:off x="0" y="0"/>
          <a:ext cx="0" cy="0"/>
          <a:chOff x="0" y="0"/>
          <a:chExt cx="0" cy="0"/>
        </a:xfrm>
      </p:grpSpPr>
      <p:sp>
        <p:nvSpPr>
          <p:cNvPr id="541" name="Google Shape;541;p98"/>
          <p:cNvSpPr txBox="1">
            <a:spLocks noGrp="1"/>
          </p:cNvSpPr>
          <p:nvPr>
            <p:ph type="title"/>
          </p:nvPr>
        </p:nvSpPr>
        <p:spPr>
          <a:xfrm>
            <a:off x="455617" y="460683"/>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3200"/>
              <a:buFont typeface="Roboto Medium"/>
              <a:buNone/>
              <a:defRPr b="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42" name="Google Shape;542;p98"/>
          <p:cNvSpPr txBox="1">
            <a:spLocks noGrp="1"/>
          </p:cNvSpPr>
          <p:nvPr>
            <p:ph type="body" idx="1"/>
          </p:nvPr>
        </p:nvSpPr>
        <p:spPr>
          <a:xfrm>
            <a:off x="455613" y="2686375"/>
            <a:ext cx="8915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rtl="0">
              <a:spcBef>
                <a:spcPts val="600"/>
              </a:spcBef>
              <a:spcAft>
                <a:spcPts val="0"/>
              </a:spcAft>
              <a:buClr>
                <a:schemeClr val="dk1"/>
              </a:buClr>
              <a:buSzPts val="1800"/>
              <a:buChar char="•"/>
              <a:defRPr b="0" i="0">
                <a:latin typeface="Roboto"/>
                <a:ea typeface="Roboto"/>
                <a:cs typeface="Roboto"/>
                <a:sym typeface="Roboto"/>
              </a:defRPr>
            </a:lvl2pPr>
            <a:lvl3pPr marL="1371622" lvl="2" indent="-330205" algn="l" rtl="0">
              <a:spcBef>
                <a:spcPts val="600"/>
              </a:spcBef>
              <a:spcAft>
                <a:spcPts val="0"/>
              </a:spcAft>
              <a:buClr>
                <a:schemeClr val="dk1"/>
              </a:buClr>
              <a:buSzPts val="1600"/>
              <a:buChar char="−"/>
              <a:defRPr b="0" i="0">
                <a:latin typeface="Roboto"/>
                <a:ea typeface="Roboto"/>
                <a:cs typeface="Roboto"/>
                <a:sym typeface="Roboto"/>
              </a:defRPr>
            </a:lvl3pPr>
            <a:lvl4pPr marL="1828831" lvl="3" indent="-317506" algn="l" rtl="0">
              <a:spcBef>
                <a:spcPts val="300"/>
              </a:spcBef>
              <a:spcAft>
                <a:spcPts val="0"/>
              </a:spcAft>
              <a:buClr>
                <a:schemeClr val="dk1"/>
              </a:buClr>
              <a:buSzPts val="1400"/>
              <a:buChar char="•"/>
              <a:defRPr b="0" i="0">
                <a:latin typeface="Roboto"/>
                <a:ea typeface="Roboto"/>
                <a:cs typeface="Roboto"/>
                <a:sym typeface="Roboto"/>
              </a:defRPr>
            </a:lvl4pPr>
            <a:lvl5pPr marL="2286038" lvl="4" indent="-304805" algn="l" rtl="0">
              <a:spcBef>
                <a:spcPts val="300"/>
              </a:spcBef>
              <a:spcAft>
                <a:spcPts val="0"/>
              </a:spcAft>
              <a:buClr>
                <a:schemeClr val="dk1"/>
              </a:buClr>
              <a:buSzPts val="1200"/>
              <a:buChar char="−"/>
              <a:defRPr b="0" i="0">
                <a:latin typeface="Roboto"/>
                <a:ea typeface="Roboto"/>
                <a:cs typeface="Roboto"/>
                <a:sym typeface="Roboto"/>
              </a:defRPr>
            </a:lvl5pPr>
            <a:lvl6pPr marL="2743246" lvl="5" indent="-304805" algn="l" rtl="0">
              <a:spcBef>
                <a:spcPts val="360"/>
              </a:spcBef>
              <a:spcAft>
                <a:spcPts val="0"/>
              </a:spcAft>
              <a:buClr>
                <a:schemeClr val="dk1"/>
              </a:buClr>
              <a:buSzPts val="1200"/>
              <a:buFont typeface="Roboto"/>
              <a:buChar char="•"/>
              <a:defRPr sz="1200">
                <a:latin typeface="Roboto"/>
                <a:ea typeface="Roboto"/>
                <a:cs typeface="Roboto"/>
                <a:sym typeface="Roboto"/>
              </a:defRPr>
            </a:lvl6pPr>
            <a:lvl7pPr marL="3200453" lvl="6" indent="-304805" algn="l" rtl="0">
              <a:spcBef>
                <a:spcPts val="360"/>
              </a:spcBef>
              <a:spcAft>
                <a:spcPts val="0"/>
              </a:spcAft>
              <a:buClr>
                <a:schemeClr val="dk1"/>
              </a:buClr>
              <a:buSzPts val="1200"/>
              <a:buFont typeface="Roboto"/>
              <a:buChar char="•"/>
              <a:defRPr sz="1200">
                <a:latin typeface="Roboto"/>
                <a:ea typeface="Roboto"/>
                <a:cs typeface="Roboto"/>
                <a:sym typeface="Roboto"/>
              </a:defRPr>
            </a:lvl7pPr>
            <a:lvl8pPr marL="3657661" lvl="7" indent="-304805" algn="l" rtl="0">
              <a:spcBef>
                <a:spcPts val="360"/>
              </a:spcBef>
              <a:spcAft>
                <a:spcPts val="0"/>
              </a:spcAft>
              <a:buClr>
                <a:schemeClr val="dk1"/>
              </a:buClr>
              <a:buSzPts val="1200"/>
              <a:buFont typeface="Roboto"/>
              <a:buChar char="•"/>
              <a:defRPr sz="1200">
                <a:latin typeface="Roboto"/>
                <a:ea typeface="Roboto"/>
                <a:cs typeface="Roboto"/>
                <a:sym typeface="Roboto"/>
              </a:defRPr>
            </a:lvl8pPr>
            <a:lvl9pPr marL="4114868" lvl="8" indent="-304805" algn="l" rtl="0">
              <a:spcBef>
                <a:spcPts val="360"/>
              </a:spcBef>
              <a:spcAft>
                <a:spcPts val="0"/>
              </a:spcAft>
              <a:buClr>
                <a:schemeClr val="dk1"/>
              </a:buClr>
              <a:buSzPts val="1200"/>
              <a:buFont typeface="Roboto"/>
              <a:buChar char="•"/>
              <a:defRPr sz="1200">
                <a:latin typeface="Roboto"/>
                <a:ea typeface="Roboto"/>
                <a:cs typeface="Roboto"/>
                <a:sym typeface="Roboto"/>
              </a:defRPr>
            </a:lvl9pPr>
          </a:lstStyle>
          <a:p>
            <a:endParaRPr/>
          </a:p>
        </p:txBody>
      </p:sp>
      <p:sp>
        <p:nvSpPr>
          <p:cNvPr id="543" name="Google Shape;543;p98"/>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rgbClr val="000000"/>
                </a:solidFill>
              </a:defRPr>
            </a:lvl1pPr>
            <a:lvl2pPr lvl="1" rtl="0">
              <a:buNone/>
              <a:defRPr sz="1000">
                <a:solidFill>
                  <a:srgbClr val="000000"/>
                </a:solidFill>
              </a:defRPr>
            </a:lvl2pPr>
            <a:lvl3pPr lvl="2" rtl="0">
              <a:buNone/>
              <a:defRPr sz="1000">
                <a:solidFill>
                  <a:srgbClr val="000000"/>
                </a:solidFill>
              </a:defRPr>
            </a:lvl3pPr>
            <a:lvl4pPr lvl="3" rtl="0">
              <a:buNone/>
              <a:defRPr sz="1000">
                <a:solidFill>
                  <a:srgbClr val="000000"/>
                </a:solidFill>
              </a:defRPr>
            </a:lvl4pPr>
            <a:lvl5pPr lvl="4" rtl="0">
              <a:buNone/>
              <a:defRPr sz="1000">
                <a:solidFill>
                  <a:srgbClr val="000000"/>
                </a:solidFill>
              </a:defRPr>
            </a:lvl5pPr>
            <a:lvl6pPr lvl="5" rtl="0">
              <a:buNone/>
              <a:defRPr sz="1000">
                <a:solidFill>
                  <a:srgbClr val="000000"/>
                </a:solidFill>
              </a:defRPr>
            </a:lvl6pPr>
            <a:lvl7pPr lvl="6" rtl="0">
              <a:buNone/>
              <a:defRPr sz="1000">
                <a:solidFill>
                  <a:srgbClr val="000000"/>
                </a:solidFill>
              </a:defRPr>
            </a:lvl7pPr>
            <a:lvl8pPr lvl="7" rtl="0">
              <a:buNone/>
              <a:defRPr sz="1000">
                <a:solidFill>
                  <a:srgbClr val="000000"/>
                </a:solidFill>
              </a:defRPr>
            </a:lvl8pPr>
            <a:lvl9pPr lvl="8" rtl="0">
              <a:buNone/>
              <a:defRPr sz="1000">
                <a:solidFill>
                  <a:srgbClr val="000000"/>
                </a:solidFill>
              </a:defRPr>
            </a:lvl9pPr>
          </a:lstStyle>
          <a:p>
            <a:fld id="{00000000-1234-1234-1234-123412341234}" type="slidenum">
              <a:rPr lang="en" smtClean="0"/>
              <a:pPr/>
              <a:t>‹#›</a:t>
            </a:fld>
            <a:endParaRPr lang="en"/>
          </a:p>
        </p:txBody>
      </p:sp>
      <p:sp>
        <p:nvSpPr>
          <p:cNvPr id="545" name="Google Shape;545;p98"/>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endParaRPr sz="1000" dirty="0">
              <a:solidFill>
                <a:schemeClr val="dk1"/>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extLst>
    <p:ext uri="{DCECCB84-F9BA-43D5-87BE-67443E8EF086}">
      <p15:sldGuideLst xmlns:p15="http://schemas.microsoft.com/office/powerpoint/2012/main">
        <p15:guide id="1" orient="horz" pos="1872" userDrawn="1">
          <p15:clr>
            <a:srgbClr val="FA7B17"/>
          </p15:clr>
        </p15:guide>
        <p15:guide id="2" pos="5615" userDrawn="1">
          <p15:clr>
            <a:srgbClr val="FA7B17"/>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866"/>
        <p:cNvGrpSpPr/>
        <p:nvPr/>
      </p:nvGrpSpPr>
      <p:grpSpPr>
        <a:xfrm>
          <a:off x="0" y="0"/>
          <a:ext cx="0" cy="0"/>
          <a:chOff x="0" y="0"/>
          <a:chExt cx="0" cy="0"/>
        </a:xfrm>
      </p:grpSpPr>
      <p:sp>
        <p:nvSpPr>
          <p:cNvPr id="867" name="Google Shape;867;p145"/>
          <p:cNvSpPr txBox="1">
            <a:spLocks noGrp="1"/>
          </p:cNvSpPr>
          <p:nvPr>
            <p:ph type="body" idx="1"/>
          </p:nvPr>
        </p:nvSpPr>
        <p:spPr>
          <a:xfrm>
            <a:off x="415496" y="5640767"/>
            <a:ext cx="7996500" cy="806700"/>
          </a:xfrm>
          <a:prstGeom prst="rect">
            <a:avLst/>
          </a:prstGeom>
        </p:spPr>
        <p:txBody>
          <a:bodyPr spcFirstLastPara="1" wrap="square" lIns="0" tIns="0" rIns="0" bIns="0" anchor="ctr" anchorCtr="0">
            <a:noAutofit/>
          </a:bodyPr>
          <a:lstStyle>
            <a:lvl1pPr marL="457207" lvl="0" indent="-228604" rtl="0">
              <a:lnSpc>
                <a:spcPct val="100000"/>
              </a:lnSpc>
              <a:spcBef>
                <a:spcPts val="0"/>
              </a:spcBef>
              <a:spcAft>
                <a:spcPts val="0"/>
              </a:spcAft>
              <a:buSzPts val="2000"/>
              <a:buNone/>
              <a:defRPr/>
            </a:lvl1pPr>
          </a:lstStyle>
          <a:p>
            <a:endParaRPr/>
          </a:p>
        </p:txBody>
      </p:sp>
      <p:sp>
        <p:nvSpPr>
          <p:cNvPr id="868" name="Google Shape;868;p145"/>
          <p:cNvSpPr txBox="1">
            <a:spLocks noGrp="1"/>
          </p:cNvSpPr>
          <p:nvPr>
            <p:ph type="sldNum" idx="12"/>
          </p:nvPr>
        </p:nvSpPr>
        <p:spPr>
          <a:xfrm>
            <a:off x="11293784" y="6217622"/>
            <a:ext cx="731400" cy="5247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14.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15496" y="593367"/>
            <a:ext cx="11358000" cy="763500"/>
          </a:xfrm>
          <a:prstGeom prst="rect">
            <a:avLst/>
          </a:prstGeom>
          <a:noFill/>
          <a:ln>
            <a:noFill/>
          </a:ln>
        </p:spPr>
        <p:txBody>
          <a:bodyPr spcFirstLastPara="1" wrap="square" lIns="121875" tIns="121875" rIns="121875" bIns="121875" anchor="t" anchorCtr="0">
            <a:noAutofit/>
          </a:bodyPr>
          <a:lstStyle>
            <a:lvl1pPr lvl="0">
              <a:spcBef>
                <a:spcPts val="0"/>
              </a:spcBef>
              <a:spcAft>
                <a:spcPts val="0"/>
              </a:spcAft>
              <a:buClr>
                <a:schemeClr val="dk1"/>
              </a:buClr>
              <a:buSzPts val="3700"/>
              <a:buNone/>
              <a:defRPr sz="3700">
                <a:solidFill>
                  <a:schemeClr val="dk1"/>
                </a:solidFill>
              </a:defRPr>
            </a:lvl1pPr>
            <a:lvl2pPr lvl="1">
              <a:spcBef>
                <a:spcPts val="0"/>
              </a:spcBef>
              <a:spcAft>
                <a:spcPts val="0"/>
              </a:spcAft>
              <a:buClr>
                <a:schemeClr val="dk1"/>
              </a:buClr>
              <a:buSzPts val="3700"/>
              <a:buNone/>
              <a:defRPr sz="3700">
                <a:solidFill>
                  <a:schemeClr val="dk1"/>
                </a:solidFill>
              </a:defRPr>
            </a:lvl2pPr>
            <a:lvl3pPr lvl="2">
              <a:spcBef>
                <a:spcPts val="0"/>
              </a:spcBef>
              <a:spcAft>
                <a:spcPts val="0"/>
              </a:spcAft>
              <a:buClr>
                <a:schemeClr val="dk1"/>
              </a:buClr>
              <a:buSzPts val="3700"/>
              <a:buNone/>
              <a:defRPr sz="3700">
                <a:solidFill>
                  <a:schemeClr val="dk1"/>
                </a:solidFill>
              </a:defRPr>
            </a:lvl3pPr>
            <a:lvl4pPr lvl="3">
              <a:spcBef>
                <a:spcPts val="0"/>
              </a:spcBef>
              <a:spcAft>
                <a:spcPts val="0"/>
              </a:spcAft>
              <a:buClr>
                <a:schemeClr val="dk1"/>
              </a:buClr>
              <a:buSzPts val="3700"/>
              <a:buNone/>
              <a:defRPr sz="3700">
                <a:solidFill>
                  <a:schemeClr val="dk1"/>
                </a:solidFill>
              </a:defRPr>
            </a:lvl4pPr>
            <a:lvl5pPr lvl="4">
              <a:spcBef>
                <a:spcPts val="0"/>
              </a:spcBef>
              <a:spcAft>
                <a:spcPts val="0"/>
              </a:spcAft>
              <a:buClr>
                <a:schemeClr val="dk1"/>
              </a:buClr>
              <a:buSzPts val="3700"/>
              <a:buNone/>
              <a:defRPr sz="3700">
                <a:solidFill>
                  <a:schemeClr val="dk1"/>
                </a:solidFill>
              </a:defRPr>
            </a:lvl5pPr>
            <a:lvl6pPr lvl="5">
              <a:spcBef>
                <a:spcPts val="0"/>
              </a:spcBef>
              <a:spcAft>
                <a:spcPts val="0"/>
              </a:spcAft>
              <a:buClr>
                <a:schemeClr val="dk1"/>
              </a:buClr>
              <a:buSzPts val="3700"/>
              <a:buNone/>
              <a:defRPr sz="3700">
                <a:solidFill>
                  <a:schemeClr val="dk1"/>
                </a:solidFill>
              </a:defRPr>
            </a:lvl6pPr>
            <a:lvl7pPr lvl="6">
              <a:spcBef>
                <a:spcPts val="0"/>
              </a:spcBef>
              <a:spcAft>
                <a:spcPts val="0"/>
              </a:spcAft>
              <a:buClr>
                <a:schemeClr val="dk1"/>
              </a:buClr>
              <a:buSzPts val="3700"/>
              <a:buNone/>
              <a:defRPr sz="3700">
                <a:solidFill>
                  <a:schemeClr val="dk1"/>
                </a:solidFill>
              </a:defRPr>
            </a:lvl7pPr>
            <a:lvl8pPr lvl="7">
              <a:spcBef>
                <a:spcPts val="0"/>
              </a:spcBef>
              <a:spcAft>
                <a:spcPts val="0"/>
              </a:spcAft>
              <a:buClr>
                <a:schemeClr val="dk1"/>
              </a:buClr>
              <a:buSzPts val="3700"/>
              <a:buNone/>
              <a:defRPr sz="3700">
                <a:solidFill>
                  <a:schemeClr val="dk1"/>
                </a:solidFill>
              </a:defRPr>
            </a:lvl8pPr>
            <a:lvl9pPr lvl="8">
              <a:spcBef>
                <a:spcPts val="0"/>
              </a:spcBef>
              <a:spcAft>
                <a:spcPts val="0"/>
              </a:spcAft>
              <a:buClr>
                <a:schemeClr val="dk1"/>
              </a:buClr>
              <a:buSzPts val="3700"/>
              <a:buNone/>
              <a:defRPr sz="3700">
                <a:solidFill>
                  <a:schemeClr val="dk1"/>
                </a:solidFill>
              </a:defRPr>
            </a:lvl9pPr>
          </a:lstStyle>
          <a:p>
            <a:endParaRPr/>
          </a:p>
        </p:txBody>
      </p:sp>
      <p:sp>
        <p:nvSpPr>
          <p:cNvPr id="7" name="Google Shape;7;p1"/>
          <p:cNvSpPr txBox="1">
            <a:spLocks noGrp="1"/>
          </p:cNvSpPr>
          <p:nvPr>
            <p:ph type="body" idx="1"/>
          </p:nvPr>
        </p:nvSpPr>
        <p:spPr>
          <a:xfrm>
            <a:off x="415496" y="1536633"/>
            <a:ext cx="11358000" cy="4555200"/>
          </a:xfrm>
          <a:prstGeom prst="rect">
            <a:avLst/>
          </a:prstGeom>
          <a:noFill/>
          <a:ln>
            <a:noFill/>
          </a:ln>
        </p:spPr>
        <p:txBody>
          <a:bodyPr spcFirstLastPara="1" wrap="square" lIns="121875" tIns="121875" rIns="121875" bIns="121875" anchor="t" anchorCtr="0">
            <a:noAutofit/>
          </a:bodyPr>
          <a:lstStyle>
            <a:lvl1pPr marL="457200" lvl="0" indent="-381000">
              <a:lnSpc>
                <a:spcPct val="115000"/>
              </a:lnSpc>
              <a:spcBef>
                <a:spcPts val="0"/>
              </a:spcBef>
              <a:spcAft>
                <a:spcPts val="0"/>
              </a:spcAft>
              <a:buClr>
                <a:schemeClr val="dk2"/>
              </a:buClr>
              <a:buSzPts val="2400"/>
              <a:buChar char="●"/>
              <a:defRPr sz="2400">
                <a:solidFill>
                  <a:schemeClr val="dk2"/>
                </a:solidFill>
              </a:defRPr>
            </a:lvl1pPr>
            <a:lvl2pPr marL="914400" lvl="1" indent="-349250">
              <a:lnSpc>
                <a:spcPct val="115000"/>
              </a:lnSpc>
              <a:spcBef>
                <a:spcPts val="2100"/>
              </a:spcBef>
              <a:spcAft>
                <a:spcPts val="0"/>
              </a:spcAft>
              <a:buClr>
                <a:schemeClr val="dk2"/>
              </a:buClr>
              <a:buSzPts val="1900"/>
              <a:buChar char="○"/>
              <a:defRPr sz="1900">
                <a:solidFill>
                  <a:schemeClr val="dk2"/>
                </a:solidFill>
              </a:defRPr>
            </a:lvl2pPr>
            <a:lvl3pPr marL="1371600" lvl="2" indent="-349250">
              <a:lnSpc>
                <a:spcPct val="115000"/>
              </a:lnSpc>
              <a:spcBef>
                <a:spcPts val="2100"/>
              </a:spcBef>
              <a:spcAft>
                <a:spcPts val="0"/>
              </a:spcAft>
              <a:buClr>
                <a:schemeClr val="dk2"/>
              </a:buClr>
              <a:buSzPts val="1900"/>
              <a:buChar char="■"/>
              <a:defRPr sz="1900">
                <a:solidFill>
                  <a:schemeClr val="dk2"/>
                </a:solidFill>
              </a:defRPr>
            </a:lvl3pPr>
            <a:lvl4pPr marL="1828800" lvl="3" indent="-349250">
              <a:lnSpc>
                <a:spcPct val="115000"/>
              </a:lnSpc>
              <a:spcBef>
                <a:spcPts val="2100"/>
              </a:spcBef>
              <a:spcAft>
                <a:spcPts val="0"/>
              </a:spcAft>
              <a:buClr>
                <a:schemeClr val="dk2"/>
              </a:buClr>
              <a:buSzPts val="1900"/>
              <a:buChar char="●"/>
              <a:defRPr sz="1900">
                <a:solidFill>
                  <a:schemeClr val="dk2"/>
                </a:solidFill>
              </a:defRPr>
            </a:lvl4pPr>
            <a:lvl5pPr marL="2286000" lvl="4" indent="-349250">
              <a:lnSpc>
                <a:spcPct val="115000"/>
              </a:lnSpc>
              <a:spcBef>
                <a:spcPts val="2100"/>
              </a:spcBef>
              <a:spcAft>
                <a:spcPts val="0"/>
              </a:spcAft>
              <a:buClr>
                <a:schemeClr val="dk2"/>
              </a:buClr>
              <a:buSzPts val="1900"/>
              <a:buChar char="○"/>
              <a:defRPr sz="1900">
                <a:solidFill>
                  <a:schemeClr val="dk2"/>
                </a:solidFill>
              </a:defRPr>
            </a:lvl5pPr>
            <a:lvl6pPr marL="2743200" lvl="5" indent="-349250">
              <a:lnSpc>
                <a:spcPct val="115000"/>
              </a:lnSpc>
              <a:spcBef>
                <a:spcPts val="2100"/>
              </a:spcBef>
              <a:spcAft>
                <a:spcPts val="0"/>
              </a:spcAft>
              <a:buClr>
                <a:schemeClr val="dk2"/>
              </a:buClr>
              <a:buSzPts val="1900"/>
              <a:buChar char="■"/>
              <a:defRPr sz="1900">
                <a:solidFill>
                  <a:schemeClr val="dk2"/>
                </a:solidFill>
              </a:defRPr>
            </a:lvl6pPr>
            <a:lvl7pPr marL="3200400" lvl="6" indent="-349250">
              <a:lnSpc>
                <a:spcPct val="115000"/>
              </a:lnSpc>
              <a:spcBef>
                <a:spcPts val="2100"/>
              </a:spcBef>
              <a:spcAft>
                <a:spcPts val="0"/>
              </a:spcAft>
              <a:buClr>
                <a:schemeClr val="dk2"/>
              </a:buClr>
              <a:buSzPts val="1900"/>
              <a:buChar char="●"/>
              <a:defRPr sz="1900">
                <a:solidFill>
                  <a:schemeClr val="dk2"/>
                </a:solidFill>
              </a:defRPr>
            </a:lvl7pPr>
            <a:lvl8pPr marL="3657600" lvl="7" indent="-349250">
              <a:lnSpc>
                <a:spcPct val="115000"/>
              </a:lnSpc>
              <a:spcBef>
                <a:spcPts val="2100"/>
              </a:spcBef>
              <a:spcAft>
                <a:spcPts val="0"/>
              </a:spcAft>
              <a:buClr>
                <a:schemeClr val="dk2"/>
              </a:buClr>
              <a:buSzPts val="1900"/>
              <a:buChar char="○"/>
              <a:defRPr sz="1900">
                <a:solidFill>
                  <a:schemeClr val="dk2"/>
                </a:solidFill>
              </a:defRPr>
            </a:lvl8pPr>
            <a:lvl9pPr marL="4114800" lvl="8" indent="-349250">
              <a:lnSpc>
                <a:spcPct val="115000"/>
              </a:lnSpc>
              <a:spcBef>
                <a:spcPts val="2100"/>
              </a:spcBef>
              <a:spcAft>
                <a:spcPts val="2100"/>
              </a:spcAft>
              <a:buClr>
                <a:schemeClr val="dk2"/>
              </a:buClr>
              <a:buSzPts val="1900"/>
              <a:buChar char="■"/>
              <a:defRPr sz="1900">
                <a:solidFill>
                  <a:schemeClr val="dk2"/>
                </a:solidFill>
              </a:defRPr>
            </a:lvl9pPr>
          </a:lstStyle>
          <a:p>
            <a:endParaRPr/>
          </a:p>
        </p:txBody>
      </p:sp>
      <p:sp>
        <p:nvSpPr>
          <p:cNvPr id="8" name="Google Shape;8;p1"/>
          <p:cNvSpPr txBox="1">
            <a:spLocks noGrp="1"/>
          </p:cNvSpPr>
          <p:nvPr>
            <p:ph type="sldNum" idx="12"/>
          </p:nvPr>
        </p:nvSpPr>
        <p:spPr>
          <a:xfrm>
            <a:off x="11293784" y="6217622"/>
            <a:ext cx="731400" cy="524700"/>
          </a:xfrm>
          <a:prstGeom prst="rect">
            <a:avLst/>
          </a:prstGeom>
          <a:noFill/>
          <a:ln>
            <a:noFill/>
          </a:ln>
        </p:spPr>
        <p:txBody>
          <a:bodyPr spcFirstLastPara="1" wrap="square" lIns="121875" tIns="121875" rIns="121875" bIns="121875" anchor="ctr" anchorCtr="0">
            <a:noAutofit/>
          </a:bodyPr>
          <a:lstStyle>
            <a:lvl1pPr lvl="0" algn="r">
              <a:buNone/>
              <a:defRPr sz="1300">
                <a:solidFill>
                  <a:schemeClr val="dk2"/>
                </a:solidFill>
              </a:defRPr>
            </a:lvl1pPr>
            <a:lvl2pPr lvl="1" algn="r">
              <a:buNone/>
              <a:defRPr sz="1300">
                <a:solidFill>
                  <a:schemeClr val="dk2"/>
                </a:solidFill>
              </a:defRPr>
            </a:lvl2pPr>
            <a:lvl3pPr lvl="2" algn="r">
              <a:buNone/>
              <a:defRPr sz="1300">
                <a:solidFill>
                  <a:schemeClr val="dk2"/>
                </a:solidFill>
              </a:defRPr>
            </a:lvl3pPr>
            <a:lvl4pPr lvl="3" algn="r">
              <a:buNone/>
              <a:defRPr sz="1300">
                <a:solidFill>
                  <a:schemeClr val="dk2"/>
                </a:solidFill>
              </a:defRPr>
            </a:lvl4pPr>
            <a:lvl5pPr lvl="4" algn="r">
              <a:buNone/>
              <a:defRPr sz="1300">
                <a:solidFill>
                  <a:schemeClr val="dk2"/>
                </a:solidFill>
              </a:defRPr>
            </a:lvl5pPr>
            <a:lvl6pPr lvl="5" algn="r">
              <a:buNone/>
              <a:defRPr sz="1300">
                <a:solidFill>
                  <a:schemeClr val="dk2"/>
                </a:solidFill>
              </a:defRPr>
            </a:lvl6pPr>
            <a:lvl7pPr lvl="6" algn="r">
              <a:buNone/>
              <a:defRPr sz="1300">
                <a:solidFill>
                  <a:schemeClr val="dk2"/>
                </a:solidFill>
              </a:defRPr>
            </a:lvl7pPr>
            <a:lvl8pPr lvl="7" algn="r">
              <a:buNone/>
              <a:defRPr sz="1300">
                <a:solidFill>
                  <a:schemeClr val="dk2"/>
                </a:solidFill>
              </a:defRPr>
            </a:lvl8pPr>
            <a:lvl9pPr lvl="8" algn="r">
              <a:buNone/>
              <a:defRPr sz="1300">
                <a:solidFill>
                  <a:schemeClr val="dk2"/>
                </a:solidFill>
              </a:defRPr>
            </a:lvl9pPr>
          </a:lstStyle>
          <a:p>
            <a:fld id="{00000000-1234-1234-1234-123412341234}" type="slidenum">
              <a:rPr lang="en" smtClean="0"/>
              <a:pPr/>
              <a:t>‹#›</a:t>
            </a:fld>
            <a:endParaRPr lang="en"/>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455618" y="460685"/>
            <a:ext cx="8915492" cy="524543"/>
          </a:xfrm>
          <a:prstGeom prst="rect">
            <a:avLst/>
          </a:prstGeom>
          <a:noFill/>
          <a:ln>
            <a:noFill/>
          </a:ln>
        </p:spPr>
        <p:txBody>
          <a:bodyPr spcFirstLastPara="1" wrap="square" lIns="0" tIns="0" rIns="0" bIns="0" anchor="t" anchorCtr="0">
            <a:noAutofit/>
          </a:bodyPr>
          <a:lstStyle>
            <a:lvl1pPr marR="0" lvl="0" algn="l" rtl="0">
              <a:lnSpc>
                <a:spcPct val="80000"/>
              </a:lnSpc>
              <a:spcBef>
                <a:spcPts val="0"/>
              </a:spcBef>
              <a:spcAft>
                <a:spcPts val="0"/>
              </a:spcAft>
              <a:buClr>
                <a:schemeClr val="dk1"/>
              </a:buClr>
              <a:buSzPts val="3200"/>
              <a:buFont typeface="Roboto Medium"/>
              <a:buNone/>
              <a:defRPr sz="3200" b="0" i="0" u="none" strike="noStrike" cap="none">
                <a:solidFill>
                  <a:schemeClr val="dk1"/>
                </a:solidFill>
                <a:latin typeface="Roboto Medium"/>
                <a:ea typeface="Roboto Medium"/>
                <a:cs typeface="Roboto Medium"/>
                <a:sym typeface="Roboto Medium"/>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2" name="Google Shape;52;p13"/>
          <p:cNvSpPr txBox="1">
            <a:spLocks noGrp="1"/>
          </p:cNvSpPr>
          <p:nvPr>
            <p:ph type="body" idx="1"/>
          </p:nvPr>
        </p:nvSpPr>
        <p:spPr>
          <a:xfrm>
            <a:off x="457206" y="1810776"/>
            <a:ext cx="8915492" cy="4132824"/>
          </a:xfrm>
          <a:prstGeom prst="rect">
            <a:avLst/>
          </a:prstGeom>
          <a:noFill/>
          <a:ln>
            <a:noFill/>
          </a:ln>
        </p:spPr>
        <p:txBody>
          <a:bodyPr spcFirstLastPara="1" wrap="square" lIns="0" tIns="0" rIns="0" bIns="0" anchor="t" anchorCtr="0">
            <a:noAutofit/>
          </a:bodyPr>
          <a:lstStyle>
            <a:lvl1pPr marL="457200" marR="0" lvl="0" indent="-228600" algn="l" rtl="0">
              <a:spcBef>
                <a:spcPts val="1800"/>
              </a:spcBef>
              <a:spcAft>
                <a:spcPts val="0"/>
              </a:spcAft>
              <a:buClr>
                <a:schemeClr val="dk1"/>
              </a:buClr>
              <a:buSzPts val="2000"/>
              <a:buFont typeface="Roboto"/>
              <a:buNone/>
              <a:defRPr sz="2000" b="0" i="0" u="none" strike="noStrike" cap="none">
                <a:solidFill>
                  <a:schemeClr val="dk1"/>
                </a:solidFill>
                <a:latin typeface="Roboto"/>
                <a:ea typeface="Roboto"/>
                <a:cs typeface="Roboto"/>
                <a:sym typeface="Roboto"/>
              </a:defRPr>
            </a:lvl1pPr>
            <a:lvl2pPr marL="914400" marR="0" lvl="1" indent="-342900"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L="1371600" marR="0" lvl="2" indent="-330200"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L="1828800" marR="0" lvl="3" indent="-317500"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L="2286000" marR="0" lvl="4" indent="-304800"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L="2743200" marR="0" lvl="5" indent="-397891"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L="3200400" marR="0" lvl="6" indent="-397891"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L="3657600" marR="0" lvl="7" indent="-397890"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L="4114800" marR="0" lvl="8" indent="-397890"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Tree>
  </p:cSld>
  <p:clrMap bg1="lt1" tx1="dk1" bg2="dk2" tx2="lt2" accent1="accent1" accent2="accent2" accent3="accent3" accent4="accent4" accent5="accent5" accent6="accent6" hlink="hlink" folHlink="folHlink"/>
  <p:sldLayoutIdLst>
    <p:sldLayoutId id="2147483659" r:id="rId1"/>
  </p:sldLayoutIdLst>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guide id="3" pos="287" userDrawn="1">
          <p15:clr>
            <a:srgbClr val="F26B43"/>
          </p15:clr>
        </p15:guide>
        <p15:guide id="4" orient="horz" pos="288" userDrawn="1">
          <p15:clr>
            <a:srgbClr val="F26B43"/>
          </p15:clr>
        </p15:guide>
        <p15:guide id="5" orient="horz" pos="4032" userDrawn="1">
          <p15:clr>
            <a:srgbClr val="F26B43"/>
          </p15:clr>
        </p15:guide>
        <p15:guide id="6" pos="7391" userDrawn="1">
          <p15:clr>
            <a:srgbClr val="F26B43"/>
          </p15:clr>
        </p15:guide>
        <p15:guide id="7" orient="horz" pos="3888" userDrawn="1">
          <p15:clr>
            <a:srgbClr val="F26B43"/>
          </p15:clr>
        </p15:guide>
        <p15:guide id="8" orient="horz" pos="4176" userDrawn="1">
          <p15:clr>
            <a:srgbClr val="F26B43"/>
          </p15:clr>
        </p15:guide>
        <p15:guide id="9" orient="horz" pos="3744"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82"/>
        <p:cNvGrpSpPr/>
        <p:nvPr/>
      </p:nvGrpSpPr>
      <p:grpSpPr>
        <a:xfrm>
          <a:off x="0" y="0"/>
          <a:ext cx="0" cy="0"/>
          <a:chOff x="0" y="0"/>
          <a:chExt cx="0" cy="0"/>
        </a:xfrm>
      </p:grpSpPr>
      <p:sp>
        <p:nvSpPr>
          <p:cNvPr id="483" name="Google Shape;483;p88"/>
          <p:cNvSpPr txBox="1">
            <a:spLocks noGrp="1"/>
          </p:cNvSpPr>
          <p:nvPr>
            <p:ph type="title"/>
          </p:nvPr>
        </p:nvSpPr>
        <p:spPr>
          <a:xfrm>
            <a:off x="455617" y="460683"/>
            <a:ext cx="8915400" cy="524400"/>
          </a:xfrm>
          <a:prstGeom prst="rect">
            <a:avLst/>
          </a:prstGeom>
          <a:noFill/>
          <a:ln>
            <a:noFill/>
          </a:ln>
        </p:spPr>
        <p:txBody>
          <a:bodyPr spcFirstLastPara="1" wrap="square" lIns="0" tIns="0" rIns="0" bIns="0" anchor="t" anchorCtr="0">
            <a:noAutofit/>
          </a:bodyPr>
          <a:lstStyle>
            <a:lvl1pPr marR="0" lvl="0" algn="l" rtl="0">
              <a:lnSpc>
                <a:spcPct val="80000"/>
              </a:lnSpc>
              <a:spcBef>
                <a:spcPts val="0"/>
              </a:spcBef>
              <a:spcAft>
                <a:spcPts val="0"/>
              </a:spcAft>
              <a:buClr>
                <a:schemeClr val="dk1"/>
              </a:buClr>
              <a:buSzPts val="3200"/>
              <a:buFont typeface="Roboto Medium"/>
              <a:buNone/>
              <a:defRPr sz="3200" b="0" i="0" u="none" strike="noStrike" cap="none">
                <a:solidFill>
                  <a:schemeClr val="dk1"/>
                </a:solidFill>
                <a:latin typeface="Roboto Medium"/>
                <a:ea typeface="Roboto Medium"/>
                <a:cs typeface="Roboto Medium"/>
                <a:sym typeface="Roboto Medium"/>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484" name="Google Shape;484;p88"/>
          <p:cNvSpPr txBox="1">
            <a:spLocks noGrp="1"/>
          </p:cNvSpPr>
          <p:nvPr>
            <p:ph type="body" idx="1"/>
          </p:nvPr>
        </p:nvSpPr>
        <p:spPr>
          <a:xfrm>
            <a:off x="457205" y="1810776"/>
            <a:ext cx="8915400" cy="4132800"/>
          </a:xfrm>
          <a:prstGeom prst="rect">
            <a:avLst/>
          </a:prstGeom>
          <a:noFill/>
          <a:ln>
            <a:noFill/>
          </a:ln>
        </p:spPr>
        <p:txBody>
          <a:bodyPr spcFirstLastPara="1" wrap="square" lIns="0" tIns="0" rIns="0" bIns="0" anchor="t" anchorCtr="0">
            <a:noAutofit/>
          </a:bodyPr>
          <a:lstStyle>
            <a:lvl1pPr marL="457200" marR="0" lvl="0" indent="-228600" algn="l" rtl="0">
              <a:spcBef>
                <a:spcPts val="0"/>
              </a:spcBef>
              <a:spcAft>
                <a:spcPts val="0"/>
              </a:spcAft>
              <a:buClr>
                <a:schemeClr val="dk1"/>
              </a:buClr>
              <a:buSzPts val="2000"/>
              <a:buFont typeface="Roboto"/>
              <a:buNone/>
              <a:defRPr sz="2000" b="0" i="0" u="none" strike="noStrike" cap="none">
                <a:solidFill>
                  <a:schemeClr val="dk1"/>
                </a:solidFill>
                <a:latin typeface="Roboto"/>
                <a:ea typeface="Roboto"/>
                <a:cs typeface="Roboto"/>
                <a:sym typeface="Roboto"/>
              </a:defRPr>
            </a:lvl1pPr>
            <a:lvl2pPr marL="914400" marR="0" lvl="1" indent="-342900"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L="1371600" marR="0" lvl="2" indent="-330200"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L="1828800" marR="0" lvl="3" indent="-317500"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L="2286000" marR="0" lvl="4" indent="-304800"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L="2743200" marR="0" lvl="5" indent="-397891"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L="3200400" marR="0" lvl="6" indent="-397891"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L="3657600" marR="0" lvl="7" indent="-397890"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L="4114800" marR="0" lvl="8" indent="-397890"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485" name="Google Shape;485;p88"/>
          <p:cNvSpPr txBox="1">
            <a:spLocks noGrp="1"/>
          </p:cNvSpPr>
          <p:nvPr>
            <p:ph type="sldNum" idx="12"/>
          </p:nvPr>
        </p:nvSpPr>
        <p:spPr>
          <a:xfrm>
            <a:off x="11406192" y="6333134"/>
            <a:ext cx="731400" cy="525000"/>
          </a:xfrm>
          <a:prstGeom prst="rect">
            <a:avLst/>
          </a:prstGeom>
          <a:noFill/>
          <a:ln>
            <a:noFill/>
          </a:ln>
        </p:spPr>
        <p:txBody>
          <a:bodyPr spcFirstLastPara="1" wrap="square" lIns="91425" tIns="91425" rIns="91425" bIns="91425" anchor="t" anchorCtr="0">
            <a:noAutofit/>
          </a:bodyPr>
          <a:lstStyle>
            <a:lvl1pPr lvl="0" algn="r" rtl="0">
              <a:buNone/>
              <a:defRPr sz="1300">
                <a:solidFill>
                  <a:schemeClr val="dk1"/>
                </a:solidFill>
                <a:latin typeface="Roboto"/>
                <a:ea typeface="Roboto"/>
                <a:cs typeface="Roboto"/>
                <a:sym typeface="Roboto"/>
              </a:defRPr>
            </a:lvl1pPr>
            <a:lvl2pPr lvl="1" algn="r" rtl="0">
              <a:buNone/>
              <a:defRPr sz="1300">
                <a:solidFill>
                  <a:schemeClr val="dk1"/>
                </a:solidFill>
                <a:latin typeface="Roboto"/>
                <a:ea typeface="Roboto"/>
                <a:cs typeface="Roboto"/>
                <a:sym typeface="Roboto"/>
              </a:defRPr>
            </a:lvl2pPr>
            <a:lvl3pPr lvl="2" algn="r" rtl="0">
              <a:buNone/>
              <a:defRPr sz="1300">
                <a:solidFill>
                  <a:schemeClr val="dk1"/>
                </a:solidFill>
                <a:latin typeface="Roboto"/>
                <a:ea typeface="Roboto"/>
                <a:cs typeface="Roboto"/>
                <a:sym typeface="Roboto"/>
              </a:defRPr>
            </a:lvl3pPr>
            <a:lvl4pPr lvl="3" algn="r" rtl="0">
              <a:buNone/>
              <a:defRPr sz="1300">
                <a:solidFill>
                  <a:schemeClr val="dk1"/>
                </a:solidFill>
                <a:latin typeface="Roboto"/>
                <a:ea typeface="Roboto"/>
                <a:cs typeface="Roboto"/>
                <a:sym typeface="Roboto"/>
              </a:defRPr>
            </a:lvl4pPr>
            <a:lvl5pPr lvl="4" algn="r" rtl="0">
              <a:buNone/>
              <a:defRPr sz="1300">
                <a:solidFill>
                  <a:schemeClr val="dk1"/>
                </a:solidFill>
                <a:latin typeface="Roboto"/>
                <a:ea typeface="Roboto"/>
                <a:cs typeface="Roboto"/>
                <a:sym typeface="Roboto"/>
              </a:defRPr>
            </a:lvl5pPr>
            <a:lvl6pPr lvl="5" algn="r" rtl="0">
              <a:buNone/>
              <a:defRPr sz="1300">
                <a:solidFill>
                  <a:schemeClr val="dk1"/>
                </a:solidFill>
                <a:latin typeface="Roboto"/>
                <a:ea typeface="Roboto"/>
                <a:cs typeface="Roboto"/>
                <a:sym typeface="Roboto"/>
              </a:defRPr>
            </a:lvl6pPr>
            <a:lvl7pPr lvl="6" algn="r" rtl="0">
              <a:buNone/>
              <a:defRPr sz="1300">
                <a:solidFill>
                  <a:schemeClr val="dk1"/>
                </a:solidFill>
                <a:latin typeface="Roboto"/>
                <a:ea typeface="Roboto"/>
                <a:cs typeface="Roboto"/>
                <a:sym typeface="Roboto"/>
              </a:defRPr>
            </a:lvl7pPr>
            <a:lvl8pPr lvl="7" algn="r" rtl="0">
              <a:buNone/>
              <a:defRPr sz="1300">
                <a:solidFill>
                  <a:schemeClr val="dk1"/>
                </a:solidFill>
                <a:latin typeface="Roboto"/>
                <a:ea typeface="Roboto"/>
                <a:cs typeface="Roboto"/>
                <a:sym typeface="Roboto"/>
              </a:defRPr>
            </a:lvl8pPr>
            <a:lvl9pPr lvl="8" algn="r" rtl="0">
              <a:buNone/>
              <a:defRPr sz="1300">
                <a:solidFill>
                  <a:schemeClr val="dk1"/>
                </a:solidFill>
                <a:latin typeface="Roboto"/>
                <a:ea typeface="Roboto"/>
                <a:cs typeface="Roboto"/>
                <a:sym typeface="Roboto"/>
              </a:defRPr>
            </a:lvl9pPr>
          </a:lstStyle>
          <a:p>
            <a:fld id="{00000000-1234-1234-1234-123412341234}" type="slidenum">
              <a:rPr lang="en" smtClean="0"/>
              <a:pPr/>
              <a:t>‹#›</a:t>
            </a:fld>
            <a:endParaRPr lang="en"/>
          </a:p>
        </p:txBody>
      </p:sp>
    </p:spTree>
  </p:cSld>
  <p:clrMap bg1="lt1" tx1="dk1" bg2="dk2" tx2="lt2" accent1="accent1" accent2="accent2" accent3="accent3" accent4="accent4" accent5="accent5" accent6="accent6" hlink="hlink" folHlink="folHlink"/>
  <p:sldLayoutIdLst>
    <p:sldLayoutId id="2147483742" r:id="rId1"/>
    <p:sldLayoutId id="2147483789" r:id="rId2"/>
  </p:sldLayoutIdLst>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guide id="3" pos="287" userDrawn="1">
          <p15:clr>
            <a:srgbClr val="F26B43"/>
          </p15:clr>
        </p15:guide>
        <p15:guide id="4" orient="horz" pos="288" userDrawn="1">
          <p15:clr>
            <a:srgbClr val="F26B43"/>
          </p15:clr>
        </p15:guide>
        <p15:guide id="5" orient="horz" pos="4032" userDrawn="1">
          <p15:clr>
            <a:srgbClr val="F26B43"/>
          </p15:clr>
        </p15:guide>
        <p15:guide id="6" pos="7391" userDrawn="1">
          <p15:clr>
            <a:srgbClr val="F26B43"/>
          </p15:clr>
        </p15:guide>
        <p15:guide id="7" orient="horz" pos="3888" userDrawn="1">
          <p15:clr>
            <a:srgbClr val="F26B43"/>
          </p15:clr>
        </p15:guide>
        <p15:guide id="8" orient="horz" pos="4176" userDrawn="1">
          <p15:clr>
            <a:srgbClr val="F26B43"/>
          </p15:clr>
        </p15:guide>
        <p15:guide id="9" orient="horz" pos="3744"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3.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3.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13.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13.xml"/><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13.xml"/><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13.xml"/><Relationship Id="rId4" Type="http://schemas.openxmlformats.org/officeDocument/2006/relationships/image" Target="../media/image16.png"/></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13.xml"/><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hyperlink" Target="https://en.wikipedia.org/wiki/List_of_tools_for_static_code_analysis" TargetMode="External"/><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2"/>
        <p:cNvGrpSpPr/>
        <p:nvPr/>
      </p:nvGrpSpPr>
      <p:grpSpPr>
        <a:xfrm>
          <a:off x="0" y="0"/>
          <a:ext cx="0" cy="0"/>
          <a:chOff x="0" y="0"/>
          <a:chExt cx="0" cy="0"/>
        </a:xfrm>
      </p:grpSpPr>
      <p:sp>
        <p:nvSpPr>
          <p:cNvPr id="873" name="Google Shape;873;p146"/>
          <p:cNvSpPr txBox="1">
            <a:spLocks noGrp="1"/>
          </p:cNvSpPr>
          <p:nvPr>
            <p:ph type="title"/>
          </p:nvPr>
        </p:nvSpPr>
        <p:spPr>
          <a:xfrm>
            <a:off x="668910" y="1815384"/>
            <a:ext cx="10851007" cy="3227235"/>
          </a:xfrm>
          <a:prstGeom prst="rect">
            <a:avLst/>
          </a:prstGeom>
          <a:noFill/>
          <a:ln>
            <a:noFill/>
          </a:ln>
        </p:spPr>
        <p:txBody>
          <a:bodyPr spcFirstLastPara="1" wrap="square" lIns="0" tIns="0" rIns="0" bIns="0" anchor="ctr" anchorCtr="0">
            <a:noAutofit/>
          </a:bodyPr>
          <a:lstStyle/>
          <a:p>
            <a:pPr>
              <a:lnSpc>
                <a:spcPct val="100000"/>
              </a:lnSpc>
            </a:pPr>
            <a:r>
              <a:rPr lang="en" sz="5400" dirty="0"/>
              <a:t>Static Analysis –</a:t>
            </a:r>
            <a:br>
              <a:rPr lang="en" sz="5400" dirty="0"/>
            </a:br>
            <a:r>
              <a:rPr lang="en" sz="5400" dirty="0"/>
              <a:t>Establish Settings</a:t>
            </a:r>
            <a:endParaRPr sz="6600" dirty="0"/>
          </a:p>
        </p:txBody>
      </p:sp>
      <p:sp>
        <p:nvSpPr>
          <p:cNvPr id="2" name="Rectangle 1">
            <a:extLst>
              <a:ext uri="{FF2B5EF4-FFF2-40B4-BE49-F238E27FC236}">
                <a16:creationId xmlns:a16="http://schemas.microsoft.com/office/drawing/2014/main" id="{2FB5F0EE-3344-3E43-B412-5327D36C6F8A}"/>
              </a:ext>
            </a:extLst>
          </p:cNvPr>
          <p:cNvSpPr/>
          <p:nvPr/>
        </p:nvSpPr>
        <p:spPr>
          <a:xfrm>
            <a:off x="10741247" y="5270394"/>
            <a:ext cx="963726" cy="461665"/>
          </a:xfrm>
          <a:prstGeom prst="rect">
            <a:avLst/>
          </a:prstGeom>
        </p:spPr>
        <p:txBody>
          <a:bodyPr wrap="none">
            <a:spAutoFit/>
          </a:bodyPr>
          <a:lstStyle/>
          <a:p>
            <a:pPr algn="r"/>
            <a:r>
              <a:rPr lang="en-US" sz="1200" dirty="0">
                <a:solidFill>
                  <a:schemeClr val="accent3">
                    <a:lumMod val="20000"/>
                    <a:lumOff val="80000"/>
                  </a:schemeClr>
                </a:solidFill>
                <a:latin typeface="Roboto" panose="02000000000000000000" pitchFamily="2" charset="0"/>
                <a:ea typeface="Roboto" panose="02000000000000000000" pitchFamily="2" charset="0"/>
              </a:rPr>
              <a:t>version 3</a:t>
            </a:r>
          </a:p>
          <a:p>
            <a:pPr algn="r"/>
            <a:r>
              <a:rPr lang="en-US" sz="1200">
                <a:solidFill>
                  <a:schemeClr val="accent3">
                    <a:lumMod val="20000"/>
                    <a:lumOff val="80000"/>
                  </a:schemeClr>
                </a:solidFill>
                <a:latin typeface="Roboto" panose="02000000000000000000" pitchFamily="2" charset="0"/>
                <a:ea typeface="Roboto" panose="02000000000000000000" pitchFamily="2" charset="0"/>
              </a:rPr>
              <a:t>2026-01-27</a:t>
            </a:r>
            <a:endParaRPr lang="en-US" sz="1200" dirty="0">
              <a:solidFill>
                <a:schemeClr val="accent3">
                  <a:lumMod val="20000"/>
                  <a:lumOff val="80000"/>
                </a:schemeClr>
              </a:solidFill>
              <a:latin typeface="Roboto" panose="02000000000000000000" pitchFamily="2" charset="0"/>
              <a:ea typeface="Roboto" panose="02000000000000000000" pitchFamily="2" charset="0"/>
            </a:endParaRPr>
          </a:p>
        </p:txBody>
      </p:sp>
      <p:sp>
        <p:nvSpPr>
          <p:cNvPr id="4" name="Rectangle 3">
            <a:extLst>
              <a:ext uri="{FF2B5EF4-FFF2-40B4-BE49-F238E27FC236}">
                <a16:creationId xmlns:a16="http://schemas.microsoft.com/office/drawing/2014/main" id="{74CD8A9C-5CEA-AD48-B075-78C4F71699EB}"/>
              </a:ext>
            </a:extLst>
          </p:cNvPr>
          <p:cNvSpPr/>
          <p:nvPr/>
        </p:nvSpPr>
        <p:spPr>
          <a:xfrm>
            <a:off x="668909" y="5208838"/>
            <a:ext cx="6374149" cy="523220"/>
          </a:xfrm>
          <a:prstGeom prst="rect">
            <a:avLst/>
          </a:prstGeom>
        </p:spPr>
        <p:txBody>
          <a:bodyPr wrap="square">
            <a:spAutoFit/>
          </a:bodyPr>
          <a:lstStyle/>
          <a:p>
            <a:r>
              <a:rPr lang="en-US" dirty="0">
                <a:solidFill>
                  <a:schemeClr val="accent3">
                    <a:lumMod val="20000"/>
                    <a:lumOff val="80000"/>
                  </a:schemeClr>
                </a:solidFill>
                <a:latin typeface="Roboto" panose="02000000000000000000" pitchFamily="2" charset="0"/>
                <a:ea typeface="Roboto" panose="02000000000000000000" pitchFamily="2" charset="0"/>
              </a:rPr>
              <a:t>Charles Wilson</a:t>
            </a:r>
          </a:p>
          <a:p>
            <a:r>
              <a:rPr lang="en-US" dirty="0">
                <a:solidFill>
                  <a:schemeClr val="accent3">
                    <a:lumMod val="20000"/>
                    <a:lumOff val="80000"/>
                  </a:schemeClr>
                </a:solidFill>
                <a:latin typeface="Roboto" panose="02000000000000000000" pitchFamily="2" charset="0"/>
                <a:ea typeface="Roboto" panose="02000000000000000000" pitchFamily="2" charset="0"/>
              </a:rPr>
              <a:t>Staff Product Cybersecurity Architect</a:t>
            </a:r>
          </a:p>
        </p:txBody>
      </p:sp>
      <p:sp>
        <p:nvSpPr>
          <p:cNvPr id="3" name="Rectangle 2">
            <a:extLst>
              <a:ext uri="{FF2B5EF4-FFF2-40B4-BE49-F238E27FC236}">
                <a16:creationId xmlns:a16="http://schemas.microsoft.com/office/drawing/2014/main" id="{9375FC61-BE70-0263-1C08-9607377D87C2}"/>
              </a:ext>
            </a:extLst>
          </p:cNvPr>
          <p:cNvSpPr/>
          <p:nvPr/>
        </p:nvSpPr>
        <p:spPr>
          <a:xfrm>
            <a:off x="9899855" y="139594"/>
            <a:ext cx="2169184" cy="276999"/>
          </a:xfrm>
          <a:prstGeom prst="rect">
            <a:avLst/>
          </a:prstGeom>
        </p:spPr>
        <p:txBody>
          <a:bodyPr wrap="none">
            <a:spAutoFit/>
          </a:bodyPr>
          <a:lstStyle/>
          <a:p>
            <a:pPr algn="r"/>
            <a:r>
              <a:rPr lang="en-US" sz="1200" dirty="0">
                <a:solidFill>
                  <a:schemeClr val="accent3">
                    <a:lumMod val="20000"/>
                    <a:lumOff val="80000"/>
                  </a:schemeClr>
                </a:solidFill>
                <a:latin typeface="Roboto" panose="02000000000000000000" pitchFamily="2" charset="0"/>
                <a:ea typeface="Roboto" panose="02000000000000000000" pitchFamily="2" charset="0"/>
              </a:rPr>
              <a:t>AVCDL-Implementation-7.1.1</a:t>
            </a: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sp>
        <p:nvSpPr>
          <p:cNvPr id="1199" name="Google Shape;1199;p156"/>
          <p:cNvSpPr txBox="1">
            <a:spLocks noGrp="1"/>
          </p:cNvSpPr>
          <p:nvPr>
            <p:ph type="title"/>
          </p:nvPr>
        </p:nvSpPr>
        <p:spPr>
          <a:xfrm>
            <a:off x="455617" y="460684"/>
            <a:ext cx="11277833" cy="524399"/>
          </a:xfrm>
          <a:prstGeom prst="rect">
            <a:avLst/>
          </a:prstGeom>
        </p:spPr>
        <p:txBody>
          <a:bodyPr spcFirstLastPara="1" wrap="square" lIns="0" tIns="0" rIns="0" bIns="0" anchor="ctr" anchorCtr="0">
            <a:noAutofit/>
          </a:bodyPr>
          <a:lstStyle/>
          <a:p>
            <a:pPr>
              <a:lnSpc>
                <a:spcPct val="100000"/>
              </a:lnSpc>
            </a:pPr>
            <a:r>
              <a:rPr lang="en" dirty="0"/>
              <a:t>Training Path</a:t>
            </a:r>
            <a:endParaRPr dirty="0"/>
          </a:p>
        </p:txBody>
      </p:sp>
      <p:pic>
        <p:nvPicPr>
          <p:cNvPr id="7" name="Picture 6">
            <a:extLst>
              <a:ext uri="{FF2B5EF4-FFF2-40B4-BE49-F238E27FC236}">
                <a16:creationId xmlns:a16="http://schemas.microsoft.com/office/drawing/2014/main" id="{C52B1944-9D2E-B660-DF63-98B36A597D37}"/>
              </a:ext>
            </a:extLst>
          </p:cNvPr>
          <p:cNvPicPr>
            <a:picLocks noChangeAspect="1"/>
          </p:cNvPicPr>
          <p:nvPr/>
        </p:nvPicPr>
        <p:blipFill>
          <a:blip r:embed="rId3"/>
          <a:stretch>
            <a:fillRect/>
          </a:stretch>
        </p:blipFill>
        <p:spPr>
          <a:xfrm>
            <a:off x="741952" y="326959"/>
            <a:ext cx="10704920" cy="6204081"/>
          </a:xfrm>
          <a:prstGeom prst="rect">
            <a:avLst/>
          </a:prstGeom>
          <a:effectLst/>
        </p:spPr>
      </p:pic>
    </p:spTree>
    <p:extLst>
      <p:ext uri="{BB962C8B-B14F-4D97-AF65-F5344CB8AC3E}">
        <p14:creationId xmlns:p14="http://schemas.microsoft.com/office/powerpoint/2010/main" val="27776780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4435D019-8E84-BEF1-6D20-0079C9B9A767}"/>
            </a:ext>
          </a:extLst>
        </p:cNvPr>
        <p:cNvGrpSpPr/>
        <p:nvPr/>
      </p:nvGrpSpPr>
      <p:grpSpPr>
        <a:xfrm>
          <a:off x="0" y="0"/>
          <a:ext cx="0" cy="0"/>
          <a:chOff x="0" y="0"/>
          <a:chExt cx="0" cy="0"/>
        </a:xfrm>
      </p:grpSpPr>
      <p:sp>
        <p:nvSpPr>
          <p:cNvPr id="7" name="Google Shape;873;p146">
            <a:extLst>
              <a:ext uri="{FF2B5EF4-FFF2-40B4-BE49-F238E27FC236}">
                <a16:creationId xmlns:a16="http://schemas.microsoft.com/office/drawing/2014/main" id="{1A175A47-8003-CA64-DF9A-064FBF3329EE}"/>
              </a:ext>
            </a:extLst>
          </p:cNvPr>
          <p:cNvSpPr txBox="1">
            <a:spLocks noGrp="1"/>
          </p:cNvSpPr>
          <p:nvPr>
            <p:ph type="title"/>
          </p:nvPr>
        </p:nvSpPr>
        <p:spPr>
          <a:xfrm>
            <a:off x="-1" y="0"/>
            <a:ext cx="12188825" cy="6858000"/>
          </a:xfrm>
          <a:prstGeom prst="rect">
            <a:avLst/>
          </a:prstGeom>
          <a:gradFill>
            <a:gsLst>
              <a:gs pos="99000">
                <a:schemeClr val="accent3">
                  <a:lumMod val="60000"/>
                  <a:lumOff val="40000"/>
                </a:schemeClr>
              </a:gs>
              <a:gs pos="0">
                <a:srgbClr val="7030A0"/>
              </a:gs>
            </a:gsLst>
            <a:lin ang="2700000" scaled="0"/>
          </a:gradFill>
          <a:ln>
            <a:noFill/>
          </a:ln>
        </p:spPr>
        <p:txBody>
          <a:bodyPr spcFirstLastPara="1" wrap="square" lIns="0" tIns="0" rIns="0" bIns="0" anchor="ctr" anchorCtr="0">
            <a:noAutofit/>
          </a:bodyPr>
          <a:lstStyle/>
          <a:p>
            <a:pPr algn="ctr">
              <a:lnSpc>
                <a:spcPct val="100000"/>
              </a:lnSpc>
            </a:pPr>
            <a:r>
              <a:rPr lang="en" sz="5400" dirty="0"/>
              <a:t>Workflow</a:t>
            </a:r>
            <a:endParaRPr sz="6600" dirty="0"/>
          </a:p>
        </p:txBody>
      </p:sp>
    </p:spTree>
    <p:extLst>
      <p:ext uri="{BB962C8B-B14F-4D97-AF65-F5344CB8AC3E}">
        <p14:creationId xmlns:p14="http://schemas.microsoft.com/office/powerpoint/2010/main" val="1900895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04E3669D-F86E-FDE7-7E31-F90D50DD3DEE}"/>
            </a:ext>
          </a:extLst>
        </p:cNvPr>
        <p:cNvGrpSpPr/>
        <p:nvPr/>
      </p:nvGrpSpPr>
      <p:grpSpPr>
        <a:xfrm>
          <a:off x="0" y="0"/>
          <a:ext cx="0" cy="0"/>
          <a:chOff x="0" y="0"/>
          <a:chExt cx="0" cy="0"/>
        </a:xfrm>
      </p:grpSpPr>
      <p:pic>
        <p:nvPicPr>
          <p:cNvPr id="3" name="Picture 2" descr="A diagram of a data flow&#10;&#10;AI-generated content may be incorrect.">
            <a:extLst>
              <a:ext uri="{FF2B5EF4-FFF2-40B4-BE49-F238E27FC236}">
                <a16:creationId xmlns:a16="http://schemas.microsoft.com/office/drawing/2014/main" id="{4D716E9B-2EE7-6955-9950-F39B76AAFDA8}"/>
              </a:ext>
            </a:extLst>
          </p:cNvPr>
          <p:cNvPicPr>
            <a:picLocks noChangeAspect="1"/>
          </p:cNvPicPr>
          <p:nvPr/>
        </p:nvPicPr>
        <p:blipFill>
          <a:blip r:embed="rId3"/>
          <a:stretch>
            <a:fillRect/>
          </a:stretch>
        </p:blipFill>
        <p:spPr>
          <a:xfrm>
            <a:off x="1525315" y="1562354"/>
            <a:ext cx="9296627" cy="3733291"/>
          </a:xfrm>
          <a:prstGeom prst="rect">
            <a:avLst/>
          </a:prstGeom>
        </p:spPr>
      </p:pic>
      <p:sp>
        <p:nvSpPr>
          <p:cNvPr id="1199" name="Google Shape;1199;p156">
            <a:extLst>
              <a:ext uri="{FF2B5EF4-FFF2-40B4-BE49-F238E27FC236}">
                <a16:creationId xmlns:a16="http://schemas.microsoft.com/office/drawing/2014/main" id="{C3048004-0C1B-3382-FC33-11D83421F449}"/>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Process Workflow</a:t>
            </a:r>
            <a:endParaRPr dirty="0"/>
          </a:p>
        </p:txBody>
      </p:sp>
    </p:spTree>
    <p:extLst>
      <p:ext uri="{BB962C8B-B14F-4D97-AF65-F5344CB8AC3E}">
        <p14:creationId xmlns:p14="http://schemas.microsoft.com/office/powerpoint/2010/main" val="33309408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2D9D55F6-06EB-E809-14C1-EECC5BB008D5}"/>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65BDA7F5-1597-7FB3-01E6-3598A841EED7}"/>
              </a:ext>
            </a:extLst>
          </p:cNvPr>
          <p:cNvPicPr>
            <a:picLocks noChangeAspect="1"/>
          </p:cNvPicPr>
          <p:nvPr/>
        </p:nvPicPr>
        <p:blipFill>
          <a:blip r:embed="rId3"/>
          <a:srcRect/>
          <a:stretch/>
        </p:blipFill>
        <p:spPr>
          <a:xfrm>
            <a:off x="1533336" y="1562353"/>
            <a:ext cx="3148441" cy="3733291"/>
          </a:xfrm>
          <a:prstGeom prst="rect">
            <a:avLst/>
          </a:prstGeom>
        </p:spPr>
      </p:pic>
      <p:pic>
        <p:nvPicPr>
          <p:cNvPr id="2" name="Picture 1" descr="A diagram of a data flow&#10;&#10;AI-generated content may be incorrect.">
            <a:extLst>
              <a:ext uri="{FF2B5EF4-FFF2-40B4-BE49-F238E27FC236}">
                <a16:creationId xmlns:a16="http://schemas.microsoft.com/office/drawing/2014/main" id="{CAF2505C-12FF-FD16-4572-E0DCD28CB4E4}"/>
              </a:ext>
            </a:extLst>
          </p:cNvPr>
          <p:cNvPicPr>
            <a:picLocks noChangeAspect="1"/>
          </p:cNvPicPr>
          <p:nvPr/>
        </p:nvPicPr>
        <p:blipFill>
          <a:blip r:embed="rId4">
            <a:alphaModFix amt="10000"/>
          </a:blip>
          <a:stretch>
            <a:fillRect/>
          </a:stretch>
        </p:blipFill>
        <p:spPr>
          <a:xfrm>
            <a:off x="1525315" y="1562354"/>
            <a:ext cx="9296627" cy="3733291"/>
          </a:xfrm>
          <a:prstGeom prst="rect">
            <a:avLst/>
          </a:prstGeom>
        </p:spPr>
      </p:pic>
      <p:sp>
        <p:nvSpPr>
          <p:cNvPr id="1199" name="Google Shape;1199;p156">
            <a:extLst>
              <a:ext uri="{FF2B5EF4-FFF2-40B4-BE49-F238E27FC236}">
                <a16:creationId xmlns:a16="http://schemas.microsoft.com/office/drawing/2014/main" id="{01F82A40-77AB-6E11-8A42-0968A7747370}"/>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Process Workflow</a:t>
            </a:r>
            <a:endParaRPr dirty="0"/>
          </a:p>
        </p:txBody>
      </p:sp>
    </p:spTree>
    <p:extLst>
      <p:ext uri="{BB962C8B-B14F-4D97-AF65-F5344CB8AC3E}">
        <p14:creationId xmlns:p14="http://schemas.microsoft.com/office/powerpoint/2010/main" val="35847774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10580769-23E8-EBAD-DBED-BE0153CC0020}"/>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F2E758C0-EE8E-BCA6-A63C-D6F8021B3991}"/>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Establish Settings Activity</a:t>
            </a:r>
            <a:endParaRPr dirty="0"/>
          </a:p>
        </p:txBody>
      </p:sp>
      <p:pic>
        <p:nvPicPr>
          <p:cNvPr id="3" name="Picture 2">
            <a:extLst>
              <a:ext uri="{FF2B5EF4-FFF2-40B4-BE49-F238E27FC236}">
                <a16:creationId xmlns:a16="http://schemas.microsoft.com/office/drawing/2014/main" id="{BE118D36-734B-0A5B-8379-D1651357DB85}"/>
              </a:ext>
            </a:extLst>
          </p:cNvPr>
          <p:cNvPicPr>
            <a:picLocks noChangeAspect="1"/>
          </p:cNvPicPr>
          <p:nvPr/>
        </p:nvPicPr>
        <p:blipFill>
          <a:blip r:embed="rId3"/>
          <a:srcRect/>
          <a:stretch/>
        </p:blipFill>
        <p:spPr>
          <a:xfrm>
            <a:off x="3846325" y="1174863"/>
            <a:ext cx="4496172" cy="5330729"/>
          </a:xfrm>
          <a:prstGeom prst="rect">
            <a:avLst/>
          </a:prstGeom>
        </p:spPr>
      </p:pic>
    </p:spTree>
    <p:extLst>
      <p:ext uri="{BB962C8B-B14F-4D97-AF65-F5344CB8AC3E}">
        <p14:creationId xmlns:p14="http://schemas.microsoft.com/office/powerpoint/2010/main" val="12402021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04E3669D-F86E-FDE7-7E31-F90D50DD3DEE}"/>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C3048004-0C1B-3382-FC33-11D83421F449}"/>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Secure Settings Process</a:t>
            </a:r>
            <a:endParaRPr dirty="0"/>
          </a:p>
        </p:txBody>
      </p:sp>
      <p:pic>
        <p:nvPicPr>
          <p:cNvPr id="3" name="Picture 2" descr="A diagram of a diagram of a diagram&#10;&#10;AI-generated content may be incorrect.">
            <a:extLst>
              <a:ext uri="{FF2B5EF4-FFF2-40B4-BE49-F238E27FC236}">
                <a16:creationId xmlns:a16="http://schemas.microsoft.com/office/drawing/2014/main" id="{081917B5-D38D-75C7-4D31-0A25C42D16F1}"/>
              </a:ext>
            </a:extLst>
          </p:cNvPr>
          <p:cNvPicPr>
            <a:picLocks noChangeAspect="1"/>
          </p:cNvPicPr>
          <p:nvPr/>
        </p:nvPicPr>
        <p:blipFill>
          <a:blip r:embed="rId3"/>
          <a:stretch>
            <a:fillRect/>
          </a:stretch>
        </p:blipFill>
        <p:spPr>
          <a:xfrm>
            <a:off x="274865" y="1543690"/>
            <a:ext cx="11639093" cy="3770619"/>
          </a:xfrm>
          <a:prstGeom prst="rect">
            <a:avLst/>
          </a:prstGeom>
        </p:spPr>
      </p:pic>
    </p:spTree>
    <p:extLst>
      <p:ext uri="{BB962C8B-B14F-4D97-AF65-F5344CB8AC3E}">
        <p14:creationId xmlns:p14="http://schemas.microsoft.com/office/powerpoint/2010/main" val="36702283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2D9D55F6-06EB-E809-14C1-EECC5BB008D5}"/>
            </a:ext>
          </a:extLst>
        </p:cNvPr>
        <p:cNvGrpSpPr/>
        <p:nvPr/>
      </p:nvGrpSpPr>
      <p:grpSpPr>
        <a:xfrm>
          <a:off x="0" y="0"/>
          <a:ext cx="0" cy="0"/>
          <a:chOff x="0" y="0"/>
          <a:chExt cx="0" cy="0"/>
        </a:xfrm>
      </p:grpSpPr>
      <p:pic>
        <p:nvPicPr>
          <p:cNvPr id="4" name="Picture 3" descr="A diagram of a security system&#10;&#10;AI-generated content may be incorrect.">
            <a:extLst>
              <a:ext uri="{FF2B5EF4-FFF2-40B4-BE49-F238E27FC236}">
                <a16:creationId xmlns:a16="http://schemas.microsoft.com/office/drawing/2014/main" id="{3DAFB547-E064-BE77-DADB-0FD32061C128}"/>
              </a:ext>
            </a:extLst>
          </p:cNvPr>
          <p:cNvPicPr>
            <a:picLocks noChangeAspect="1"/>
          </p:cNvPicPr>
          <p:nvPr/>
        </p:nvPicPr>
        <p:blipFill>
          <a:blip r:embed="rId3"/>
          <a:stretch>
            <a:fillRect/>
          </a:stretch>
        </p:blipFill>
        <p:spPr>
          <a:xfrm>
            <a:off x="274865" y="1543690"/>
            <a:ext cx="3197961" cy="3770619"/>
          </a:xfrm>
          <a:prstGeom prst="rect">
            <a:avLst/>
          </a:prstGeom>
        </p:spPr>
      </p:pic>
      <p:sp>
        <p:nvSpPr>
          <p:cNvPr id="1199" name="Google Shape;1199;p156">
            <a:extLst>
              <a:ext uri="{FF2B5EF4-FFF2-40B4-BE49-F238E27FC236}">
                <a16:creationId xmlns:a16="http://schemas.microsoft.com/office/drawing/2014/main" id="{01F82A40-77AB-6E11-8A42-0968A7747370}"/>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Secure Settings Process</a:t>
            </a:r>
            <a:endParaRPr dirty="0"/>
          </a:p>
        </p:txBody>
      </p:sp>
      <p:pic>
        <p:nvPicPr>
          <p:cNvPr id="3" name="Picture 2" descr="A diagram of a diagram of a diagram&#10;&#10;AI-generated content may be incorrect.">
            <a:extLst>
              <a:ext uri="{FF2B5EF4-FFF2-40B4-BE49-F238E27FC236}">
                <a16:creationId xmlns:a16="http://schemas.microsoft.com/office/drawing/2014/main" id="{98B18FB8-1F00-5ED4-16C3-706D9E5E8A15}"/>
              </a:ext>
            </a:extLst>
          </p:cNvPr>
          <p:cNvPicPr>
            <a:picLocks noChangeAspect="1"/>
          </p:cNvPicPr>
          <p:nvPr/>
        </p:nvPicPr>
        <p:blipFill>
          <a:blip r:embed="rId4">
            <a:alphaModFix amt="10000"/>
          </a:blip>
          <a:stretch>
            <a:fillRect/>
          </a:stretch>
        </p:blipFill>
        <p:spPr>
          <a:xfrm>
            <a:off x="274865" y="1543690"/>
            <a:ext cx="11639093" cy="3770619"/>
          </a:xfrm>
          <a:prstGeom prst="rect">
            <a:avLst/>
          </a:prstGeom>
        </p:spPr>
      </p:pic>
    </p:spTree>
    <p:extLst>
      <p:ext uri="{BB962C8B-B14F-4D97-AF65-F5344CB8AC3E}">
        <p14:creationId xmlns:p14="http://schemas.microsoft.com/office/powerpoint/2010/main" val="10927159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501C6719-B3C7-99B9-D116-187133B21736}"/>
            </a:ext>
          </a:extLst>
        </p:cNvPr>
        <p:cNvGrpSpPr/>
        <p:nvPr/>
      </p:nvGrpSpPr>
      <p:grpSpPr>
        <a:xfrm>
          <a:off x="0" y="0"/>
          <a:ext cx="0" cy="0"/>
          <a:chOff x="0" y="0"/>
          <a:chExt cx="0" cy="0"/>
        </a:xfrm>
      </p:grpSpPr>
      <p:pic>
        <p:nvPicPr>
          <p:cNvPr id="5" name="Picture 4" descr="A diagram of a security system&#10;&#10;AI-generated content may be incorrect.">
            <a:extLst>
              <a:ext uri="{FF2B5EF4-FFF2-40B4-BE49-F238E27FC236}">
                <a16:creationId xmlns:a16="http://schemas.microsoft.com/office/drawing/2014/main" id="{09B88BD6-7D1C-6F0E-D608-72AAECD76F64}"/>
              </a:ext>
            </a:extLst>
          </p:cNvPr>
          <p:cNvPicPr>
            <a:picLocks noChangeAspect="1"/>
          </p:cNvPicPr>
          <p:nvPr/>
        </p:nvPicPr>
        <p:blipFill>
          <a:blip r:embed="rId3"/>
          <a:stretch>
            <a:fillRect/>
          </a:stretch>
        </p:blipFill>
        <p:spPr>
          <a:xfrm>
            <a:off x="2693052" y="1543123"/>
            <a:ext cx="3019925" cy="3771186"/>
          </a:xfrm>
          <a:prstGeom prst="rect">
            <a:avLst/>
          </a:prstGeom>
        </p:spPr>
      </p:pic>
      <p:sp>
        <p:nvSpPr>
          <p:cNvPr id="1199" name="Google Shape;1199;p156">
            <a:extLst>
              <a:ext uri="{FF2B5EF4-FFF2-40B4-BE49-F238E27FC236}">
                <a16:creationId xmlns:a16="http://schemas.microsoft.com/office/drawing/2014/main" id="{3D79D334-DC71-24A0-9370-01C6335C3AA4}"/>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Secure Settings Process</a:t>
            </a:r>
            <a:endParaRPr dirty="0"/>
          </a:p>
        </p:txBody>
      </p:sp>
      <p:pic>
        <p:nvPicPr>
          <p:cNvPr id="3" name="Picture 2" descr="A diagram of a diagram of a diagram&#10;&#10;AI-generated content may be incorrect.">
            <a:extLst>
              <a:ext uri="{FF2B5EF4-FFF2-40B4-BE49-F238E27FC236}">
                <a16:creationId xmlns:a16="http://schemas.microsoft.com/office/drawing/2014/main" id="{472A14D2-15EB-BE4A-93F3-E3CA54CAFEF4}"/>
              </a:ext>
            </a:extLst>
          </p:cNvPr>
          <p:cNvPicPr>
            <a:picLocks noChangeAspect="1"/>
          </p:cNvPicPr>
          <p:nvPr/>
        </p:nvPicPr>
        <p:blipFill>
          <a:blip r:embed="rId4">
            <a:alphaModFix amt="10000"/>
          </a:blip>
          <a:stretch>
            <a:fillRect/>
          </a:stretch>
        </p:blipFill>
        <p:spPr>
          <a:xfrm>
            <a:off x="274865" y="1543690"/>
            <a:ext cx="11639093" cy="3770619"/>
          </a:xfrm>
          <a:prstGeom prst="rect">
            <a:avLst/>
          </a:prstGeom>
        </p:spPr>
      </p:pic>
    </p:spTree>
    <p:extLst>
      <p:ext uri="{BB962C8B-B14F-4D97-AF65-F5344CB8AC3E}">
        <p14:creationId xmlns:p14="http://schemas.microsoft.com/office/powerpoint/2010/main" val="16944180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F4B2164A-295A-0288-9D11-2D1D1B6D7A8E}"/>
            </a:ext>
          </a:extLst>
        </p:cNvPr>
        <p:cNvGrpSpPr/>
        <p:nvPr/>
      </p:nvGrpSpPr>
      <p:grpSpPr>
        <a:xfrm>
          <a:off x="0" y="0"/>
          <a:ext cx="0" cy="0"/>
          <a:chOff x="0" y="0"/>
          <a:chExt cx="0" cy="0"/>
        </a:xfrm>
      </p:grpSpPr>
      <p:pic>
        <p:nvPicPr>
          <p:cNvPr id="5" name="Picture 4" descr="A diagram of security options&#10;&#10;AI-generated content may be incorrect.">
            <a:extLst>
              <a:ext uri="{FF2B5EF4-FFF2-40B4-BE49-F238E27FC236}">
                <a16:creationId xmlns:a16="http://schemas.microsoft.com/office/drawing/2014/main" id="{AF8D00A3-316F-22A2-E1C0-A09A4272B176}"/>
              </a:ext>
            </a:extLst>
          </p:cNvPr>
          <p:cNvPicPr>
            <a:picLocks noChangeAspect="1"/>
          </p:cNvPicPr>
          <p:nvPr/>
        </p:nvPicPr>
        <p:blipFill>
          <a:blip r:embed="rId3"/>
          <a:stretch>
            <a:fillRect/>
          </a:stretch>
        </p:blipFill>
        <p:spPr>
          <a:xfrm>
            <a:off x="4888207" y="1543689"/>
            <a:ext cx="4031433" cy="3770619"/>
          </a:xfrm>
          <a:prstGeom prst="rect">
            <a:avLst/>
          </a:prstGeom>
        </p:spPr>
      </p:pic>
      <p:sp>
        <p:nvSpPr>
          <p:cNvPr id="1199" name="Google Shape;1199;p156">
            <a:extLst>
              <a:ext uri="{FF2B5EF4-FFF2-40B4-BE49-F238E27FC236}">
                <a16:creationId xmlns:a16="http://schemas.microsoft.com/office/drawing/2014/main" id="{A978AB51-0A05-7CED-E08D-2D4FDCD3DA7D}"/>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Secure Settings Process</a:t>
            </a:r>
            <a:endParaRPr dirty="0"/>
          </a:p>
        </p:txBody>
      </p:sp>
      <p:pic>
        <p:nvPicPr>
          <p:cNvPr id="3" name="Picture 2" descr="A diagram of a diagram of a diagram&#10;&#10;AI-generated content may be incorrect.">
            <a:extLst>
              <a:ext uri="{FF2B5EF4-FFF2-40B4-BE49-F238E27FC236}">
                <a16:creationId xmlns:a16="http://schemas.microsoft.com/office/drawing/2014/main" id="{5F175B17-2548-4560-3671-B38775CC3B45}"/>
              </a:ext>
            </a:extLst>
          </p:cNvPr>
          <p:cNvPicPr>
            <a:picLocks noChangeAspect="1"/>
          </p:cNvPicPr>
          <p:nvPr/>
        </p:nvPicPr>
        <p:blipFill>
          <a:blip r:embed="rId4">
            <a:alphaModFix amt="10000"/>
          </a:blip>
          <a:stretch>
            <a:fillRect/>
          </a:stretch>
        </p:blipFill>
        <p:spPr>
          <a:xfrm>
            <a:off x="274865" y="1543690"/>
            <a:ext cx="11639093" cy="3770619"/>
          </a:xfrm>
          <a:prstGeom prst="rect">
            <a:avLst/>
          </a:prstGeom>
        </p:spPr>
      </p:pic>
    </p:spTree>
    <p:extLst>
      <p:ext uri="{BB962C8B-B14F-4D97-AF65-F5344CB8AC3E}">
        <p14:creationId xmlns:p14="http://schemas.microsoft.com/office/powerpoint/2010/main" val="32739708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7FFD8B6E-37C9-C610-8072-4A447D4CB937}"/>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4894D278-0016-91EE-ADF1-C155A2D7795F}"/>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Secure Settings Process</a:t>
            </a:r>
            <a:endParaRPr dirty="0"/>
          </a:p>
        </p:txBody>
      </p:sp>
      <p:pic>
        <p:nvPicPr>
          <p:cNvPr id="3" name="Picture 2" descr="A diagram of a diagram of a diagram&#10;&#10;AI-generated content may be incorrect.">
            <a:extLst>
              <a:ext uri="{FF2B5EF4-FFF2-40B4-BE49-F238E27FC236}">
                <a16:creationId xmlns:a16="http://schemas.microsoft.com/office/drawing/2014/main" id="{83924966-6778-9940-D243-9D15FED9AFC2}"/>
              </a:ext>
            </a:extLst>
          </p:cNvPr>
          <p:cNvPicPr>
            <a:picLocks noChangeAspect="1"/>
          </p:cNvPicPr>
          <p:nvPr/>
        </p:nvPicPr>
        <p:blipFill>
          <a:blip r:embed="rId3">
            <a:alphaModFix amt="10000"/>
          </a:blip>
          <a:stretch>
            <a:fillRect/>
          </a:stretch>
        </p:blipFill>
        <p:spPr>
          <a:xfrm>
            <a:off x="274865" y="1543690"/>
            <a:ext cx="11639093" cy="3770619"/>
          </a:xfrm>
          <a:prstGeom prst="rect">
            <a:avLst/>
          </a:prstGeom>
        </p:spPr>
      </p:pic>
      <p:pic>
        <p:nvPicPr>
          <p:cNvPr id="5" name="Picture 4" descr="A diagram of a software security system&#10;&#10;AI-generated content may be incorrect.">
            <a:extLst>
              <a:ext uri="{FF2B5EF4-FFF2-40B4-BE49-F238E27FC236}">
                <a16:creationId xmlns:a16="http://schemas.microsoft.com/office/drawing/2014/main" id="{6DF2A48D-4E5B-8BA5-C093-5CE77889286E}"/>
              </a:ext>
            </a:extLst>
          </p:cNvPr>
          <p:cNvPicPr>
            <a:picLocks noChangeAspect="1"/>
          </p:cNvPicPr>
          <p:nvPr/>
        </p:nvPicPr>
        <p:blipFill>
          <a:blip r:embed="rId4"/>
          <a:stretch>
            <a:fillRect/>
          </a:stretch>
        </p:blipFill>
        <p:spPr>
          <a:xfrm>
            <a:off x="8129326" y="1543689"/>
            <a:ext cx="3807879" cy="3770620"/>
          </a:xfrm>
          <a:prstGeom prst="rect">
            <a:avLst/>
          </a:prstGeom>
        </p:spPr>
      </p:pic>
    </p:spTree>
    <p:extLst>
      <p:ext uri="{BB962C8B-B14F-4D97-AF65-F5344CB8AC3E}">
        <p14:creationId xmlns:p14="http://schemas.microsoft.com/office/powerpoint/2010/main" val="29193427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461AAD78-083E-F5D0-FECC-9701E0D25F25}"/>
            </a:ext>
          </a:extLst>
        </p:cNvPr>
        <p:cNvGrpSpPr/>
        <p:nvPr/>
      </p:nvGrpSpPr>
      <p:grpSpPr>
        <a:xfrm>
          <a:off x="0" y="0"/>
          <a:ext cx="0" cy="0"/>
          <a:chOff x="0" y="0"/>
          <a:chExt cx="0" cy="0"/>
        </a:xfrm>
      </p:grpSpPr>
      <p:sp>
        <p:nvSpPr>
          <p:cNvPr id="7" name="Google Shape;873;p146">
            <a:extLst>
              <a:ext uri="{FF2B5EF4-FFF2-40B4-BE49-F238E27FC236}">
                <a16:creationId xmlns:a16="http://schemas.microsoft.com/office/drawing/2014/main" id="{4C6C7598-49A1-1872-26D9-76F2D153B6B9}"/>
              </a:ext>
            </a:extLst>
          </p:cNvPr>
          <p:cNvSpPr txBox="1">
            <a:spLocks noGrp="1"/>
          </p:cNvSpPr>
          <p:nvPr>
            <p:ph type="title"/>
          </p:nvPr>
        </p:nvSpPr>
        <p:spPr>
          <a:xfrm>
            <a:off x="-1" y="0"/>
            <a:ext cx="12188825" cy="6858000"/>
          </a:xfrm>
          <a:prstGeom prst="rect">
            <a:avLst/>
          </a:prstGeom>
          <a:gradFill>
            <a:gsLst>
              <a:gs pos="99000">
                <a:schemeClr val="accent3">
                  <a:lumMod val="60000"/>
                  <a:lumOff val="40000"/>
                </a:schemeClr>
              </a:gs>
              <a:gs pos="0">
                <a:srgbClr val="7030A0"/>
              </a:gs>
            </a:gsLst>
            <a:lin ang="2700000" scaled="0"/>
          </a:gradFill>
          <a:ln>
            <a:noFill/>
          </a:ln>
        </p:spPr>
        <p:txBody>
          <a:bodyPr spcFirstLastPara="1" wrap="square" lIns="0" tIns="0" rIns="0" bIns="0" anchor="ctr" anchorCtr="0">
            <a:noAutofit/>
          </a:bodyPr>
          <a:lstStyle/>
          <a:p>
            <a:pPr algn="ctr">
              <a:lnSpc>
                <a:spcPct val="100000"/>
              </a:lnSpc>
            </a:pPr>
            <a:r>
              <a:rPr lang="en" sz="5400" dirty="0"/>
              <a:t>Secure Settings Material</a:t>
            </a:r>
            <a:endParaRPr sz="6600" dirty="0"/>
          </a:p>
        </p:txBody>
      </p:sp>
    </p:spTree>
    <p:extLst>
      <p:ext uri="{BB962C8B-B14F-4D97-AF65-F5344CB8AC3E}">
        <p14:creationId xmlns:p14="http://schemas.microsoft.com/office/powerpoint/2010/main" val="17158107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pic>
        <p:nvPicPr>
          <p:cNvPr id="11" name="Picture 10">
            <a:extLst>
              <a:ext uri="{FF2B5EF4-FFF2-40B4-BE49-F238E27FC236}">
                <a16:creationId xmlns:a16="http://schemas.microsoft.com/office/drawing/2014/main" id="{9AF391E0-343E-BC1F-91F6-B2E02B18B081}"/>
              </a:ext>
            </a:extLst>
          </p:cNvPr>
          <p:cNvPicPr>
            <a:picLocks noChangeAspect="1"/>
          </p:cNvPicPr>
          <p:nvPr/>
        </p:nvPicPr>
        <p:blipFill>
          <a:blip r:embed="rId3"/>
          <a:srcRect/>
          <a:stretch/>
        </p:blipFill>
        <p:spPr>
          <a:xfrm>
            <a:off x="7650847" y="1239500"/>
            <a:ext cx="4082604" cy="5283369"/>
          </a:xfrm>
          <a:prstGeom prst="rect">
            <a:avLst/>
          </a:prstGeom>
          <a:ln>
            <a:solidFill>
              <a:schemeClr val="tx1"/>
            </a:solidFill>
          </a:ln>
          <a:effectLst>
            <a:outerShdw blurRad="50800" dist="38100" dir="2700000" algn="tl" rotWithShape="0">
              <a:prstClr val="black">
                <a:alpha val="40000"/>
              </a:prstClr>
            </a:outerShdw>
          </a:effectLst>
        </p:spPr>
      </p:pic>
      <p:sp>
        <p:nvSpPr>
          <p:cNvPr id="1199" name="Google Shape;1199;p156"/>
          <p:cNvSpPr txBox="1">
            <a:spLocks noGrp="1"/>
          </p:cNvSpPr>
          <p:nvPr>
            <p:ph type="title"/>
          </p:nvPr>
        </p:nvSpPr>
        <p:spPr>
          <a:xfrm>
            <a:off x="455618" y="480021"/>
            <a:ext cx="11277833" cy="524399"/>
          </a:xfrm>
          <a:prstGeom prst="rect">
            <a:avLst/>
          </a:prstGeom>
        </p:spPr>
        <p:txBody>
          <a:bodyPr spcFirstLastPara="1" wrap="square" lIns="0" tIns="0" rIns="0" bIns="0" anchor="ctr" anchorCtr="0">
            <a:noAutofit/>
          </a:bodyPr>
          <a:lstStyle/>
          <a:p>
            <a:pPr>
              <a:lnSpc>
                <a:spcPct val="100000"/>
              </a:lnSpc>
            </a:pPr>
            <a:r>
              <a:rPr lang="en-US" dirty="0"/>
              <a:t>Secure Settings - Overview</a:t>
            </a:r>
          </a:p>
        </p:txBody>
      </p:sp>
      <p:pic>
        <p:nvPicPr>
          <p:cNvPr id="3" name="Picture 2" descr="A screenshot of a computer&#10;&#10;AI-generated content may be incorrect.">
            <a:extLst>
              <a:ext uri="{FF2B5EF4-FFF2-40B4-BE49-F238E27FC236}">
                <a16:creationId xmlns:a16="http://schemas.microsoft.com/office/drawing/2014/main" id="{601CEB04-A119-F7B5-5B2A-9DDB1D0F9C0F}"/>
              </a:ext>
            </a:extLst>
          </p:cNvPr>
          <p:cNvPicPr>
            <a:picLocks noChangeAspect="1"/>
          </p:cNvPicPr>
          <p:nvPr/>
        </p:nvPicPr>
        <p:blipFill>
          <a:blip r:embed="rId4"/>
          <a:stretch>
            <a:fillRect/>
          </a:stretch>
        </p:blipFill>
        <p:spPr>
          <a:xfrm>
            <a:off x="455374" y="1993108"/>
            <a:ext cx="6685929" cy="3764756"/>
          </a:xfrm>
          <a:prstGeom prst="rect">
            <a:avLst/>
          </a:prstGeom>
        </p:spPr>
      </p:pic>
    </p:spTree>
    <p:extLst>
      <p:ext uri="{BB962C8B-B14F-4D97-AF65-F5344CB8AC3E}">
        <p14:creationId xmlns:p14="http://schemas.microsoft.com/office/powerpoint/2010/main" val="27301755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3A7A2EDF-E9F7-50F4-8705-BDEB40C7915B}"/>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DE28E5DD-CFB8-07C2-D954-1BCFE21CA807}"/>
              </a:ext>
            </a:extLst>
          </p:cNvPr>
          <p:cNvPicPr>
            <a:picLocks noChangeAspect="1"/>
          </p:cNvPicPr>
          <p:nvPr/>
        </p:nvPicPr>
        <p:blipFill>
          <a:blip r:embed="rId3"/>
          <a:srcRect/>
          <a:stretch/>
        </p:blipFill>
        <p:spPr>
          <a:xfrm>
            <a:off x="7654049" y="1239500"/>
            <a:ext cx="4076200" cy="5283370"/>
          </a:xfrm>
          <a:prstGeom prst="rect">
            <a:avLst/>
          </a:prstGeom>
          <a:ln>
            <a:solidFill>
              <a:schemeClr val="tx1"/>
            </a:solidFill>
          </a:ln>
          <a:effectLst>
            <a:outerShdw blurRad="50800" dist="38100" dir="2700000" algn="tl" rotWithShape="0">
              <a:prstClr val="black">
                <a:alpha val="40000"/>
              </a:prstClr>
            </a:outerShdw>
          </a:effectLst>
        </p:spPr>
      </p:pic>
      <p:sp>
        <p:nvSpPr>
          <p:cNvPr id="1199" name="Google Shape;1199;p156">
            <a:extLst>
              <a:ext uri="{FF2B5EF4-FFF2-40B4-BE49-F238E27FC236}">
                <a16:creationId xmlns:a16="http://schemas.microsoft.com/office/drawing/2014/main" id="{75AAF9B6-0EA6-A0EE-9342-FDA84CF79422}"/>
              </a:ext>
            </a:extLst>
          </p:cNvPr>
          <p:cNvSpPr txBox="1">
            <a:spLocks noGrp="1"/>
          </p:cNvSpPr>
          <p:nvPr>
            <p:ph type="title"/>
          </p:nvPr>
        </p:nvSpPr>
        <p:spPr>
          <a:xfrm>
            <a:off x="455618" y="480021"/>
            <a:ext cx="11277833" cy="524399"/>
          </a:xfrm>
          <a:prstGeom prst="rect">
            <a:avLst/>
          </a:prstGeom>
        </p:spPr>
        <p:txBody>
          <a:bodyPr spcFirstLastPara="1" wrap="square" lIns="0" tIns="0" rIns="0" bIns="0" anchor="ctr" anchorCtr="0">
            <a:noAutofit/>
          </a:bodyPr>
          <a:lstStyle/>
          <a:p>
            <a:pPr>
              <a:lnSpc>
                <a:spcPct val="100000"/>
              </a:lnSpc>
            </a:pPr>
            <a:r>
              <a:rPr lang="en-US" dirty="0"/>
              <a:t>Secure Settings – Identify Options</a:t>
            </a:r>
          </a:p>
        </p:txBody>
      </p:sp>
      <p:pic>
        <p:nvPicPr>
          <p:cNvPr id="3" name="Picture 2">
            <a:extLst>
              <a:ext uri="{FF2B5EF4-FFF2-40B4-BE49-F238E27FC236}">
                <a16:creationId xmlns:a16="http://schemas.microsoft.com/office/drawing/2014/main" id="{6C309C2D-64AB-57BF-6AF8-E1BB585F7284}"/>
              </a:ext>
            </a:extLst>
          </p:cNvPr>
          <p:cNvPicPr>
            <a:picLocks noChangeAspect="1"/>
          </p:cNvPicPr>
          <p:nvPr/>
        </p:nvPicPr>
        <p:blipFill>
          <a:blip r:embed="rId4"/>
          <a:srcRect/>
          <a:stretch/>
        </p:blipFill>
        <p:spPr>
          <a:xfrm>
            <a:off x="455375" y="1993108"/>
            <a:ext cx="6685927" cy="3764756"/>
          </a:xfrm>
          <a:prstGeom prst="rect">
            <a:avLst/>
          </a:prstGeom>
        </p:spPr>
      </p:pic>
    </p:spTree>
    <p:extLst>
      <p:ext uri="{BB962C8B-B14F-4D97-AF65-F5344CB8AC3E}">
        <p14:creationId xmlns:p14="http://schemas.microsoft.com/office/powerpoint/2010/main" val="2761280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694A0425-B2C9-2E32-F9C9-35575BE05FA1}"/>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84CB76E6-0733-C1D1-B193-0ED26F86F74D}"/>
              </a:ext>
            </a:extLst>
          </p:cNvPr>
          <p:cNvPicPr>
            <a:picLocks noChangeAspect="1"/>
          </p:cNvPicPr>
          <p:nvPr/>
        </p:nvPicPr>
        <p:blipFill>
          <a:blip r:embed="rId3"/>
          <a:srcRect/>
          <a:stretch/>
        </p:blipFill>
        <p:spPr>
          <a:xfrm>
            <a:off x="7654049" y="1239500"/>
            <a:ext cx="4076200" cy="5283370"/>
          </a:xfrm>
          <a:prstGeom prst="rect">
            <a:avLst/>
          </a:prstGeom>
          <a:ln>
            <a:solidFill>
              <a:schemeClr val="tx1"/>
            </a:solidFill>
          </a:ln>
          <a:effectLst>
            <a:outerShdw blurRad="50800" dist="38100" dir="2700000" algn="tl" rotWithShape="0">
              <a:prstClr val="black">
                <a:alpha val="40000"/>
              </a:prstClr>
            </a:outerShdw>
          </a:effectLst>
        </p:spPr>
      </p:pic>
      <p:sp>
        <p:nvSpPr>
          <p:cNvPr id="1199" name="Google Shape;1199;p156">
            <a:extLst>
              <a:ext uri="{FF2B5EF4-FFF2-40B4-BE49-F238E27FC236}">
                <a16:creationId xmlns:a16="http://schemas.microsoft.com/office/drawing/2014/main" id="{5B57FF0B-5C2F-C95B-B26A-4D023F8DDC17}"/>
              </a:ext>
            </a:extLst>
          </p:cNvPr>
          <p:cNvSpPr txBox="1">
            <a:spLocks noGrp="1"/>
          </p:cNvSpPr>
          <p:nvPr>
            <p:ph type="title"/>
          </p:nvPr>
        </p:nvSpPr>
        <p:spPr>
          <a:xfrm>
            <a:off x="455618" y="480021"/>
            <a:ext cx="11277833" cy="524399"/>
          </a:xfrm>
          <a:prstGeom prst="rect">
            <a:avLst/>
          </a:prstGeom>
        </p:spPr>
        <p:txBody>
          <a:bodyPr spcFirstLastPara="1" wrap="square" lIns="0" tIns="0" rIns="0" bIns="0" anchor="ctr" anchorCtr="0">
            <a:noAutofit/>
          </a:bodyPr>
          <a:lstStyle/>
          <a:p>
            <a:pPr>
              <a:lnSpc>
                <a:spcPct val="100000"/>
              </a:lnSpc>
            </a:pPr>
            <a:r>
              <a:rPr lang="en-US" dirty="0"/>
              <a:t>Secure Settings – Categorize Options</a:t>
            </a:r>
          </a:p>
        </p:txBody>
      </p:sp>
      <p:pic>
        <p:nvPicPr>
          <p:cNvPr id="3" name="Picture 2">
            <a:extLst>
              <a:ext uri="{FF2B5EF4-FFF2-40B4-BE49-F238E27FC236}">
                <a16:creationId xmlns:a16="http://schemas.microsoft.com/office/drawing/2014/main" id="{3B06F80A-84BA-B596-CA2B-D06C3FA73150}"/>
              </a:ext>
            </a:extLst>
          </p:cNvPr>
          <p:cNvPicPr>
            <a:picLocks noChangeAspect="1"/>
          </p:cNvPicPr>
          <p:nvPr/>
        </p:nvPicPr>
        <p:blipFill>
          <a:blip r:embed="rId4"/>
          <a:srcRect/>
          <a:stretch/>
        </p:blipFill>
        <p:spPr>
          <a:xfrm>
            <a:off x="455375" y="1993108"/>
            <a:ext cx="6685927" cy="3764755"/>
          </a:xfrm>
          <a:prstGeom prst="rect">
            <a:avLst/>
          </a:prstGeom>
        </p:spPr>
      </p:pic>
    </p:spTree>
    <p:extLst>
      <p:ext uri="{BB962C8B-B14F-4D97-AF65-F5344CB8AC3E}">
        <p14:creationId xmlns:p14="http://schemas.microsoft.com/office/powerpoint/2010/main" val="11860741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1E066091-2D47-C253-071C-F736E30438B7}"/>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7D93EA06-0A3D-7514-3FF5-D63A14B14DD6}"/>
              </a:ext>
            </a:extLst>
          </p:cNvPr>
          <p:cNvPicPr>
            <a:picLocks noChangeAspect="1"/>
          </p:cNvPicPr>
          <p:nvPr/>
        </p:nvPicPr>
        <p:blipFill>
          <a:blip r:embed="rId3"/>
          <a:srcRect/>
          <a:stretch/>
        </p:blipFill>
        <p:spPr>
          <a:xfrm>
            <a:off x="7654049" y="1239500"/>
            <a:ext cx="4076200" cy="5283370"/>
          </a:xfrm>
          <a:prstGeom prst="rect">
            <a:avLst/>
          </a:prstGeom>
          <a:ln>
            <a:solidFill>
              <a:schemeClr val="tx1"/>
            </a:solidFill>
          </a:ln>
          <a:effectLst>
            <a:outerShdw blurRad="50800" dist="38100" dir="2700000" algn="tl" rotWithShape="0">
              <a:prstClr val="black">
                <a:alpha val="40000"/>
              </a:prstClr>
            </a:outerShdw>
          </a:effectLst>
        </p:spPr>
      </p:pic>
      <p:sp>
        <p:nvSpPr>
          <p:cNvPr id="1199" name="Google Shape;1199;p156">
            <a:extLst>
              <a:ext uri="{FF2B5EF4-FFF2-40B4-BE49-F238E27FC236}">
                <a16:creationId xmlns:a16="http://schemas.microsoft.com/office/drawing/2014/main" id="{E78F395C-7422-9D9D-1CA0-87EFCDED3F9A}"/>
              </a:ext>
            </a:extLst>
          </p:cNvPr>
          <p:cNvSpPr txBox="1">
            <a:spLocks noGrp="1"/>
          </p:cNvSpPr>
          <p:nvPr>
            <p:ph type="title"/>
          </p:nvPr>
        </p:nvSpPr>
        <p:spPr>
          <a:xfrm>
            <a:off x="455618" y="480021"/>
            <a:ext cx="11277833" cy="524399"/>
          </a:xfrm>
          <a:prstGeom prst="rect">
            <a:avLst/>
          </a:prstGeom>
        </p:spPr>
        <p:txBody>
          <a:bodyPr spcFirstLastPara="1" wrap="square" lIns="0" tIns="0" rIns="0" bIns="0" anchor="ctr" anchorCtr="0">
            <a:noAutofit/>
          </a:bodyPr>
          <a:lstStyle/>
          <a:p>
            <a:pPr>
              <a:lnSpc>
                <a:spcPct val="100000"/>
              </a:lnSpc>
            </a:pPr>
            <a:r>
              <a:rPr lang="en-US" dirty="0"/>
              <a:t>Secure Settings – Select Options</a:t>
            </a:r>
          </a:p>
        </p:txBody>
      </p:sp>
      <p:pic>
        <p:nvPicPr>
          <p:cNvPr id="3" name="Picture 2">
            <a:extLst>
              <a:ext uri="{FF2B5EF4-FFF2-40B4-BE49-F238E27FC236}">
                <a16:creationId xmlns:a16="http://schemas.microsoft.com/office/drawing/2014/main" id="{112C07A0-966B-2B5A-8670-9F4E67CD6D97}"/>
              </a:ext>
            </a:extLst>
          </p:cNvPr>
          <p:cNvPicPr>
            <a:picLocks noChangeAspect="1"/>
          </p:cNvPicPr>
          <p:nvPr/>
        </p:nvPicPr>
        <p:blipFill>
          <a:blip r:embed="rId4"/>
          <a:srcRect/>
          <a:stretch/>
        </p:blipFill>
        <p:spPr>
          <a:xfrm>
            <a:off x="455375" y="1993108"/>
            <a:ext cx="6685927" cy="3764755"/>
          </a:xfrm>
          <a:prstGeom prst="rect">
            <a:avLst/>
          </a:prstGeom>
        </p:spPr>
      </p:pic>
    </p:spTree>
    <p:extLst>
      <p:ext uri="{BB962C8B-B14F-4D97-AF65-F5344CB8AC3E}">
        <p14:creationId xmlns:p14="http://schemas.microsoft.com/office/powerpoint/2010/main" val="31511832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4643A064-487E-DDAB-2BAF-CB70B535CFC6}"/>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6CB7975A-2655-B07A-4EC7-F69B679DA670}"/>
              </a:ext>
            </a:extLst>
          </p:cNvPr>
          <p:cNvPicPr>
            <a:picLocks noChangeAspect="1"/>
          </p:cNvPicPr>
          <p:nvPr/>
        </p:nvPicPr>
        <p:blipFill>
          <a:blip r:embed="rId3"/>
          <a:srcRect/>
          <a:stretch/>
        </p:blipFill>
        <p:spPr>
          <a:xfrm>
            <a:off x="7654049" y="1239500"/>
            <a:ext cx="4076200" cy="5283370"/>
          </a:xfrm>
          <a:prstGeom prst="rect">
            <a:avLst/>
          </a:prstGeom>
          <a:ln>
            <a:solidFill>
              <a:schemeClr val="tx1"/>
            </a:solidFill>
          </a:ln>
          <a:effectLst>
            <a:outerShdw blurRad="50800" dist="38100" dir="2700000" algn="tl" rotWithShape="0">
              <a:prstClr val="black">
                <a:alpha val="40000"/>
              </a:prstClr>
            </a:outerShdw>
          </a:effectLst>
        </p:spPr>
      </p:pic>
      <p:sp>
        <p:nvSpPr>
          <p:cNvPr id="1199" name="Google Shape;1199;p156">
            <a:extLst>
              <a:ext uri="{FF2B5EF4-FFF2-40B4-BE49-F238E27FC236}">
                <a16:creationId xmlns:a16="http://schemas.microsoft.com/office/drawing/2014/main" id="{AA5DDDF1-1C23-2C35-A25B-E355DA8D044C}"/>
              </a:ext>
            </a:extLst>
          </p:cNvPr>
          <p:cNvSpPr txBox="1">
            <a:spLocks noGrp="1"/>
          </p:cNvSpPr>
          <p:nvPr>
            <p:ph type="title"/>
          </p:nvPr>
        </p:nvSpPr>
        <p:spPr>
          <a:xfrm>
            <a:off x="455618" y="480021"/>
            <a:ext cx="11277833" cy="524399"/>
          </a:xfrm>
          <a:prstGeom prst="rect">
            <a:avLst/>
          </a:prstGeom>
        </p:spPr>
        <p:txBody>
          <a:bodyPr spcFirstLastPara="1" wrap="square" lIns="0" tIns="0" rIns="0" bIns="0" anchor="ctr" anchorCtr="0">
            <a:noAutofit/>
          </a:bodyPr>
          <a:lstStyle/>
          <a:p>
            <a:pPr>
              <a:lnSpc>
                <a:spcPct val="100000"/>
              </a:lnSpc>
            </a:pPr>
            <a:r>
              <a:rPr lang="en-US" dirty="0"/>
              <a:t>Secure Settings – Apply Options</a:t>
            </a:r>
          </a:p>
        </p:txBody>
      </p:sp>
      <p:pic>
        <p:nvPicPr>
          <p:cNvPr id="3" name="Picture 2">
            <a:extLst>
              <a:ext uri="{FF2B5EF4-FFF2-40B4-BE49-F238E27FC236}">
                <a16:creationId xmlns:a16="http://schemas.microsoft.com/office/drawing/2014/main" id="{540A8E96-1E97-C258-9BFF-5CB15A80E781}"/>
              </a:ext>
            </a:extLst>
          </p:cNvPr>
          <p:cNvPicPr>
            <a:picLocks noChangeAspect="1"/>
          </p:cNvPicPr>
          <p:nvPr/>
        </p:nvPicPr>
        <p:blipFill>
          <a:blip r:embed="rId4"/>
          <a:srcRect/>
          <a:stretch/>
        </p:blipFill>
        <p:spPr>
          <a:xfrm>
            <a:off x="455375" y="1993108"/>
            <a:ext cx="6685927" cy="3764755"/>
          </a:xfrm>
          <a:prstGeom prst="rect">
            <a:avLst/>
          </a:prstGeom>
        </p:spPr>
      </p:pic>
    </p:spTree>
    <p:extLst>
      <p:ext uri="{BB962C8B-B14F-4D97-AF65-F5344CB8AC3E}">
        <p14:creationId xmlns:p14="http://schemas.microsoft.com/office/powerpoint/2010/main" val="8943092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AA1B6300-4150-9DD1-EAB2-84C678CB072D}"/>
            </a:ext>
          </a:extLst>
        </p:cNvPr>
        <p:cNvGrpSpPr/>
        <p:nvPr/>
      </p:nvGrpSpPr>
      <p:grpSpPr>
        <a:xfrm>
          <a:off x="0" y="0"/>
          <a:ext cx="0" cy="0"/>
          <a:chOff x="0" y="0"/>
          <a:chExt cx="0" cy="0"/>
        </a:xfrm>
      </p:grpSpPr>
      <p:sp>
        <p:nvSpPr>
          <p:cNvPr id="7" name="Google Shape;873;p146">
            <a:extLst>
              <a:ext uri="{FF2B5EF4-FFF2-40B4-BE49-F238E27FC236}">
                <a16:creationId xmlns:a16="http://schemas.microsoft.com/office/drawing/2014/main" id="{664DDA98-0F6D-C54D-128F-679E03F5053E}"/>
              </a:ext>
            </a:extLst>
          </p:cNvPr>
          <p:cNvSpPr txBox="1">
            <a:spLocks noGrp="1"/>
          </p:cNvSpPr>
          <p:nvPr>
            <p:ph type="title"/>
          </p:nvPr>
        </p:nvSpPr>
        <p:spPr>
          <a:xfrm>
            <a:off x="-1" y="0"/>
            <a:ext cx="12188825" cy="6858000"/>
          </a:xfrm>
          <a:prstGeom prst="rect">
            <a:avLst/>
          </a:prstGeom>
          <a:gradFill>
            <a:gsLst>
              <a:gs pos="99000">
                <a:schemeClr val="accent3">
                  <a:lumMod val="60000"/>
                  <a:lumOff val="40000"/>
                </a:schemeClr>
              </a:gs>
              <a:gs pos="0">
                <a:srgbClr val="7030A0"/>
              </a:gs>
            </a:gsLst>
            <a:lin ang="2700000" scaled="0"/>
          </a:gradFill>
          <a:ln>
            <a:noFill/>
          </a:ln>
        </p:spPr>
        <p:txBody>
          <a:bodyPr spcFirstLastPara="1" wrap="square" lIns="0" tIns="0" rIns="0" bIns="0" anchor="ctr" anchorCtr="0">
            <a:noAutofit/>
          </a:bodyPr>
          <a:lstStyle/>
          <a:p>
            <a:pPr algn="ctr">
              <a:lnSpc>
                <a:spcPct val="100000"/>
              </a:lnSpc>
            </a:pPr>
            <a:r>
              <a:rPr lang="en-US" sz="5400" dirty="0"/>
              <a:t>Static</a:t>
            </a:r>
            <a:r>
              <a:rPr lang="en" sz="5400" dirty="0"/>
              <a:t> Analysis Considerations</a:t>
            </a:r>
            <a:endParaRPr sz="6600" dirty="0"/>
          </a:p>
        </p:txBody>
      </p:sp>
    </p:spTree>
    <p:extLst>
      <p:ext uri="{BB962C8B-B14F-4D97-AF65-F5344CB8AC3E}">
        <p14:creationId xmlns:p14="http://schemas.microsoft.com/office/powerpoint/2010/main" val="12427547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3BE4B0FF-BB0D-B94C-5377-2ED07887A12C}"/>
            </a:ext>
          </a:extLst>
        </p:cNvPr>
        <p:cNvGrpSpPr/>
        <p:nvPr/>
      </p:nvGrpSpPr>
      <p:grpSpPr>
        <a:xfrm>
          <a:off x="0" y="0"/>
          <a:ext cx="0" cy="0"/>
          <a:chOff x="0" y="0"/>
          <a:chExt cx="0" cy="0"/>
        </a:xfrm>
      </p:grpSpPr>
      <p:sp>
        <p:nvSpPr>
          <p:cNvPr id="16" name="TextBox 15">
            <a:extLst>
              <a:ext uri="{FF2B5EF4-FFF2-40B4-BE49-F238E27FC236}">
                <a16:creationId xmlns:a16="http://schemas.microsoft.com/office/drawing/2014/main" id="{66E01721-1494-A98A-0F8E-41864E6326F9}"/>
              </a:ext>
            </a:extLst>
          </p:cNvPr>
          <p:cNvSpPr txBox="1"/>
          <p:nvPr/>
        </p:nvSpPr>
        <p:spPr>
          <a:xfrm rot="16200000">
            <a:off x="-741102" y="2225792"/>
            <a:ext cx="2747966" cy="523220"/>
          </a:xfrm>
          <a:prstGeom prst="rect">
            <a:avLst/>
          </a:prstGeom>
          <a:solidFill>
            <a:schemeClr val="bg1">
              <a:lumMod val="85000"/>
            </a:schemeClr>
          </a:solidFill>
          <a:ln>
            <a:solidFill>
              <a:schemeClr val="tx1"/>
            </a:solidFill>
          </a:ln>
        </p:spPr>
        <p:txBody>
          <a:bodyPr wrap="square">
            <a:spAutoFit/>
          </a:bodyPr>
          <a:lstStyle/>
          <a:p>
            <a:pPr algn="ctr"/>
            <a:r>
              <a:rPr lang="en-US" sz="2800" dirty="0">
                <a:solidFill>
                  <a:srgbClr val="0070C0"/>
                </a:solidFill>
                <a:latin typeface="Roboto" panose="02000000000000000000" pitchFamily="2" charset="0"/>
                <a:ea typeface="Roboto" panose="02000000000000000000" pitchFamily="2" charset="0"/>
                <a:cs typeface="Roboto" panose="02000000000000000000" pitchFamily="2" charset="0"/>
              </a:rPr>
              <a:t>Identify</a:t>
            </a:r>
            <a:endParaRPr lang="en-US" sz="2800" dirty="0">
              <a:solidFill>
                <a:srgbClr val="0070C0"/>
              </a:solidFill>
            </a:endParaRPr>
          </a:p>
        </p:txBody>
      </p:sp>
      <p:sp>
        <p:nvSpPr>
          <p:cNvPr id="17" name="TextBox 16">
            <a:extLst>
              <a:ext uri="{FF2B5EF4-FFF2-40B4-BE49-F238E27FC236}">
                <a16:creationId xmlns:a16="http://schemas.microsoft.com/office/drawing/2014/main" id="{D2EEA74B-CCDD-1C5E-7617-EC7041DC79C1}"/>
              </a:ext>
            </a:extLst>
          </p:cNvPr>
          <p:cNvSpPr txBox="1"/>
          <p:nvPr/>
        </p:nvSpPr>
        <p:spPr>
          <a:xfrm rot="16200000">
            <a:off x="-741103" y="4973755"/>
            <a:ext cx="2747966" cy="523220"/>
          </a:xfrm>
          <a:prstGeom prst="rect">
            <a:avLst/>
          </a:prstGeom>
          <a:solidFill>
            <a:schemeClr val="bg1">
              <a:lumMod val="85000"/>
            </a:schemeClr>
          </a:solidFill>
          <a:ln>
            <a:solidFill>
              <a:schemeClr val="tx1"/>
            </a:solidFill>
          </a:ln>
        </p:spPr>
        <p:txBody>
          <a:bodyPr wrap="square">
            <a:spAutoFit/>
          </a:bodyPr>
          <a:lstStyle/>
          <a:p>
            <a:pPr algn="ctr"/>
            <a:r>
              <a:rPr lang="en-US" sz="2800" dirty="0">
                <a:solidFill>
                  <a:srgbClr val="0070C0"/>
                </a:solidFill>
                <a:latin typeface="Roboto" panose="02000000000000000000" pitchFamily="2" charset="0"/>
                <a:ea typeface="Roboto" panose="02000000000000000000" pitchFamily="2" charset="0"/>
                <a:cs typeface="Roboto" panose="02000000000000000000" pitchFamily="2" charset="0"/>
              </a:rPr>
              <a:t>Select</a:t>
            </a:r>
            <a:endParaRPr lang="en-US" sz="2800" dirty="0">
              <a:solidFill>
                <a:srgbClr val="0070C0"/>
              </a:solidFill>
            </a:endParaRPr>
          </a:p>
        </p:txBody>
      </p:sp>
      <p:sp>
        <p:nvSpPr>
          <p:cNvPr id="18" name="TextBox 17">
            <a:extLst>
              <a:ext uri="{FF2B5EF4-FFF2-40B4-BE49-F238E27FC236}">
                <a16:creationId xmlns:a16="http://schemas.microsoft.com/office/drawing/2014/main" id="{79BE9BAF-3452-1561-2A96-E8FCC6310287}"/>
              </a:ext>
            </a:extLst>
          </p:cNvPr>
          <p:cNvSpPr txBox="1"/>
          <p:nvPr/>
        </p:nvSpPr>
        <p:spPr>
          <a:xfrm rot="16200000">
            <a:off x="4981915" y="2225787"/>
            <a:ext cx="2747966" cy="523220"/>
          </a:xfrm>
          <a:prstGeom prst="rect">
            <a:avLst/>
          </a:prstGeom>
          <a:solidFill>
            <a:schemeClr val="bg1">
              <a:lumMod val="85000"/>
            </a:schemeClr>
          </a:solidFill>
          <a:ln>
            <a:solidFill>
              <a:schemeClr val="tx1"/>
            </a:solidFill>
          </a:ln>
        </p:spPr>
        <p:txBody>
          <a:bodyPr wrap="square">
            <a:spAutoFit/>
          </a:bodyPr>
          <a:lstStyle/>
          <a:p>
            <a:pPr algn="ctr"/>
            <a:r>
              <a:rPr lang="en-US" sz="2800" dirty="0">
                <a:solidFill>
                  <a:srgbClr val="0070C0"/>
                </a:solidFill>
                <a:latin typeface="Roboto" panose="02000000000000000000" pitchFamily="2" charset="0"/>
                <a:ea typeface="Roboto" panose="02000000000000000000" pitchFamily="2" charset="0"/>
                <a:cs typeface="Roboto" panose="02000000000000000000" pitchFamily="2" charset="0"/>
              </a:rPr>
              <a:t>Categorize</a:t>
            </a:r>
            <a:endParaRPr lang="en-US" sz="2800" dirty="0">
              <a:solidFill>
                <a:srgbClr val="0070C0"/>
              </a:solidFill>
            </a:endParaRPr>
          </a:p>
        </p:txBody>
      </p:sp>
      <p:sp>
        <p:nvSpPr>
          <p:cNvPr id="19" name="TextBox 18">
            <a:extLst>
              <a:ext uri="{FF2B5EF4-FFF2-40B4-BE49-F238E27FC236}">
                <a16:creationId xmlns:a16="http://schemas.microsoft.com/office/drawing/2014/main" id="{25F6385B-846B-4A67-FB79-24BD169A320D}"/>
              </a:ext>
            </a:extLst>
          </p:cNvPr>
          <p:cNvSpPr txBox="1"/>
          <p:nvPr/>
        </p:nvSpPr>
        <p:spPr>
          <a:xfrm rot="16200000">
            <a:off x="4981792" y="4973753"/>
            <a:ext cx="2747966" cy="523220"/>
          </a:xfrm>
          <a:prstGeom prst="rect">
            <a:avLst/>
          </a:prstGeom>
          <a:solidFill>
            <a:schemeClr val="bg1">
              <a:lumMod val="85000"/>
            </a:schemeClr>
          </a:solidFill>
          <a:ln>
            <a:solidFill>
              <a:schemeClr val="tx1"/>
            </a:solidFill>
          </a:ln>
        </p:spPr>
        <p:txBody>
          <a:bodyPr wrap="square">
            <a:spAutoFit/>
          </a:bodyPr>
          <a:lstStyle/>
          <a:p>
            <a:pPr algn="ctr"/>
            <a:r>
              <a:rPr lang="en-US" sz="2800" dirty="0">
                <a:solidFill>
                  <a:srgbClr val="0070C0"/>
                </a:solidFill>
                <a:latin typeface="Roboto" panose="02000000000000000000" pitchFamily="2" charset="0"/>
                <a:ea typeface="Roboto" panose="02000000000000000000" pitchFamily="2" charset="0"/>
                <a:cs typeface="Roboto" panose="02000000000000000000" pitchFamily="2" charset="0"/>
              </a:rPr>
              <a:t>Apply</a:t>
            </a:r>
            <a:endParaRPr lang="en-US" sz="2800" dirty="0">
              <a:solidFill>
                <a:srgbClr val="0070C0"/>
              </a:solidFill>
            </a:endParaRPr>
          </a:p>
        </p:txBody>
      </p:sp>
      <p:sp>
        <p:nvSpPr>
          <p:cNvPr id="12" name="Rectangle 11">
            <a:extLst>
              <a:ext uri="{FF2B5EF4-FFF2-40B4-BE49-F238E27FC236}">
                <a16:creationId xmlns:a16="http://schemas.microsoft.com/office/drawing/2014/main" id="{8AB577FB-A256-D67D-9421-4FCFC0450D81}"/>
              </a:ext>
            </a:extLst>
          </p:cNvPr>
          <p:cNvSpPr/>
          <p:nvPr/>
        </p:nvSpPr>
        <p:spPr>
          <a:xfrm>
            <a:off x="371514" y="1113420"/>
            <a:ext cx="11446042" cy="5495928"/>
          </a:xfrm>
          <a:prstGeom prst="rect">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9" name="Google Shape;1199;p156">
            <a:extLst>
              <a:ext uri="{FF2B5EF4-FFF2-40B4-BE49-F238E27FC236}">
                <a16:creationId xmlns:a16="http://schemas.microsoft.com/office/drawing/2014/main" id="{DFD168AF-42C8-6A28-F5A0-4F3F1DEBBA6C}"/>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Considerations</a:t>
            </a:r>
            <a:endParaRPr dirty="0"/>
          </a:p>
        </p:txBody>
      </p:sp>
      <p:sp>
        <p:nvSpPr>
          <p:cNvPr id="2" name="TextBox 1">
            <a:extLst>
              <a:ext uri="{FF2B5EF4-FFF2-40B4-BE49-F238E27FC236}">
                <a16:creationId xmlns:a16="http://schemas.microsoft.com/office/drawing/2014/main" id="{BB25012F-D809-9633-25D4-D71A786B669C}"/>
              </a:ext>
            </a:extLst>
          </p:cNvPr>
          <p:cNvSpPr txBox="1"/>
          <p:nvPr/>
        </p:nvSpPr>
        <p:spPr>
          <a:xfrm>
            <a:off x="982026" y="1241741"/>
            <a:ext cx="1887376" cy="1107996"/>
          </a:xfrm>
          <a:prstGeom prst="rect">
            <a:avLst/>
          </a:prstGeom>
          <a:noFill/>
        </p:spPr>
        <p:txBody>
          <a:bodyPr wrap="none" rtlCol="0">
            <a:spAutoFit/>
          </a:bodyPr>
          <a:lstStyle/>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Relevant</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Released</a:t>
            </a:r>
          </a:p>
        </p:txBody>
      </p:sp>
      <p:cxnSp>
        <p:nvCxnSpPr>
          <p:cNvPr id="4" name="Straight Connector 3">
            <a:extLst>
              <a:ext uri="{FF2B5EF4-FFF2-40B4-BE49-F238E27FC236}">
                <a16:creationId xmlns:a16="http://schemas.microsoft.com/office/drawing/2014/main" id="{056CF8D9-14BC-2BE1-E43C-EA0A81C0F0E0}"/>
              </a:ext>
            </a:extLst>
          </p:cNvPr>
          <p:cNvCxnSpPr>
            <a:cxnSpLocks/>
            <a:stCxn id="12" idx="2"/>
          </p:cNvCxnSpPr>
          <p:nvPr/>
        </p:nvCxnSpPr>
        <p:spPr>
          <a:xfrm flipV="1">
            <a:off x="6094535" y="1113419"/>
            <a:ext cx="0" cy="549592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2B808736-4A6F-01B5-E4C3-1492D1D14FF5}"/>
              </a:ext>
            </a:extLst>
          </p:cNvPr>
          <p:cNvCxnSpPr>
            <a:cxnSpLocks/>
          </p:cNvCxnSpPr>
          <p:nvPr/>
        </p:nvCxnSpPr>
        <p:spPr>
          <a:xfrm flipH="1">
            <a:off x="371391" y="3861383"/>
            <a:ext cx="1144604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F84531FF-D17D-A3AB-9A52-876C46F1AA82}"/>
              </a:ext>
            </a:extLst>
          </p:cNvPr>
          <p:cNvSpPr txBox="1"/>
          <p:nvPr/>
        </p:nvSpPr>
        <p:spPr>
          <a:xfrm>
            <a:off x="982026" y="3989721"/>
            <a:ext cx="1743106" cy="1107996"/>
          </a:xfrm>
          <a:prstGeom prst="rect">
            <a:avLst/>
          </a:prstGeom>
          <a:noFill/>
        </p:spPr>
        <p:txBody>
          <a:bodyPr wrap="none" rtlCol="0">
            <a:spAutoFit/>
          </a:bodyPr>
          <a:lstStyle/>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Maturity</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Impact</a:t>
            </a:r>
          </a:p>
        </p:txBody>
      </p:sp>
      <p:sp>
        <p:nvSpPr>
          <p:cNvPr id="21" name="TextBox 20">
            <a:extLst>
              <a:ext uri="{FF2B5EF4-FFF2-40B4-BE49-F238E27FC236}">
                <a16:creationId xmlns:a16="http://schemas.microsoft.com/office/drawing/2014/main" id="{F13ADF1B-EB2E-1EDA-DD7E-BA948FD4006A}"/>
              </a:ext>
            </a:extLst>
          </p:cNvPr>
          <p:cNvSpPr txBox="1"/>
          <p:nvPr/>
        </p:nvSpPr>
        <p:spPr>
          <a:xfrm>
            <a:off x="6704428" y="3989710"/>
            <a:ext cx="2140651" cy="1107996"/>
          </a:xfrm>
          <a:prstGeom prst="rect">
            <a:avLst/>
          </a:prstGeom>
          <a:noFill/>
        </p:spPr>
        <p:txBody>
          <a:bodyPr wrap="none" rtlCol="0">
            <a:spAutoFit/>
          </a:bodyPr>
          <a:lstStyle/>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Interaction</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Execution</a:t>
            </a:r>
          </a:p>
        </p:txBody>
      </p:sp>
      <p:sp>
        <p:nvSpPr>
          <p:cNvPr id="22" name="TextBox 21">
            <a:extLst>
              <a:ext uri="{FF2B5EF4-FFF2-40B4-BE49-F238E27FC236}">
                <a16:creationId xmlns:a16="http://schemas.microsoft.com/office/drawing/2014/main" id="{AC998638-A1F9-7D62-472D-5C76D4662D88}"/>
              </a:ext>
            </a:extLst>
          </p:cNvPr>
          <p:cNvSpPr txBox="1"/>
          <p:nvPr/>
        </p:nvSpPr>
        <p:spPr>
          <a:xfrm>
            <a:off x="6704800" y="1241741"/>
            <a:ext cx="2143857" cy="1107996"/>
          </a:xfrm>
          <a:prstGeom prst="rect">
            <a:avLst/>
          </a:prstGeom>
          <a:noFill/>
        </p:spPr>
        <p:txBody>
          <a:bodyPr wrap="none" rtlCol="0">
            <a:spAutoFit/>
          </a:bodyPr>
          <a:lstStyle/>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Practical</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Consistent</a:t>
            </a:r>
          </a:p>
        </p:txBody>
      </p:sp>
    </p:spTree>
    <p:extLst>
      <p:ext uri="{BB962C8B-B14F-4D97-AF65-F5344CB8AC3E}">
        <p14:creationId xmlns:p14="http://schemas.microsoft.com/office/powerpoint/2010/main" val="10835011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9665CC40-6620-9510-786C-58640383D4A1}"/>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01FB842E-24E7-4DBE-B2C6-DE9BAD1117EF}"/>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Considerations</a:t>
            </a:r>
            <a:endParaRPr dirty="0"/>
          </a:p>
        </p:txBody>
      </p:sp>
      <p:pic>
        <p:nvPicPr>
          <p:cNvPr id="5" name="Picture 4">
            <a:extLst>
              <a:ext uri="{FF2B5EF4-FFF2-40B4-BE49-F238E27FC236}">
                <a16:creationId xmlns:a16="http://schemas.microsoft.com/office/drawing/2014/main" id="{225A8CB0-41EE-6FA1-E319-EC69D6280623}"/>
              </a:ext>
            </a:extLst>
          </p:cNvPr>
          <p:cNvPicPr>
            <a:picLocks noChangeAspect="1"/>
          </p:cNvPicPr>
          <p:nvPr/>
        </p:nvPicPr>
        <p:blipFill>
          <a:blip r:embed="rId3"/>
          <a:srcRect/>
          <a:stretch/>
        </p:blipFill>
        <p:spPr>
          <a:xfrm>
            <a:off x="1271951" y="1106031"/>
            <a:ext cx="9644922" cy="5376960"/>
          </a:xfrm>
          <a:prstGeom prst="rect">
            <a:avLst/>
          </a:prstGeom>
        </p:spPr>
      </p:pic>
      <p:sp>
        <p:nvSpPr>
          <p:cNvPr id="7" name="TextBox 6">
            <a:extLst>
              <a:ext uri="{FF2B5EF4-FFF2-40B4-BE49-F238E27FC236}">
                <a16:creationId xmlns:a16="http://schemas.microsoft.com/office/drawing/2014/main" id="{00FE401D-5AE5-FB81-72E7-BD369223703E}"/>
              </a:ext>
            </a:extLst>
          </p:cNvPr>
          <p:cNvSpPr txBox="1"/>
          <p:nvPr/>
        </p:nvSpPr>
        <p:spPr>
          <a:xfrm>
            <a:off x="3158066" y="4818628"/>
            <a:ext cx="592666" cy="646331"/>
          </a:xfrm>
          <a:prstGeom prst="rect">
            <a:avLst/>
          </a:prstGeom>
          <a:noFill/>
        </p:spPr>
        <p:txBody>
          <a:bodyPr wrap="square" rtlCol="0">
            <a:spAutoFit/>
          </a:bodyPr>
          <a:lstStyle/>
          <a:p>
            <a:pPr algn="ctr"/>
            <a:r>
              <a:rPr lang="en-US" sz="3600" b="1" dirty="0">
                <a:solidFill>
                  <a:srgbClr val="00B050"/>
                </a:solidFill>
              </a:rPr>
              <a:t>✓</a:t>
            </a:r>
          </a:p>
        </p:txBody>
      </p:sp>
      <p:sp>
        <p:nvSpPr>
          <p:cNvPr id="8" name="TextBox 7">
            <a:extLst>
              <a:ext uri="{FF2B5EF4-FFF2-40B4-BE49-F238E27FC236}">
                <a16:creationId xmlns:a16="http://schemas.microsoft.com/office/drawing/2014/main" id="{717389C6-E1A8-6D07-89A6-AFC9ACC2A693}"/>
              </a:ext>
            </a:extLst>
          </p:cNvPr>
          <p:cNvSpPr txBox="1"/>
          <p:nvPr/>
        </p:nvSpPr>
        <p:spPr>
          <a:xfrm>
            <a:off x="9457266" y="5295626"/>
            <a:ext cx="474134" cy="646331"/>
          </a:xfrm>
          <a:prstGeom prst="rect">
            <a:avLst/>
          </a:prstGeom>
          <a:noFill/>
        </p:spPr>
        <p:txBody>
          <a:bodyPr wrap="square" rtlCol="0">
            <a:spAutoFit/>
          </a:bodyPr>
          <a:lstStyle/>
          <a:p>
            <a:pPr algn="ctr"/>
            <a:r>
              <a:rPr lang="en-US" sz="3600" dirty="0">
                <a:solidFill>
                  <a:srgbClr val="FF0000"/>
                </a:solidFill>
              </a:rPr>
              <a:t>X</a:t>
            </a:r>
          </a:p>
        </p:txBody>
      </p:sp>
    </p:spTree>
    <p:extLst>
      <p:ext uri="{BB962C8B-B14F-4D97-AF65-F5344CB8AC3E}">
        <p14:creationId xmlns:p14="http://schemas.microsoft.com/office/powerpoint/2010/main" val="41687806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30234E69-953D-C964-1A44-7AD56D5A6C18}"/>
            </a:ext>
          </a:extLst>
        </p:cNvPr>
        <p:cNvGrpSpPr/>
        <p:nvPr/>
      </p:nvGrpSpPr>
      <p:grpSpPr>
        <a:xfrm>
          <a:off x="0" y="0"/>
          <a:ext cx="0" cy="0"/>
          <a:chOff x="0" y="0"/>
          <a:chExt cx="0" cy="0"/>
        </a:xfrm>
      </p:grpSpPr>
      <p:sp>
        <p:nvSpPr>
          <p:cNvPr id="7" name="Google Shape;873;p146">
            <a:extLst>
              <a:ext uri="{FF2B5EF4-FFF2-40B4-BE49-F238E27FC236}">
                <a16:creationId xmlns:a16="http://schemas.microsoft.com/office/drawing/2014/main" id="{288F8EFA-BECD-D045-8DF8-934C782EE42C}"/>
              </a:ext>
            </a:extLst>
          </p:cNvPr>
          <p:cNvSpPr txBox="1">
            <a:spLocks noGrp="1"/>
          </p:cNvSpPr>
          <p:nvPr>
            <p:ph type="title"/>
          </p:nvPr>
        </p:nvSpPr>
        <p:spPr>
          <a:xfrm>
            <a:off x="-1" y="0"/>
            <a:ext cx="12188825" cy="6858000"/>
          </a:xfrm>
          <a:prstGeom prst="rect">
            <a:avLst/>
          </a:prstGeom>
          <a:gradFill>
            <a:gsLst>
              <a:gs pos="99000">
                <a:schemeClr val="accent3">
                  <a:lumMod val="60000"/>
                  <a:lumOff val="40000"/>
                </a:schemeClr>
              </a:gs>
              <a:gs pos="0">
                <a:srgbClr val="7030A0"/>
              </a:gs>
            </a:gsLst>
            <a:lin ang="2700000" scaled="0"/>
          </a:gradFill>
          <a:ln>
            <a:noFill/>
          </a:ln>
        </p:spPr>
        <p:txBody>
          <a:bodyPr spcFirstLastPara="1" wrap="square" lIns="0" tIns="0" rIns="0" bIns="0" anchor="ctr" anchorCtr="0">
            <a:noAutofit/>
          </a:bodyPr>
          <a:lstStyle/>
          <a:p>
            <a:pPr algn="ctr">
              <a:lnSpc>
                <a:spcPct val="100000"/>
              </a:lnSpc>
            </a:pPr>
            <a:r>
              <a:rPr lang="en" sz="5400" dirty="0"/>
              <a:t>Recap</a:t>
            </a:r>
            <a:endParaRPr sz="6600" dirty="0"/>
          </a:p>
        </p:txBody>
      </p:sp>
    </p:spTree>
    <p:extLst>
      <p:ext uri="{BB962C8B-B14F-4D97-AF65-F5344CB8AC3E}">
        <p14:creationId xmlns:p14="http://schemas.microsoft.com/office/powerpoint/2010/main" val="11180574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Summary</a:t>
            </a:r>
            <a:endParaRPr dirty="0"/>
          </a:p>
        </p:txBody>
      </p:sp>
      <p:sp>
        <p:nvSpPr>
          <p:cNvPr id="2" name="TextBox 1">
            <a:extLst>
              <a:ext uri="{FF2B5EF4-FFF2-40B4-BE49-F238E27FC236}">
                <a16:creationId xmlns:a16="http://schemas.microsoft.com/office/drawing/2014/main" id="{7815AB7C-3B20-E395-B8D1-B8413068BE32}"/>
              </a:ext>
            </a:extLst>
          </p:cNvPr>
          <p:cNvSpPr txBox="1"/>
          <p:nvPr/>
        </p:nvSpPr>
        <p:spPr>
          <a:xfrm>
            <a:off x="455618" y="1437554"/>
            <a:ext cx="5753819" cy="2862322"/>
          </a:xfrm>
          <a:prstGeom prst="rect">
            <a:avLst/>
          </a:prstGeom>
          <a:noFill/>
        </p:spPr>
        <p:txBody>
          <a:bodyPr wrap="none" rtlCol="0">
            <a:spAutoFit/>
          </a:bodyPr>
          <a:lstStyle/>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Stay cybersecurity relevant</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Select the options</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Scope based on maturity</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Consider the build system impact</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Report the settings</a:t>
            </a:r>
          </a:p>
        </p:txBody>
      </p:sp>
    </p:spTree>
    <p:extLst>
      <p:ext uri="{BB962C8B-B14F-4D97-AF65-F5344CB8AC3E}">
        <p14:creationId xmlns:p14="http://schemas.microsoft.com/office/powerpoint/2010/main" val="1703593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pic>
        <p:nvPicPr>
          <p:cNvPr id="3" name="Picture 2">
            <a:extLst>
              <a:ext uri="{FF2B5EF4-FFF2-40B4-BE49-F238E27FC236}">
                <a16:creationId xmlns:a16="http://schemas.microsoft.com/office/drawing/2014/main" id="{97170D5F-8BD9-ECF4-AF82-900DA81B4716}"/>
              </a:ext>
            </a:extLst>
          </p:cNvPr>
          <p:cNvPicPr>
            <a:picLocks noChangeAspect="1"/>
          </p:cNvPicPr>
          <p:nvPr/>
        </p:nvPicPr>
        <p:blipFill>
          <a:blip r:embed="rId3"/>
          <a:srcRect/>
          <a:stretch/>
        </p:blipFill>
        <p:spPr>
          <a:xfrm>
            <a:off x="4056310" y="1240537"/>
            <a:ext cx="4076200" cy="5281295"/>
          </a:xfrm>
          <a:prstGeom prst="rect">
            <a:avLst/>
          </a:prstGeom>
          <a:ln>
            <a:solidFill>
              <a:schemeClr val="tx1"/>
            </a:solidFill>
          </a:ln>
          <a:effectLst>
            <a:outerShdw blurRad="50800" dist="38100" dir="2700000" algn="tl" rotWithShape="0">
              <a:prstClr val="black">
                <a:alpha val="40000"/>
              </a:prstClr>
            </a:outerShdw>
          </a:effectLst>
        </p:spPr>
      </p:pic>
      <p:sp>
        <p:nvSpPr>
          <p:cNvPr id="1199" name="Google Shape;1199;p156"/>
          <p:cNvSpPr txBox="1">
            <a:spLocks noGrp="1"/>
          </p:cNvSpPr>
          <p:nvPr>
            <p:ph type="title"/>
          </p:nvPr>
        </p:nvSpPr>
        <p:spPr>
          <a:xfrm>
            <a:off x="455618" y="480021"/>
            <a:ext cx="11277833" cy="524399"/>
          </a:xfrm>
          <a:prstGeom prst="rect">
            <a:avLst/>
          </a:prstGeom>
        </p:spPr>
        <p:txBody>
          <a:bodyPr spcFirstLastPara="1" wrap="square" lIns="0" tIns="0" rIns="0" bIns="0" anchor="ctr" anchorCtr="0">
            <a:noAutofit/>
          </a:bodyPr>
          <a:lstStyle/>
          <a:p>
            <a:pPr>
              <a:lnSpc>
                <a:spcPct val="100000"/>
              </a:lnSpc>
            </a:pPr>
            <a:r>
              <a:rPr lang="en-US" dirty="0"/>
              <a:t>Further Reading</a:t>
            </a:r>
          </a:p>
        </p:txBody>
      </p:sp>
    </p:spTree>
    <p:extLst>
      <p:ext uri="{BB962C8B-B14F-4D97-AF65-F5344CB8AC3E}">
        <p14:creationId xmlns:p14="http://schemas.microsoft.com/office/powerpoint/2010/main" val="286855501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pic>
        <p:nvPicPr>
          <p:cNvPr id="4" name="Picture 3">
            <a:extLst>
              <a:ext uri="{FF2B5EF4-FFF2-40B4-BE49-F238E27FC236}">
                <a16:creationId xmlns:a16="http://schemas.microsoft.com/office/drawing/2014/main" id="{C2A2ADBF-13F1-8937-91E4-97FBA4F83BB0}"/>
              </a:ext>
            </a:extLst>
          </p:cNvPr>
          <p:cNvPicPr>
            <a:picLocks noChangeAspect="1"/>
          </p:cNvPicPr>
          <p:nvPr/>
        </p:nvPicPr>
        <p:blipFill>
          <a:blip r:embed="rId3"/>
          <a:srcRect/>
          <a:stretch/>
        </p:blipFill>
        <p:spPr>
          <a:xfrm>
            <a:off x="1813953" y="985083"/>
            <a:ext cx="8560918" cy="5778453"/>
          </a:xfrm>
          <a:prstGeom prst="rect">
            <a:avLst/>
          </a:prstGeom>
          <a:ln>
            <a:solidFill>
              <a:schemeClr val="tx1"/>
            </a:solidFill>
          </a:ln>
          <a:effectLst>
            <a:outerShdw blurRad="50800" dist="38100" dir="2700000" algn="tl" rotWithShape="0">
              <a:prstClr val="black">
                <a:alpha val="40000"/>
              </a:prstClr>
            </a:outerShdw>
          </a:effectLst>
        </p:spPr>
      </p:pic>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AVCDL on GitHub</a:t>
            </a:r>
            <a:endParaRPr dirty="0"/>
          </a:p>
        </p:txBody>
      </p:sp>
      <p:sp>
        <p:nvSpPr>
          <p:cNvPr id="2" name="Rectangle 1">
            <a:extLst>
              <a:ext uri="{FF2B5EF4-FFF2-40B4-BE49-F238E27FC236}">
                <a16:creationId xmlns:a16="http://schemas.microsoft.com/office/drawing/2014/main" id="{4038D5AC-F2CE-EEDF-F93C-BC5BEDC13283}"/>
              </a:ext>
            </a:extLst>
          </p:cNvPr>
          <p:cNvSpPr/>
          <p:nvPr/>
        </p:nvSpPr>
        <p:spPr>
          <a:xfrm>
            <a:off x="6476383" y="522829"/>
            <a:ext cx="5256824" cy="400110"/>
          </a:xfrm>
          <a:prstGeom prst="rect">
            <a:avLst/>
          </a:prstGeom>
        </p:spPr>
        <p:txBody>
          <a:bodyPr wrap="square">
            <a:spAutoFit/>
          </a:bodyPr>
          <a:lstStyle/>
          <a:p>
            <a:pPr algn="r">
              <a:spcAft>
                <a:spcPts val="1200"/>
              </a:spcAft>
            </a:pPr>
            <a:r>
              <a:rPr lang="en-US" sz="2000" b="1" dirty="0">
                <a:solidFill>
                  <a:srgbClr val="0070C0"/>
                </a:solidFill>
                <a:latin typeface="Courier New" panose="02070309020205020404" pitchFamily="49" charset="0"/>
                <a:cs typeface="Courier New" panose="02070309020205020404" pitchFamily="49" charset="0"/>
              </a:rPr>
              <a:t>https://github.com/AVCDL/AVCDL </a:t>
            </a:r>
          </a:p>
        </p:txBody>
      </p:sp>
    </p:spTree>
    <p:extLst>
      <p:ext uri="{BB962C8B-B14F-4D97-AF65-F5344CB8AC3E}">
        <p14:creationId xmlns:p14="http://schemas.microsoft.com/office/powerpoint/2010/main" val="29934041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pic>
        <p:nvPicPr>
          <p:cNvPr id="4" name="Picture 3">
            <a:extLst>
              <a:ext uri="{FF2B5EF4-FFF2-40B4-BE49-F238E27FC236}">
                <a16:creationId xmlns:a16="http://schemas.microsoft.com/office/drawing/2014/main" id="{24875B67-DABD-EC7D-D876-FF0A75BC967B}"/>
              </a:ext>
            </a:extLst>
          </p:cNvPr>
          <p:cNvPicPr>
            <a:picLocks noChangeAspect="1"/>
          </p:cNvPicPr>
          <p:nvPr/>
        </p:nvPicPr>
        <p:blipFill>
          <a:blip r:embed="rId3"/>
          <a:srcRect/>
          <a:stretch/>
        </p:blipFill>
        <p:spPr>
          <a:xfrm>
            <a:off x="1658351" y="985083"/>
            <a:ext cx="8483870" cy="5763705"/>
          </a:xfrm>
          <a:prstGeom prst="rect">
            <a:avLst/>
          </a:prstGeom>
          <a:ln w="12700">
            <a:solidFill>
              <a:schemeClr val="tx1"/>
            </a:solidFill>
          </a:ln>
          <a:effectLst>
            <a:outerShdw blurRad="50800" dist="38100" dir="2700000" algn="tl" rotWithShape="0">
              <a:prstClr val="black">
                <a:alpha val="40000"/>
              </a:prstClr>
            </a:outerShdw>
          </a:effectLst>
        </p:spPr>
      </p:pic>
      <p:sp>
        <p:nvSpPr>
          <p:cNvPr id="1199" name="Google Shape;1199;p156"/>
          <p:cNvSpPr txBox="1">
            <a:spLocks noGrp="1"/>
          </p:cNvSpPr>
          <p:nvPr>
            <p:ph type="title"/>
          </p:nvPr>
        </p:nvSpPr>
        <p:spPr>
          <a:xfrm>
            <a:off x="455617" y="460683"/>
            <a:ext cx="11277833" cy="524400"/>
          </a:xfrm>
          <a:prstGeom prst="rect">
            <a:avLst/>
          </a:prstGeom>
        </p:spPr>
        <p:txBody>
          <a:bodyPr spcFirstLastPara="1" wrap="square" lIns="0" tIns="0" rIns="0" bIns="0" anchor="ctr" anchorCtr="0">
            <a:noAutofit/>
          </a:bodyPr>
          <a:lstStyle/>
          <a:p>
            <a:pPr marL="0" lvl="0" indent="0" algn="l" rtl="0">
              <a:lnSpc>
                <a:spcPct val="100000"/>
              </a:lnSpc>
              <a:spcBef>
                <a:spcPts val="0"/>
              </a:spcBef>
              <a:spcAft>
                <a:spcPts val="0"/>
              </a:spcAft>
              <a:buNone/>
            </a:pPr>
            <a:r>
              <a:rPr lang="en" dirty="0"/>
              <a:t>AVCDL on YouTube</a:t>
            </a:r>
            <a:endParaRPr dirty="0"/>
          </a:p>
        </p:txBody>
      </p:sp>
      <p:sp>
        <p:nvSpPr>
          <p:cNvPr id="2" name="Rectangle 1">
            <a:extLst>
              <a:ext uri="{FF2B5EF4-FFF2-40B4-BE49-F238E27FC236}">
                <a16:creationId xmlns:a16="http://schemas.microsoft.com/office/drawing/2014/main" id="{4038D5AC-F2CE-EEDF-F93C-BC5BEDC13283}"/>
              </a:ext>
            </a:extLst>
          </p:cNvPr>
          <p:cNvSpPr/>
          <p:nvPr/>
        </p:nvSpPr>
        <p:spPr>
          <a:xfrm>
            <a:off x="5900286" y="522828"/>
            <a:ext cx="5832922" cy="400110"/>
          </a:xfrm>
          <a:prstGeom prst="rect">
            <a:avLst/>
          </a:prstGeom>
        </p:spPr>
        <p:txBody>
          <a:bodyPr wrap="square">
            <a:spAutoFit/>
          </a:bodyPr>
          <a:lstStyle/>
          <a:p>
            <a:pPr algn="r">
              <a:spcAft>
                <a:spcPts val="1200"/>
              </a:spcAft>
            </a:pPr>
            <a:r>
              <a:rPr lang="en-US" sz="2000" b="1" dirty="0">
                <a:solidFill>
                  <a:srgbClr val="0070C0"/>
                </a:solidFill>
                <a:latin typeface="Courier New" panose="02070309020205020404" pitchFamily="49" charset="0"/>
                <a:ea typeface="Roboto" panose="02000000000000000000" pitchFamily="2" charset="0"/>
                <a:cs typeface="Courier New" panose="02070309020205020404" pitchFamily="49" charset="0"/>
              </a:rPr>
              <a:t>https://youtube.com/@AVCDL</a:t>
            </a:r>
          </a:p>
        </p:txBody>
      </p:sp>
    </p:spTree>
    <p:extLst>
      <p:ext uri="{BB962C8B-B14F-4D97-AF65-F5344CB8AC3E}">
        <p14:creationId xmlns:p14="http://schemas.microsoft.com/office/powerpoint/2010/main" val="40714915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sp>
        <p:nvSpPr>
          <p:cNvPr id="1199" name="Google Shape;1199;p156"/>
          <p:cNvSpPr txBox="1">
            <a:spLocks noGrp="1"/>
          </p:cNvSpPr>
          <p:nvPr>
            <p:ph type="title"/>
          </p:nvPr>
        </p:nvSpPr>
        <p:spPr>
          <a:xfrm>
            <a:off x="455617" y="460684"/>
            <a:ext cx="11277833" cy="524399"/>
          </a:xfrm>
          <a:prstGeom prst="rect">
            <a:avLst/>
          </a:prstGeom>
        </p:spPr>
        <p:txBody>
          <a:bodyPr spcFirstLastPara="1" wrap="square" lIns="0" tIns="0" rIns="0" bIns="0" anchor="ctr" anchorCtr="0">
            <a:noAutofit/>
          </a:bodyPr>
          <a:lstStyle/>
          <a:p>
            <a:pPr>
              <a:lnSpc>
                <a:spcPct val="100000"/>
              </a:lnSpc>
            </a:pPr>
            <a:r>
              <a:rPr lang="en" dirty="0"/>
              <a:t>Next Steps</a:t>
            </a:r>
            <a:endParaRPr dirty="0"/>
          </a:p>
        </p:txBody>
      </p:sp>
      <p:pic>
        <p:nvPicPr>
          <p:cNvPr id="7" name="Picture 6">
            <a:extLst>
              <a:ext uri="{FF2B5EF4-FFF2-40B4-BE49-F238E27FC236}">
                <a16:creationId xmlns:a16="http://schemas.microsoft.com/office/drawing/2014/main" id="{C52B1944-9D2E-B660-DF63-98B36A597D37}"/>
              </a:ext>
            </a:extLst>
          </p:cNvPr>
          <p:cNvPicPr>
            <a:picLocks noChangeAspect="1"/>
          </p:cNvPicPr>
          <p:nvPr/>
        </p:nvPicPr>
        <p:blipFill>
          <a:blip r:embed="rId3"/>
          <a:stretch>
            <a:fillRect/>
          </a:stretch>
        </p:blipFill>
        <p:spPr>
          <a:xfrm>
            <a:off x="741952" y="326959"/>
            <a:ext cx="10704920" cy="6204081"/>
          </a:xfrm>
          <a:prstGeom prst="rect">
            <a:avLst/>
          </a:prstGeom>
          <a:effectLst/>
        </p:spPr>
      </p:pic>
    </p:spTree>
    <p:extLst>
      <p:ext uri="{BB962C8B-B14F-4D97-AF65-F5344CB8AC3E}">
        <p14:creationId xmlns:p14="http://schemas.microsoft.com/office/powerpoint/2010/main" val="396230946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877"/>
        <p:cNvGrpSpPr/>
        <p:nvPr/>
      </p:nvGrpSpPr>
      <p:grpSpPr>
        <a:xfrm>
          <a:off x="0" y="0"/>
          <a:ext cx="0" cy="0"/>
          <a:chOff x="0" y="0"/>
          <a:chExt cx="0" cy="0"/>
        </a:xfrm>
      </p:grpSpPr>
      <p:sp>
        <p:nvSpPr>
          <p:cNvPr id="878" name="Google Shape;878;p147"/>
          <p:cNvSpPr txBox="1">
            <a:spLocks noGrp="1"/>
          </p:cNvSpPr>
          <p:nvPr>
            <p:ph type="title"/>
          </p:nvPr>
        </p:nvSpPr>
        <p:spPr>
          <a:xfrm>
            <a:off x="455617" y="460684"/>
            <a:ext cx="11277590" cy="524399"/>
          </a:xfrm>
          <a:prstGeom prst="rect">
            <a:avLst/>
          </a:prstGeom>
        </p:spPr>
        <p:txBody>
          <a:bodyPr spcFirstLastPara="1" wrap="square" lIns="0" tIns="0" rIns="0" bIns="0" anchor="ctr" anchorCtr="0">
            <a:noAutofit/>
          </a:bodyPr>
          <a:lstStyle/>
          <a:p>
            <a:pPr>
              <a:lnSpc>
                <a:spcPct val="100000"/>
              </a:lnSpc>
            </a:pPr>
            <a:r>
              <a:rPr lang="en" dirty="0"/>
              <a:t>References</a:t>
            </a:r>
            <a:endParaRPr dirty="0"/>
          </a:p>
        </p:txBody>
      </p:sp>
      <p:sp>
        <p:nvSpPr>
          <p:cNvPr id="2" name="Google Shape;879;p147">
            <a:extLst>
              <a:ext uri="{FF2B5EF4-FFF2-40B4-BE49-F238E27FC236}">
                <a16:creationId xmlns:a16="http://schemas.microsoft.com/office/drawing/2014/main" id="{EE699A1B-DC13-C84D-9B67-3E4E126EE2B9}"/>
              </a:ext>
            </a:extLst>
          </p:cNvPr>
          <p:cNvSpPr txBox="1">
            <a:spLocks/>
          </p:cNvSpPr>
          <p:nvPr/>
        </p:nvSpPr>
        <p:spPr>
          <a:xfrm>
            <a:off x="455615" y="1146448"/>
            <a:ext cx="11277592" cy="5355312"/>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L="457200" marR="0" lvl="0" indent="-228600" algn="l" rtl="0">
              <a:lnSpc>
                <a:spcPct val="100000"/>
              </a:lnSpc>
              <a:spcBef>
                <a:spcPts val="1800"/>
              </a:spcBef>
              <a:spcAft>
                <a:spcPts val="0"/>
              </a:spcAft>
              <a:buClr>
                <a:schemeClr val="dk1"/>
              </a:buClr>
              <a:buSzPts val="2000"/>
              <a:buFont typeface="Roboto"/>
              <a:buNone/>
              <a:defRPr sz="2000" b="0" i="0" u="none" strike="noStrike" cap="none">
                <a:solidFill>
                  <a:schemeClr val="dk1"/>
                </a:solidFill>
                <a:latin typeface="Roboto"/>
                <a:ea typeface="Roboto"/>
                <a:cs typeface="Roboto"/>
                <a:sym typeface="Roboto"/>
              </a:defRPr>
            </a:lvl1pPr>
            <a:lvl2pPr marL="914400" marR="0" lvl="1" indent="-342900" algn="l" rtl="0">
              <a:lnSpc>
                <a:spcPct val="100000"/>
              </a:lnSpc>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L="1371600" marR="0" lvl="2" indent="-330200" algn="l" rtl="0">
              <a:lnSpc>
                <a:spcPct val="100000"/>
              </a:lnSpc>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L="1828800" marR="0" lvl="3" indent="-317500" algn="l" rtl="0">
              <a:lnSpc>
                <a:spcPct val="100000"/>
              </a:lnSpc>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L="2286000" marR="0" lvl="4" indent="-304800" algn="l" rtl="0">
              <a:lnSpc>
                <a:spcPct val="100000"/>
              </a:lnSpc>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L="2743200" marR="0" lvl="5"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6pPr>
            <a:lvl7pPr marL="3200400" marR="0" lvl="6"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7pPr>
            <a:lvl8pPr marL="3657600" marR="0" lvl="7"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8pPr>
            <a:lvl9pPr marL="4114800" marR="0" lvl="8"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9pPr>
          </a:lstStyle>
          <a:p>
            <a:pPr marL="0" indent="0">
              <a:spcBef>
                <a:spcPts val="0"/>
              </a:spcBef>
            </a:pPr>
            <a:r>
              <a:rPr lang="en-US" b="1" dirty="0">
                <a:latin typeface="Roboto" panose="02000000000000000000" pitchFamily="2" charset="0"/>
                <a:ea typeface="Roboto" panose="02000000000000000000" pitchFamily="2" charset="0"/>
                <a:cs typeface="Courier New" panose="02070309020205020404" pitchFamily="49" charset="0"/>
              </a:rPr>
              <a:t>AVCDL primary document</a:t>
            </a:r>
          </a:p>
          <a:p>
            <a:pPr marL="0" indent="0">
              <a:spcBef>
                <a:spcPts val="1200"/>
              </a:spcBef>
            </a:pPr>
            <a:r>
              <a:rPr lang="en-US" b="1" dirty="0">
                <a:latin typeface="Roboto" panose="02000000000000000000" pitchFamily="2" charset="0"/>
                <a:ea typeface="Roboto" panose="02000000000000000000" pitchFamily="2" charset="0"/>
                <a:cs typeface="Courier New" panose="02070309020205020404" pitchFamily="49" charset="0"/>
              </a:rPr>
              <a:t>Static Analysis Report (AVCDL secondary document)</a:t>
            </a:r>
          </a:p>
          <a:p>
            <a:pPr marL="0" indent="0">
              <a:spcBef>
                <a:spcPts val="1200"/>
              </a:spcBef>
            </a:pPr>
            <a:r>
              <a:rPr lang="en-US" b="1" dirty="0">
                <a:latin typeface="Roboto" panose="02000000000000000000" pitchFamily="2" charset="0"/>
                <a:ea typeface="Roboto" panose="02000000000000000000" pitchFamily="2" charset="0"/>
                <a:cs typeface="Courier New" panose="02070309020205020404" pitchFamily="49" charset="0"/>
              </a:rPr>
              <a:t>Static Analysis – Establish Settings Procedure (AVCDL tertiary document)</a:t>
            </a:r>
          </a:p>
          <a:p>
            <a:pPr marL="0" indent="0">
              <a:spcBef>
                <a:spcPts val="1200"/>
              </a:spcBef>
            </a:pPr>
            <a:r>
              <a:rPr lang="en-US" b="1" dirty="0">
                <a:latin typeface="Roboto" panose="02000000000000000000" pitchFamily="2" charset="0"/>
                <a:ea typeface="Roboto" panose="02000000000000000000" pitchFamily="2" charset="0"/>
                <a:cs typeface="Courier New" panose="02070309020205020404" pitchFamily="49" charset="0"/>
              </a:rPr>
              <a:t>Secure Settings Document (AVCDL secondary document)</a:t>
            </a:r>
          </a:p>
          <a:p>
            <a:pPr marL="0" indent="0">
              <a:spcBef>
                <a:spcPts val="1200"/>
              </a:spcBef>
            </a:pPr>
            <a:r>
              <a:rPr lang="en-US" b="1" dirty="0">
                <a:latin typeface="Roboto" panose="02000000000000000000" pitchFamily="2" charset="0"/>
                <a:ea typeface="Roboto" panose="02000000000000000000" pitchFamily="2" charset="0"/>
                <a:cs typeface="Courier New" panose="02070309020205020404" pitchFamily="49" charset="0"/>
              </a:rPr>
              <a:t>Secure Settings – Identify Options Procedure (AVCDL tertiary document)</a:t>
            </a:r>
          </a:p>
          <a:p>
            <a:pPr marL="0" indent="0">
              <a:spcBef>
                <a:spcPts val="1200"/>
              </a:spcBef>
            </a:pPr>
            <a:r>
              <a:rPr lang="en-US" b="1" dirty="0">
                <a:latin typeface="Roboto" panose="02000000000000000000" pitchFamily="2" charset="0"/>
                <a:ea typeface="Roboto" panose="02000000000000000000" pitchFamily="2" charset="0"/>
                <a:cs typeface="Courier New" panose="02070309020205020404" pitchFamily="49" charset="0"/>
              </a:rPr>
              <a:t>Secure Settings – Categorize Options Procedure (AVCDL tertiary document)</a:t>
            </a:r>
          </a:p>
          <a:p>
            <a:pPr marL="0" indent="0">
              <a:spcBef>
                <a:spcPts val="1200"/>
              </a:spcBef>
            </a:pPr>
            <a:r>
              <a:rPr lang="en-US" b="1" dirty="0">
                <a:latin typeface="Roboto" panose="02000000000000000000" pitchFamily="2" charset="0"/>
                <a:ea typeface="Roboto" panose="02000000000000000000" pitchFamily="2" charset="0"/>
                <a:cs typeface="Courier New" panose="02070309020205020404" pitchFamily="49" charset="0"/>
              </a:rPr>
              <a:t>Secure Settings – Select Options Procedure (AVCDL tertiary document)</a:t>
            </a:r>
          </a:p>
          <a:p>
            <a:pPr marL="0" indent="0">
              <a:spcBef>
                <a:spcPts val="1200"/>
              </a:spcBef>
            </a:pPr>
            <a:r>
              <a:rPr lang="en-US" b="1" dirty="0">
                <a:latin typeface="Roboto" panose="02000000000000000000" pitchFamily="2" charset="0"/>
                <a:ea typeface="Roboto" panose="02000000000000000000" pitchFamily="2" charset="0"/>
                <a:cs typeface="Courier New" panose="02070309020205020404" pitchFamily="49" charset="0"/>
              </a:rPr>
              <a:t>Secure Settings – Apply Options Procedure (AVCDL tertiary document)</a:t>
            </a:r>
          </a:p>
          <a:p>
            <a:pPr marL="0" indent="0">
              <a:spcBef>
                <a:spcPts val="1200"/>
              </a:spcBef>
            </a:pPr>
            <a:r>
              <a:rPr lang="en-US" b="1" dirty="0">
                <a:latin typeface="Roboto" panose="02000000000000000000" pitchFamily="2" charset="0"/>
                <a:ea typeface="Roboto" panose="02000000000000000000" pitchFamily="2" charset="0"/>
                <a:cs typeface="Courier New" panose="02070309020205020404" pitchFamily="49" charset="0"/>
              </a:rPr>
              <a:t>AVCDL tool cybersecurity options template (AVCDL template)</a:t>
            </a:r>
          </a:p>
          <a:p>
            <a:pPr marL="0" indent="0">
              <a:spcBef>
                <a:spcPts val="1200"/>
              </a:spcBef>
            </a:pPr>
            <a:r>
              <a:rPr lang="en-US" b="1" dirty="0">
                <a:latin typeface="Roboto" panose="02000000000000000000" pitchFamily="2" charset="0"/>
                <a:ea typeface="Roboto" panose="02000000000000000000" pitchFamily="2" charset="0"/>
                <a:cs typeface="Courier New" panose="02070309020205020404" pitchFamily="49" charset="0"/>
              </a:rPr>
              <a:t>AVCDL element-specific tool cybersecurity options template (AVCDL template)</a:t>
            </a:r>
          </a:p>
          <a:p>
            <a:pPr marL="0" indent="0">
              <a:spcBef>
                <a:spcPts val="1200"/>
              </a:spcBef>
            </a:pPr>
            <a:r>
              <a:rPr lang="en-US" b="1" dirty="0">
                <a:latin typeface="Roboto" panose="02000000000000000000" pitchFamily="2" charset="0"/>
                <a:ea typeface="Roboto" panose="02000000000000000000" pitchFamily="2" charset="0"/>
                <a:cs typeface="Courier New" panose="02070309020205020404" pitchFamily="49" charset="0"/>
              </a:rPr>
              <a:t>List of tools for static code analysis</a:t>
            </a:r>
          </a:p>
          <a:p>
            <a:pPr marL="0" indent="0">
              <a:spcBef>
                <a:spcPts val="0"/>
              </a:spcBef>
            </a:pPr>
            <a:r>
              <a:rPr lang="en-US" sz="1400" b="1" dirty="0">
                <a:latin typeface="Courier New" panose="02070309020205020404" pitchFamily="49" charset="0"/>
                <a:ea typeface="Roboto" panose="02000000000000000000" pitchFamily="2" charset="0"/>
                <a:cs typeface="Courier New" panose="02070309020205020404" pitchFamily="49" charset="0"/>
                <a:hlinkClick r:id="rId3"/>
              </a:rPr>
              <a:t>https://en.wikipedia.org/wiki/List_of_tools_for_static_code_analysis</a:t>
            </a:r>
            <a:r>
              <a:rPr lang="en-US" sz="1400" b="1" dirty="0">
                <a:latin typeface="Courier New" panose="02070309020205020404" pitchFamily="49" charset="0"/>
                <a:ea typeface="Roboto" panose="02000000000000000000" pitchFamily="2" charset="0"/>
                <a:cs typeface="Courier New" panose="02070309020205020404" pitchFamily="49" charset="0"/>
              </a:rPr>
              <a:t> </a:t>
            </a:r>
          </a:p>
          <a:p>
            <a:pPr marL="0" indent="0">
              <a:spcBef>
                <a:spcPts val="0"/>
              </a:spcBef>
            </a:pPr>
            <a:endParaRPr lang="en-US" sz="1400" b="1" dirty="0">
              <a:latin typeface="Courier New" panose="02070309020205020404" pitchFamily="49" charset="0"/>
              <a:cs typeface="Courier New" panose="02070309020205020404" pitchFamily="49" charset="0"/>
            </a:endParaRPr>
          </a:p>
        </p:txBody>
      </p:sp>
      <p:sp>
        <p:nvSpPr>
          <p:cNvPr id="3" name="TextBox 2">
            <a:extLst>
              <a:ext uri="{FF2B5EF4-FFF2-40B4-BE49-F238E27FC236}">
                <a16:creationId xmlns:a16="http://schemas.microsoft.com/office/drawing/2014/main" id="{04196100-3210-8F6F-EB91-A22D494DD397}"/>
              </a:ext>
            </a:extLst>
          </p:cNvPr>
          <p:cNvSpPr txBox="1"/>
          <p:nvPr/>
        </p:nvSpPr>
        <p:spPr>
          <a:xfrm>
            <a:off x="11913079" y="5089585"/>
            <a:ext cx="184731" cy="307777"/>
          </a:xfrm>
          <a:prstGeom prst="rect">
            <a:avLst/>
          </a:prstGeom>
          <a:noFill/>
        </p:spPr>
        <p:txBody>
          <a:bodyPr wrap="none" rtlCol="0">
            <a:spAutoFit/>
          </a:bodyPr>
          <a:lstStyle/>
          <a:p>
            <a:endParaRPr lang="en-US"/>
          </a:p>
        </p:txBody>
      </p:sp>
    </p:spTree>
    <p:extLst>
      <p:ext uri="{BB962C8B-B14F-4D97-AF65-F5344CB8AC3E}">
        <p14:creationId xmlns:p14="http://schemas.microsoft.com/office/powerpoint/2010/main" val="2557400049"/>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Motional Masters">
  <a:themeElements>
    <a:clrScheme name="Motional">
      <a:dk1>
        <a:srgbClr val="000000"/>
      </a:dk1>
      <a:lt1>
        <a:srgbClr val="FFFFFF"/>
      </a:lt1>
      <a:dk2>
        <a:srgbClr val="092871"/>
      </a:dk2>
      <a:lt2>
        <a:srgbClr val="5B48F6"/>
      </a:lt2>
      <a:accent1>
        <a:srgbClr val="C9EAF1"/>
      </a:accent1>
      <a:accent2>
        <a:srgbClr val="ADB9E3"/>
      </a:accent2>
      <a:accent3>
        <a:srgbClr val="00F6FF"/>
      </a:accent3>
      <a:accent4>
        <a:srgbClr val="D2DCDC"/>
      </a:accent4>
      <a:accent5>
        <a:srgbClr val="828791"/>
      </a:accent5>
      <a:accent6>
        <a:srgbClr val="404449"/>
      </a:accent6>
      <a:hlink>
        <a:srgbClr val="0000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Motional Masters">
  <a:themeElements>
    <a:clrScheme name="Motional">
      <a:dk1>
        <a:srgbClr val="000000"/>
      </a:dk1>
      <a:lt1>
        <a:srgbClr val="FFFFFF"/>
      </a:lt1>
      <a:dk2>
        <a:srgbClr val="092871"/>
      </a:dk2>
      <a:lt2>
        <a:srgbClr val="5B48F6"/>
      </a:lt2>
      <a:accent1>
        <a:srgbClr val="C9EAF1"/>
      </a:accent1>
      <a:accent2>
        <a:srgbClr val="ADB9E3"/>
      </a:accent2>
      <a:accent3>
        <a:srgbClr val="00F6FF"/>
      </a:accent3>
      <a:accent4>
        <a:srgbClr val="D2DCDC"/>
      </a:accent4>
      <a:accent5>
        <a:srgbClr val="828791"/>
      </a:accent5>
      <a:accent6>
        <a:srgbClr val="404449"/>
      </a:accent6>
      <a:hlink>
        <a:srgbClr val="0000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380711</TotalTime>
  <Words>2883</Words>
  <Application>Microsoft Macintosh PowerPoint</Application>
  <PresentationFormat>Custom</PresentationFormat>
  <Paragraphs>568</Paragraphs>
  <Slides>27</Slides>
  <Notes>27</Notes>
  <HiddenSlides>0</HiddenSlides>
  <MMClips>0</MMClips>
  <ScaleCrop>false</ScaleCrop>
  <HeadingPairs>
    <vt:vector size="6" baseType="variant">
      <vt:variant>
        <vt:lpstr>Fonts Used</vt:lpstr>
      </vt:variant>
      <vt:variant>
        <vt:i4>5</vt:i4>
      </vt:variant>
      <vt:variant>
        <vt:lpstr>Theme</vt:lpstr>
      </vt:variant>
      <vt:variant>
        <vt:i4>3</vt:i4>
      </vt:variant>
      <vt:variant>
        <vt:lpstr>Slide Titles</vt:lpstr>
      </vt:variant>
      <vt:variant>
        <vt:i4>27</vt:i4>
      </vt:variant>
    </vt:vector>
  </HeadingPairs>
  <TitlesOfParts>
    <vt:vector size="35" baseType="lpstr">
      <vt:lpstr>Roboto Medium</vt:lpstr>
      <vt:lpstr>Roboto</vt:lpstr>
      <vt:lpstr>Courier New</vt:lpstr>
      <vt:lpstr>Arial</vt:lpstr>
      <vt:lpstr>Calibri</vt:lpstr>
      <vt:lpstr>Simple Light</vt:lpstr>
      <vt:lpstr>Motional Masters</vt:lpstr>
      <vt:lpstr>Motional Masters</vt:lpstr>
      <vt:lpstr>Static Analysis – Establish Settings</vt:lpstr>
      <vt:lpstr>Training Path</vt:lpstr>
      <vt:lpstr>Workflow</vt:lpstr>
      <vt:lpstr>Process Workflow</vt:lpstr>
      <vt:lpstr>Process Workflow</vt:lpstr>
      <vt:lpstr>Establish Settings Activity</vt:lpstr>
      <vt:lpstr>Secure Settings Process</vt:lpstr>
      <vt:lpstr>Secure Settings Process</vt:lpstr>
      <vt:lpstr>Secure Settings Process</vt:lpstr>
      <vt:lpstr>Secure Settings Process</vt:lpstr>
      <vt:lpstr>Secure Settings Process</vt:lpstr>
      <vt:lpstr>Secure Settings Material</vt:lpstr>
      <vt:lpstr>Secure Settings - Overview</vt:lpstr>
      <vt:lpstr>Secure Settings – Identify Options</vt:lpstr>
      <vt:lpstr>Secure Settings – Categorize Options</vt:lpstr>
      <vt:lpstr>Secure Settings – Select Options</vt:lpstr>
      <vt:lpstr>Secure Settings – Apply Options</vt:lpstr>
      <vt:lpstr>Static Analysis Considerations</vt:lpstr>
      <vt:lpstr>Considerations</vt:lpstr>
      <vt:lpstr>Considerations</vt:lpstr>
      <vt:lpstr>Recap</vt:lpstr>
      <vt:lpstr>Summary</vt:lpstr>
      <vt:lpstr>Further Reading</vt:lpstr>
      <vt:lpstr>AVCDL on GitHub</vt:lpstr>
      <vt:lpstr>AVCDL on YouTube</vt:lpstr>
      <vt:lpstr>Next Steps</vt:lpstr>
      <vt:lpstr>References</vt:lpstr>
    </vt:vector>
  </TitlesOfParts>
  <Manager/>
  <Company>Torc Robotics</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Static Analysis - Establish Settings (training)</dc:title>
  <dc:subject>static analysis settings establishment</dc:subject>
  <dc:creator>Charles Wilson</dc:creator>
  <cp:keywords>cybersecurity, static analysis</cp:keywords>
  <dc:description>This work was created by Torc Robotics and is licensed under the Creative Commons Attribution-Share Alike (CC BY-SA-4.0) License.
https://creativecommons.org/licenses/by/4.0/legalcode 
</dc:description>
  <cp:lastModifiedBy>Charles Wilson</cp:lastModifiedBy>
  <cp:revision>611</cp:revision>
  <cp:lastPrinted>2025-07-24T18:37:57Z</cp:lastPrinted>
  <dcterms:modified xsi:type="dcterms:W3CDTF">2026-02-03T15:21:08Z</dcterms:modified>
  <cp:category>static analysis</cp:category>
</cp:coreProperties>
</file>