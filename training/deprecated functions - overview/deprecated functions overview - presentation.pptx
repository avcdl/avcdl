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90" r:id="rId1"/>
    <p:sldMasterId id="2147483791" r:id="rId2"/>
    <p:sldMasterId id="2147483792" r:id="rId3"/>
  </p:sldMasterIdLst>
  <p:notesMasterIdLst>
    <p:notesMasterId r:id="rId28"/>
  </p:notesMasterIdLst>
  <p:sldIdLst>
    <p:sldId id="256" r:id="rId4"/>
    <p:sldId id="306" r:id="rId5"/>
    <p:sldId id="666" r:id="rId6"/>
    <p:sldId id="654" r:id="rId7"/>
    <p:sldId id="665" r:id="rId8"/>
    <p:sldId id="643" r:id="rId9"/>
    <p:sldId id="607" r:id="rId10"/>
    <p:sldId id="660" r:id="rId11"/>
    <p:sldId id="661" r:id="rId12"/>
    <p:sldId id="662" r:id="rId13"/>
    <p:sldId id="663" r:id="rId14"/>
    <p:sldId id="657" r:id="rId15"/>
    <p:sldId id="639" r:id="rId16"/>
    <p:sldId id="641" r:id="rId17"/>
    <p:sldId id="664" r:id="rId18"/>
    <p:sldId id="642" r:id="rId19"/>
    <p:sldId id="655" r:id="rId20"/>
    <p:sldId id="603" r:id="rId21"/>
    <p:sldId id="488" r:id="rId22"/>
    <p:sldId id="343" r:id="rId23"/>
    <p:sldId id="606" r:id="rId24"/>
    <p:sldId id="461" r:id="rId25"/>
    <p:sldId id="420" r:id="rId26"/>
    <p:sldId id="368" r:id="rId27"/>
  </p:sldIdLst>
  <p:sldSz cx="12188825" cy="6858000"/>
  <p:notesSz cx="6858000" cy="9144000"/>
  <p:embeddedFontLst>
    <p:embeddedFont>
      <p:font typeface="Roboto" panose="02000000000000000000" pitchFamily="2" charset="0"/>
      <p:regular r:id="rId29"/>
      <p:bold r:id="rId30"/>
      <p:italic r:id="rId31"/>
      <p:boldItalic r:id="rId32"/>
    </p:embeddedFont>
    <p:embeddedFont>
      <p:font typeface="Roboto Medium" panose="02000000000000000000" pitchFamily="2" charset="0"/>
      <p:regular r:id="rId33"/>
      <p:bold r:id="rId34"/>
      <p:italic r:id="rId35"/>
      <p:boldItalic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39" userDrawn="1">
          <p15:clr>
            <a:srgbClr val="A4A3A4"/>
          </p15:clr>
        </p15:guide>
        <p15:guide id="3" orient="horz" pos="3945" userDrawn="1">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4F4F1"/>
    <a:srgbClr val="F2F2F0"/>
    <a:srgbClr val="FEFEFC"/>
    <a:srgbClr val="F7F7F5"/>
    <a:srgbClr val="F5F5F5"/>
    <a:srgbClr val="F7F7F7"/>
    <a:srgbClr val="F6F6F4"/>
    <a:srgbClr val="F2F2F2"/>
    <a:srgbClr val="F0F0EE"/>
    <a:srgbClr val="F3F3F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9A1F375-83D2-49B6-B6D9-1E75FAB2CD22}">
  <a:tblStyle styleId="{F9A1F375-83D2-49B6-B6D9-1E75FAB2CD22}"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65"/>
    <p:restoredTop sz="73638"/>
  </p:normalViewPr>
  <p:slideViewPr>
    <p:cSldViewPr snapToGrid="0">
      <p:cViewPr varScale="1">
        <p:scale>
          <a:sx n="143" d="100"/>
          <a:sy n="143" d="100"/>
        </p:scale>
        <p:origin x="216" y="200"/>
      </p:cViewPr>
      <p:guideLst>
        <p:guide orient="horz" pos="2160"/>
        <p:guide pos="3839"/>
        <p:guide orient="horz" pos="3945"/>
      </p:guideLst>
    </p:cSldViewPr>
  </p:slideViewPr>
  <p:outlineViewPr>
    <p:cViewPr>
      <p:scale>
        <a:sx n="33" d="100"/>
        <a:sy n="33" d="100"/>
      </p:scale>
      <p:origin x="0" y="0"/>
    </p:cViewPr>
  </p:outlineViewPr>
  <p:notesTextViewPr>
    <p:cViewPr>
      <p:scale>
        <a:sx n="1" d="1"/>
        <a:sy n="1" d="1"/>
      </p:scale>
      <p:origin x="0" y="0"/>
    </p:cViewPr>
  </p:notesTextViewPr>
  <p:sorterViewPr>
    <p:cViewPr>
      <p:scale>
        <a:sx n="130" d="100"/>
        <a:sy n="13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theme" Target="theme/theme1.xml"/><Relationship Id="rId21" Type="http://schemas.openxmlformats.org/officeDocument/2006/relationships/slide" Target="slides/slide18.xml"/><Relationship Id="rId34" Type="http://schemas.openxmlformats.org/officeDocument/2006/relationships/font" Target="fonts/font6.fntdata"/><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font" Target="fonts/font5.fntdata"/><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font" Target="fonts/font4.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notesMaster" Target="notesMasters/notesMaster1.xml"/><Relationship Id="rId36" Type="http://schemas.openxmlformats.org/officeDocument/2006/relationships/font" Target="fonts/font8.fntdata"/><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font" Target="fonts/font3.fntdata"/><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font" Target="fonts/font2.fntdata"/><Relationship Id="rId35" Type="http://schemas.openxmlformats.org/officeDocument/2006/relationships/font" Target="fonts/font7.fntdata"/><Relationship Id="rId8" Type="http://schemas.openxmlformats.org/officeDocument/2006/relationships/slide" Target="slides/slide5.xml"/><Relationship Id="rId3" Type="http://schemas.openxmlformats.org/officeDocument/2006/relationships/slideMaster" Target="slideMasters/slideMaster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9"/>
        <p:cNvGrpSpPr/>
        <p:nvPr/>
      </p:nvGrpSpPr>
      <p:grpSpPr>
        <a:xfrm>
          <a:off x="0" y="0"/>
          <a:ext cx="0" cy="0"/>
          <a:chOff x="0" y="0"/>
          <a:chExt cx="0" cy="0"/>
        </a:xfrm>
      </p:grpSpPr>
      <p:sp>
        <p:nvSpPr>
          <p:cNvPr id="870" name="Google Shape;870;g8f58836269_9_4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b="0" i="0" dirty="0">
                <a:solidFill>
                  <a:srgbClr val="000000"/>
                </a:solidFill>
                <a:effectLst/>
                <a:latin typeface="Calibri" panose="020F0502020204030204" pitchFamily="34" charset="0"/>
                <a:cs typeface="Calibri" panose="020F0502020204030204" pitchFamily="34" charset="0"/>
              </a:rPr>
              <a:t>I'm Charles Wilson, staff product cybersecurity architect at Torc Robotics.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b="0" i="0" dirty="0">
              <a:solidFill>
                <a:srgbClr val="000000"/>
              </a:solidFill>
              <a:effectLst/>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b="0" i="0" dirty="0">
                <a:solidFill>
                  <a:srgbClr val="000000"/>
                </a:solidFill>
                <a:effectLst/>
                <a:latin typeface="Calibri" panose="020F0502020204030204" pitchFamily="34" charset="0"/>
                <a:cs typeface="Calibri" panose="020F0502020204030204" pitchFamily="34" charset="0"/>
              </a:rPr>
              <a:t>This presentation will cover an overview of </a:t>
            </a:r>
            <a:r>
              <a:rPr lang="en" sz="1400" b="1" dirty="0"/>
              <a:t>Deprecated Function </a:t>
            </a:r>
            <a:r>
              <a:rPr lang="en" sz="1400" b="0" dirty="0"/>
              <a:t>handling</a:t>
            </a:r>
            <a:r>
              <a:rPr lang="en-US" sz="1400" b="0" i="0" dirty="0">
                <a:solidFill>
                  <a:srgbClr val="000000"/>
                </a:solidFill>
                <a:effectLst/>
                <a:latin typeface="Calibri" panose="020F0502020204030204" pitchFamily="34" charset="0"/>
                <a:cs typeface="Calibri" panose="020F0502020204030204" pitchFamily="34" charset="0"/>
              </a:rPr>
              <a:t>.</a:t>
            </a:r>
            <a:endParaRPr sz="1400" dirty="0">
              <a:latin typeface="Calibri" panose="020F0502020204030204" pitchFamily="34" charset="0"/>
              <a:cs typeface="Calibri" panose="020F0502020204030204" pitchFamily="34" charset="0"/>
            </a:endParaRPr>
          </a:p>
        </p:txBody>
      </p:sp>
      <p:sp>
        <p:nvSpPr>
          <p:cNvPr id="871" name="Google Shape;871;g8f58836269_9_432: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diagram shows the overall AVCDL training path.</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If you're taking this training, it's assumed that you've already completed the </a:t>
            </a:r>
            <a:r>
              <a:rPr lang="en-US" sz="1400" b="1" dirty="0">
                <a:latin typeface="Calibri" panose="020F0502020204030204" pitchFamily="34" charset="0"/>
                <a:cs typeface="Calibri" panose="020F0502020204030204" pitchFamily="34" charset="0"/>
              </a:rPr>
              <a:t>AVCDL Overview </a:t>
            </a:r>
            <a:r>
              <a:rPr lang="en-US" sz="1400" dirty="0">
                <a:latin typeface="Calibri" panose="020F0502020204030204" pitchFamily="34" charset="0"/>
                <a:cs typeface="Calibri" panose="020F0502020204030204" pitchFamily="34" charset="0"/>
              </a:rPr>
              <a:t>training,</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additionally, that you've completed the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Requirements Taxonomy</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Security Requirements</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Secure Design Principles</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Apply Secure Design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Secure Settings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trainings.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training will cover an overview of how to handle </a:t>
            </a:r>
            <a:r>
              <a:rPr lang="en-US" sz="1400" b="1" dirty="0">
                <a:latin typeface="Calibri" panose="020F0502020204030204" pitchFamily="34" charset="0"/>
                <a:cs typeface="Calibri" panose="020F0502020204030204" pitchFamily="34" charset="0"/>
              </a:rPr>
              <a:t>Deprecated Functions</a:t>
            </a:r>
            <a:r>
              <a:rPr lang="en-US" sz="1400" dirty="0">
                <a:latin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30538546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5B982A3F-6F9A-4140-059D-BE7B0556CDD3}"/>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B79CFF4B-C292-FA4E-A486-59DA993AFA72}"/>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C82A3974-C62F-E2F0-2059-E24BD6ABA82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Within the context of product cybersecurity, deprecated functions may well be the least appreciated area that we take into consideration.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If you look at things like attack surface analysis, or even secure code review, it's obvious to most people that these are areas that we should be giving attention to.</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When it comes to things like deprecated functions, however, we are met with a level of resistance that we don't see in many other places.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Traditionally, the software development approach has been one of, “if it isn't broken, don't fix it.”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Simply because something works, doesn't mean it has no vulnerabilities.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Let's consider a good example where we have something that's traditional and has been known to work and yet is not what we would consider by today's standards to be safe.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This is the classic straight razor. </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It's been used for shaving for thousands of years. </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It does the job beautifully when it is in the hands of someone who has mastered the technique of utilizing it. </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When it's in the hands of someone who is not well versed, it can lead to all sorts of unfortunate situations. </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Worse yet are outcomes, when in the hands of someone who has malicious intent.</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We looked at this problem and came up with an alternative.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 </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Which we see a representation of here. </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It does the same work that the straight razor does. </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This is, of course, the oscillating electric razor. </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And It operates in a way which is unquestionably safer. </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Additionally, it’s easier to master. </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So, how does this relate to software functions. </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We can have a function that was created decades ago that we still use.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It does its task as expected, but it’s been determined that it has a vulnerability.</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If the vulnerability is leveraged, it may become a threat to the system. </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It's not that the function isn't doing its task. </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It's that the function can be misused or abused, leading to the compromise of the system’s cybersecurity. </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What we would like to do is to replace these functions with ones which are not subject to the vulnerabilities of the current ones.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190155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A684F43C-AFAB-53CD-E74A-A56454740200}"/>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B9DB70FC-5244-0AB4-FEEB-5F419122ABC4}"/>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29184644-0B65-58CF-2EAB-9C48AA0CA5B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Within the context of product cybersecurity, deprecated functions may well be the least appreciated area that we take into consideration. </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If you look at things like attack surface analysis, or even secure code review, it's obvious to most people that these are areas that we should be giving attention to.</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When it comes to things like deprecated functions, however, we are met with a level of resistance that we don't see in many other places. </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Traditionally, the software development approach has been one of, “if it isn't broken, don't fix it.”</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Simply because something works, doesn't mean it has no vulnerabilities. </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Let's consider a good example where we have something that's traditional and has been known to work and yet is not what we would consider by today's standards to be safe.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is the classic straight razor.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It's been used for shaving for thousands of years.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It does the job beautifully when it is in the hands of someone who has mastered the technique of utilizing it.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When it's in the hands of someone who is not well versed, it can lead to all sorts of unfortunate situations.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Worse yet are outcomes, when in the hands of someone who has malicious intent.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looked at this problem and came up with an alternative.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[break]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Which we see a representation of here. </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It does the same work that the straight razor does. </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This is, of course, the oscillating electric razor. </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And It operates in a way which is unquestionably safer. </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Additionally, it’s easier to master. </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So, how does this relate to software functions. </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We can have a function that was created decades ago that we still use.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It does its task as expected, but it’s been determined that it has a vulnerability.</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If the vulnerability is leveraged, it may become a threat to the system. </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It's not that the function isn't doing its task. </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It's that the function can be misused or abused, leading to the compromise of the system’s cybersecurity. </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What we would like to do is to replace these functions with ones which are not subject to the vulnerabilities of the current ones.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802962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BAED172A-3E5B-195D-2B00-05E40687AF68}"/>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7D0B99A7-73A9-C35A-1F44-34754B8F434B}"/>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502FF45F-E393-2D59-8658-348E0153C97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Within the context of product cybersecurity, deprecated functions may well be the least appreciated area that we take into consideration. </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If you look at things like attack surface analysis, or even secure code review, it's obvious to most people that these are areas that we should be giving attention to.</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When it comes to things like deprecated functions, however, we are met with a level of resistance that we don't see in many other places. </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Traditionally, the software development approach has been one of, “if it isn't broken, don't fix it.”</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Simply because something works, doesn't mean it has no vulnerabilities. </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Let's consider a good example where we have something that's traditional and has been known to work and yet is not what we would consider by today's standards to be safe.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This is the classic straight razor. </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It's been used for shaving for thousands of years. </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It does the job beautifully when it is in the hands of someone who has mastered the technique of utilizing it. </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When it's in the hands of someone who is not well versed, it can lead to all sorts of unfortunate situations. </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Worse yet are outcomes, when in the hands of someone who has malicious intent.</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We looked at this problem and came up with an alternative.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Which we see a representation of here.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It does the same work that the straight razor does.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is, of course, the oscillating electric razor.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It operates in a way which is unquestionably safer.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Additionally, it’s easier to master.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So, how does this relate to software functions.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can have a function that was created decades ago that we still 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It does its task as expected, but it’s been determined that it has a vulnerability.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If the vulnerability is leveraged, it may become a threat to the system.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It's not that the function isn't doing its task.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It's that the function can be misused or abused, leading to the compromise of the system’s cybersecurity.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What we would like to do is to replace these functions with ones which are not subject to the vulnerabilities of the current ones.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135969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75322BDB-CB5D-0C03-0555-46EED654BB1A}"/>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0D268CDA-6677-C4D0-88C5-17F47F7C5F4D}"/>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28EE4E46-E858-EFBB-5F74-DE25C05283A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1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100" dirty="0">
                <a:solidFill>
                  <a:srgbClr val="1D1C1D"/>
                </a:solidFill>
                <a:effectLst/>
                <a:latin typeface="Calibri" panose="020F0502020204030204" pitchFamily="34" charset="0"/>
                <a:cs typeface="Calibri" panose="020F0502020204030204" pitchFamily="34" charset="0"/>
              </a:rPr>
              <a:t>With this motivating example out of the way, let’s look at the workflow involved in the handling of deprecated functions.</a:t>
            </a:r>
          </a:p>
        </p:txBody>
      </p:sp>
    </p:spTree>
    <p:extLst>
      <p:ext uri="{BB962C8B-B14F-4D97-AF65-F5344CB8AC3E}">
        <p14:creationId xmlns:p14="http://schemas.microsoft.com/office/powerpoint/2010/main" val="5078666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9A0CBB7C-EB38-2CB6-0D13-D11B58B73E26}"/>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18E2732D-D8D0-D624-9008-FEDFF57093FF}"/>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19DF1504-5183-61AF-1001-6C7C554957C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workflow for performing the deprecated function handling process is broken down into four discrete activities.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These are: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 identifying the deprecated functions</a:t>
            </a: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 incorporating the scan</a:t>
            </a: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 performing the scan</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and finally</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 conducting a triage of the issues identified by the scan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402355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B32C998A-C524-464C-38B8-F7CB81B20825}"/>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41C985DD-9C05-5B40-8678-56B39D8B0EFF}"/>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5E7C39CF-DBC2-AA9C-BE2E-6DEE0961950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 workflow for performing the deprecated function handling process is broken down into four discrete activities.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These are: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identifying the deprecated functions</a:t>
            </a: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 incorporating the scan</a:t>
            </a: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 performing the scan</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and finally</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 conducting a triage of the issues identified by the scan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665843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9D51A33E-06FF-3D03-0B92-BC97B55BC056}"/>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DE4DF951-FA6F-14AC-4EB9-D2600A1EF83B}"/>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38A95004-5458-9910-0BA4-9BE46509022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 workflow for performing the deprecated function handling process is broken down into four discrete activities.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These are: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 identifying the deprecated functions</a:t>
            </a: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incorporating the scan</a:t>
            </a: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performing the </a:t>
            </a:r>
            <a:r>
              <a:rPr lang="en-US" sz="1400" strike="sngStrike" dirty="0">
                <a:solidFill>
                  <a:srgbClr val="1D1C1D"/>
                </a:solidFill>
                <a:effectLst/>
                <a:latin typeface="Calibri" panose="020F0502020204030204" pitchFamily="34" charset="0"/>
                <a:cs typeface="Calibri" panose="020F0502020204030204" pitchFamily="34" charset="0"/>
              </a:rPr>
              <a:t>scan</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and finally</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 conducting a triage of the issues identified by the scan</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064414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AF7B64E9-BAD1-A33E-AD64-F08B4BEC0FA0}"/>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A13FE5D0-AB3D-876D-F49F-D2984627D9A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28659636-E0F1-D2B9-0986-E77AB6F5A4A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 workflow for performing the deprecated function handling process is broken down into four discrete activities.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These are: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 identifying the deprecated functions</a:t>
            </a: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 incorporating the scan</a:t>
            </a: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performing the scan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finally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 conducting a triage of the issues identified by the scan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513814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4FB96496-8E39-1AC9-9DC6-07A291381355}"/>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89AD854E-0084-D9C5-53BC-3300BCE69E10}"/>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EC36CAC6-0600-12A4-2B45-8563FEE5B98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 workflow for performing the deprecated function handling process is broken down into four discrete activities.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These are: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 identifying the deprecated functions</a:t>
            </a: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 incorporating the scan</a:t>
            </a: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 performing the scan</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and finally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conducting a triage of the issues identified by the scan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114032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A916994B-81A7-FD2F-0DD2-87A0F1D793FA}"/>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519CD809-9EE9-F786-9A72-ABAC4499553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4ACB8B14-8400-EE26-9BD8-C7664FFD478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100" dirty="0">
              <a:solidFill>
                <a:srgbClr val="1D1C1D"/>
              </a:solidFill>
              <a:effectLst/>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Let's now turn our attention to each of these activities and get into more detail.</a:t>
            </a:r>
            <a:endParaRPr lang="en-US" sz="11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32105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0400E1AB-7115-90FD-7437-DFCEAAA40C4B}"/>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8450A65D-F255-0B0B-57E8-D86EE45DB148}"/>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33CD2430-2185-2815-4A74-C8DAD4A0C05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first activity in the deprecated functions process is that of identifying the deprecated functions themselves.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a:t>
            </a:r>
            <a:r>
              <a:rPr lang="en-US" sz="1400" b="1" dirty="0">
                <a:solidFill>
                  <a:srgbClr val="1D1C1D"/>
                </a:solidFill>
                <a:effectLst/>
                <a:latin typeface="Calibri" panose="020F0502020204030204" pitchFamily="34" charset="0"/>
                <a:cs typeface="Calibri" panose="020F0502020204030204" pitchFamily="34" charset="0"/>
              </a:rPr>
              <a:t>cybersecurity SME</a:t>
            </a:r>
            <a:r>
              <a:rPr lang="en-US" sz="1400" dirty="0">
                <a:solidFill>
                  <a:srgbClr val="1D1C1D"/>
                </a:solidFill>
                <a:effectLst/>
                <a:latin typeface="Calibri" panose="020F0502020204030204" pitchFamily="34" charset="0"/>
                <a:cs typeface="Calibri" panose="020F0502020204030204" pitchFamily="34" charset="0"/>
              </a:rPr>
              <a:t>, who will look at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a:t>
            </a:r>
            <a:r>
              <a:rPr lang="en-US" sz="1400" b="1" dirty="0">
                <a:solidFill>
                  <a:srgbClr val="1D1C1D"/>
                </a:solidFill>
                <a:effectLst/>
                <a:latin typeface="Calibri" panose="020F0502020204030204" pitchFamily="34" charset="0"/>
                <a:cs typeface="Calibri" panose="020F0502020204030204" pitchFamily="34" charset="0"/>
              </a:rPr>
              <a:t>authoritative sources</a:t>
            </a:r>
            <a:r>
              <a:rPr lang="en-US" sz="1400" dirty="0">
                <a:solidFill>
                  <a:srgbClr val="1D1C1D"/>
                </a:solidFill>
                <a:effectLst/>
                <a:latin typeface="Calibri" panose="020F0502020204030204" pitchFamily="34" charset="0"/>
                <a:cs typeface="Calibri" panose="020F0502020204030204" pitchFamily="34" charset="0"/>
              </a:rPr>
              <a:t>, and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b="1" dirty="0">
                <a:solidFill>
                  <a:srgbClr val="1D1C1D"/>
                </a:solidFill>
                <a:effectLst/>
                <a:latin typeface="Calibri" panose="020F0502020204030204" pitchFamily="34" charset="0"/>
                <a:cs typeface="Calibri" panose="020F0502020204030204" pitchFamily="34" charset="0"/>
              </a:rPr>
              <a:t>identify the deprecated functions </a:t>
            </a:r>
            <a:r>
              <a:rPr lang="en-US" sz="1400" dirty="0">
                <a:solidFill>
                  <a:srgbClr val="1D1C1D"/>
                </a:solidFill>
                <a:effectLst/>
                <a:latin typeface="Calibri" panose="020F0502020204030204" pitchFamily="34" charset="0"/>
                <a:cs typeface="Calibri" panose="020F0502020204030204" pitchFamily="34" charset="0"/>
              </a:rPr>
              <a:t>called out in them.</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These will be compiled into a </a:t>
            </a:r>
            <a:r>
              <a:rPr lang="en-US" sz="1400" b="1" dirty="0">
                <a:solidFill>
                  <a:srgbClr val="1D1C1D"/>
                </a:solidFill>
                <a:effectLst/>
                <a:latin typeface="Calibri" panose="020F0502020204030204" pitchFamily="34" charset="0"/>
                <a:cs typeface="Calibri" panose="020F0502020204030204" pitchFamily="34" charset="0"/>
              </a:rPr>
              <a:t>deprecated functions </a:t>
            </a:r>
            <a:r>
              <a:rPr lang="en-US" sz="1400" dirty="0">
                <a:solidFill>
                  <a:srgbClr val="1D1C1D"/>
                </a:solidFill>
                <a:effectLst/>
                <a:latin typeface="Calibri" panose="020F0502020204030204" pitchFamily="34" charset="0"/>
                <a:cs typeface="Calibri" panose="020F0502020204030204" pitchFamily="34" charset="0"/>
              </a:rPr>
              <a:t>list.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From that list,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 </a:t>
            </a:r>
            <a:r>
              <a:rPr lang="en-US" sz="1400" b="1" dirty="0">
                <a:solidFill>
                  <a:srgbClr val="1D1C1D"/>
                </a:solidFill>
                <a:effectLst/>
                <a:latin typeface="Calibri" panose="020F0502020204030204" pitchFamily="34" charset="0"/>
                <a:cs typeface="Calibri" panose="020F0502020204030204" pitchFamily="34" charset="0"/>
              </a:rPr>
              <a:t>identified deprecated functions report </a:t>
            </a:r>
            <a:r>
              <a:rPr lang="en-US" sz="1400" dirty="0">
                <a:solidFill>
                  <a:srgbClr val="1D1C1D"/>
                </a:solidFill>
                <a:effectLst/>
                <a:latin typeface="Calibri" panose="020F0502020204030204" pitchFamily="34" charset="0"/>
                <a:cs typeface="Calibri" panose="020F0502020204030204" pitchFamily="34" charset="0"/>
              </a:rPr>
              <a:t>will be created.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When doing this, it's Important that the SME focus 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 </a:t>
            </a:r>
            <a:r>
              <a:rPr lang="en-US" sz="1400" b="1" dirty="0">
                <a:solidFill>
                  <a:srgbClr val="1D1C1D"/>
                </a:solidFill>
                <a:effectLst/>
                <a:latin typeface="Calibri" panose="020F0502020204030204" pitchFamily="34" charset="0"/>
                <a:cs typeface="Calibri" panose="020F0502020204030204" pitchFamily="34" charset="0"/>
              </a:rPr>
              <a:t>single language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targeting a </a:t>
            </a:r>
            <a:r>
              <a:rPr lang="en-US" sz="1400" b="1" dirty="0">
                <a:solidFill>
                  <a:srgbClr val="1D1C1D"/>
                </a:solidFill>
                <a:effectLst/>
                <a:latin typeface="Calibri" panose="020F0502020204030204" pitchFamily="34" charset="0"/>
                <a:cs typeface="Calibri" panose="020F0502020204030204" pitchFamily="34" charset="0"/>
              </a:rPr>
              <a:t>single platform</a:t>
            </a:r>
            <a:r>
              <a:rPr lang="en-US" sz="1400" dirty="0">
                <a:solidFill>
                  <a:srgbClr val="1D1C1D"/>
                </a:solidFill>
                <a:effectLst/>
                <a:latin typeface="Calibri" panose="020F0502020204030204" pitchFamily="34" charset="0"/>
                <a:cs typeface="Calibri" panose="020F0502020204030204" pitchFamily="34" charset="0"/>
              </a:rPr>
              <a:t>.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allows better management of how we're going to handle the deprecated functions, and if things change over time, that's going to be a lot simpler to track.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678426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D7242B09-60CB-093C-3665-0BE0CBF28CD3}"/>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5CE8B22D-FCE0-EE21-395B-818BE302EE89}"/>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12BA6D2E-FA08-FBD1-5F48-24D21047864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second activity in The second activity in the deprecated functions handling process is that of incorporating the scan into the build system.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a:t>
            </a:r>
            <a:r>
              <a:rPr lang="en-US" sz="1400" b="1" dirty="0">
                <a:solidFill>
                  <a:srgbClr val="1D1C1D"/>
                </a:solidFill>
                <a:effectLst/>
                <a:latin typeface="Calibri" panose="020F0502020204030204" pitchFamily="34" charset="0"/>
                <a:cs typeface="Calibri" panose="020F0502020204030204" pitchFamily="34" charset="0"/>
              </a:rPr>
              <a:t>DevOps SME </a:t>
            </a:r>
            <a:r>
              <a:rPr lang="en-US" sz="1400" dirty="0">
                <a:solidFill>
                  <a:srgbClr val="1D1C1D"/>
                </a:solidFill>
                <a:effectLst/>
                <a:latin typeface="Calibri" panose="020F0502020204030204" pitchFamily="34" charset="0"/>
                <a:cs typeface="Calibri" panose="020F0502020204030204" pitchFamily="34" charset="0"/>
              </a:rPr>
              <a:t>takes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a:t>
            </a:r>
            <a:r>
              <a:rPr lang="en-US" sz="1400" b="1" dirty="0">
                <a:solidFill>
                  <a:srgbClr val="1D1C1D"/>
                </a:solidFill>
                <a:effectLst/>
                <a:latin typeface="Calibri" panose="020F0502020204030204" pitchFamily="34" charset="0"/>
                <a:cs typeface="Calibri" panose="020F0502020204030204" pitchFamily="34" charset="0"/>
              </a:rPr>
              <a:t>deprecated function </a:t>
            </a:r>
            <a:r>
              <a:rPr lang="en-US" sz="1400" dirty="0">
                <a:solidFill>
                  <a:srgbClr val="1D1C1D"/>
                </a:solidFill>
                <a:effectLst/>
                <a:latin typeface="Calibri" panose="020F0502020204030204" pitchFamily="34" charset="0"/>
                <a:cs typeface="Calibri" panose="020F0502020204030204" pitchFamily="34" charset="0"/>
              </a:rPr>
              <a:t>list,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a:t>
            </a:r>
            <a:r>
              <a:rPr lang="en-US" sz="1400" b="1" dirty="0">
                <a:solidFill>
                  <a:srgbClr val="1D1C1D"/>
                </a:solidFill>
                <a:effectLst/>
                <a:latin typeface="Calibri" panose="020F0502020204030204" pitchFamily="34" charset="0"/>
                <a:cs typeface="Calibri" panose="020F0502020204030204" pitchFamily="34" charset="0"/>
              </a:rPr>
              <a:t>element</a:t>
            </a:r>
            <a:r>
              <a:rPr lang="en-US" sz="1400" dirty="0">
                <a:solidFill>
                  <a:srgbClr val="1D1C1D"/>
                </a:solidFill>
                <a:effectLst/>
                <a:latin typeface="Calibri" panose="020F0502020204030204" pitchFamily="34" charset="0"/>
                <a:cs typeface="Calibri" panose="020F0502020204030204" pitchFamily="34" charset="0"/>
              </a:rPr>
              <a:t> to be scanned, and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a:t>
            </a:r>
            <a:r>
              <a:rPr lang="en-US" sz="1400" b="1" dirty="0">
                <a:solidFill>
                  <a:srgbClr val="1D1C1D"/>
                </a:solidFill>
                <a:effectLst/>
                <a:latin typeface="Calibri" panose="020F0502020204030204" pitchFamily="34" charset="0"/>
                <a:cs typeface="Calibri" panose="020F0502020204030204" pitchFamily="34" charset="0"/>
              </a:rPr>
              <a:t>build file</a:t>
            </a:r>
            <a:r>
              <a:rPr lang="en-US" sz="1400" dirty="0">
                <a:solidFill>
                  <a:srgbClr val="1D1C1D"/>
                </a:solidFill>
                <a:effectLst/>
                <a:latin typeface="Calibri" panose="020F0502020204030204" pitchFamily="34" charset="0"/>
                <a:cs typeface="Calibri" panose="020F0502020204030204" pitchFamily="34" charset="0"/>
              </a:rPr>
              <a: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a:t>
            </a:r>
            <a:r>
              <a:rPr lang="en-US" sz="1400" b="1" dirty="0">
                <a:solidFill>
                  <a:srgbClr val="1D1C1D"/>
                </a:solidFill>
                <a:effectLst/>
                <a:latin typeface="Calibri" panose="020F0502020204030204" pitchFamily="34" charset="0"/>
                <a:cs typeface="Calibri" panose="020F0502020204030204" pitchFamily="34" charset="0"/>
              </a:rPr>
              <a:t>makes the changes necessary to the build file </a:t>
            </a:r>
            <a:r>
              <a:rPr lang="en-US" sz="1400" dirty="0">
                <a:solidFill>
                  <a:srgbClr val="1D1C1D"/>
                </a:solidFill>
                <a:effectLst/>
                <a:latin typeface="Calibri" panose="020F0502020204030204" pitchFamily="34" charset="0"/>
                <a:cs typeface="Calibri" panose="020F0502020204030204" pitchFamily="34" charset="0"/>
              </a:rPr>
              <a:t>to enable scanning.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the result of this is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 </a:t>
            </a:r>
            <a:r>
              <a:rPr lang="en-US" sz="1400" b="1" dirty="0">
                <a:solidFill>
                  <a:srgbClr val="1D1C1D"/>
                </a:solidFill>
                <a:effectLst/>
                <a:latin typeface="Calibri" panose="020F0502020204030204" pitchFamily="34" charset="0"/>
                <a:cs typeface="Calibri" panose="020F0502020204030204" pitchFamily="34" charset="0"/>
              </a:rPr>
              <a:t>updated build file</a:t>
            </a:r>
            <a:r>
              <a:rPr lang="en-US" sz="1400" dirty="0">
                <a:solidFill>
                  <a:srgbClr val="1D1C1D"/>
                </a:solidFill>
                <a:effectLst/>
                <a:latin typeface="Calibri" panose="020F0502020204030204" pitchFamily="34" charset="0"/>
                <a:cs typeface="Calibri" panose="020F0502020204030204" pitchFamily="34" charset="0"/>
              </a:rPr>
              <a:t>.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There are two things that we need to consider.</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first is the </a:t>
            </a:r>
            <a:r>
              <a:rPr lang="en-US" sz="1400" b="1" dirty="0">
                <a:solidFill>
                  <a:srgbClr val="1D1C1D"/>
                </a:solidFill>
                <a:effectLst/>
                <a:latin typeface="Calibri" panose="020F0502020204030204" pitchFamily="34" charset="0"/>
                <a:cs typeface="Calibri" panose="020F0502020204030204" pitchFamily="34" charset="0"/>
              </a:rPr>
              <a:t>tooling</a:t>
            </a:r>
            <a:r>
              <a:rPr lang="en-US" sz="1400" dirty="0">
                <a:solidFill>
                  <a:srgbClr val="1D1C1D"/>
                </a:solidFill>
                <a:effectLst/>
                <a:latin typeface="Calibri" panose="020F0502020204030204" pitchFamily="34" charset="0"/>
                <a:cs typeface="Calibri" panose="020F0502020204030204" pitchFamily="34" charset="0"/>
              </a:rPr>
              <a:t> used.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mechanism used to perform the scan could be anything from a piece of standard software that's already in use, to simple regular expression tools.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Our second consideration is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that of </a:t>
            </a:r>
            <a:r>
              <a:rPr lang="en-US" sz="1400" b="1" dirty="0">
                <a:solidFill>
                  <a:srgbClr val="1D1C1D"/>
                </a:solidFill>
                <a:effectLst/>
                <a:latin typeface="Calibri" panose="020F0502020204030204" pitchFamily="34" charset="0"/>
                <a:cs typeface="Calibri" panose="020F0502020204030204" pitchFamily="34" charset="0"/>
              </a:rPr>
              <a:t>dependencies</a:t>
            </a:r>
            <a:r>
              <a:rPr lang="en-US" sz="1400" dirty="0">
                <a:solidFill>
                  <a:srgbClr val="1D1C1D"/>
                </a:solidFill>
                <a:effectLst/>
                <a:latin typeface="Calibri" panose="020F0502020204030204" pitchFamily="34" charset="0"/>
                <a:cs typeface="Calibri" panose="020F0502020204030204" pitchFamily="34" charset="0"/>
              </a:rPr>
              <a:t>.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don't want to waste time scanning code which we have no control over. </a:t>
            </a:r>
          </a:p>
        </p:txBody>
      </p:sp>
    </p:spTree>
    <p:extLst>
      <p:ext uri="{BB962C8B-B14F-4D97-AF65-F5344CB8AC3E}">
        <p14:creationId xmlns:p14="http://schemas.microsoft.com/office/powerpoint/2010/main" val="17564395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D0A350E3-D49D-E10A-A906-568A5898925A}"/>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38F3882B-1C0B-ECDB-E09B-59AB69B7FFDE}"/>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41ECD6CD-1ADC-8FCC-F4B9-1BA614FED45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third activity in the deprecated functions handling process is that of performing the scan.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a:t>
            </a:r>
            <a:r>
              <a:rPr lang="en-US" sz="1400" b="1" dirty="0">
                <a:solidFill>
                  <a:srgbClr val="1D1C1D"/>
                </a:solidFill>
                <a:effectLst/>
                <a:latin typeface="Calibri" panose="020F0502020204030204" pitchFamily="34" charset="0"/>
                <a:cs typeface="Calibri" panose="020F0502020204030204" pitchFamily="34" charset="0"/>
              </a:rPr>
              <a:t>updated build file </a:t>
            </a:r>
            <a:r>
              <a:rPr lang="en-US" sz="1400" dirty="0">
                <a:solidFill>
                  <a:srgbClr val="1D1C1D"/>
                </a:solidFill>
                <a:effectLst/>
                <a:latin typeface="Calibri" panose="020F0502020204030204" pitchFamily="34" charset="0"/>
                <a:cs typeface="Calibri" panose="020F0502020204030204" pitchFamily="34" charset="0"/>
              </a:rPr>
              <a:t>is going to invoke the tool used to take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a:t>
            </a:r>
            <a:r>
              <a:rPr lang="en-US" sz="1400" b="1" dirty="0">
                <a:solidFill>
                  <a:srgbClr val="1D1C1D"/>
                </a:solidFill>
                <a:effectLst/>
                <a:latin typeface="Calibri" panose="020F0502020204030204" pitchFamily="34" charset="0"/>
                <a:cs typeface="Calibri" panose="020F0502020204030204" pitchFamily="34" charset="0"/>
              </a:rPr>
              <a:t>element</a:t>
            </a:r>
            <a:r>
              <a:rPr lang="en-US" sz="1400" dirty="0">
                <a:solidFill>
                  <a:srgbClr val="1D1C1D"/>
                </a:solidFill>
                <a:effectLst/>
                <a:latin typeface="Calibri" panose="020F0502020204030204" pitchFamily="34" charset="0"/>
                <a:cs typeface="Calibri" panose="020F0502020204030204" pitchFamily="34" charset="0"/>
              </a:rPr>
              <a:t> under consideration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a:t>
            </a:r>
            <a:r>
              <a:rPr lang="en-US" sz="1400" b="1" dirty="0">
                <a:solidFill>
                  <a:srgbClr val="1D1C1D"/>
                </a:solidFill>
                <a:effectLst/>
                <a:latin typeface="Calibri" panose="020F0502020204030204" pitchFamily="34" charset="0"/>
                <a:cs typeface="Calibri" panose="020F0502020204030204" pitchFamily="34" charset="0"/>
              </a:rPr>
              <a:t>scan for deprecated functions</a:t>
            </a:r>
            <a:r>
              <a:rPr lang="en-US" sz="1400" dirty="0">
                <a:solidFill>
                  <a:srgbClr val="1D1C1D"/>
                </a:solidFill>
                <a:effectLst/>
                <a:latin typeface="Calibri" panose="020F0502020204030204" pitchFamily="34" charset="0"/>
                <a:cs typeface="Calibri" panose="020F0502020204030204" pitchFamily="34" charset="0"/>
              </a:rPr>
              <a:t>.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will yield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 </a:t>
            </a:r>
            <a:r>
              <a:rPr lang="en-US" sz="1400" b="1" dirty="0">
                <a:solidFill>
                  <a:srgbClr val="1D1C1D"/>
                </a:solidFill>
                <a:effectLst/>
                <a:latin typeface="Calibri" panose="020F0502020204030204" pitchFamily="34" charset="0"/>
                <a:cs typeface="Calibri" panose="020F0502020204030204" pitchFamily="34" charset="0"/>
              </a:rPr>
              <a:t>scan output </a:t>
            </a:r>
            <a:r>
              <a:rPr lang="en-US" sz="1400" dirty="0">
                <a:solidFill>
                  <a:srgbClr val="1D1C1D"/>
                </a:solidFill>
                <a:effectLst/>
                <a:latin typeface="Calibri" panose="020F0502020204030204" pitchFamily="34" charset="0"/>
                <a:cs typeface="Calibri" panose="020F0502020204030204" pitchFamily="34" charset="0"/>
              </a:rPr>
              <a:t>file.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Ideally this be done within the context of the CI/CD pipeline and without manual intervention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Now, It is </a:t>
            </a:r>
            <a:r>
              <a:rPr lang="en-US" sz="1400" b="1" dirty="0">
                <a:solidFill>
                  <a:srgbClr val="1D1C1D"/>
                </a:solidFill>
                <a:effectLst/>
                <a:latin typeface="Calibri" panose="020F0502020204030204" pitchFamily="34" charset="0"/>
                <a:cs typeface="Calibri" panose="020F0502020204030204" pitchFamily="34" charset="0"/>
              </a:rPr>
              <a:t>possible to do this manually</a:t>
            </a:r>
            <a:r>
              <a:rPr lang="en-US" sz="1400" dirty="0">
                <a:solidFill>
                  <a:srgbClr val="1D1C1D"/>
                </a:solidFill>
                <a:effectLst/>
                <a:latin typeface="Calibri" panose="020F0502020204030204" pitchFamily="34" charset="0"/>
                <a:cs typeface="Calibri" panose="020F0502020204030204" pitchFamily="34" charset="0"/>
              </a:rPr>
              <a:t>.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is true with all automation.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don't have automation until we can perform the task by hand.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so, just because we see these activities which don't show an explicit actor, that doesn't mean that it is not possible for an actor to invoke the tooling that has been set up in order to perform this particular task.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835444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3588400E-8DF2-7D35-2CC7-63C565307AB2}"/>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F8C7C75E-F25A-7DE9-DEDF-1A37FDFDB54F}"/>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CC4CF5F0-3B82-DBC3-2DF1-B8C3EBC936E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final activity in the deprecated function handling process, as with so many AVCDL processes, is that of triage.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a:t>
            </a:r>
            <a:r>
              <a:rPr lang="en-US" sz="1400" b="1" dirty="0">
                <a:solidFill>
                  <a:srgbClr val="1D1C1D"/>
                </a:solidFill>
                <a:effectLst/>
                <a:latin typeface="Calibri" panose="020F0502020204030204" pitchFamily="34" charset="0"/>
                <a:cs typeface="Calibri" panose="020F0502020204030204" pitchFamily="34" charset="0"/>
              </a:rPr>
              <a:t>cybersecurity SME </a:t>
            </a:r>
            <a:r>
              <a:rPr lang="en-US" sz="1400" dirty="0">
                <a:solidFill>
                  <a:srgbClr val="1D1C1D"/>
                </a:solidFill>
                <a:effectLst/>
                <a:latin typeface="Calibri" panose="020F0502020204030204" pitchFamily="34" charset="0"/>
                <a:cs typeface="Calibri" panose="020F0502020204030204" pitchFamily="34" charset="0"/>
              </a:rPr>
              <a:t>and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a:t>
            </a:r>
            <a:r>
              <a:rPr lang="en-US" sz="1400" b="1" dirty="0">
                <a:solidFill>
                  <a:srgbClr val="1D1C1D"/>
                </a:solidFill>
                <a:effectLst/>
                <a:latin typeface="Calibri" panose="020F0502020204030204" pitchFamily="34" charset="0"/>
                <a:cs typeface="Calibri" panose="020F0502020204030204" pitchFamily="34" charset="0"/>
              </a:rPr>
              <a:t>development SME </a:t>
            </a:r>
            <a:r>
              <a:rPr lang="en-US" sz="1400" dirty="0">
                <a:solidFill>
                  <a:srgbClr val="1D1C1D"/>
                </a:solidFill>
                <a:effectLst/>
                <a:latin typeface="Calibri" panose="020F0502020204030204" pitchFamily="34" charset="0"/>
                <a:cs typeface="Calibri" panose="020F0502020204030204" pitchFamily="34" charset="0"/>
              </a:rPr>
              <a:t>take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a:t>
            </a:r>
            <a:r>
              <a:rPr lang="en-US" sz="1400" b="1" dirty="0">
                <a:solidFill>
                  <a:srgbClr val="1D1C1D"/>
                </a:solidFill>
                <a:effectLst/>
                <a:latin typeface="Calibri" panose="020F0502020204030204" pitchFamily="34" charset="0"/>
                <a:cs typeface="Calibri" panose="020F0502020204030204" pitchFamily="34" charset="0"/>
              </a:rPr>
              <a:t>scan output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a:t>
            </a:r>
            <a:r>
              <a:rPr lang="en-US" sz="1400" b="1" dirty="0">
                <a:solidFill>
                  <a:srgbClr val="1D1C1D"/>
                </a:solidFill>
                <a:effectLst/>
                <a:latin typeface="Calibri" panose="020F0502020204030204" pitchFamily="34" charset="0"/>
                <a:cs typeface="Calibri" panose="020F0502020204030204" pitchFamily="34" charset="0"/>
              </a:rPr>
              <a:t>triage</a:t>
            </a:r>
            <a:r>
              <a:rPr lang="en-US" sz="1400" dirty="0">
                <a:solidFill>
                  <a:srgbClr val="1D1C1D"/>
                </a:solidFill>
                <a:effectLst/>
                <a:latin typeface="Calibri" panose="020F0502020204030204" pitchFamily="34" charset="0"/>
                <a:cs typeface="Calibri" panose="020F0502020204030204" pitchFamily="34" charset="0"/>
              </a:rPr>
              <a:t> it.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Any deprecated functions correctly identified will be added to</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 </a:t>
            </a:r>
            <a:r>
              <a:rPr lang="en-US" sz="1400" b="1" dirty="0">
                <a:solidFill>
                  <a:srgbClr val="1D1C1D"/>
                </a:solidFill>
                <a:effectLst/>
                <a:latin typeface="Calibri" panose="020F0502020204030204" pitchFamily="34" charset="0"/>
                <a:cs typeface="Calibri" panose="020F0502020204030204" pitchFamily="34" charset="0"/>
              </a:rPr>
              <a:t>identified issues </a:t>
            </a:r>
            <a:r>
              <a:rPr lang="en-US" sz="1400" dirty="0">
                <a:solidFill>
                  <a:srgbClr val="1D1C1D"/>
                </a:solidFill>
                <a:effectLst/>
                <a:latin typeface="Calibri" panose="020F0502020204030204" pitchFamily="34" charset="0"/>
                <a:cs typeface="Calibri" panose="020F0502020204030204" pitchFamily="34" charset="0"/>
              </a:rPr>
              <a:t>list and passed along to be addressed.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Finally, a </a:t>
            </a:r>
            <a:r>
              <a:rPr lang="en-US" sz="1400" b="1" dirty="0">
                <a:solidFill>
                  <a:srgbClr val="1D1C1D"/>
                </a:solidFill>
                <a:effectLst/>
                <a:latin typeface="Calibri" panose="020F0502020204030204" pitchFamily="34" charset="0"/>
                <a:cs typeface="Calibri" panose="020F0502020204030204" pitchFamily="34" charset="0"/>
              </a:rPr>
              <a:t>currently used deprecated functions report </a:t>
            </a:r>
            <a:r>
              <a:rPr lang="en-US" sz="1400" dirty="0">
                <a:solidFill>
                  <a:srgbClr val="1D1C1D"/>
                </a:solidFill>
                <a:effectLst/>
                <a:latin typeface="Calibri" panose="020F0502020204030204" pitchFamily="34" charset="0"/>
                <a:cs typeface="Calibri" panose="020F0502020204030204" pitchFamily="34" charset="0"/>
              </a:rPr>
              <a:t>will be produced.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There are two things we want to keep in mind here.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first is that the </a:t>
            </a:r>
            <a:r>
              <a:rPr lang="en-US" sz="1400" b="1" dirty="0">
                <a:solidFill>
                  <a:srgbClr val="1D1C1D"/>
                </a:solidFill>
                <a:effectLst/>
                <a:latin typeface="Calibri" panose="020F0502020204030204" pitchFamily="34" charset="0"/>
                <a:cs typeface="Calibri" panose="020F0502020204030204" pitchFamily="34" charset="0"/>
              </a:rPr>
              <a:t>Identified issues may be filed immediately </a:t>
            </a:r>
            <a:r>
              <a:rPr lang="en-US" sz="1400" dirty="0">
                <a:solidFill>
                  <a:srgbClr val="1D1C1D"/>
                </a:solidFill>
                <a:effectLst/>
                <a:latin typeface="Calibri" panose="020F0502020204030204" pitchFamily="34" charset="0"/>
                <a:cs typeface="Calibri" panose="020F0502020204030204" pitchFamily="34" charset="0"/>
              </a:rPr>
              <a:t>if they are in obvious need of correction.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Only those issues requiring additional review need go to the threat prioritization process.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Second, if we have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b="1" dirty="0">
                <a:solidFill>
                  <a:srgbClr val="1D1C1D"/>
                </a:solidFill>
                <a:effectLst/>
                <a:latin typeface="Calibri" panose="020F0502020204030204" pitchFamily="34" charset="0"/>
                <a:cs typeface="Calibri" panose="020F0502020204030204" pitchFamily="34" charset="0"/>
              </a:rPr>
              <a:t>tool false positives</a:t>
            </a:r>
            <a:r>
              <a:rPr lang="en-US" sz="1400" dirty="0">
                <a:solidFill>
                  <a:srgbClr val="1D1C1D"/>
                </a:solidFill>
                <a:effectLst/>
                <a:latin typeface="Calibri" panose="020F0502020204030204" pitchFamily="34" charset="0"/>
                <a:cs typeface="Calibri" panose="020F0502020204030204" pitchFamily="34" charset="0"/>
              </a:rPr>
              <a:t>, where the scanner is identifying functions inappropriately, those issues should be rejected, and either the source or scoping of the scan needs to be adjusted. </a:t>
            </a:r>
          </a:p>
        </p:txBody>
      </p:sp>
    </p:spTree>
    <p:extLst>
      <p:ext uri="{BB962C8B-B14F-4D97-AF65-F5344CB8AC3E}">
        <p14:creationId xmlns:p14="http://schemas.microsoft.com/office/powerpoint/2010/main" val="33227827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C02500B6-CC10-84C8-ABDC-BD638F1D5AD8}"/>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D35F4D31-BB3F-01C8-896C-9B094114FCE7}"/>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AF737493-1B2F-17A8-FD0F-8A549207327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Now let's take a moment to talk about the report.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At this point, we've triaged the results of the scan and identified those issues which need further attention.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Either they're going into the threat prioritization process, or directly to issue tracking.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We've also identified those outputs from the scan which are false positives and need to be dealt with.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results of the triage now need to be put into a human readable form.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When we're talking about the issues, we're going to be encoding those, ideally, in SARIF, because that gives us this common way to move things through the CI/CD pipeline.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report will cover the element, the particular deprecated functions found, and where they are within the element.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It will be grouped to show the issues that we need to address followed by those we're not going to address.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will be covered in detail in the triage activity material.</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It's also addressed in the </a:t>
            </a:r>
            <a:r>
              <a:rPr lang="en-US" sz="1400" b="1" dirty="0">
                <a:solidFill>
                  <a:srgbClr val="1D1C1D"/>
                </a:solidFill>
                <a:effectLst/>
                <a:latin typeface="Calibri" panose="020F0502020204030204" pitchFamily="34" charset="0"/>
                <a:cs typeface="Calibri" panose="020F0502020204030204" pitchFamily="34" charset="0"/>
              </a:rPr>
              <a:t>Report Generation </a:t>
            </a:r>
            <a:r>
              <a:rPr lang="en-US" sz="1400" dirty="0">
                <a:solidFill>
                  <a:srgbClr val="1D1C1D"/>
                </a:solidFill>
                <a:effectLst/>
                <a:latin typeface="Calibri" panose="020F0502020204030204" pitchFamily="34" charset="0"/>
                <a:cs typeface="Calibri" panose="020F0502020204030204" pitchFamily="34" charset="0"/>
              </a:rPr>
              <a:t>elaboration material. </a:t>
            </a:r>
          </a:p>
        </p:txBody>
      </p:sp>
    </p:spTree>
    <p:extLst>
      <p:ext uri="{BB962C8B-B14F-4D97-AF65-F5344CB8AC3E}">
        <p14:creationId xmlns:p14="http://schemas.microsoft.com/office/powerpoint/2010/main" val="21727659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C9D6BA4B-F2CC-7456-C563-FCAAFF596B9A}"/>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918B19F7-EB23-2069-BFF3-F3B32545E2DB}"/>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1E83C649-D857-D4E3-D095-345CF4203E8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That's an overview of the process used in handling deprecated functions.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Now let's review what's been covered.</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4145680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Stepping through our process, we want to</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identify the deprecated functions.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Incorporate scanning into the pipeline for particular elements.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Next, we want to scan the source code for the deprecated functions.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triage the results.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thing to keep in mind here is that you want to</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start small and expand, as with all things we do within the context of cybersecurity.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Also, and most importantly, we want to</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report the findings, because that's the goal of this particular activity.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Further Reading</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For more information, and to get a more in-depth set of references, the Currently Used Deprecated Functions Document secondary document is available in the AVCDL GitHub repository.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AVCDL on GitHub</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All AVCDL materials, both in source and distribution forms, are available on our GitHub site, as shown here.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Because of the size of the repository, it's recommended that you either clone the repository or download a ZIP archive of it, if you're not familiar with using git.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Instructions for downloading a ZIP archive are linked to on the repository’s front page.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AVCDL on YouTube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Videos covering various aspects of the AVCDL are available on our YouTube channel, as shown here.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It's important to note that all AVCDL materials except for the introductory blog posts are intended for product cybersecurity engineering practitioners.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841265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For more information, and to get a more in-depth set of references, the </a:t>
            </a:r>
            <a:r>
              <a:rPr lang="en-US" sz="1400" b="1" dirty="0">
                <a:latin typeface="Calibri" panose="020F0502020204030204" pitchFamily="34" charset="0"/>
                <a:cs typeface="Calibri" panose="020F0502020204030204" pitchFamily="34" charset="0"/>
              </a:rPr>
              <a:t>Currently Used Deprecated Functions Document </a:t>
            </a:r>
            <a:r>
              <a:rPr lang="en-US" sz="1400" dirty="0">
                <a:latin typeface="Calibri" panose="020F0502020204030204" pitchFamily="34" charset="0"/>
                <a:cs typeface="Calibri" panose="020F0502020204030204" pitchFamily="34" charset="0"/>
              </a:rPr>
              <a:t>secondary document is available in the </a:t>
            </a:r>
            <a:r>
              <a:rPr lang="en-US" sz="1400" b="1" dirty="0">
                <a:latin typeface="Calibri" panose="020F0502020204030204" pitchFamily="34" charset="0"/>
                <a:cs typeface="Calibri" panose="020F0502020204030204" pitchFamily="34" charset="0"/>
              </a:rPr>
              <a:t>AVCDL</a:t>
            </a:r>
            <a:r>
              <a:rPr lang="en-US" sz="1400" dirty="0">
                <a:latin typeface="Calibri" panose="020F0502020204030204" pitchFamily="34" charset="0"/>
                <a:cs typeface="Calibri" panose="020F0502020204030204" pitchFamily="34" charset="0"/>
              </a:rPr>
              <a:t> GitHub repository.</a:t>
            </a:r>
          </a:p>
        </p:txBody>
      </p:sp>
    </p:spTree>
    <p:extLst>
      <p:ext uri="{BB962C8B-B14F-4D97-AF65-F5344CB8AC3E}">
        <p14:creationId xmlns:p14="http://schemas.microsoft.com/office/powerpoint/2010/main" val="35780262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All </a:t>
            </a:r>
            <a:r>
              <a:rPr lang="en-US" sz="1400" dirty="0">
                <a:effectLst/>
                <a:latin typeface="Calibri" panose="020F0502020204030204" pitchFamily="34" charset="0"/>
                <a:ea typeface="Calibri" panose="020F0502020204030204" pitchFamily="34" charset="0"/>
                <a:cs typeface="Calibri" panose="020F0502020204030204" pitchFamily="34" charset="0"/>
              </a:rPr>
              <a:t>AVCDL materials, both in source and distribution forms, are available on our GitHub site, as shown here.</a:t>
            </a:r>
          </a:p>
          <a:p>
            <a:pPr marL="0" marR="0" indent="0" algn="just">
              <a:spcBef>
                <a:spcPts val="0"/>
              </a:spcBef>
              <a:spcAft>
                <a:spcPts val="1200"/>
              </a:spcAft>
              <a:buNone/>
            </a:pPr>
            <a:endParaRPr lang="en-US" sz="1400" dirty="0">
              <a:effectLst/>
              <a:latin typeface="Calibri" panose="020F0502020204030204" pitchFamily="34" charset="0"/>
              <a:ea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Because of the size of the repository, it's recommended that you either clone the repository or download a ZIP archive of it, if you're not familiar with using git.</a:t>
            </a:r>
          </a:p>
          <a:p>
            <a:pPr marL="0" marR="0" indent="0" algn="just">
              <a:spcBef>
                <a:spcPts val="0"/>
              </a:spcBef>
              <a:spcAft>
                <a:spcPts val="1200"/>
              </a:spcAft>
              <a:buNone/>
            </a:pPr>
            <a:endPar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Instructions for downloading a ZIP archive are linked to on the repository’s front page. </a:t>
            </a:r>
            <a:endParaRPr lang="en-US" sz="1400" dirty="0">
              <a:effectLst/>
              <a:latin typeface="Calibri" panose="020F0502020204030204" pitchFamily="34" charset="0"/>
              <a:ea typeface="Calibri" panose="020F0502020204030204" pitchFamily="34" charset="0"/>
              <a:cs typeface="Calibri" panose="020F0502020204030204" pitchFamily="34" charset="0"/>
            </a:endParaRPr>
          </a:p>
          <a:p>
            <a:pPr marL="0" lvl="0" indent="0" algn="l" rtl="0">
              <a:spcBef>
                <a:spcPts val="0"/>
              </a:spcBef>
              <a:spcAft>
                <a:spcPts val="0"/>
              </a:spcAft>
              <a:buNone/>
            </a:pPr>
            <a:endParaRPr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2198740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Videos covering various aspects of the AVCDL are available on our YouTube channel, as shown here.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It's important to note that all AVCDL materials with the exception of the introductory blog posts are intended for product cybersecurity engineering practitioners.</a:t>
            </a:r>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10618921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With this training complete</a:t>
            </a:r>
            <a:r>
              <a:rPr lang="en-US" sz="1400" dirty="0"/>
              <a:t>, once you’ve completed the other </a:t>
            </a:r>
            <a:r>
              <a:rPr lang="en-US" sz="1100" b="0" i="0" u="none" strike="noStrike" cap="none" dirty="0">
                <a:solidFill>
                  <a:srgbClr val="000000"/>
                </a:solidFill>
                <a:effectLst/>
                <a:latin typeface="Arial"/>
                <a:ea typeface="Arial"/>
                <a:cs typeface="Arial"/>
                <a:sym typeface="Arial"/>
              </a:rPr>
              <a:t>deprecated functions </a:t>
            </a:r>
            <a:r>
              <a:rPr lang="en-US" sz="1400" dirty="0"/>
              <a:t>trainings, you can proceed to the other trainings at this level, these include:</a:t>
            </a:r>
          </a:p>
          <a:p>
            <a:pPr marL="0" marR="0" indent="0" algn="just">
              <a:spcBef>
                <a:spcPts val="0"/>
              </a:spcBef>
              <a:spcAft>
                <a:spcPts val="1200"/>
              </a:spcAft>
              <a:buNone/>
            </a:pPr>
            <a:endParaRPr lang="en-US" sz="1400" dirty="0"/>
          </a:p>
          <a:p>
            <a:pPr marL="285750" marR="0" indent="-285750" algn="just">
              <a:spcBef>
                <a:spcPts val="0"/>
              </a:spcBef>
              <a:spcAft>
                <a:spcPts val="1200"/>
              </a:spcAft>
            </a:pPr>
            <a:r>
              <a:rPr lang="en-US" sz="1400" b="1" dirty="0"/>
              <a:t>Code Reuse</a:t>
            </a:r>
          </a:p>
          <a:p>
            <a:pPr marL="0" marR="0" indent="0" algn="just">
              <a:spcBef>
                <a:spcPts val="0"/>
              </a:spcBef>
              <a:spcAft>
                <a:spcPts val="1200"/>
              </a:spcAft>
              <a:buNone/>
            </a:pPr>
            <a:endParaRPr lang="en-US" sz="1400" dirty="0"/>
          </a:p>
          <a:p>
            <a:pPr marL="0" marR="0" indent="0" algn="just">
              <a:spcBef>
                <a:spcPts val="0"/>
              </a:spcBef>
              <a:spcAft>
                <a:spcPts val="1200"/>
              </a:spcAft>
              <a:buNone/>
            </a:pPr>
            <a:r>
              <a:rPr lang="en-US" sz="1400" dirty="0"/>
              <a:t>and</a:t>
            </a:r>
          </a:p>
          <a:p>
            <a:pPr marL="285750" marR="0" indent="-285750" algn="just">
              <a:spcBef>
                <a:spcPts val="0"/>
              </a:spcBef>
              <a:spcAft>
                <a:spcPts val="1200"/>
              </a:spcAft>
            </a:pPr>
            <a:endParaRPr lang="en-US" sz="1400" dirty="0"/>
          </a:p>
          <a:p>
            <a:pPr marL="285750" marR="0" indent="-285750" algn="just">
              <a:spcBef>
                <a:spcPts val="0"/>
              </a:spcBef>
              <a:spcAft>
                <a:spcPts val="1200"/>
              </a:spcAft>
            </a:pPr>
            <a:r>
              <a:rPr lang="en-US" sz="1400" b="1" dirty="0"/>
              <a:t>Secure Coding</a:t>
            </a:r>
          </a:p>
        </p:txBody>
      </p:sp>
    </p:spTree>
    <p:extLst>
      <p:ext uri="{BB962C8B-B14F-4D97-AF65-F5344CB8AC3E}">
        <p14:creationId xmlns:p14="http://schemas.microsoft.com/office/powerpoint/2010/main" val="370173961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4"/>
        <p:cNvGrpSpPr/>
        <p:nvPr/>
      </p:nvGrpSpPr>
      <p:grpSpPr>
        <a:xfrm>
          <a:off x="0" y="0"/>
          <a:ext cx="0" cy="0"/>
          <a:chOff x="0" y="0"/>
          <a:chExt cx="0" cy="0"/>
        </a:xfrm>
      </p:grpSpPr>
      <p:sp>
        <p:nvSpPr>
          <p:cNvPr id="875" name="Google Shape;875;gbd8f7373d4_0_397: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6" name="Google Shape;876;gbd8f7373d4_0_3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Here are the references to the source material used in the creation of this presentation.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They'll also be included in the video description.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Additionally, this presentation’s source material will be provided on the AVCDL GitHub repository.</a:t>
            </a: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667727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https://creativecommons.org/licenses/by/4.0/legalcode" TargetMode="Externa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415507" y="992767"/>
            <a:ext cx="11358000" cy="2736900"/>
          </a:xfrm>
          <a:prstGeom prst="rect">
            <a:avLst/>
          </a:prstGeom>
        </p:spPr>
        <p:txBody>
          <a:bodyPr spcFirstLastPara="1" wrap="square" lIns="121875" tIns="121875" rIns="121875" bIns="121875" anchor="b" anchorCtr="0">
            <a:noAutofit/>
          </a:bodyPr>
          <a:lstStyle>
            <a:lvl1pPr lvl="0" algn="ctr">
              <a:spcBef>
                <a:spcPts val="0"/>
              </a:spcBef>
              <a:spcAft>
                <a:spcPts val="0"/>
              </a:spcAft>
              <a:buSzPts val="6900"/>
              <a:buNone/>
              <a:defRPr sz="6900"/>
            </a:lvl1pPr>
            <a:lvl2pPr lvl="1" algn="ctr">
              <a:spcBef>
                <a:spcPts val="0"/>
              </a:spcBef>
              <a:spcAft>
                <a:spcPts val="0"/>
              </a:spcAft>
              <a:buSzPts val="6900"/>
              <a:buNone/>
              <a:defRPr sz="6900"/>
            </a:lvl2pPr>
            <a:lvl3pPr lvl="2" algn="ctr">
              <a:spcBef>
                <a:spcPts val="0"/>
              </a:spcBef>
              <a:spcAft>
                <a:spcPts val="0"/>
              </a:spcAft>
              <a:buSzPts val="6900"/>
              <a:buNone/>
              <a:defRPr sz="6900"/>
            </a:lvl3pPr>
            <a:lvl4pPr lvl="3" algn="ctr">
              <a:spcBef>
                <a:spcPts val="0"/>
              </a:spcBef>
              <a:spcAft>
                <a:spcPts val="0"/>
              </a:spcAft>
              <a:buSzPts val="6900"/>
              <a:buNone/>
              <a:defRPr sz="6900"/>
            </a:lvl4pPr>
            <a:lvl5pPr lvl="4" algn="ctr">
              <a:spcBef>
                <a:spcPts val="0"/>
              </a:spcBef>
              <a:spcAft>
                <a:spcPts val="0"/>
              </a:spcAft>
              <a:buSzPts val="6900"/>
              <a:buNone/>
              <a:defRPr sz="6900"/>
            </a:lvl5pPr>
            <a:lvl6pPr lvl="5" algn="ctr">
              <a:spcBef>
                <a:spcPts val="0"/>
              </a:spcBef>
              <a:spcAft>
                <a:spcPts val="0"/>
              </a:spcAft>
              <a:buSzPts val="6900"/>
              <a:buNone/>
              <a:defRPr sz="6900"/>
            </a:lvl6pPr>
            <a:lvl7pPr lvl="6" algn="ctr">
              <a:spcBef>
                <a:spcPts val="0"/>
              </a:spcBef>
              <a:spcAft>
                <a:spcPts val="0"/>
              </a:spcAft>
              <a:buSzPts val="6900"/>
              <a:buNone/>
              <a:defRPr sz="6900"/>
            </a:lvl7pPr>
            <a:lvl8pPr lvl="7" algn="ctr">
              <a:spcBef>
                <a:spcPts val="0"/>
              </a:spcBef>
              <a:spcAft>
                <a:spcPts val="0"/>
              </a:spcAft>
              <a:buSzPts val="6900"/>
              <a:buNone/>
              <a:defRPr sz="6900"/>
            </a:lvl8pPr>
            <a:lvl9pPr lvl="8" algn="ctr">
              <a:spcBef>
                <a:spcPts val="0"/>
              </a:spcBef>
              <a:spcAft>
                <a:spcPts val="0"/>
              </a:spcAft>
              <a:buSzPts val="6900"/>
              <a:buNone/>
              <a:defRPr sz="6900"/>
            </a:lvl9pPr>
          </a:lstStyle>
          <a:p>
            <a:endParaRPr/>
          </a:p>
        </p:txBody>
      </p:sp>
      <p:sp>
        <p:nvSpPr>
          <p:cNvPr id="11" name="Google Shape;11;p2"/>
          <p:cNvSpPr txBox="1">
            <a:spLocks noGrp="1"/>
          </p:cNvSpPr>
          <p:nvPr>
            <p:ph type="subTitle" idx="1"/>
          </p:nvPr>
        </p:nvSpPr>
        <p:spPr>
          <a:xfrm>
            <a:off x="415496" y="3778833"/>
            <a:ext cx="11358000" cy="1056900"/>
          </a:xfrm>
          <a:prstGeom prst="rect">
            <a:avLst/>
          </a:prstGeom>
        </p:spPr>
        <p:txBody>
          <a:bodyPr spcFirstLastPara="1" wrap="square" lIns="121875" tIns="121875" rIns="121875" bIns="121875" anchor="t" anchorCtr="0">
            <a:no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a:endParaRPr/>
          </a:p>
        </p:txBody>
      </p:sp>
      <p:sp>
        <p:nvSpPr>
          <p:cNvPr id="12" name="Google Shape;12;p2"/>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415496" y="2867800"/>
            <a:ext cx="11358000" cy="1122300"/>
          </a:xfrm>
          <a:prstGeom prst="rect">
            <a:avLst/>
          </a:prstGeom>
        </p:spPr>
        <p:txBody>
          <a:bodyPr spcFirstLastPara="1" wrap="square" lIns="121875" tIns="121875" rIns="121875" bIns="121875" anchor="ctr" anchorCtr="0">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15" name="Google Shape;15;p3"/>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496" y="593367"/>
            <a:ext cx="11358000" cy="763500"/>
          </a:xfrm>
          <a:prstGeom prst="rect">
            <a:avLst/>
          </a:prstGeom>
        </p:spPr>
        <p:txBody>
          <a:bodyPr spcFirstLastPara="1" wrap="square" lIns="121875" tIns="121875" rIns="121875" bIns="121875" anchor="t" anchorCtr="0">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18" name="Google Shape;18;p4"/>
          <p:cNvSpPr txBox="1">
            <a:spLocks noGrp="1"/>
          </p:cNvSpPr>
          <p:nvPr>
            <p:ph type="body" idx="1"/>
          </p:nvPr>
        </p:nvSpPr>
        <p:spPr>
          <a:xfrm>
            <a:off x="415496" y="1536633"/>
            <a:ext cx="11358000" cy="4555200"/>
          </a:xfrm>
          <a:prstGeom prst="rect">
            <a:avLst/>
          </a:prstGeom>
        </p:spPr>
        <p:txBody>
          <a:bodyPr spcFirstLastPara="1" wrap="square" lIns="121875" tIns="121875" rIns="121875" bIns="121875" anchor="t" anchorCtr="0">
            <a:noAutofit/>
          </a:bodyPr>
          <a:lstStyle>
            <a:lvl1pPr marL="457207" lvl="0" indent="-381006">
              <a:spcBef>
                <a:spcPts val="0"/>
              </a:spcBef>
              <a:spcAft>
                <a:spcPts val="0"/>
              </a:spcAft>
              <a:buSzPts val="2400"/>
              <a:buChar char="●"/>
              <a:defRPr/>
            </a:lvl1pPr>
            <a:lvl2pPr marL="914415" lvl="1" indent="-349255">
              <a:spcBef>
                <a:spcPts val="2099"/>
              </a:spcBef>
              <a:spcAft>
                <a:spcPts val="0"/>
              </a:spcAft>
              <a:buSzPts val="1900"/>
              <a:buChar char="○"/>
              <a:defRPr/>
            </a:lvl2pPr>
            <a:lvl3pPr marL="1371622" lvl="2" indent="-349255">
              <a:spcBef>
                <a:spcPts val="2099"/>
              </a:spcBef>
              <a:spcAft>
                <a:spcPts val="0"/>
              </a:spcAft>
              <a:buSzPts val="1900"/>
              <a:buChar char="■"/>
              <a:defRPr/>
            </a:lvl3pPr>
            <a:lvl4pPr marL="1828831" lvl="3" indent="-349255">
              <a:spcBef>
                <a:spcPts val="2099"/>
              </a:spcBef>
              <a:spcAft>
                <a:spcPts val="0"/>
              </a:spcAft>
              <a:buSzPts val="1900"/>
              <a:buChar char="●"/>
              <a:defRPr/>
            </a:lvl4pPr>
            <a:lvl5pPr marL="2286038" lvl="4" indent="-349255">
              <a:spcBef>
                <a:spcPts val="2099"/>
              </a:spcBef>
              <a:spcAft>
                <a:spcPts val="0"/>
              </a:spcAft>
              <a:buSzPts val="1900"/>
              <a:buChar char="○"/>
              <a:defRPr/>
            </a:lvl5pPr>
            <a:lvl6pPr marL="2743246" lvl="5" indent="-349255">
              <a:spcBef>
                <a:spcPts val="2099"/>
              </a:spcBef>
              <a:spcAft>
                <a:spcPts val="0"/>
              </a:spcAft>
              <a:buSzPts val="1900"/>
              <a:buChar char="■"/>
              <a:defRPr/>
            </a:lvl6pPr>
            <a:lvl7pPr marL="3200453" lvl="6" indent="-349255">
              <a:spcBef>
                <a:spcPts val="2099"/>
              </a:spcBef>
              <a:spcAft>
                <a:spcPts val="0"/>
              </a:spcAft>
              <a:buSzPts val="1900"/>
              <a:buChar char="●"/>
              <a:defRPr/>
            </a:lvl7pPr>
            <a:lvl8pPr marL="3657661" lvl="7" indent="-349255">
              <a:spcBef>
                <a:spcPts val="2099"/>
              </a:spcBef>
              <a:spcAft>
                <a:spcPts val="0"/>
              </a:spcAft>
              <a:buSzPts val="1900"/>
              <a:buChar char="○"/>
              <a:defRPr/>
            </a:lvl8pPr>
            <a:lvl9pPr marL="4114868" lvl="8" indent="-349255">
              <a:spcBef>
                <a:spcPts val="2099"/>
              </a:spcBef>
              <a:spcAft>
                <a:spcPts val="2099"/>
              </a:spcAft>
              <a:buSzPts val="1900"/>
              <a:buChar char="■"/>
              <a:defRPr/>
            </a:lvl9pPr>
          </a:lstStyle>
          <a:p>
            <a:endParaRPr/>
          </a:p>
        </p:txBody>
      </p:sp>
      <p:sp>
        <p:nvSpPr>
          <p:cNvPr id="19" name="Google Shape;19;p4"/>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415496" y="593367"/>
            <a:ext cx="11358000" cy="763500"/>
          </a:xfrm>
          <a:prstGeom prst="rect">
            <a:avLst/>
          </a:prstGeom>
        </p:spPr>
        <p:txBody>
          <a:bodyPr spcFirstLastPara="1" wrap="square" lIns="121875" tIns="121875" rIns="121875" bIns="121875" anchor="t" anchorCtr="0">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22" name="Google Shape;22;p5"/>
          <p:cNvSpPr txBox="1">
            <a:spLocks noGrp="1"/>
          </p:cNvSpPr>
          <p:nvPr>
            <p:ph type="body" idx="1"/>
          </p:nvPr>
        </p:nvSpPr>
        <p:spPr>
          <a:xfrm>
            <a:off x="415497" y="1536633"/>
            <a:ext cx="5331900" cy="4555200"/>
          </a:xfrm>
          <a:prstGeom prst="rect">
            <a:avLst/>
          </a:prstGeom>
        </p:spPr>
        <p:txBody>
          <a:bodyPr spcFirstLastPara="1" wrap="square" lIns="121875" tIns="121875" rIns="121875" bIns="121875" anchor="t" anchorCtr="0">
            <a:noAutofit/>
          </a:bodyPr>
          <a:lstStyle>
            <a:lvl1pPr marL="457207" lvl="0" indent="-349255">
              <a:spcBef>
                <a:spcPts val="0"/>
              </a:spcBef>
              <a:spcAft>
                <a:spcPts val="0"/>
              </a:spcAft>
              <a:buSzPts val="1900"/>
              <a:buChar char="●"/>
              <a:defRPr sz="1900"/>
            </a:lvl1pPr>
            <a:lvl2pPr marL="914415" lvl="1" indent="-330205">
              <a:spcBef>
                <a:spcPts val="2099"/>
              </a:spcBef>
              <a:spcAft>
                <a:spcPts val="0"/>
              </a:spcAft>
              <a:buSzPts val="1600"/>
              <a:buChar char="○"/>
              <a:defRPr sz="1600"/>
            </a:lvl2pPr>
            <a:lvl3pPr marL="1371622" lvl="2" indent="-330205">
              <a:spcBef>
                <a:spcPts val="2099"/>
              </a:spcBef>
              <a:spcAft>
                <a:spcPts val="0"/>
              </a:spcAft>
              <a:buSzPts val="1600"/>
              <a:buChar char="■"/>
              <a:defRPr sz="1600"/>
            </a:lvl3pPr>
            <a:lvl4pPr marL="1828831" lvl="3" indent="-330205">
              <a:spcBef>
                <a:spcPts val="2099"/>
              </a:spcBef>
              <a:spcAft>
                <a:spcPts val="0"/>
              </a:spcAft>
              <a:buSzPts val="1600"/>
              <a:buChar char="●"/>
              <a:defRPr sz="1600"/>
            </a:lvl4pPr>
            <a:lvl5pPr marL="2286038" lvl="4" indent="-330205">
              <a:spcBef>
                <a:spcPts val="2099"/>
              </a:spcBef>
              <a:spcAft>
                <a:spcPts val="0"/>
              </a:spcAft>
              <a:buSzPts val="1600"/>
              <a:buChar char="○"/>
              <a:defRPr sz="1600"/>
            </a:lvl5pPr>
            <a:lvl6pPr marL="2743246" lvl="5" indent="-330205">
              <a:spcBef>
                <a:spcPts val="2099"/>
              </a:spcBef>
              <a:spcAft>
                <a:spcPts val="0"/>
              </a:spcAft>
              <a:buSzPts val="1600"/>
              <a:buChar char="■"/>
              <a:defRPr sz="1600"/>
            </a:lvl6pPr>
            <a:lvl7pPr marL="3200453" lvl="6" indent="-330205">
              <a:spcBef>
                <a:spcPts val="2099"/>
              </a:spcBef>
              <a:spcAft>
                <a:spcPts val="0"/>
              </a:spcAft>
              <a:buSzPts val="1600"/>
              <a:buChar char="●"/>
              <a:defRPr sz="1600"/>
            </a:lvl7pPr>
            <a:lvl8pPr marL="3657661" lvl="7" indent="-330205">
              <a:spcBef>
                <a:spcPts val="2099"/>
              </a:spcBef>
              <a:spcAft>
                <a:spcPts val="0"/>
              </a:spcAft>
              <a:buSzPts val="1600"/>
              <a:buChar char="○"/>
              <a:defRPr sz="1600"/>
            </a:lvl8pPr>
            <a:lvl9pPr marL="4114868" lvl="8" indent="-330205">
              <a:spcBef>
                <a:spcPts val="2099"/>
              </a:spcBef>
              <a:spcAft>
                <a:spcPts val="2099"/>
              </a:spcAft>
              <a:buSzPts val="1600"/>
              <a:buChar char="■"/>
              <a:defRPr sz="1600"/>
            </a:lvl9pPr>
          </a:lstStyle>
          <a:p>
            <a:endParaRPr/>
          </a:p>
        </p:txBody>
      </p:sp>
      <p:sp>
        <p:nvSpPr>
          <p:cNvPr id="23" name="Google Shape;23;p5"/>
          <p:cNvSpPr txBox="1">
            <a:spLocks noGrp="1"/>
          </p:cNvSpPr>
          <p:nvPr>
            <p:ph type="body" idx="2"/>
          </p:nvPr>
        </p:nvSpPr>
        <p:spPr>
          <a:xfrm>
            <a:off x="6441588" y="1536633"/>
            <a:ext cx="5331900" cy="4555200"/>
          </a:xfrm>
          <a:prstGeom prst="rect">
            <a:avLst/>
          </a:prstGeom>
        </p:spPr>
        <p:txBody>
          <a:bodyPr spcFirstLastPara="1" wrap="square" lIns="121875" tIns="121875" rIns="121875" bIns="121875" anchor="t" anchorCtr="0">
            <a:noAutofit/>
          </a:bodyPr>
          <a:lstStyle>
            <a:lvl1pPr marL="457207" lvl="0" indent="-349255">
              <a:spcBef>
                <a:spcPts val="0"/>
              </a:spcBef>
              <a:spcAft>
                <a:spcPts val="0"/>
              </a:spcAft>
              <a:buSzPts val="1900"/>
              <a:buChar char="●"/>
              <a:defRPr sz="1900"/>
            </a:lvl1pPr>
            <a:lvl2pPr marL="914415" lvl="1" indent="-330205">
              <a:spcBef>
                <a:spcPts val="2099"/>
              </a:spcBef>
              <a:spcAft>
                <a:spcPts val="0"/>
              </a:spcAft>
              <a:buSzPts val="1600"/>
              <a:buChar char="○"/>
              <a:defRPr sz="1600"/>
            </a:lvl2pPr>
            <a:lvl3pPr marL="1371622" lvl="2" indent="-330205">
              <a:spcBef>
                <a:spcPts val="2099"/>
              </a:spcBef>
              <a:spcAft>
                <a:spcPts val="0"/>
              </a:spcAft>
              <a:buSzPts val="1600"/>
              <a:buChar char="■"/>
              <a:defRPr sz="1600"/>
            </a:lvl3pPr>
            <a:lvl4pPr marL="1828831" lvl="3" indent="-330205">
              <a:spcBef>
                <a:spcPts val="2099"/>
              </a:spcBef>
              <a:spcAft>
                <a:spcPts val="0"/>
              </a:spcAft>
              <a:buSzPts val="1600"/>
              <a:buChar char="●"/>
              <a:defRPr sz="1600"/>
            </a:lvl4pPr>
            <a:lvl5pPr marL="2286038" lvl="4" indent="-330205">
              <a:spcBef>
                <a:spcPts val="2099"/>
              </a:spcBef>
              <a:spcAft>
                <a:spcPts val="0"/>
              </a:spcAft>
              <a:buSzPts val="1600"/>
              <a:buChar char="○"/>
              <a:defRPr sz="1600"/>
            </a:lvl5pPr>
            <a:lvl6pPr marL="2743246" lvl="5" indent="-330205">
              <a:spcBef>
                <a:spcPts val="2099"/>
              </a:spcBef>
              <a:spcAft>
                <a:spcPts val="0"/>
              </a:spcAft>
              <a:buSzPts val="1600"/>
              <a:buChar char="■"/>
              <a:defRPr sz="1600"/>
            </a:lvl6pPr>
            <a:lvl7pPr marL="3200453" lvl="6" indent="-330205">
              <a:spcBef>
                <a:spcPts val="2099"/>
              </a:spcBef>
              <a:spcAft>
                <a:spcPts val="0"/>
              </a:spcAft>
              <a:buSzPts val="1600"/>
              <a:buChar char="●"/>
              <a:defRPr sz="1600"/>
            </a:lvl7pPr>
            <a:lvl8pPr marL="3657661" lvl="7" indent="-330205">
              <a:spcBef>
                <a:spcPts val="2099"/>
              </a:spcBef>
              <a:spcAft>
                <a:spcPts val="0"/>
              </a:spcAft>
              <a:buSzPts val="1600"/>
              <a:buChar char="○"/>
              <a:defRPr sz="1600"/>
            </a:lvl8pPr>
            <a:lvl9pPr marL="4114868" lvl="8" indent="-330205">
              <a:spcBef>
                <a:spcPts val="2099"/>
              </a:spcBef>
              <a:spcAft>
                <a:spcPts val="2099"/>
              </a:spcAft>
              <a:buSzPts val="1600"/>
              <a:buChar char="■"/>
              <a:defRPr sz="1600"/>
            </a:lvl9pPr>
          </a:lstStyle>
          <a:p>
            <a:endParaRPr/>
          </a:p>
        </p:txBody>
      </p:sp>
      <p:sp>
        <p:nvSpPr>
          <p:cNvPr id="24" name="Google Shape;24;p5"/>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415496" y="593367"/>
            <a:ext cx="11358000" cy="763500"/>
          </a:xfrm>
          <a:prstGeom prst="rect">
            <a:avLst/>
          </a:prstGeom>
        </p:spPr>
        <p:txBody>
          <a:bodyPr spcFirstLastPara="1" wrap="square" lIns="121875" tIns="121875" rIns="121875" bIns="121875" anchor="t" anchorCtr="0">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27" name="Google Shape;27;p6"/>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415496" y="740800"/>
            <a:ext cx="3743100" cy="1007700"/>
          </a:xfrm>
          <a:prstGeom prst="rect">
            <a:avLst/>
          </a:prstGeom>
        </p:spPr>
        <p:txBody>
          <a:bodyPr spcFirstLastPara="1" wrap="square" lIns="121875" tIns="121875" rIns="121875" bIns="121875" anchor="b" anchorCtr="0">
            <a:noAutofit/>
          </a:bodyPr>
          <a:lstStyle>
            <a:lvl1pPr lvl="0">
              <a:spcBef>
                <a:spcPts val="0"/>
              </a:spcBef>
              <a:spcAft>
                <a:spcPts val="0"/>
              </a:spcAft>
              <a:buSzPts val="3200"/>
              <a:buNone/>
              <a:defRPr sz="3201"/>
            </a:lvl1pPr>
            <a:lvl2pPr lvl="1">
              <a:spcBef>
                <a:spcPts val="0"/>
              </a:spcBef>
              <a:spcAft>
                <a:spcPts val="0"/>
              </a:spcAft>
              <a:buSzPts val="3200"/>
              <a:buNone/>
              <a:defRPr sz="3201"/>
            </a:lvl2pPr>
            <a:lvl3pPr lvl="2">
              <a:spcBef>
                <a:spcPts val="0"/>
              </a:spcBef>
              <a:spcAft>
                <a:spcPts val="0"/>
              </a:spcAft>
              <a:buSzPts val="3200"/>
              <a:buNone/>
              <a:defRPr sz="3201"/>
            </a:lvl3pPr>
            <a:lvl4pPr lvl="3">
              <a:spcBef>
                <a:spcPts val="0"/>
              </a:spcBef>
              <a:spcAft>
                <a:spcPts val="0"/>
              </a:spcAft>
              <a:buSzPts val="3200"/>
              <a:buNone/>
              <a:defRPr sz="3201"/>
            </a:lvl4pPr>
            <a:lvl5pPr lvl="4">
              <a:spcBef>
                <a:spcPts val="0"/>
              </a:spcBef>
              <a:spcAft>
                <a:spcPts val="0"/>
              </a:spcAft>
              <a:buSzPts val="3200"/>
              <a:buNone/>
              <a:defRPr sz="3201"/>
            </a:lvl5pPr>
            <a:lvl6pPr lvl="5">
              <a:spcBef>
                <a:spcPts val="0"/>
              </a:spcBef>
              <a:spcAft>
                <a:spcPts val="0"/>
              </a:spcAft>
              <a:buSzPts val="3200"/>
              <a:buNone/>
              <a:defRPr sz="3201"/>
            </a:lvl6pPr>
            <a:lvl7pPr lvl="6">
              <a:spcBef>
                <a:spcPts val="0"/>
              </a:spcBef>
              <a:spcAft>
                <a:spcPts val="0"/>
              </a:spcAft>
              <a:buSzPts val="3200"/>
              <a:buNone/>
              <a:defRPr sz="3201"/>
            </a:lvl7pPr>
            <a:lvl8pPr lvl="7">
              <a:spcBef>
                <a:spcPts val="0"/>
              </a:spcBef>
              <a:spcAft>
                <a:spcPts val="0"/>
              </a:spcAft>
              <a:buSzPts val="3200"/>
              <a:buNone/>
              <a:defRPr sz="3201"/>
            </a:lvl8pPr>
            <a:lvl9pPr lvl="8">
              <a:spcBef>
                <a:spcPts val="0"/>
              </a:spcBef>
              <a:spcAft>
                <a:spcPts val="0"/>
              </a:spcAft>
              <a:buSzPts val="3200"/>
              <a:buNone/>
              <a:defRPr sz="3201"/>
            </a:lvl9pPr>
          </a:lstStyle>
          <a:p>
            <a:endParaRPr/>
          </a:p>
        </p:txBody>
      </p:sp>
      <p:sp>
        <p:nvSpPr>
          <p:cNvPr id="30" name="Google Shape;30;p7"/>
          <p:cNvSpPr txBox="1">
            <a:spLocks noGrp="1"/>
          </p:cNvSpPr>
          <p:nvPr>
            <p:ph type="body" idx="1"/>
          </p:nvPr>
        </p:nvSpPr>
        <p:spPr>
          <a:xfrm>
            <a:off x="415496" y="1852800"/>
            <a:ext cx="3743100" cy="4239300"/>
          </a:xfrm>
          <a:prstGeom prst="rect">
            <a:avLst/>
          </a:prstGeom>
        </p:spPr>
        <p:txBody>
          <a:bodyPr spcFirstLastPara="1" wrap="square" lIns="121875" tIns="121875" rIns="121875" bIns="121875" anchor="t" anchorCtr="0">
            <a:noAutofit/>
          </a:bodyPr>
          <a:lstStyle>
            <a:lvl1pPr marL="457207" lvl="0" indent="-330205">
              <a:spcBef>
                <a:spcPts val="0"/>
              </a:spcBef>
              <a:spcAft>
                <a:spcPts val="0"/>
              </a:spcAft>
              <a:buSzPts val="1600"/>
              <a:buChar char="●"/>
              <a:defRPr sz="1600"/>
            </a:lvl1pPr>
            <a:lvl2pPr marL="914415" lvl="1" indent="-330205">
              <a:spcBef>
                <a:spcPts val="2099"/>
              </a:spcBef>
              <a:spcAft>
                <a:spcPts val="0"/>
              </a:spcAft>
              <a:buSzPts val="1600"/>
              <a:buChar char="○"/>
              <a:defRPr sz="1600"/>
            </a:lvl2pPr>
            <a:lvl3pPr marL="1371622" lvl="2" indent="-330205">
              <a:spcBef>
                <a:spcPts val="2099"/>
              </a:spcBef>
              <a:spcAft>
                <a:spcPts val="0"/>
              </a:spcAft>
              <a:buSzPts val="1600"/>
              <a:buChar char="■"/>
              <a:defRPr sz="1600"/>
            </a:lvl3pPr>
            <a:lvl4pPr marL="1828831" lvl="3" indent="-330205">
              <a:spcBef>
                <a:spcPts val="2099"/>
              </a:spcBef>
              <a:spcAft>
                <a:spcPts val="0"/>
              </a:spcAft>
              <a:buSzPts val="1600"/>
              <a:buChar char="●"/>
              <a:defRPr sz="1600"/>
            </a:lvl4pPr>
            <a:lvl5pPr marL="2286038" lvl="4" indent="-330205">
              <a:spcBef>
                <a:spcPts val="2099"/>
              </a:spcBef>
              <a:spcAft>
                <a:spcPts val="0"/>
              </a:spcAft>
              <a:buSzPts val="1600"/>
              <a:buChar char="○"/>
              <a:defRPr sz="1600"/>
            </a:lvl5pPr>
            <a:lvl6pPr marL="2743246" lvl="5" indent="-330205">
              <a:spcBef>
                <a:spcPts val="2099"/>
              </a:spcBef>
              <a:spcAft>
                <a:spcPts val="0"/>
              </a:spcAft>
              <a:buSzPts val="1600"/>
              <a:buChar char="■"/>
              <a:defRPr sz="1600"/>
            </a:lvl6pPr>
            <a:lvl7pPr marL="3200453" lvl="6" indent="-330205">
              <a:spcBef>
                <a:spcPts val="2099"/>
              </a:spcBef>
              <a:spcAft>
                <a:spcPts val="0"/>
              </a:spcAft>
              <a:buSzPts val="1600"/>
              <a:buChar char="●"/>
              <a:defRPr sz="1600"/>
            </a:lvl7pPr>
            <a:lvl8pPr marL="3657661" lvl="7" indent="-330205">
              <a:spcBef>
                <a:spcPts val="2099"/>
              </a:spcBef>
              <a:spcAft>
                <a:spcPts val="0"/>
              </a:spcAft>
              <a:buSzPts val="1600"/>
              <a:buChar char="○"/>
              <a:defRPr sz="1600"/>
            </a:lvl8pPr>
            <a:lvl9pPr marL="4114868" lvl="8" indent="-330205">
              <a:spcBef>
                <a:spcPts val="2099"/>
              </a:spcBef>
              <a:spcAft>
                <a:spcPts val="2099"/>
              </a:spcAft>
              <a:buSzPts val="1600"/>
              <a:buChar char="■"/>
              <a:defRPr sz="1600"/>
            </a:lvl9pPr>
          </a:lstStyle>
          <a:p>
            <a:endParaRPr/>
          </a:p>
        </p:txBody>
      </p:sp>
      <p:sp>
        <p:nvSpPr>
          <p:cNvPr id="31" name="Google Shape;31;p7"/>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653503" y="600200"/>
            <a:ext cx="8488200" cy="5454300"/>
          </a:xfrm>
          <a:prstGeom prst="rect">
            <a:avLst/>
          </a:prstGeom>
        </p:spPr>
        <p:txBody>
          <a:bodyPr spcFirstLastPara="1" wrap="square" lIns="121875" tIns="121875" rIns="121875" bIns="121875" anchor="ctr" anchorCtr="0">
            <a:noAutofit/>
          </a:bodyPr>
          <a:lstStyle>
            <a:lvl1pPr lvl="0">
              <a:spcBef>
                <a:spcPts val="0"/>
              </a:spcBef>
              <a:spcAft>
                <a:spcPts val="0"/>
              </a:spcAft>
              <a:buSzPts val="6400"/>
              <a:buNone/>
              <a:defRPr sz="6400"/>
            </a:lvl1pPr>
            <a:lvl2pPr lvl="1">
              <a:spcBef>
                <a:spcPts val="0"/>
              </a:spcBef>
              <a:spcAft>
                <a:spcPts val="0"/>
              </a:spcAft>
              <a:buSzPts val="6400"/>
              <a:buNone/>
              <a:defRPr sz="6400"/>
            </a:lvl2pPr>
            <a:lvl3pPr lvl="2">
              <a:spcBef>
                <a:spcPts val="0"/>
              </a:spcBef>
              <a:spcAft>
                <a:spcPts val="0"/>
              </a:spcAft>
              <a:buSzPts val="6400"/>
              <a:buNone/>
              <a:defRPr sz="6400"/>
            </a:lvl3pPr>
            <a:lvl4pPr lvl="3">
              <a:spcBef>
                <a:spcPts val="0"/>
              </a:spcBef>
              <a:spcAft>
                <a:spcPts val="0"/>
              </a:spcAft>
              <a:buSzPts val="6400"/>
              <a:buNone/>
              <a:defRPr sz="6400"/>
            </a:lvl4pPr>
            <a:lvl5pPr lvl="4">
              <a:spcBef>
                <a:spcPts val="0"/>
              </a:spcBef>
              <a:spcAft>
                <a:spcPts val="0"/>
              </a:spcAft>
              <a:buSzPts val="6400"/>
              <a:buNone/>
              <a:defRPr sz="6400"/>
            </a:lvl5pPr>
            <a:lvl6pPr lvl="5">
              <a:spcBef>
                <a:spcPts val="0"/>
              </a:spcBef>
              <a:spcAft>
                <a:spcPts val="0"/>
              </a:spcAft>
              <a:buSzPts val="6400"/>
              <a:buNone/>
              <a:defRPr sz="6400"/>
            </a:lvl6pPr>
            <a:lvl7pPr lvl="6">
              <a:spcBef>
                <a:spcPts val="0"/>
              </a:spcBef>
              <a:spcAft>
                <a:spcPts val="0"/>
              </a:spcAft>
              <a:buSzPts val="6400"/>
              <a:buNone/>
              <a:defRPr sz="6400"/>
            </a:lvl7pPr>
            <a:lvl8pPr lvl="7">
              <a:spcBef>
                <a:spcPts val="0"/>
              </a:spcBef>
              <a:spcAft>
                <a:spcPts val="0"/>
              </a:spcAft>
              <a:buSzPts val="6400"/>
              <a:buNone/>
              <a:defRPr sz="6400"/>
            </a:lvl8pPr>
            <a:lvl9pPr lvl="8">
              <a:spcBef>
                <a:spcPts val="0"/>
              </a:spcBef>
              <a:spcAft>
                <a:spcPts val="0"/>
              </a:spcAft>
              <a:buSzPts val="6400"/>
              <a:buNone/>
              <a:defRPr sz="6400"/>
            </a:lvl9pPr>
          </a:lstStyle>
          <a:p>
            <a:endParaRPr/>
          </a:p>
        </p:txBody>
      </p:sp>
      <p:sp>
        <p:nvSpPr>
          <p:cNvPr id="34" name="Google Shape;34;p8"/>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6094475" y="-167"/>
            <a:ext cx="6094500" cy="6858000"/>
          </a:xfrm>
          <a:prstGeom prst="rect">
            <a:avLst/>
          </a:prstGeom>
          <a:solidFill>
            <a:schemeClr val="lt2"/>
          </a:solidFill>
          <a:ln>
            <a:noFill/>
          </a:ln>
        </p:spPr>
        <p:txBody>
          <a:bodyPr spcFirstLastPara="1" wrap="square" lIns="121875" tIns="121875" rIns="121875" bIns="121875" anchor="ctr" anchorCtr="0">
            <a:noAutofit/>
          </a:bodyPr>
          <a:lstStyle/>
          <a:p>
            <a:pPr marL="0" lvl="0" indent="0" algn="l" rtl="0">
              <a:spcBef>
                <a:spcPts val="0"/>
              </a:spcBef>
              <a:spcAft>
                <a:spcPts val="0"/>
              </a:spcAft>
              <a:buNone/>
            </a:pPr>
            <a:endParaRPr sz="1400"/>
          </a:p>
        </p:txBody>
      </p:sp>
      <p:sp>
        <p:nvSpPr>
          <p:cNvPr id="37" name="Google Shape;37;p9"/>
          <p:cNvSpPr txBox="1">
            <a:spLocks noGrp="1"/>
          </p:cNvSpPr>
          <p:nvPr>
            <p:ph type="title"/>
          </p:nvPr>
        </p:nvSpPr>
        <p:spPr>
          <a:xfrm>
            <a:off x="353913" y="1644233"/>
            <a:ext cx="5392199" cy="1976400"/>
          </a:xfrm>
          <a:prstGeom prst="rect">
            <a:avLst/>
          </a:prstGeom>
        </p:spPr>
        <p:txBody>
          <a:bodyPr spcFirstLastPara="1" wrap="square" lIns="121875" tIns="121875" rIns="121875" bIns="121875" anchor="b" anchorCtr="0">
            <a:noAutofit/>
          </a:bodyPr>
          <a:lstStyle>
            <a:lvl1pPr lvl="0" algn="ctr">
              <a:spcBef>
                <a:spcPts val="0"/>
              </a:spcBef>
              <a:spcAft>
                <a:spcPts val="0"/>
              </a:spcAft>
              <a:buSzPts val="5600"/>
              <a:buNone/>
              <a:defRPr sz="5600"/>
            </a:lvl1pPr>
            <a:lvl2pPr lvl="1" algn="ctr">
              <a:spcBef>
                <a:spcPts val="0"/>
              </a:spcBef>
              <a:spcAft>
                <a:spcPts val="0"/>
              </a:spcAft>
              <a:buSzPts val="5600"/>
              <a:buNone/>
              <a:defRPr sz="5600"/>
            </a:lvl2pPr>
            <a:lvl3pPr lvl="2" algn="ctr">
              <a:spcBef>
                <a:spcPts val="0"/>
              </a:spcBef>
              <a:spcAft>
                <a:spcPts val="0"/>
              </a:spcAft>
              <a:buSzPts val="5600"/>
              <a:buNone/>
              <a:defRPr sz="5600"/>
            </a:lvl3pPr>
            <a:lvl4pPr lvl="3" algn="ctr">
              <a:spcBef>
                <a:spcPts val="0"/>
              </a:spcBef>
              <a:spcAft>
                <a:spcPts val="0"/>
              </a:spcAft>
              <a:buSzPts val="5600"/>
              <a:buNone/>
              <a:defRPr sz="5600"/>
            </a:lvl4pPr>
            <a:lvl5pPr lvl="4" algn="ctr">
              <a:spcBef>
                <a:spcPts val="0"/>
              </a:spcBef>
              <a:spcAft>
                <a:spcPts val="0"/>
              </a:spcAft>
              <a:buSzPts val="5600"/>
              <a:buNone/>
              <a:defRPr sz="5600"/>
            </a:lvl5pPr>
            <a:lvl6pPr lvl="5" algn="ctr">
              <a:spcBef>
                <a:spcPts val="0"/>
              </a:spcBef>
              <a:spcAft>
                <a:spcPts val="0"/>
              </a:spcAft>
              <a:buSzPts val="5600"/>
              <a:buNone/>
              <a:defRPr sz="5600"/>
            </a:lvl6pPr>
            <a:lvl7pPr lvl="6" algn="ctr">
              <a:spcBef>
                <a:spcPts val="0"/>
              </a:spcBef>
              <a:spcAft>
                <a:spcPts val="0"/>
              </a:spcAft>
              <a:buSzPts val="5600"/>
              <a:buNone/>
              <a:defRPr sz="5600"/>
            </a:lvl7pPr>
            <a:lvl8pPr lvl="7" algn="ctr">
              <a:spcBef>
                <a:spcPts val="0"/>
              </a:spcBef>
              <a:spcAft>
                <a:spcPts val="0"/>
              </a:spcAft>
              <a:buSzPts val="5600"/>
              <a:buNone/>
              <a:defRPr sz="5600"/>
            </a:lvl8pPr>
            <a:lvl9pPr lvl="8" algn="ctr">
              <a:spcBef>
                <a:spcPts val="0"/>
              </a:spcBef>
              <a:spcAft>
                <a:spcPts val="0"/>
              </a:spcAft>
              <a:buSzPts val="5600"/>
              <a:buNone/>
              <a:defRPr sz="5600"/>
            </a:lvl9pPr>
          </a:lstStyle>
          <a:p>
            <a:endParaRPr/>
          </a:p>
        </p:txBody>
      </p:sp>
      <p:sp>
        <p:nvSpPr>
          <p:cNvPr id="38" name="Google Shape;38;p9"/>
          <p:cNvSpPr txBox="1">
            <a:spLocks noGrp="1"/>
          </p:cNvSpPr>
          <p:nvPr>
            <p:ph type="subTitle" idx="1"/>
          </p:nvPr>
        </p:nvSpPr>
        <p:spPr>
          <a:xfrm>
            <a:off x="353913" y="3737433"/>
            <a:ext cx="5392199" cy="1646700"/>
          </a:xfrm>
          <a:prstGeom prst="rect">
            <a:avLst/>
          </a:prstGeom>
        </p:spPr>
        <p:txBody>
          <a:bodyPr spcFirstLastPara="1" wrap="square" lIns="121875" tIns="121875" rIns="121875" bIns="121875" anchor="t" anchorCtr="0">
            <a:noAutofit/>
          </a:bodyPr>
          <a:lstStyle>
            <a:lvl1pPr lvl="0" algn="ctr">
              <a:lnSpc>
                <a:spcPct val="100000"/>
              </a:lnSpc>
              <a:spcBef>
                <a:spcPts val="0"/>
              </a:spcBef>
              <a:spcAft>
                <a:spcPts val="0"/>
              </a:spcAft>
              <a:buSzPts val="2800"/>
              <a:buNone/>
              <a:defRPr sz="2801"/>
            </a:lvl1pPr>
            <a:lvl2pPr lvl="1" algn="ctr">
              <a:lnSpc>
                <a:spcPct val="100000"/>
              </a:lnSpc>
              <a:spcBef>
                <a:spcPts val="0"/>
              </a:spcBef>
              <a:spcAft>
                <a:spcPts val="0"/>
              </a:spcAft>
              <a:buSzPts val="2800"/>
              <a:buNone/>
              <a:defRPr sz="2801"/>
            </a:lvl2pPr>
            <a:lvl3pPr lvl="2" algn="ctr">
              <a:lnSpc>
                <a:spcPct val="100000"/>
              </a:lnSpc>
              <a:spcBef>
                <a:spcPts val="0"/>
              </a:spcBef>
              <a:spcAft>
                <a:spcPts val="0"/>
              </a:spcAft>
              <a:buSzPts val="2800"/>
              <a:buNone/>
              <a:defRPr sz="2801"/>
            </a:lvl3pPr>
            <a:lvl4pPr lvl="3" algn="ctr">
              <a:lnSpc>
                <a:spcPct val="100000"/>
              </a:lnSpc>
              <a:spcBef>
                <a:spcPts val="0"/>
              </a:spcBef>
              <a:spcAft>
                <a:spcPts val="0"/>
              </a:spcAft>
              <a:buSzPts val="2800"/>
              <a:buNone/>
              <a:defRPr sz="2801"/>
            </a:lvl4pPr>
            <a:lvl5pPr lvl="4" algn="ctr">
              <a:lnSpc>
                <a:spcPct val="100000"/>
              </a:lnSpc>
              <a:spcBef>
                <a:spcPts val="0"/>
              </a:spcBef>
              <a:spcAft>
                <a:spcPts val="0"/>
              </a:spcAft>
              <a:buSzPts val="2800"/>
              <a:buNone/>
              <a:defRPr sz="2801"/>
            </a:lvl5pPr>
            <a:lvl6pPr lvl="5" algn="ctr">
              <a:lnSpc>
                <a:spcPct val="100000"/>
              </a:lnSpc>
              <a:spcBef>
                <a:spcPts val="0"/>
              </a:spcBef>
              <a:spcAft>
                <a:spcPts val="0"/>
              </a:spcAft>
              <a:buSzPts val="2800"/>
              <a:buNone/>
              <a:defRPr sz="2801"/>
            </a:lvl6pPr>
            <a:lvl7pPr lvl="6" algn="ctr">
              <a:lnSpc>
                <a:spcPct val="100000"/>
              </a:lnSpc>
              <a:spcBef>
                <a:spcPts val="0"/>
              </a:spcBef>
              <a:spcAft>
                <a:spcPts val="0"/>
              </a:spcAft>
              <a:buSzPts val="2800"/>
              <a:buNone/>
              <a:defRPr sz="2801"/>
            </a:lvl7pPr>
            <a:lvl8pPr lvl="7" algn="ctr">
              <a:lnSpc>
                <a:spcPct val="100000"/>
              </a:lnSpc>
              <a:spcBef>
                <a:spcPts val="0"/>
              </a:spcBef>
              <a:spcAft>
                <a:spcPts val="0"/>
              </a:spcAft>
              <a:buSzPts val="2800"/>
              <a:buNone/>
              <a:defRPr sz="2801"/>
            </a:lvl8pPr>
            <a:lvl9pPr lvl="8" algn="ctr">
              <a:lnSpc>
                <a:spcPct val="100000"/>
              </a:lnSpc>
              <a:spcBef>
                <a:spcPts val="0"/>
              </a:spcBef>
              <a:spcAft>
                <a:spcPts val="0"/>
              </a:spcAft>
              <a:buSzPts val="2800"/>
              <a:buNone/>
              <a:defRPr sz="2801"/>
            </a:lvl9pPr>
          </a:lstStyle>
          <a:p>
            <a:endParaRPr/>
          </a:p>
        </p:txBody>
      </p:sp>
      <p:sp>
        <p:nvSpPr>
          <p:cNvPr id="39" name="Google Shape;39;p9"/>
          <p:cNvSpPr txBox="1">
            <a:spLocks noGrp="1"/>
          </p:cNvSpPr>
          <p:nvPr>
            <p:ph type="body" idx="2"/>
          </p:nvPr>
        </p:nvSpPr>
        <p:spPr>
          <a:xfrm>
            <a:off x="6584351" y="965433"/>
            <a:ext cx="5114700" cy="4926900"/>
          </a:xfrm>
          <a:prstGeom prst="rect">
            <a:avLst/>
          </a:prstGeom>
        </p:spPr>
        <p:txBody>
          <a:bodyPr spcFirstLastPara="1" wrap="square" lIns="121875" tIns="121875" rIns="121875" bIns="121875" anchor="ctr" anchorCtr="0">
            <a:noAutofit/>
          </a:bodyPr>
          <a:lstStyle>
            <a:lvl1pPr marL="457207" lvl="0" indent="-381006">
              <a:spcBef>
                <a:spcPts val="0"/>
              </a:spcBef>
              <a:spcAft>
                <a:spcPts val="0"/>
              </a:spcAft>
              <a:buSzPts val="2400"/>
              <a:buChar char="●"/>
              <a:defRPr/>
            </a:lvl1pPr>
            <a:lvl2pPr marL="914415" lvl="1" indent="-349255">
              <a:spcBef>
                <a:spcPts val="2099"/>
              </a:spcBef>
              <a:spcAft>
                <a:spcPts val="0"/>
              </a:spcAft>
              <a:buSzPts val="1900"/>
              <a:buChar char="○"/>
              <a:defRPr/>
            </a:lvl2pPr>
            <a:lvl3pPr marL="1371622" lvl="2" indent="-349255">
              <a:spcBef>
                <a:spcPts val="2099"/>
              </a:spcBef>
              <a:spcAft>
                <a:spcPts val="0"/>
              </a:spcAft>
              <a:buSzPts val="1900"/>
              <a:buChar char="■"/>
              <a:defRPr/>
            </a:lvl3pPr>
            <a:lvl4pPr marL="1828831" lvl="3" indent="-349255">
              <a:spcBef>
                <a:spcPts val="2099"/>
              </a:spcBef>
              <a:spcAft>
                <a:spcPts val="0"/>
              </a:spcAft>
              <a:buSzPts val="1900"/>
              <a:buChar char="●"/>
              <a:defRPr/>
            </a:lvl4pPr>
            <a:lvl5pPr marL="2286038" lvl="4" indent="-349255">
              <a:spcBef>
                <a:spcPts val="2099"/>
              </a:spcBef>
              <a:spcAft>
                <a:spcPts val="0"/>
              </a:spcAft>
              <a:buSzPts val="1900"/>
              <a:buChar char="○"/>
              <a:defRPr/>
            </a:lvl5pPr>
            <a:lvl6pPr marL="2743246" lvl="5" indent="-349255">
              <a:spcBef>
                <a:spcPts val="2099"/>
              </a:spcBef>
              <a:spcAft>
                <a:spcPts val="0"/>
              </a:spcAft>
              <a:buSzPts val="1900"/>
              <a:buChar char="■"/>
              <a:defRPr/>
            </a:lvl6pPr>
            <a:lvl7pPr marL="3200453" lvl="6" indent="-349255">
              <a:spcBef>
                <a:spcPts val="2099"/>
              </a:spcBef>
              <a:spcAft>
                <a:spcPts val="0"/>
              </a:spcAft>
              <a:buSzPts val="1900"/>
              <a:buChar char="●"/>
              <a:defRPr/>
            </a:lvl7pPr>
            <a:lvl8pPr marL="3657661" lvl="7" indent="-349255">
              <a:spcBef>
                <a:spcPts val="2099"/>
              </a:spcBef>
              <a:spcAft>
                <a:spcPts val="0"/>
              </a:spcAft>
              <a:buSzPts val="1900"/>
              <a:buChar char="○"/>
              <a:defRPr/>
            </a:lvl8pPr>
            <a:lvl9pPr marL="4114868" lvl="8" indent="-349255">
              <a:spcBef>
                <a:spcPts val="2099"/>
              </a:spcBef>
              <a:spcAft>
                <a:spcPts val="2099"/>
              </a:spcAft>
              <a:buSzPts val="1900"/>
              <a:buChar char="■"/>
              <a:defRPr/>
            </a:lvl9pPr>
          </a:lstStyle>
          <a:p>
            <a:endParaRPr/>
          </a:p>
        </p:txBody>
      </p:sp>
      <p:sp>
        <p:nvSpPr>
          <p:cNvPr id="40" name="Google Shape;40;p9"/>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415496" y="5640767"/>
            <a:ext cx="7996500" cy="806700"/>
          </a:xfrm>
          <a:prstGeom prst="rect">
            <a:avLst/>
          </a:prstGeom>
        </p:spPr>
        <p:txBody>
          <a:bodyPr spcFirstLastPara="1" wrap="square" lIns="121875" tIns="121875" rIns="121875" bIns="121875" anchor="ctr" anchorCtr="0">
            <a:noAutofit/>
          </a:bodyPr>
          <a:lstStyle>
            <a:lvl1pPr marL="457207" lvl="0" indent="-228604">
              <a:lnSpc>
                <a:spcPct val="100000"/>
              </a:lnSpc>
              <a:spcBef>
                <a:spcPts val="0"/>
              </a:spcBef>
              <a:spcAft>
                <a:spcPts val="0"/>
              </a:spcAft>
              <a:buSzPts val="2400"/>
              <a:buNone/>
              <a:defRPr/>
            </a:lvl1pPr>
          </a:lstStyle>
          <a:p>
            <a:endParaRPr/>
          </a:p>
        </p:txBody>
      </p:sp>
      <p:sp>
        <p:nvSpPr>
          <p:cNvPr id="43" name="Google Shape;43;p10"/>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415496" y="1474833"/>
            <a:ext cx="11358000" cy="2618100"/>
          </a:xfrm>
          <a:prstGeom prst="rect">
            <a:avLst/>
          </a:prstGeom>
        </p:spPr>
        <p:txBody>
          <a:bodyPr spcFirstLastPara="1" wrap="square" lIns="121875" tIns="121875" rIns="121875" bIns="121875" anchor="b" anchorCtr="0">
            <a:noAutofit/>
          </a:bodyPr>
          <a:lstStyle>
            <a:lvl1pPr lvl="0" algn="ctr">
              <a:spcBef>
                <a:spcPts val="0"/>
              </a:spcBef>
              <a:spcAft>
                <a:spcPts val="0"/>
              </a:spcAft>
              <a:buSzPts val="16000"/>
              <a:buNone/>
              <a:defRPr sz="16000"/>
            </a:lvl1pPr>
            <a:lvl2pPr lvl="1" algn="ctr">
              <a:spcBef>
                <a:spcPts val="0"/>
              </a:spcBef>
              <a:spcAft>
                <a:spcPts val="0"/>
              </a:spcAft>
              <a:buSzPts val="16000"/>
              <a:buNone/>
              <a:defRPr sz="16000"/>
            </a:lvl2pPr>
            <a:lvl3pPr lvl="2" algn="ctr">
              <a:spcBef>
                <a:spcPts val="0"/>
              </a:spcBef>
              <a:spcAft>
                <a:spcPts val="0"/>
              </a:spcAft>
              <a:buSzPts val="16000"/>
              <a:buNone/>
              <a:defRPr sz="16000"/>
            </a:lvl3pPr>
            <a:lvl4pPr lvl="3" algn="ctr">
              <a:spcBef>
                <a:spcPts val="0"/>
              </a:spcBef>
              <a:spcAft>
                <a:spcPts val="0"/>
              </a:spcAft>
              <a:buSzPts val="16000"/>
              <a:buNone/>
              <a:defRPr sz="16000"/>
            </a:lvl4pPr>
            <a:lvl5pPr lvl="4" algn="ctr">
              <a:spcBef>
                <a:spcPts val="0"/>
              </a:spcBef>
              <a:spcAft>
                <a:spcPts val="0"/>
              </a:spcAft>
              <a:buSzPts val="16000"/>
              <a:buNone/>
              <a:defRPr sz="16000"/>
            </a:lvl5pPr>
            <a:lvl6pPr lvl="5" algn="ctr">
              <a:spcBef>
                <a:spcPts val="0"/>
              </a:spcBef>
              <a:spcAft>
                <a:spcPts val="0"/>
              </a:spcAft>
              <a:buSzPts val="16000"/>
              <a:buNone/>
              <a:defRPr sz="16000"/>
            </a:lvl6pPr>
            <a:lvl7pPr lvl="6" algn="ctr">
              <a:spcBef>
                <a:spcPts val="0"/>
              </a:spcBef>
              <a:spcAft>
                <a:spcPts val="0"/>
              </a:spcAft>
              <a:buSzPts val="16000"/>
              <a:buNone/>
              <a:defRPr sz="16000"/>
            </a:lvl7pPr>
            <a:lvl8pPr lvl="7" algn="ctr">
              <a:spcBef>
                <a:spcPts val="0"/>
              </a:spcBef>
              <a:spcAft>
                <a:spcPts val="0"/>
              </a:spcAft>
              <a:buSzPts val="16000"/>
              <a:buNone/>
              <a:defRPr sz="16000"/>
            </a:lvl8pPr>
            <a:lvl9pPr lvl="8" algn="ctr">
              <a:spcBef>
                <a:spcPts val="0"/>
              </a:spcBef>
              <a:spcAft>
                <a:spcPts val="0"/>
              </a:spcAft>
              <a:buSzPts val="16000"/>
              <a:buNone/>
              <a:defRPr sz="16000"/>
            </a:lvl9pPr>
          </a:lstStyle>
          <a:p>
            <a:r>
              <a:t>xx%</a:t>
            </a:r>
          </a:p>
        </p:txBody>
      </p:sp>
      <p:sp>
        <p:nvSpPr>
          <p:cNvPr id="46" name="Google Shape;46;p11"/>
          <p:cNvSpPr txBox="1">
            <a:spLocks noGrp="1"/>
          </p:cNvSpPr>
          <p:nvPr>
            <p:ph type="body" idx="1"/>
          </p:nvPr>
        </p:nvSpPr>
        <p:spPr>
          <a:xfrm>
            <a:off x="415496" y="4202967"/>
            <a:ext cx="11358000" cy="1734300"/>
          </a:xfrm>
          <a:prstGeom prst="rect">
            <a:avLst/>
          </a:prstGeom>
        </p:spPr>
        <p:txBody>
          <a:bodyPr spcFirstLastPara="1" wrap="square" lIns="121875" tIns="121875" rIns="121875" bIns="121875" anchor="t" anchorCtr="0">
            <a:noAutofit/>
          </a:bodyPr>
          <a:lstStyle>
            <a:lvl1pPr marL="457207" lvl="0" indent="-381006" algn="ctr">
              <a:spcBef>
                <a:spcPts val="0"/>
              </a:spcBef>
              <a:spcAft>
                <a:spcPts val="0"/>
              </a:spcAft>
              <a:buSzPts val="2400"/>
              <a:buChar char="●"/>
              <a:defRPr/>
            </a:lvl1pPr>
            <a:lvl2pPr marL="914415" lvl="1" indent="-349255" algn="ctr">
              <a:spcBef>
                <a:spcPts val="2099"/>
              </a:spcBef>
              <a:spcAft>
                <a:spcPts val="0"/>
              </a:spcAft>
              <a:buSzPts val="1900"/>
              <a:buChar char="○"/>
              <a:defRPr/>
            </a:lvl2pPr>
            <a:lvl3pPr marL="1371622" lvl="2" indent="-349255" algn="ctr">
              <a:spcBef>
                <a:spcPts val="2099"/>
              </a:spcBef>
              <a:spcAft>
                <a:spcPts val="0"/>
              </a:spcAft>
              <a:buSzPts val="1900"/>
              <a:buChar char="■"/>
              <a:defRPr/>
            </a:lvl3pPr>
            <a:lvl4pPr marL="1828831" lvl="3" indent="-349255" algn="ctr">
              <a:spcBef>
                <a:spcPts val="2099"/>
              </a:spcBef>
              <a:spcAft>
                <a:spcPts val="0"/>
              </a:spcAft>
              <a:buSzPts val="1900"/>
              <a:buChar char="●"/>
              <a:defRPr/>
            </a:lvl4pPr>
            <a:lvl5pPr marL="2286038" lvl="4" indent="-349255" algn="ctr">
              <a:spcBef>
                <a:spcPts val="2099"/>
              </a:spcBef>
              <a:spcAft>
                <a:spcPts val="0"/>
              </a:spcAft>
              <a:buSzPts val="1900"/>
              <a:buChar char="○"/>
              <a:defRPr/>
            </a:lvl5pPr>
            <a:lvl6pPr marL="2743246" lvl="5" indent="-349255" algn="ctr">
              <a:spcBef>
                <a:spcPts val="2099"/>
              </a:spcBef>
              <a:spcAft>
                <a:spcPts val="0"/>
              </a:spcAft>
              <a:buSzPts val="1900"/>
              <a:buChar char="■"/>
              <a:defRPr/>
            </a:lvl6pPr>
            <a:lvl7pPr marL="3200453" lvl="6" indent="-349255" algn="ctr">
              <a:spcBef>
                <a:spcPts val="2099"/>
              </a:spcBef>
              <a:spcAft>
                <a:spcPts val="0"/>
              </a:spcAft>
              <a:buSzPts val="1900"/>
              <a:buChar char="●"/>
              <a:defRPr/>
            </a:lvl7pPr>
            <a:lvl8pPr marL="3657661" lvl="7" indent="-349255" algn="ctr">
              <a:spcBef>
                <a:spcPts val="2099"/>
              </a:spcBef>
              <a:spcAft>
                <a:spcPts val="0"/>
              </a:spcAft>
              <a:buSzPts val="1900"/>
              <a:buChar char="○"/>
              <a:defRPr/>
            </a:lvl8pPr>
            <a:lvl9pPr marL="4114868" lvl="8" indent="-349255" algn="ctr">
              <a:spcBef>
                <a:spcPts val="2099"/>
              </a:spcBef>
              <a:spcAft>
                <a:spcPts val="2099"/>
              </a:spcAft>
              <a:buSzPts val="1900"/>
              <a:buChar char="■"/>
              <a:defRPr/>
            </a:lvl9pPr>
          </a:lstStyle>
          <a:p>
            <a:endParaRPr/>
          </a:p>
        </p:txBody>
      </p:sp>
      <p:sp>
        <p:nvSpPr>
          <p:cNvPr id="47" name="Google Shape;47;p11"/>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ver C" userDrawn="1">
  <p:cSld name="1_Cover C">
    <p:bg>
      <p:bgPr>
        <a:solidFill>
          <a:srgbClr val="030A14"/>
        </a:solidFill>
        <a:effectLst/>
      </p:bgPr>
    </p:bg>
    <p:spTree>
      <p:nvGrpSpPr>
        <p:cNvPr id="1" name="Shape 53"/>
        <p:cNvGrpSpPr/>
        <p:nvPr/>
      </p:nvGrpSpPr>
      <p:grpSpPr>
        <a:xfrm>
          <a:off x="0" y="0"/>
          <a:ext cx="0" cy="0"/>
          <a:chOff x="0" y="0"/>
          <a:chExt cx="0" cy="0"/>
        </a:xfrm>
      </p:grpSpPr>
      <p:sp>
        <p:nvSpPr>
          <p:cNvPr id="54" name="Google Shape;54;p14"/>
          <p:cNvSpPr txBox="1">
            <a:spLocks noGrp="1"/>
          </p:cNvSpPr>
          <p:nvPr>
            <p:ph type="title"/>
          </p:nvPr>
        </p:nvSpPr>
        <p:spPr>
          <a:xfrm>
            <a:off x="455623" y="2364060"/>
            <a:ext cx="8915583" cy="3789320"/>
          </a:xfrm>
          <a:prstGeom prst="rect">
            <a:avLst/>
          </a:prstGeom>
          <a:noFill/>
          <a:ln>
            <a:noFill/>
          </a:ln>
        </p:spPr>
        <p:txBody>
          <a:bodyPr spcFirstLastPara="1" wrap="square" lIns="0" tIns="0" rIns="0" bIns="0" anchor="ctr" anchorCtr="0">
            <a:noAutofit/>
          </a:bodyPr>
          <a:lstStyle>
            <a:lvl1pPr lvl="0" algn="l">
              <a:lnSpc>
                <a:spcPct val="80000"/>
              </a:lnSpc>
              <a:spcBef>
                <a:spcPts val="0"/>
              </a:spcBef>
              <a:spcAft>
                <a:spcPts val="0"/>
              </a:spcAft>
              <a:buClr>
                <a:schemeClr val="lt1"/>
              </a:buClr>
              <a:buSzPts val="9600"/>
              <a:buFont typeface="Roboto"/>
              <a:buNone/>
              <a:defRPr sz="9600" b="0" i="0" cap="none">
                <a:solidFill>
                  <a:schemeClr val="lt1"/>
                </a:solidFill>
                <a:latin typeface="Roboto"/>
                <a:ea typeface="Roboto"/>
                <a:cs typeface="Roboto"/>
                <a:sym typeface="Robo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58" name="Google Shape;58;p14"/>
          <p:cNvSpPr txBox="1"/>
          <p:nvPr/>
        </p:nvSpPr>
        <p:spPr>
          <a:xfrm>
            <a:off x="2377441" y="6212114"/>
            <a:ext cx="9355958" cy="417286"/>
          </a:xfrm>
          <a:prstGeom prst="rect">
            <a:avLst/>
          </a:prstGeom>
          <a:noFill/>
          <a:ln>
            <a:noFill/>
          </a:ln>
        </p:spPr>
        <p:txBody>
          <a:bodyPr spcFirstLastPara="1" wrap="square" lIns="0" tIns="0" rIns="0" bIns="0" anchor="b" anchorCtr="0">
            <a:noAutofit/>
          </a:bodyPr>
          <a:lstStyle/>
          <a:p>
            <a:pPr algn="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This work was created by </a:t>
            </a:r>
            <a:r>
              <a:rPr lang="en-US" sz="1200" b="1" i="0" u="none" strike="noStrike" cap="none" dirty="0">
                <a:solidFill>
                  <a:schemeClr val="bg1"/>
                </a:solidFill>
                <a:effectLst/>
                <a:latin typeface="Roboto" panose="02000000000000000000" pitchFamily="2" charset="0"/>
                <a:ea typeface="Roboto" panose="02000000000000000000" pitchFamily="2" charset="0"/>
                <a:cs typeface="Arial"/>
                <a:sym typeface="Arial"/>
              </a:rPr>
              <a:t>Torc Robotics</a:t>
            </a: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 and is licensed under the </a:t>
            </a:r>
            <a:r>
              <a:rPr lang="en-US" sz="1200" b="1" i="0" u="none" strike="noStrike" cap="none" dirty="0">
                <a:solidFill>
                  <a:schemeClr val="bg1"/>
                </a:solidFill>
                <a:effectLst/>
                <a:latin typeface="Roboto" panose="02000000000000000000" pitchFamily="2" charset="0"/>
                <a:ea typeface="Roboto" panose="02000000000000000000" pitchFamily="2" charset="0"/>
                <a:cs typeface="Arial"/>
                <a:sym typeface="Arial"/>
              </a:rPr>
              <a:t>Creative Commons Attribution-Share Alike (CC BY-SA-4.0)</a:t>
            </a: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 License.</a:t>
            </a:r>
          </a:p>
          <a:p>
            <a:pPr algn="r"/>
            <a:r>
              <a:rPr lang="en-US" sz="1200" b="1" i="0" u="sng" strike="noStrike" cap="none" dirty="0">
                <a:solidFill>
                  <a:schemeClr val="bg1"/>
                </a:solidFill>
                <a:effectLst/>
                <a:latin typeface="Courier New" panose="02070309020205020404" pitchFamily="49" charset="0"/>
                <a:ea typeface="Roboto" panose="02000000000000000000" pitchFamily="2" charset="0"/>
                <a:cs typeface="Courier New" panose="02070309020205020404" pitchFamily="49" charset="0"/>
                <a:sym typeface="Arial"/>
                <a:hlinkClick r:id="rId2">
                  <a:extLst>
                    <a:ext uri="{A12FA001-AC4F-418D-AE19-62706E023703}">
                      <ahyp:hlinkClr xmlns:ahyp="http://schemas.microsoft.com/office/drawing/2018/hyperlinkcolor" val="tx"/>
                    </a:ext>
                  </a:extLst>
                </a:hlinkClick>
              </a:rPr>
              <a:t>https://creativecommons.org/licenses/by/4.0/legalcode</a:t>
            </a:r>
            <a:endParaRPr lang="en-US" sz="1200" b="0" i="0" u="none" strike="noStrike" cap="none" dirty="0">
              <a:solidFill>
                <a:schemeClr val="bg1"/>
              </a:solidFill>
              <a:effectLst/>
              <a:latin typeface="Courier New" panose="02070309020205020404" pitchFamily="49" charset="0"/>
              <a:ea typeface="Roboto" panose="02000000000000000000" pitchFamily="2" charset="0"/>
              <a:cs typeface="Courier New" panose="02070309020205020404" pitchFamily="49" charset="0"/>
              <a:sym typeface="Arial"/>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WHITE 1Col Title | Text">
  <p:cSld name="WHITE 1Col Title | Text">
    <p:spTree>
      <p:nvGrpSpPr>
        <p:cNvPr id="1" name="Shape 540"/>
        <p:cNvGrpSpPr/>
        <p:nvPr/>
      </p:nvGrpSpPr>
      <p:grpSpPr>
        <a:xfrm>
          <a:off x="0" y="0"/>
          <a:ext cx="0" cy="0"/>
          <a:chOff x="0" y="0"/>
          <a:chExt cx="0" cy="0"/>
        </a:xfrm>
      </p:grpSpPr>
      <p:sp>
        <p:nvSpPr>
          <p:cNvPr id="541" name="Google Shape;541;p98"/>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3200"/>
              <a:buFont typeface="Roboto Medium"/>
              <a:buNone/>
              <a:defRPr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42" name="Google Shape;542;p98"/>
          <p:cNvSpPr txBox="1">
            <a:spLocks noGrp="1"/>
          </p:cNvSpPr>
          <p:nvPr>
            <p:ph type="body" idx="1"/>
          </p:nvPr>
        </p:nvSpPr>
        <p:spPr>
          <a:xfrm>
            <a:off x="455613" y="2686375"/>
            <a:ext cx="8915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sp>
        <p:nvSpPr>
          <p:cNvPr id="543" name="Google Shape;543;p98"/>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000000"/>
                </a:solidFill>
              </a:defRPr>
            </a:lvl1pPr>
            <a:lvl2pPr lvl="1" rtl="0">
              <a:buNone/>
              <a:defRPr sz="1000">
                <a:solidFill>
                  <a:srgbClr val="000000"/>
                </a:solidFill>
              </a:defRPr>
            </a:lvl2pPr>
            <a:lvl3pPr lvl="2" rtl="0">
              <a:buNone/>
              <a:defRPr sz="1000">
                <a:solidFill>
                  <a:srgbClr val="000000"/>
                </a:solidFill>
              </a:defRPr>
            </a:lvl3pPr>
            <a:lvl4pPr lvl="3" rtl="0">
              <a:buNone/>
              <a:defRPr sz="1000">
                <a:solidFill>
                  <a:srgbClr val="000000"/>
                </a:solidFill>
              </a:defRPr>
            </a:lvl4pPr>
            <a:lvl5pPr lvl="4" rtl="0">
              <a:buNone/>
              <a:defRPr sz="1000">
                <a:solidFill>
                  <a:srgbClr val="000000"/>
                </a:solidFill>
              </a:defRPr>
            </a:lvl5pPr>
            <a:lvl6pPr lvl="5" rtl="0">
              <a:buNone/>
              <a:defRPr sz="1000">
                <a:solidFill>
                  <a:srgbClr val="000000"/>
                </a:solidFill>
              </a:defRPr>
            </a:lvl6pPr>
            <a:lvl7pPr lvl="6" rtl="0">
              <a:buNone/>
              <a:defRPr sz="1000">
                <a:solidFill>
                  <a:srgbClr val="000000"/>
                </a:solidFill>
              </a:defRPr>
            </a:lvl7pPr>
            <a:lvl8pPr lvl="7" rtl="0">
              <a:buNone/>
              <a:defRPr sz="1000">
                <a:solidFill>
                  <a:srgbClr val="000000"/>
                </a:solidFill>
              </a:defRPr>
            </a:lvl8pPr>
            <a:lvl9pPr lvl="8" rtl="0">
              <a:buNone/>
              <a:defRPr sz="1000">
                <a:solidFill>
                  <a:srgbClr val="000000"/>
                </a:solidFill>
              </a:defRPr>
            </a:lvl9pPr>
          </a:lstStyle>
          <a:p>
            <a:fld id="{00000000-1234-1234-1234-123412341234}" type="slidenum">
              <a:rPr lang="en" smtClean="0"/>
              <a:pPr/>
              <a:t>‹#›</a:t>
            </a:fld>
            <a:endParaRPr lang="en"/>
          </a:p>
        </p:txBody>
      </p:sp>
      <p:sp>
        <p:nvSpPr>
          <p:cNvPr id="545" name="Google Shape;545;p98"/>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endParaRPr sz="1000" dirty="0">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extLst>
    <p:ext uri="{DCECCB84-F9BA-43D5-87BE-67443E8EF086}">
      <p15:sldGuideLst xmlns:p15="http://schemas.microsoft.com/office/powerpoint/2012/main">
        <p15:guide id="1" orient="horz" pos="1872" userDrawn="1">
          <p15:clr>
            <a:srgbClr val="FA7B17"/>
          </p15:clr>
        </p15:guide>
        <p15:guide id="2" pos="5615" userDrawn="1">
          <p15:clr>
            <a:srgbClr val="FA7B17"/>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66"/>
        <p:cNvGrpSpPr/>
        <p:nvPr/>
      </p:nvGrpSpPr>
      <p:grpSpPr>
        <a:xfrm>
          <a:off x="0" y="0"/>
          <a:ext cx="0" cy="0"/>
          <a:chOff x="0" y="0"/>
          <a:chExt cx="0" cy="0"/>
        </a:xfrm>
      </p:grpSpPr>
      <p:sp>
        <p:nvSpPr>
          <p:cNvPr id="867" name="Google Shape;867;p145"/>
          <p:cNvSpPr txBox="1">
            <a:spLocks noGrp="1"/>
          </p:cNvSpPr>
          <p:nvPr>
            <p:ph type="body" idx="1"/>
          </p:nvPr>
        </p:nvSpPr>
        <p:spPr>
          <a:xfrm>
            <a:off x="415496" y="5640767"/>
            <a:ext cx="7996500" cy="806700"/>
          </a:xfrm>
          <a:prstGeom prst="rect">
            <a:avLst/>
          </a:prstGeom>
        </p:spPr>
        <p:txBody>
          <a:bodyPr spcFirstLastPara="1" wrap="square" lIns="0" tIns="0" rIns="0" bIns="0" anchor="ctr" anchorCtr="0">
            <a:noAutofit/>
          </a:bodyPr>
          <a:lstStyle>
            <a:lvl1pPr marL="457207" lvl="0" indent="-228604" rtl="0">
              <a:lnSpc>
                <a:spcPct val="100000"/>
              </a:lnSpc>
              <a:spcBef>
                <a:spcPts val="0"/>
              </a:spcBef>
              <a:spcAft>
                <a:spcPts val="0"/>
              </a:spcAft>
              <a:buSzPts val="2000"/>
              <a:buNone/>
              <a:defRPr/>
            </a:lvl1pPr>
          </a:lstStyle>
          <a:p>
            <a:endParaRPr/>
          </a:p>
        </p:txBody>
      </p:sp>
      <p:sp>
        <p:nvSpPr>
          <p:cNvPr id="868" name="Google Shape;868;p145"/>
          <p:cNvSpPr txBox="1">
            <a:spLocks noGrp="1"/>
          </p:cNvSpPr>
          <p:nvPr>
            <p:ph type="sldNum" idx="12"/>
          </p:nvPr>
        </p:nvSpPr>
        <p:spPr>
          <a:xfrm>
            <a:off x="11293784" y="6217622"/>
            <a:ext cx="731400" cy="5247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4.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496" y="593367"/>
            <a:ext cx="11358000" cy="763500"/>
          </a:xfrm>
          <a:prstGeom prst="rect">
            <a:avLst/>
          </a:prstGeom>
          <a:noFill/>
          <a:ln>
            <a:noFill/>
          </a:ln>
        </p:spPr>
        <p:txBody>
          <a:bodyPr spcFirstLastPara="1" wrap="square" lIns="121875" tIns="121875" rIns="121875" bIns="121875" anchor="t" anchorCtr="0">
            <a:noAutofit/>
          </a:bodyPr>
          <a:lstStyle>
            <a:lvl1pPr lvl="0">
              <a:spcBef>
                <a:spcPts val="0"/>
              </a:spcBef>
              <a:spcAft>
                <a:spcPts val="0"/>
              </a:spcAft>
              <a:buClr>
                <a:schemeClr val="dk1"/>
              </a:buClr>
              <a:buSzPts val="3700"/>
              <a:buNone/>
              <a:defRPr sz="3700">
                <a:solidFill>
                  <a:schemeClr val="dk1"/>
                </a:solidFill>
              </a:defRPr>
            </a:lvl1pPr>
            <a:lvl2pPr lvl="1">
              <a:spcBef>
                <a:spcPts val="0"/>
              </a:spcBef>
              <a:spcAft>
                <a:spcPts val="0"/>
              </a:spcAft>
              <a:buClr>
                <a:schemeClr val="dk1"/>
              </a:buClr>
              <a:buSzPts val="3700"/>
              <a:buNone/>
              <a:defRPr sz="3700">
                <a:solidFill>
                  <a:schemeClr val="dk1"/>
                </a:solidFill>
              </a:defRPr>
            </a:lvl2pPr>
            <a:lvl3pPr lvl="2">
              <a:spcBef>
                <a:spcPts val="0"/>
              </a:spcBef>
              <a:spcAft>
                <a:spcPts val="0"/>
              </a:spcAft>
              <a:buClr>
                <a:schemeClr val="dk1"/>
              </a:buClr>
              <a:buSzPts val="3700"/>
              <a:buNone/>
              <a:defRPr sz="3700">
                <a:solidFill>
                  <a:schemeClr val="dk1"/>
                </a:solidFill>
              </a:defRPr>
            </a:lvl3pPr>
            <a:lvl4pPr lvl="3">
              <a:spcBef>
                <a:spcPts val="0"/>
              </a:spcBef>
              <a:spcAft>
                <a:spcPts val="0"/>
              </a:spcAft>
              <a:buClr>
                <a:schemeClr val="dk1"/>
              </a:buClr>
              <a:buSzPts val="3700"/>
              <a:buNone/>
              <a:defRPr sz="3700">
                <a:solidFill>
                  <a:schemeClr val="dk1"/>
                </a:solidFill>
              </a:defRPr>
            </a:lvl4pPr>
            <a:lvl5pPr lvl="4">
              <a:spcBef>
                <a:spcPts val="0"/>
              </a:spcBef>
              <a:spcAft>
                <a:spcPts val="0"/>
              </a:spcAft>
              <a:buClr>
                <a:schemeClr val="dk1"/>
              </a:buClr>
              <a:buSzPts val="3700"/>
              <a:buNone/>
              <a:defRPr sz="3700">
                <a:solidFill>
                  <a:schemeClr val="dk1"/>
                </a:solidFill>
              </a:defRPr>
            </a:lvl5pPr>
            <a:lvl6pPr lvl="5">
              <a:spcBef>
                <a:spcPts val="0"/>
              </a:spcBef>
              <a:spcAft>
                <a:spcPts val="0"/>
              </a:spcAft>
              <a:buClr>
                <a:schemeClr val="dk1"/>
              </a:buClr>
              <a:buSzPts val="3700"/>
              <a:buNone/>
              <a:defRPr sz="3700">
                <a:solidFill>
                  <a:schemeClr val="dk1"/>
                </a:solidFill>
              </a:defRPr>
            </a:lvl6pPr>
            <a:lvl7pPr lvl="6">
              <a:spcBef>
                <a:spcPts val="0"/>
              </a:spcBef>
              <a:spcAft>
                <a:spcPts val="0"/>
              </a:spcAft>
              <a:buClr>
                <a:schemeClr val="dk1"/>
              </a:buClr>
              <a:buSzPts val="3700"/>
              <a:buNone/>
              <a:defRPr sz="3700">
                <a:solidFill>
                  <a:schemeClr val="dk1"/>
                </a:solidFill>
              </a:defRPr>
            </a:lvl7pPr>
            <a:lvl8pPr lvl="7">
              <a:spcBef>
                <a:spcPts val="0"/>
              </a:spcBef>
              <a:spcAft>
                <a:spcPts val="0"/>
              </a:spcAft>
              <a:buClr>
                <a:schemeClr val="dk1"/>
              </a:buClr>
              <a:buSzPts val="3700"/>
              <a:buNone/>
              <a:defRPr sz="3700">
                <a:solidFill>
                  <a:schemeClr val="dk1"/>
                </a:solidFill>
              </a:defRPr>
            </a:lvl8pPr>
            <a:lvl9pPr lvl="8">
              <a:spcBef>
                <a:spcPts val="0"/>
              </a:spcBef>
              <a:spcAft>
                <a:spcPts val="0"/>
              </a:spcAft>
              <a:buClr>
                <a:schemeClr val="dk1"/>
              </a:buClr>
              <a:buSzPts val="3700"/>
              <a:buNone/>
              <a:defRPr sz="3700">
                <a:solidFill>
                  <a:schemeClr val="dk1"/>
                </a:solidFill>
              </a:defRPr>
            </a:lvl9pPr>
          </a:lstStyle>
          <a:p>
            <a:endParaRPr/>
          </a:p>
        </p:txBody>
      </p:sp>
      <p:sp>
        <p:nvSpPr>
          <p:cNvPr id="7" name="Google Shape;7;p1"/>
          <p:cNvSpPr txBox="1">
            <a:spLocks noGrp="1"/>
          </p:cNvSpPr>
          <p:nvPr>
            <p:ph type="body" idx="1"/>
          </p:nvPr>
        </p:nvSpPr>
        <p:spPr>
          <a:xfrm>
            <a:off x="415496" y="1536633"/>
            <a:ext cx="11358000" cy="4555200"/>
          </a:xfrm>
          <a:prstGeom prst="rect">
            <a:avLst/>
          </a:prstGeom>
          <a:noFill/>
          <a:ln>
            <a:noFill/>
          </a:ln>
        </p:spPr>
        <p:txBody>
          <a:bodyPr spcFirstLastPara="1" wrap="square" lIns="121875" tIns="121875" rIns="121875" bIns="121875" anchor="t" anchorCtr="0">
            <a:noAutofit/>
          </a:bodyPr>
          <a:lstStyle>
            <a:lvl1pPr marL="457200" lvl="0" indent="-381000">
              <a:lnSpc>
                <a:spcPct val="115000"/>
              </a:lnSpc>
              <a:spcBef>
                <a:spcPts val="0"/>
              </a:spcBef>
              <a:spcAft>
                <a:spcPts val="0"/>
              </a:spcAft>
              <a:buClr>
                <a:schemeClr val="dk2"/>
              </a:buClr>
              <a:buSzPts val="2400"/>
              <a:buChar char="●"/>
              <a:defRPr sz="2400">
                <a:solidFill>
                  <a:schemeClr val="dk2"/>
                </a:solidFill>
              </a:defRPr>
            </a:lvl1pPr>
            <a:lvl2pPr marL="914400" lvl="1" indent="-349250">
              <a:lnSpc>
                <a:spcPct val="115000"/>
              </a:lnSpc>
              <a:spcBef>
                <a:spcPts val="2100"/>
              </a:spcBef>
              <a:spcAft>
                <a:spcPts val="0"/>
              </a:spcAft>
              <a:buClr>
                <a:schemeClr val="dk2"/>
              </a:buClr>
              <a:buSzPts val="1900"/>
              <a:buChar char="○"/>
              <a:defRPr sz="1900">
                <a:solidFill>
                  <a:schemeClr val="dk2"/>
                </a:solidFill>
              </a:defRPr>
            </a:lvl2pPr>
            <a:lvl3pPr marL="1371600" lvl="2" indent="-349250">
              <a:lnSpc>
                <a:spcPct val="115000"/>
              </a:lnSpc>
              <a:spcBef>
                <a:spcPts val="2100"/>
              </a:spcBef>
              <a:spcAft>
                <a:spcPts val="0"/>
              </a:spcAft>
              <a:buClr>
                <a:schemeClr val="dk2"/>
              </a:buClr>
              <a:buSzPts val="1900"/>
              <a:buChar char="■"/>
              <a:defRPr sz="1900">
                <a:solidFill>
                  <a:schemeClr val="dk2"/>
                </a:solidFill>
              </a:defRPr>
            </a:lvl3pPr>
            <a:lvl4pPr marL="1828800" lvl="3" indent="-349250">
              <a:lnSpc>
                <a:spcPct val="115000"/>
              </a:lnSpc>
              <a:spcBef>
                <a:spcPts val="2100"/>
              </a:spcBef>
              <a:spcAft>
                <a:spcPts val="0"/>
              </a:spcAft>
              <a:buClr>
                <a:schemeClr val="dk2"/>
              </a:buClr>
              <a:buSzPts val="1900"/>
              <a:buChar char="●"/>
              <a:defRPr sz="1900">
                <a:solidFill>
                  <a:schemeClr val="dk2"/>
                </a:solidFill>
              </a:defRPr>
            </a:lvl4pPr>
            <a:lvl5pPr marL="2286000" lvl="4" indent="-349250">
              <a:lnSpc>
                <a:spcPct val="115000"/>
              </a:lnSpc>
              <a:spcBef>
                <a:spcPts val="2100"/>
              </a:spcBef>
              <a:spcAft>
                <a:spcPts val="0"/>
              </a:spcAft>
              <a:buClr>
                <a:schemeClr val="dk2"/>
              </a:buClr>
              <a:buSzPts val="1900"/>
              <a:buChar char="○"/>
              <a:defRPr sz="1900">
                <a:solidFill>
                  <a:schemeClr val="dk2"/>
                </a:solidFill>
              </a:defRPr>
            </a:lvl5pPr>
            <a:lvl6pPr marL="2743200" lvl="5" indent="-349250">
              <a:lnSpc>
                <a:spcPct val="115000"/>
              </a:lnSpc>
              <a:spcBef>
                <a:spcPts val="2100"/>
              </a:spcBef>
              <a:spcAft>
                <a:spcPts val="0"/>
              </a:spcAft>
              <a:buClr>
                <a:schemeClr val="dk2"/>
              </a:buClr>
              <a:buSzPts val="1900"/>
              <a:buChar char="■"/>
              <a:defRPr sz="1900">
                <a:solidFill>
                  <a:schemeClr val="dk2"/>
                </a:solidFill>
              </a:defRPr>
            </a:lvl6pPr>
            <a:lvl7pPr marL="3200400" lvl="6" indent="-349250">
              <a:lnSpc>
                <a:spcPct val="115000"/>
              </a:lnSpc>
              <a:spcBef>
                <a:spcPts val="2100"/>
              </a:spcBef>
              <a:spcAft>
                <a:spcPts val="0"/>
              </a:spcAft>
              <a:buClr>
                <a:schemeClr val="dk2"/>
              </a:buClr>
              <a:buSzPts val="1900"/>
              <a:buChar char="●"/>
              <a:defRPr sz="1900">
                <a:solidFill>
                  <a:schemeClr val="dk2"/>
                </a:solidFill>
              </a:defRPr>
            </a:lvl7pPr>
            <a:lvl8pPr marL="3657600" lvl="7" indent="-349250">
              <a:lnSpc>
                <a:spcPct val="115000"/>
              </a:lnSpc>
              <a:spcBef>
                <a:spcPts val="2100"/>
              </a:spcBef>
              <a:spcAft>
                <a:spcPts val="0"/>
              </a:spcAft>
              <a:buClr>
                <a:schemeClr val="dk2"/>
              </a:buClr>
              <a:buSzPts val="1900"/>
              <a:buChar char="○"/>
              <a:defRPr sz="1900">
                <a:solidFill>
                  <a:schemeClr val="dk2"/>
                </a:solidFill>
              </a:defRPr>
            </a:lvl8pPr>
            <a:lvl9pPr marL="4114800" lvl="8" indent="-349250">
              <a:lnSpc>
                <a:spcPct val="115000"/>
              </a:lnSpc>
              <a:spcBef>
                <a:spcPts val="2100"/>
              </a:spcBef>
              <a:spcAft>
                <a:spcPts val="2100"/>
              </a:spcAft>
              <a:buClr>
                <a:schemeClr val="dk2"/>
              </a:buClr>
              <a:buSzPts val="1900"/>
              <a:buChar char="■"/>
              <a:defRPr sz="1900">
                <a:solidFill>
                  <a:schemeClr val="dk2"/>
                </a:solidFill>
              </a:defRPr>
            </a:lvl9pPr>
          </a:lstStyle>
          <a:p>
            <a:endParaRPr/>
          </a:p>
        </p:txBody>
      </p:sp>
      <p:sp>
        <p:nvSpPr>
          <p:cNvPr id="8" name="Google Shape;8;p1"/>
          <p:cNvSpPr txBox="1">
            <a:spLocks noGrp="1"/>
          </p:cNvSpPr>
          <p:nvPr>
            <p:ph type="sldNum" idx="12"/>
          </p:nvPr>
        </p:nvSpPr>
        <p:spPr>
          <a:xfrm>
            <a:off x="11293784" y="6217622"/>
            <a:ext cx="731400" cy="524700"/>
          </a:xfrm>
          <a:prstGeom prst="rect">
            <a:avLst/>
          </a:prstGeom>
          <a:noFill/>
          <a:ln>
            <a:noFill/>
          </a:ln>
        </p:spPr>
        <p:txBody>
          <a:bodyPr spcFirstLastPara="1" wrap="square" lIns="121875" tIns="121875" rIns="121875" bIns="121875" anchor="ctr" anchorCtr="0">
            <a:noAutofit/>
          </a:bodyPr>
          <a:lstStyle>
            <a:lvl1pPr lvl="0" algn="r">
              <a:buNone/>
              <a:defRPr sz="1300">
                <a:solidFill>
                  <a:schemeClr val="dk2"/>
                </a:solidFill>
              </a:defRPr>
            </a:lvl1pPr>
            <a:lvl2pPr lvl="1" algn="r">
              <a:buNone/>
              <a:defRPr sz="1300">
                <a:solidFill>
                  <a:schemeClr val="dk2"/>
                </a:solidFill>
              </a:defRPr>
            </a:lvl2pPr>
            <a:lvl3pPr lvl="2" algn="r">
              <a:buNone/>
              <a:defRPr sz="1300">
                <a:solidFill>
                  <a:schemeClr val="dk2"/>
                </a:solidFill>
              </a:defRPr>
            </a:lvl3pPr>
            <a:lvl4pPr lvl="3" algn="r">
              <a:buNone/>
              <a:defRPr sz="1300">
                <a:solidFill>
                  <a:schemeClr val="dk2"/>
                </a:solidFill>
              </a:defRPr>
            </a:lvl4pPr>
            <a:lvl5pPr lvl="4" algn="r">
              <a:buNone/>
              <a:defRPr sz="1300">
                <a:solidFill>
                  <a:schemeClr val="dk2"/>
                </a:solidFill>
              </a:defRPr>
            </a:lvl5pPr>
            <a:lvl6pPr lvl="5" algn="r">
              <a:buNone/>
              <a:defRPr sz="1300">
                <a:solidFill>
                  <a:schemeClr val="dk2"/>
                </a:solidFill>
              </a:defRPr>
            </a:lvl6pPr>
            <a:lvl7pPr lvl="6" algn="r">
              <a:buNone/>
              <a:defRPr sz="1300">
                <a:solidFill>
                  <a:schemeClr val="dk2"/>
                </a:solidFill>
              </a:defRPr>
            </a:lvl7pPr>
            <a:lvl8pPr lvl="7" algn="r">
              <a:buNone/>
              <a:defRPr sz="1300">
                <a:solidFill>
                  <a:schemeClr val="dk2"/>
                </a:solidFill>
              </a:defRPr>
            </a:lvl8pPr>
            <a:lvl9pPr lvl="8" algn="r">
              <a:buNone/>
              <a:defRPr sz="1300">
                <a:solidFill>
                  <a:schemeClr val="dk2"/>
                </a:solidFill>
              </a:defRPr>
            </a:lvl9pPr>
          </a:lstStyle>
          <a:p>
            <a:fld id="{00000000-1234-1234-1234-123412341234}" type="slidenum">
              <a:rPr lang="en" smtClean="0"/>
              <a:pPr/>
              <a:t>‹#›</a:t>
            </a:fld>
            <a:endParaRPr lang="en"/>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marR="0" lvl="0" algn="l" rtl="0">
              <a:lnSpc>
                <a:spcPct val="80000"/>
              </a:lnSpc>
              <a:spcBef>
                <a:spcPts val="0"/>
              </a:spcBef>
              <a:spcAft>
                <a:spcPts val="0"/>
              </a:spcAft>
              <a:buClr>
                <a:schemeClr val="dk1"/>
              </a:buClr>
              <a:buSzPts val="3200"/>
              <a:buFont typeface="Roboto Medium"/>
              <a:buNone/>
              <a:defRPr sz="3200" b="0" i="0" u="none" strike="noStrike" cap="none">
                <a:solidFill>
                  <a:schemeClr val="dk1"/>
                </a:solidFill>
                <a:latin typeface="Roboto Medium"/>
                <a:ea typeface="Roboto Medium"/>
                <a:cs typeface="Roboto Medium"/>
                <a:sym typeface="Roboto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2" name="Google Shape;52;p13"/>
          <p:cNvSpPr txBox="1">
            <a:spLocks noGrp="1"/>
          </p:cNvSpPr>
          <p:nvPr>
            <p:ph type="body" idx="1"/>
          </p:nvPr>
        </p:nvSpPr>
        <p:spPr>
          <a:xfrm>
            <a:off x="457206" y="1810776"/>
            <a:ext cx="8915492" cy="4132824"/>
          </a:xfrm>
          <a:prstGeom prst="rect">
            <a:avLst/>
          </a:prstGeom>
          <a:noFill/>
          <a:ln>
            <a:noFill/>
          </a:ln>
        </p:spPr>
        <p:txBody>
          <a:bodyPr spcFirstLastPara="1" wrap="square" lIns="0" tIns="0" rIns="0" bIns="0" anchor="t" anchorCtr="0">
            <a:noAutofit/>
          </a:bodyPr>
          <a:lstStyle>
            <a:lvl1pPr marL="457200" marR="0" lvl="0" indent="-228600" algn="l" rtl="0">
              <a:spcBef>
                <a:spcPts val="180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L="3200400" marR="0" lvl="6"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L="3657600" marR="0" lvl="7"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L="4114800" marR="0" lvl="8"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Tree>
  </p:cSld>
  <p:clrMap bg1="lt1" tx1="dk1" bg2="dk2" tx2="lt2" accent1="accent1" accent2="accent2" accent3="accent3" accent4="accent4" accent5="accent5" accent6="accent6" hlink="hlink" folHlink="folHlink"/>
  <p:sldLayoutIdLst>
    <p:sldLayoutId id="2147483659" r:id="rId1"/>
  </p:sldLayoutIdLst>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guide id="3" pos="287" userDrawn="1">
          <p15:clr>
            <a:srgbClr val="F26B43"/>
          </p15:clr>
        </p15:guide>
        <p15:guide id="4" orient="horz" pos="288" userDrawn="1">
          <p15:clr>
            <a:srgbClr val="F26B43"/>
          </p15:clr>
        </p15:guide>
        <p15:guide id="5" orient="horz" pos="4032" userDrawn="1">
          <p15:clr>
            <a:srgbClr val="F26B43"/>
          </p15:clr>
        </p15:guide>
        <p15:guide id="6" pos="7391" userDrawn="1">
          <p15:clr>
            <a:srgbClr val="F26B43"/>
          </p15:clr>
        </p15:guide>
        <p15:guide id="7" orient="horz" pos="3888" userDrawn="1">
          <p15:clr>
            <a:srgbClr val="F26B43"/>
          </p15:clr>
        </p15:guide>
        <p15:guide id="8" orient="horz" pos="4176" userDrawn="1">
          <p15:clr>
            <a:srgbClr val="F26B43"/>
          </p15:clr>
        </p15:guide>
        <p15:guide id="9" orient="horz" pos="3744"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82"/>
        <p:cNvGrpSpPr/>
        <p:nvPr/>
      </p:nvGrpSpPr>
      <p:grpSpPr>
        <a:xfrm>
          <a:off x="0" y="0"/>
          <a:ext cx="0" cy="0"/>
          <a:chOff x="0" y="0"/>
          <a:chExt cx="0" cy="0"/>
        </a:xfrm>
      </p:grpSpPr>
      <p:sp>
        <p:nvSpPr>
          <p:cNvPr id="483" name="Google Shape;483;p88"/>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marR="0" lvl="0" algn="l" rtl="0">
              <a:lnSpc>
                <a:spcPct val="80000"/>
              </a:lnSpc>
              <a:spcBef>
                <a:spcPts val="0"/>
              </a:spcBef>
              <a:spcAft>
                <a:spcPts val="0"/>
              </a:spcAft>
              <a:buClr>
                <a:schemeClr val="dk1"/>
              </a:buClr>
              <a:buSzPts val="3200"/>
              <a:buFont typeface="Roboto Medium"/>
              <a:buNone/>
              <a:defRPr sz="3200" b="0" i="0" u="none" strike="noStrike" cap="none">
                <a:solidFill>
                  <a:schemeClr val="dk1"/>
                </a:solidFill>
                <a:latin typeface="Roboto Medium"/>
                <a:ea typeface="Roboto Medium"/>
                <a:cs typeface="Roboto Medium"/>
                <a:sym typeface="Roboto Medium"/>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484" name="Google Shape;484;p88"/>
          <p:cNvSpPr txBox="1">
            <a:spLocks noGrp="1"/>
          </p:cNvSpPr>
          <p:nvPr>
            <p:ph type="body" idx="1"/>
          </p:nvPr>
        </p:nvSpPr>
        <p:spPr>
          <a:xfrm>
            <a:off x="457205" y="1810776"/>
            <a:ext cx="8915400" cy="4132800"/>
          </a:xfrm>
          <a:prstGeom prst="rect">
            <a:avLst/>
          </a:prstGeom>
          <a:noFill/>
          <a:ln>
            <a:noFill/>
          </a:ln>
        </p:spPr>
        <p:txBody>
          <a:bodyPr spcFirstLastPara="1" wrap="square" lIns="0" tIns="0" rIns="0" bIns="0" anchor="t" anchorCtr="0">
            <a:noAutofit/>
          </a:bodyPr>
          <a:lstStyle>
            <a:lvl1pPr marL="457200" marR="0" lvl="0" indent="-228600" algn="l" rtl="0">
              <a:spcBef>
                <a:spcPts val="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L="3200400" marR="0" lvl="6"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L="3657600" marR="0" lvl="7"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L="4114800" marR="0" lvl="8"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485" name="Google Shape;485;p88"/>
          <p:cNvSpPr txBox="1">
            <a:spLocks noGrp="1"/>
          </p:cNvSpPr>
          <p:nvPr>
            <p:ph type="sldNum" idx="12"/>
          </p:nvPr>
        </p:nvSpPr>
        <p:spPr>
          <a:xfrm>
            <a:off x="11406192" y="6333134"/>
            <a:ext cx="731400" cy="525000"/>
          </a:xfrm>
          <a:prstGeom prst="rect">
            <a:avLst/>
          </a:prstGeom>
          <a:noFill/>
          <a:ln>
            <a:noFill/>
          </a:ln>
        </p:spPr>
        <p:txBody>
          <a:bodyPr spcFirstLastPara="1" wrap="square" lIns="91425" tIns="91425" rIns="91425" bIns="91425" anchor="t" anchorCtr="0">
            <a:noAutofit/>
          </a:bodyPr>
          <a:lstStyle>
            <a:lvl1pPr lvl="0" algn="r" rtl="0">
              <a:buNone/>
              <a:defRPr sz="1300">
                <a:solidFill>
                  <a:schemeClr val="dk1"/>
                </a:solidFill>
                <a:latin typeface="Roboto"/>
                <a:ea typeface="Roboto"/>
                <a:cs typeface="Roboto"/>
                <a:sym typeface="Roboto"/>
              </a:defRPr>
            </a:lvl1pPr>
            <a:lvl2pPr lvl="1" algn="r" rtl="0">
              <a:buNone/>
              <a:defRPr sz="1300">
                <a:solidFill>
                  <a:schemeClr val="dk1"/>
                </a:solidFill>
                <a:latin typeface="Roboto"/>
                <a:ea typeface="Roboto"/>
                <a:cs typeface="Roboto"/>
                <a:sym typeface="Roboto"/>
              </a:defRPr>
            </a:lvl2pPr>
            <a:lvl3pPr lvl="2" algn="r" rtl="0">
              <a:buNone/>
              <a:defRPr sz="1300">
                <a:solidFill>
                  <a:schemeClr val="dk1"/>
                </a:solidFill>
                <a:latin typeface="Roboto"/>
                <a:ea typeface="Roboto"/>
                <a:cs typeface="Roboto"/>
                <a:sym typeface="Roboto"/>
              </a:defRPr>
            </a:lvl3pPr>
            <a:lvl4pPr lvl="3" algn="r" rtl="0">
              <a:buNone/>
              <a:defRPr sz="1300">
                <a:solidFill>
                  <a:schemeClr val="dk1"/>
                </a:solidFill>
                <a:latin typeface="Roboto"/>
                <a:ea typeface="Roboto"/>
                <a:cs typeface="Roboto"/>
                <a:sym typeface="Roboto"/>
              </a:defRPr>
            </a:lvl4pPr>
            <a:lvl5pPr lvl="4" algn="r" rtl="0">
              <a:buNone/>
              <a:defRPr sz="1300">
                <a:solidFill>
                  <a:schemeClr val="dk1"/>
                </a:solidFill>
                <a:latin typeface="Roboto"/>
                <a:ea typeface="Roboto"/>
                <a:cs typeface="Roboto"/>
                <a:sym typeface="Roboto"/>
              </a:defRPr>
            </a:lvl5pPr>
            <a:lvl6pPr lvl="5" algn="r" rtl="0">
              <a:buNone/>
              <a:defRPr sz="1300">
                <a:solidFill>
                  <a:schemeClr val="dk1"/>
                </a:solidFill>
                <a:latin typeface="Roboto"/>
                <a:ea typeface="Roboto"/>
                <a:cs typeface="Roboto"/>
                <a:sym typeface="Roboto"/>
              </a:defRPr>
            </a:lvl6pPr>
            <a:lvl7pPr lvl="6" algn="r" rtl="0">
              <a:buNone/>
              <a:defRPr sz="1300">
                <a:solidFill>
                  <a:schemeClr val="dk1"/>
                </a:solidFill>
                <a:latin typeface="Roboto"/>
                <a:ea typeface="Roboto"/>
                <a:cs typeface="Roboto"/>
                <a:sym typeface="Roboto"/>
              </a:defRPr>
            </a:lvl7pPr>
            <a:lvl8pPr lvl="7" algn="r" rtl="0">
              <a:buNone/>
              <a:defRPr sz="1300">
                <a:solidFill>
                  <a:schemeClr val="dk1"/>
                </a:solidFill>
                <a:latin typeface="Roboto"/>
                <a:ea typeface="Roboto"/>
                <a:cs typeface="Roboto"/>
                <a:sym typeface="Roboto"/>
              </a:defRPr>
            </a:lvl8pPr>
            <a:lvl9pPr lvl="8" algn="r" rtl="0">
              <a:buNone/>
              <a:defRPr sz="1300">
                <a:solidFill>
                  <a:schemeClr val="dk1"/>
                </a:solidFill>
                <a:latin typeface="Roboto"/>
                <a:ea typeface="Roboto"/>
                <a:cs typeface="Roboto"/>
                <a:sym typeface="Roboto"/>
              </a:defRPr>
            </a:lvl9pPr>
          </a:lstStyle>
          <a:p>
            <a:fld id="{00000000-1234-1234-1234-123412341234}" type="slidenum">
              <a:rPr lang="en" smtClean="0"/>
              <a:pPr/>
              <a:t>‹#›</a:t>
            </a:fld>
            <a:endParaRPr lang="en"/>
          </a:p>
        </p:txBody>
      </p:sp>
    </p:spTree>
  </p:cSld>
  <p:clrMap bg1="lt1" tx1="dk1" bg2="dk2" tx2="lt2" accent1="accent1" accent2="accent2" accent3="accent3" accent4="accent4" accent5="accent5" accent6="accent6" hlink="hlink" folHlink="folHlink"/>
  <p:sldLayoutIdLst>
    <p:sldLayoutId id="2147483742" r:id="rId1"/>
    <p:sldLayoutId id="2147483789" r:id="rId2"/>
  </p:sldLayoutIdLst>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guide id="3" pos="287" userDrawn="1">
          <p15:clr>
            <a:srgbClr val="F26B43"/>
          </p15:clr>
        </p15:guide>
        <p15:guide id="4" orient="horz" pos="288" userDrawn="1">
          <p15:clr>
            <a:srgbClr val="F26B43"/>
          </p15:clr>
        </p15:guide>
        <p15:guide id="5" orient="horz" pos="4032" userDrawn="1">
          <p15:clr>
            <a:srgbClr val="F26B43"/>
          </p15:clr>
        </p15:guide>
        <p15:guide id="6" pos="7391" userDrawn="1">
          <p15:clr>
            <a:srgbClr val="F26B43"/>
          </p15:clr>
        </p15:guide>
        <p15:guide id="7" orient="horz" pos="3888" userDrawn="1">
          <p15:clr>
            <a:srgbClr val="F26B43"/>
          </p15:clr>
        </p15:guide>
        <p15:guide id="8" orient="horz" pos="4176" userDrawn="1">
          <p15:clr>
            <a:srgbClr val="F26B43"/>
          </p15:clr>
        </p15:guide>
        <p15:guide id="9" orient="horz" pos="374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hyperlink" Target="https://docs.oasis-open.org/sarif/sarif/v2.1.0/os/sarif-v2.1.0-os.pdf" TargetMode="External"/><Relationship Id="rId2" Type="http://schemas.openxmlformats.org/officeDocument/2006/relationships/notesSlide" Target="../notesSlides/notesSlide24.xml"/><Relationship Id="rId1" Type="http://schemas.openxmlformats.org/officeDocument/2006/relationships/slideLayout" Target="../slideLayouts/slideLayout13.xml"/><Relationship Id="rId6" Type="http://schemas.openxmlformats.org/officeDocument/2006/relationships/hyperlink" Target="https://commons.wikimedia.org/wiki/File:Oscillating_electric_razor.jpg" TargetMode="External"/><Relationship Id="rId5" Type="http://schemas.openxmlformats.org/officeDocument/2006/relationships/hyperlink" Target="https://commons.wikimedia.org/wiki/File:Square_edge_razor.JPG" TargetMode="External"/><Relationship Id="rId4" Type="http://schemas.openxmlformats.org/officeDocument/2006/relationships/hyperlink" Target="https://creativecommons.org/licenses/by-sa/3.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2"/>
        <p:cNvGrpSpPr/>
        <p:nvPr/>
      </p:nvGrpSpPr>
      <p:grpSpPr>
        <a:xfrm>
          <a:off x="0" y="0"/>
          <a:ext cx="0" cy="0"/>
          <a:chOff x="0" y="0"/>
          <a:chExt cx="0" cy="0"/>
        </a:xfrm>
      </p:grpSpPr>
      <p:sp>
        <p:nvSpPr>
          <p:cNvPr id="873" name="Google Shape;873;p146"/>
          <p:cNvSpPr txBox="1">
            <a:spLocks noGrp="1"/>
          </p:cNvSpPr>
          <p:nvPr>
            <p:ph type="title"/>
          </p:nvPr>
        </p:nvSpPr>
        <p:spPr>
          <a:xfrm>
            <a:off x="668910" y="1815384"/>
            <a:ext cx="10851007" cy="3227235"/>
          </a:xfrm>
          <a:prstGeom prst="rect">
            <a:avLst/>
          </a:prstGeom>
          <a:noFill/>
          <a:ln>
            <a:noFill/>
          </a:ln>
        </p:spPr>
        <p:txBody>
          <a:bodyPr spcFirstLastPara="1" wrap="square" lIns="0" tIns="0" rIns="0" bIns="0" anchor="ctr" anchorCtr="0">
            <a:noAutofit/>
          </a:bodyPr>
          <a:lstStyle/>
          <a:p>
            <a:pPr>
              <a:lnSpc>
                <a:spcPct val="100000"/>
              </a:lnSpc>
            </a:pPr>
            <a:r>
              <a:rPr lang="en" sz="5400" dirty="0"/>
              <a:t>Deprecated Functions Overview</a:t>
            </a:r>
            <a:endParaRPr sz="6600" dirty="0"/>
          </a:p>
        </p:txBody>
      </p:sp>
      <p:sp>
        <p:nvSpPr>
          <p:cNvPr id="2" name="Rectangle 1">
            <a:extLst>
              <a:ext uri="{FF2B5EF4-FFF2-40B4-BE49-F238E27FC236}">
                <a16:creationId xmlns:a16="http://schemas.microsoft.com/office/drawing/2014/main" id="{2FB5F0EE-3344-3E43-B412-5327D36C6F8A}"/>
              </a:ext>
            </a:extLst>
          </p:cNvPr>
          <p:cNvSpPr/>
          <p:nvPr/>
        </p:nvSpPr>
        <p:spPr>
          <a:xfrm>
            <a:off x="10741247" y="5270394"/>
            <a:ext cx="963726" cy="461665"/>
          </a:xfrm>
          <a:prstGeom prst="rect">
            <a:avLst/>
          </a:prstGeom>
        </p:spPr>
        <p:txBody>
          <a:bodyPr wrap="none">
            <a:spAutoFit/>
          </a:bodyPr>
          <a:lstStyle/>
          <a:p>
            <a:pPr algn="r"/>
            <a:r>
              <a:rPr lang="en-US" sz="1200" dirty="0">
                <a:solidFill>
                  <a:schemeClr val="accent3">
                    <a:lumMod val="20000"/>
                    <a:lumOff val="80000"/>
                  </a:schemeClr>
                </a:solidFill>
                <a:latin typeface="Roboto" panose="02000000000000000000" pitchFamily="2" charset="0"/>
                <a:ea typeface="Roboto" panose="02000000000000000000" pitchFamily="2" charset="0"/>
              </a:rPr>
              <a:t>version 4</a:t>
            </a:r>
          </a:p>
          <a:p>
            <a:pPr algn="r"/>
            <a:r>
              <a:rPr lang="en-US" sz="1200" dirty="0">
                <a:solidFill>
                  <a:schemeClr val="accent3">
                    <a:lumMod val="20000"/>
                    <a:lumOff val="80000"/>
                  </a:schemeClr>
                </a:solidFill>
                <a:latin typeface="Roboto" panose="02000000000000000000" pitchFamily="2" charset="0"/>
                <a:ea typeface="Roboto" panose="02000000000000000000" pitchFamily="2" charset="0"/>
              </a:rPr>
              <a:t>2026-03-05</a:t>
            </a:r>
          </a:p>
        </p:txBody>
      </p:sp>
      <p:sp>
        <p:nvSpPr>
          <p:cNvPr id="4" name="Rectangle 3">
            <a:extLst>
              <a:ext uri="{FF2B5EF4-FFF2-40B4-BE49-F238E27FC236}">
                <a16:creationId xmlns:a16="http://schemas.microsoft.com/office/drawing/2014/main" id="{74CD8A9C-5CEA-AD48-B075-78C4F71699EB}"/>
              </a:ext>
            </a:extLst>
          </p:cNvPr>
          <p:cNvSpPr/>
          <p:nvPr/>
        </p:nvSpPr>
        <p:spPr>
          <a:xfrm>
            <a:off x="668909" y="5208838"/>
            <a:ext cx="6374149" cy="523220"/>
          </a:xfrm>
          <a:prstGeom prst="rect">
            <a:avLst/>
          </a:prstGeom>
        </p:spPr>
        <p:txBody>
          <a:bodyPr wrap="square">
            <a:spAutoFit/>
          </a:bodyPr>
          <a:lstStyle/>
          <a:p>
            <a:r>
              <a:rPr lang="en-US" dirty="0">
                <a:solidFill>
                  <a:schemeClr val="accent3">
                    <a:lumMod val="20000"/>
                    <a:lumOff val="80000"/>
                  </a:schemeClr>
                </a:solidFill>
                <a:latin typeface="Roboto" panose="02000000000000000000" pitchFamily="2" charset="0"/>
                <a:ea typeface="Roboto" panose="02000000000000000000" pitchFamily="2" charset="0"/>
              </a:rPr>
              <a:t>Charles Wilson</a:t>
            </a:r>
          </a:p>
          <a:p>
            <a:r>
              <a:rPr lang="en-US" dirty="0">
                <a:solidFill>
                  <a:schemeClr val="accent3">
                    <a:lumMod val="20000"/>
                    <a:lumOff val="80000"/>
                  </a:schemeClr>
                </a:solidFill>
                <a:latin typeface="Roboto" panose="02000000000000000000" pitchFamily="2" charset="0"/>
                <a:ea typeface="Roboto" panose="02000000000000000000" pitchFamily="2" charset="0"/>
              </a:rPr>
              <a:t>Staff Product Cybersecurity Architect</a:t>
            </a:r>
          </a:p>
        </p:txBody>
      </p:sp>
      <p:sp>
        <p:nvSpPr>
          <p:cNvPr id="6" name="Rectangle 5">
            <a:extLst>
              <a:ext uri="{FF2B5EF4-FFF2-40B4-BE49-F238E27FC236}">
                <a16:creationId xmlns:a16="http://schemas.microsoft.com/office/drawing/2014/main" id="{B45A464E-1C37-61F7-FA6C-8109842D4437}"/>
              </a:ext>
            </a:extLst>
          </p:cNvPr>
          <p:cNvSpPr/>
          <p:nvPr/>
        </p:nvSpPr>
        <p:spPr>
          <a:xfrm>
            <a:off x="10026492" y="139594"/>
            <a:ext cx="2042547" cy="276999"/>
          </a:xfrm>
          <a:prstGeom prst="rect">
            <a:avLst/>
          </a:prstGeom>
        </p:spPr>
        <p:txBody>
          <a:bodyPr wrap="none">
            <a:spAutoFit/>
          </a:bodyPr>
          <a:lstStyle/>
          <a:p>
            <a:pPr algn="r"/>
            <a:r>
              <a:rPr lang="en-US" sz="1200" dirty="0">
                <a:solidFill>
                  <a:schemeClr val="accent3">
                    <a:lumMod val="20000"/>
                    <a:lumOff val="80000"/>
                  </a:schemeClr>
                </a:solidFill>
                <a:latin typeface="Roboto" panose="02000000000000000000" pitchFamily="2" charset="0"/>
                <a:ea typeface="Roboto" panose="02000000000000000000" pitchFamily="2" charset="0"/>
              </a:rPr>
              <a:t>AVCDL-Implementation-6.1</a:t>
            </a: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7" y="460684"/>
            <a:ext cx="11277833" cy="524399"/>
          </a:xfrm>
          <a:prstGeom prst="rect">
            <a:avLst/>
          </a:prstGeom>
        </p:spPr>
        <p:txBody>
          <a:bodyPr spcFirstLastPara="1" wrap="square" lIns="0" tIns="0" rIns="0" bIns="0" anchor="ctr" anchorCtr="0">
            <a:noAutofit/>
          </a:bodyPr>
          <a:lstStyle/>
          <a:p>
            <a:pPr>
              <a:lnSpc>
                <a:spcPct val="100000"/>
              </a:lnSpc>
            </a:pPr>
            <a:r>
              <a:rPr lang="en" dirty="0"/>
              <a:t>Training Path</a:t>
            </a:r>
            <a:endParaRPr dirty="0"/>
          </a:p>
        </p:txBody>
      </p:sp>
      <p:pic>
        <p:nvPicPr>
          <p:cNvPr id="7" name="Picture 6">
            <a:extLst>
              <a:ext uri="{FF2B5EF4-FFF2-40B4-BE49-F238E27FC236}">
                <a16:creationId xmlns:a16="http://schemas.microsoft.com/office/drawing/2014/main" id="{C52B1944-9D2E-B660-DF63-98B36A597D37}"/>
              </a:ext>
            </a:extLst>
          </p:cNvPr>
          <p:cNvPicPr>
            <a:picLocks noChangeAspect="1"/>
          </p:cNvPicPr>
          <p:nvPr/>
        </p:nvPicPr>
        <p:blipFill>
          <a:blip r:embed="rId3"/>
          <a:srcRect/>
          <a:stretch/>
        </p:blipFill>
        <p:spPr>
          <a:xfrm>
            <a:off x="741953" y="326959"/>
            <a:ext cx="10704919" cy="6204081"/>
          </a:xfrm>
          <a:prstGeom prst="rect">
            <a:avLst/>
          </a:prstGeom>
          <a:effectLst/>
        </p:spPr>
      </p:pic>
    </p:spTree>
    <p:extLst>
      <p:ext uri="{BB962C8B-B14F-4D97-AF65-F5344CB8AC3E}">
        <p14:creationId xmlns:p14="http://schemas.microsoft.com/office/powerpoint/2010/main" val="27776780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D04478A4-B748-CE0F-A500-4308020EA9B7}"/>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AF5B9525-CB11-EEBC-3DAB-E935479E6812}"/>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Introduction</a:t>
            </a:r>
            <a:endParaRPr dirty="0"/>
          </a:p>
        </p:txBody>
      </p:sp>
    </p:spTree>
    <p:extLst>
      <p:ext uri="{BB962C8B-B14F-4D97-AF65-F5344CB8AC3E}">
        <p14:creationId xmlns:p14="http://schemas.microsoft.com/office/powerpoint/2010/main" val="15247621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26F03F20-507D-D23F-DB6C-1951C8FE079D}"/>
            </a:ext>
          </a:extLst>
        </p:cNvPr>
        <p:cNvGrpSpPr/>
        <p:nvPr/>
      </p:nvGrpSpPr>
      <p:grpSpPr>
        <a:xfrm>
          <a:off x="0" y="0"/>
          <a:ext cx="0" cy="0"/>
          <a:chOff x="0" y="0"/>
          <a:chExt cx="0" cy="0"/>
        </a:xfrm>
      </p:grpSpPr>
      <p:pic>
        <p:nvPicPr>
          <p:cNvPr id="7" name="Picture 6" descr="A straight razor with a white handle&#10;&#10;AI-generated content may be incorrect.">
            <a:extLst>
              <a:ext uri="{FF2B5EF4-FFF2-40B4-BE49-F238E27FC236}">
                <a16:creationId xmlns:a16="http://schemas.microsoft.com/office/drawing/2014/main" id="{2EC05F55-139A-F482-B956-90E831A1AB7D}"/>
              </a:ext>
            </a:extLst>
          </p:cNvPr>
          <p:cNvPicPr>
            <a:picLocks noChangeAspect="1"/>
          </p:cNvPicPr>
          <p:nvPr/>
        </p:nvPicPr>
        <p:blipFill>
          <a:blip r:embed="rId3"/>
          <a:srcRect l="5779" t="659" r="9079" b="92930"/>
          <a:stretch>
            <a:fillRect/>
          </a:stretch>
        </p:blipFill>
        <p:spPr>
          <a:xfrm>
            <a:off x="0" y="0"/>
            <a:ext cx="12188825" cy="1080052"/>
          </a:xfrm>
          <a:prstGeom prst="rect">
            <a:avLst/>
          </a:prstGeom>
        </p:spPr>
      </p:pic>
      <p:pic>
        <p:nvPicPr>
          <p:cNvPr id="8" name="Picture 7" descr="A straight razor with a white handle&#10;&#10;AI-generated content may be incorrect.">
            <a:extLst>
              <a:ext uri="{FF2B5EF4-FFF2-40B4-BE49-F238E27FC236}">
                <a16:creationId xmlns:a16="http://schemas.microsoft.com/office/drawing/2014/main" id="{A2FFF583-FD8D-FDC7-0564-FC91BE3D7660}"/>
              </a:ext>
            </a:extLst>
          </p:cNvPr>
          <p:cNvPicPr>
            <a:picLocks noChangeAspect="1"/>
          </p:cNvPicPr>
          <p:nvPr/>
        </p:nvPicPr>
        <p:blipFill>
          <a:blip r:embed="rId3"/>
          <a:srcRect l="5779" t="659" r="9079" b="92930"/>
          <a:stretch>
            <a:fillRect/>
          </a:stretch>
        </p:blipFill>
        <p:spPr>
          <a:xfrm>
            <a:off x="-1" y="5777948"/>
            <a:ext cx="12188825" cy="1080052"/>
          </a:xfrm>
          <a:prstGeom prst="rect">
            <a:avLst/>
          </a:prstGeom>
        </p:spPr>
      </p:pic>
      <p:sp>
        <p:nvSpPr>
          <p:cNvPr id="6" name="TextBox 5">
            <a:extLst>
              <a:ext uri="{FF2B5EF4-FFF2-40B4-BE49-F238E27FC236}">
                <a16:creationId xmlns:a16="http://schemas.microsoft.com/office/drawing/2014/main" id="{30D471DD-A638-55AF-2FBF-08CFB42664D3}"/>
              </a:ext>
            </a:extLst>
          </p:cNvPr>
          <p:cNvSpPr txBox="1"/>
          <p:nvPr/>
        </p:nvSpPr>
        <p:spPr>
          <a:xfrm>
            <a:off x="1" y="6596390"/>
            <a:ext cx="4480559" cy="261610"/>
          </a:xfrm>
          <a:prstGeom prst="rect">
            <a:avLst/>
          </a:prstGeom>
          <a:noFill/>
        </p:spPr>
        <p:txBody>
          <a:bodyPr wrap="square">
            <a:spAutoFit/>
          </a:bodyPr>
          <a:lstStyle/>
          <a:p>
            <a:r>
              <a:rPr lang="en-US" sz="1100" b="1" dirty="0">
                <a:solidFill>
                  <a:srgbClr val="FFFF00"/>
                </a:solidFill>
              </a:rPr>
              <a:t>* </a:t>
            </a:r>
            <a:r>
              <a:rPr lang="en-US" sz="1100" b="1" i="1" dirty="0">
                <a:solidFill>
                  <a:srgbClr val="FFFF00"/>
                </a:solidFill>
              </a:rPr>
              <a:t>Square edge razor </a:t>
            </a:r>
            <a:r>
              <a:rPr lang="en-US" sz="1100" dirty="0">
                <a:solidFill>
                  <a:srgbClr val="FFFF00"/>
                </a:solidFill>
              </a:rPr>
              <a:t>(link in references) </a:t>
            </a:r>
          </a:p>
        </p:txBody>
      </p:sp>
      <p:pic>
        <p:nvPicPr>
          <p:cNvPr id="3" name="Picture 2" descr="A straight razor with a white handle&#10;&#10;AI-generated content may be incorrect.">
            <a:extLst>
              <a:ext uri="{FF2B5EF4-FFF2-40B4-BE49-F238E27FC236}">
                <a16:creationId xmlns:a16="http://schemas.microsoft.com/office/drawing/2014/main" id="{493E552E-2E2C-1D98-0376-3CEFD25BDFAB}"/>
              </a:ext>
            </a:extLst>
          </p:cNvPr>
          <p:cNvPicPr>
            <a:picLocks noChangeAspect="1"/>
          </p:cNvPicPr>
          <p:nvPr/>
        </p:nvPicPr>
        <p:blipFill>
          <a:blip r:embed="rId3"/>
          <a:srcRect l="516" t="1236" r="743" b="1236"/>
          <a:stretch>
            <a:fillRect/>
          </a:stretch>
        </p:blipFill>
        <p:spPr>
          <a:xfrm>
            <a:off x="-1" y="730648"/>
            <a:ext cx="12188825" cy="5666668"/>
          </a:xfrm>
          <a:prstGeom prst="rect">
            <a:avLst/>
          </a:prstGeom>
        </p:spPr>
      </p:pic>
      <p:sp>
        <p:nvSpPr>
          <p:cNvPr id="1199" name="Google Shape;1199;p156">
            <a:extLst>
              <a:ext uri="{FF2B5EF4-FFF2-40B4-BE49-F238E27FC236}">
                <a16:creationId xmlns:a16="http://schemas.microsoft.com/office/drawing/2014/main" id="{B028FB8F-53D3-B6BE-4526-06C7E5BEF5AC}"/>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solidFill>
                  <a:schemeClr val="tx1"/>
                </a:solidFill>
              </a:rPr>
              <a:t>Introduction </a:t>
            </a:r>
            <a:r>
              <a:rPr lang="en" baseline="30000" dirty="0">
                <a:solidFill>
                  <a:srgbClr val="FFFF00"/>
                </a:solidFill>
              </a:rPr>
              <a:t>*</a:t>
            </a:r>
            <a:endParaRPr baseline="30000" dirty="0">
              <a:solidFill>
                <a:srgbClr val="FFFF00"/>
              </a:solidFill>
            </a:endParaRPr>
          </a:p>
        </p:txBody>
      </p:sp>
    </p:spTree>
    <p:extLst>
      <p:ext uri="{BB962C8B-B14F-4D97-AF65-F5344CB8AC3E}">
        <p14:creationId xmlns:p14="http://schemas.microsoft.com/office/powerpoint/2010/main" val="17487822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rgbClr val="F0F0EE"/>
            </a:gs>
            <a:gs pos="100000">
              <a:srgbClr val="F5F5F5"/>
            </a:gs>
          </a:gsLst>
          <a:lin ang="5400000" scaled="1"/>
        </a:gradFill>
        <a:effectLst/>
      </p:bgPr>
    </p:bg>
    <p:spTree>
      <p:nvGrpSpPr>
        <p:cNvPr id="1" name="Shape 1198">
          <a:extLst>
            <a:ext uri="{FF2B5EF4-FFF2-40B4-BE49-F238E27FC236}">
              <a16:creationId xmlns:a16="http://schemas.microsoft.com/office/drawing/2014/main" id="{7EF573C6-8050-69CE-73B4-840AEF74F6F5}"/>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08126786-8032-0338-3038-936386312564}"/>
              </a:ext>
            </a:extLst>
          </p:cNvPr>
          <p:cNvSpPr/>
          <p:nvPr/>
        </p:nvSpPr>
        <p:spPr>
          <a:xfrm>
            <a:off x="10121486" y="1"/>
            <a:ext cx="2067339" cy="6857999"/>
          </a:xfrm>
          <a:prstGeom prst="rect">
            <a:avLst/>
          </a:prstGeom>
          <a:gradFill flip="none" rotWithShape="1">
            <a:gsLst>
              <a:gs pos="0">
                <a:srgbClr val="F7F7F5"/>
              </a:gs>
              <a:gs pos="100000">
                <a:srgbClr val="F4F4F1"/>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close-up of a shaver&#10;&#10;AI-generated content may be incorrect.">
            <a:extLst>
              <a:ext uri="{FF2B5EF4-FFF2-40B4-BE49-F238E27FC236}">
                <a16:creationId xmlns:a16="http://schemas.microsoft.com/office/drawing/2014/main" id="{3B279BA4-BE75-CD90-A040-20C18A66FB91}"/>
              </a:ext>
            </a:extLst>
          </p:cNvPr>
          <p:cNvPicPr>
            <a:picLocks noChangeAspect="1"/>
          </p:cNvPicPr>
          <p:nvPr/>
        </p:nvPicPr>
        <p:blipFill>
          <a:blip r:embed="rId3"/>
          <a:stretch>
            <a:fillRect/>
          </a:stretch>
        </p:blipFill>
        <p:spPr>
          <a:xfrm>
            <a:off x="1608710" y="0"/>
            <a:ext cx="8971404" cy="6858000"/>
          </a:xfrm>
          <a:prstGeom prst="rect">
            <a:avLst/>
          </a:prstGeom>
        </p:spPr>
      </p:pic>
      <p:sp>
        <p:nvSpPr>
          <p:cNvPr id="6" name="TextBox 5">
            <a:extLst>
              <a:ext uri="{FF2B5EF4-FFF2-40B4-BE49-F238E27FC236}">
                <a16:creationId xmlns:a16="http://schemas.microsoft.com/office/drawing/2014/main" id="{7861127F-4022-2DFD-A51F-032BF75DC527}"/>
              </a:ext>
            </a:extLst>
          </p:cNvPr>
          <p:cNvSpPr txBox="1"/>
          <p:nvPr/>
        </p:nvSpPr>
        <p:spPr>
          <a:xfrm>
            <a:off x="1" y="6596390"/>
            <a:ext cx="4480559" cy="261610"/>
          </a:xfrm>
          <a:prstGeom prst="rect">
            <a:avLst/>
          </a:prstGeom>
          <a:noFill/>
        </p:spPr>
        <p:txBody>
          <a:bodyPr wrap="square">
            <a:spAutoFit/>
          </a:bodyPr>
          <a:lstStyle/>
          <a:p>
            <a:r>
              <a:rPr lang="en-US" sz="1100" b="1" dirty="0">
                <a:solidFill>
                  <a:srgbClr val="0070C0"/>
                </a:solidFill>
              </a:rPr>
              <a:t>* </a:t>
            </a:r>
            <a:r>
              <a:rPr lang="en-US" sz="1100" b="1" i="1" dirty="0">
                <a:solidFill>
                  <a:srgbClr val="0070C0"/>
                </a:solidFill>
              </a:rPr>
              <a:t>Oscillating electric razor </a:t>
            </a:r>
            <a:r>
              <a:rPr lang="en-US" sz="1100" dirty="0">
                <a:solidFill>
                  <a:srgbClr val="0070C0"/>
                </a:solidFill>
              </a:rPr>
              <a:t>(link in references) </a:t>
            </a:r>
          </a:p>
        </p:txBody>
      </p:sp>
      <p:sp>
        <p:nvSpPr>
          <p:cNvPr id="1199" name="Google Shape;1199;p156">
            <a:extLst>
              <a:ext uri="{FF2B5EF4-FFF2-40B4-BE49-F238E27FC236}">
                <a16:creationId xmlns:a16="http://schemas.microsoft.com/office/drawing/2014/main" id="{F0861B3B-56C8-A018-EF06-8133C15DD139}"/>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solidFill>
                  <a:schemeClr val="tx1"/>
                </a:solidFill>
              </a:rPr>
              <a:t>Introduction </a:t>
            </a:r>
            <a:r>
              <a:rPr lang="en" baseline="30000" dirty="0">
                <a:solidFill>
                  <a:srgbClr val="0070C0"/>
                </a:solidFill>
              </a:rPr>
              <a:t>*</a:t>
            </a:r>
            <a:endParaRPr baseline="30000" dirty="0">
              <a:solidFill>
                <a:srgbClr val="0070C0"/>
              </a:solidFill>
            </a:endParaRPr>
          </a:p>
        </p:txBody>
      </p:sp>
    </p:spTree>
    <p:extLst>
      <p:ext uri="{BB962C8B-B14F-4D97-AF65-F5344CB8AC3E}">
        <p14:creationId xmlns:p14="http://schemas.microsoft.com/office/powerpoint/2010/main" val="689210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E39DA21B-89EB-986D-847D-4B42780BEBB3}"/>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DFF19A58-92B6-1DFA-4D72-000891004779}"/>
              </a:ext>
            </a:extLst>
          </p:cNvPr>
          <p:cNvSpPr txBox="1">
            <a:spLocks noGrp="1"/>
          </p:cNvSpPr>
          <p:nvPr>
            <p:ph type="title"/>
          </p:nvPr>
        </p:nvSpPr>
        <p:spPr>
          <a:xfrm>
            <a:off x="0"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Workflow</a:t>
            </a:r>
            <a:endParaRPr sz="6600" dirty="0"/>
          </a:p>
        </p:txBody>
      </p:sp>
    </p:spTree>
    <p:extLst>
      <p:ext uri="{BB962C8B-B14F-4D97-AF65-F5344CB8AC3E}">
        <p14:creationId xmlns:p14="http://schemas.microsoft.com/office/powerpoint/2010/main" val="28456245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04E3669D-F86E-FDE7-7E31-F90D50DD3DEE}"/>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C3048004-0C1B-3382-FC33-11D83421F449}"/>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Process Workflow</a:t>
            </a:r>
            <a:endParaRPr dirty="0"/>
          </a:p>
        </p:txBody>
      </p:sp>
      <p:pic>
        <p:nvPicPr>
          <p:cNvPr id="2" name="Picture 1">
            <a:extLst>
              <a:ext uri="{FF2B5EF4-FFF2-40B4-BE49-F238E27FC236}">
                <a16:creationId xmlns:a16="http://schemas.microsoft.com/office/drawing/2014/main" id="{4932FD12-A4A6-B467-F336-EC851866F9E1}"/>
              </a:ext>
            </a:extLst>
          </p:cNvPr>
          <p:cNvPicPr>
            <a:picLocks noChangeAspect="1"/>
          </p:cNvPicPr>
          <p:nvPr/>
        </p:nvPicPr>
        <p:blipFill>
          <a:blip r:embed="rId3"/>
          <a:srcRect/>
          <a:stretch/>
        </p:blipFill>
        <p:spPr>
          <a:xfrm>
            <a:off x="60422" y="1651221"/>
            <a:ext cx="12067979" cy="3555556"/>
          </a:xfrm>
          <a:prstGeom prst="rect">
            <a:avLst/>
          </a:prstGeom>
        </p:spPr>
      </p:pic>
    </p:spTree>
    <p:extLst>
      <p:ext uri="{BB962C8B-B14F-4D97-AF65-F5344CB8AC3E}">
        <p14:creationId xmlns:p14="http://schemas.microsoft.com/office/powerpoint/2010/main" val="42784050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A95DE7A5-4449-18ED-B4F5-898B921629B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6DAE258-C66F-8F78-C5F5-3CE566E93122}"/>
              </a:ext>
            </a:extLst>
          </p:cNvPr>
          <p:cNvPicPr>
            <a:picLocks noChangeAspect="1"/>
          </p:cNvPicPr>
          <p:nvPr/>
        </p:nvPicPr>
        <p:blipFill>
          <a:blip r:embed="rId3"/>
          <a:srcRect/>
          <a:stretch/>
        </p:blipFill>
        <p:spPr>
          <a:xfrm>
            <a:off x="60422" y="1651222"/>
            <a:ext cx="2997821" cy="3555556"/>
          </a:xfrm>
          <a:prstGeom prst="rect">
            <a:avLst/>
          </a:prstGeom>
        </p:spPr>
      </p:pic>
      <p:sp>
        <p:nvSpPr>
          <p:cNvPr id="1199" name="Google Shape;1199;p156">
            <a:extLst>
              <a:ext uri="{FF2B5EF4-FFF2-40B4-BE49-F238E27FC236}">
                <a16:creationId xmlns:a16="http://schemas.microsoft.com/office/drawing/2014/main" id="{5CCC116C-A69D-7344-1BC1-B61771811168}"/>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Identify Functions</a:t>
            </a:r>
            <a:endParaRPr dirty="0"/>
          </a:p>
        </p:txBody>
      </p:sp>
      <p:pic>
        <p:nvPicPr>
          <p:cNvPr id="2" name="Picture 1">
            <a:extLst>
              <a:ext uri="{FF2B5EF4-FFF2-40B4-BE49-F238E27FC236}">
                <a16:creationId xmlns:a16="http://schemas.microsoft.com/office/drawing/2014/main" id="{FA6AF975-B401-7399-45CD-C96F9F8B51F5}"/>
              </a:ext>
            </a:extLst>
          </p:cNvPr>
          <p:cNvPicPr>
            <a:picLocks noChangeAspect="1"/>
          </p:cNvPicPr>
          <p:nvPr/>
        </p:nvPicPr>
        <p:blipFill>
          <a:blip r:embed="rId4">
            <a:alphaModFix amt="10000"/>
          </a:blip>
          <a:srcRect/>
          <a:stretch/>
        </p:blipFill>
        <p:spPr>
          <a:xfrm>
            <a:off x="60422" y="1651221"/>
            <a:ext cx="12067979" cy="3555556"/>
          </a:xfrm>
          <a:prstGeom prst="rect">
            <a:avLst/>
          </a:prstGeom>
        </p:spPr>
      </p:pic>
    </p:spTree>
    <p:extLst>
      <p:ext uri="{BB962C8B-B14F-4D97-AF65-F5344CB8AC3E}">
        <p14:creationId xmlns:p14="http://schemas.microsoft.com/office/powerpoint/2010/main" val="16819603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20E96E24-5270-533F-AAD7-560C8C9BA9BE}"/>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40D25475-6CC3-483F-07A3-9D4C4D32EA47}"/>
              </a:ext>
            </a:extLst>
          </p:cNvPr>
          <p:cNvPicPr>
            <a:picLocks noChangeAspect="1"/>
          </p:cNvPicPr>
          <p:nvPr/>
        </p:nvPicPr>
        <p:blipFill>
          <a:blip r:embed="rId3"/>
          <a:srcRect/>
          <a:stretch/>
        </p:blipFill>
        <p:spPr>
          <a:xfrm>
            <a:off x="2372923" y="1651221"/>
            <a:ext cx="3632246" cy="3555556"/>
          </a:xfrm>
          <a:prstGeom prst="rect">
            <a:avLst/>
          </a:prstGeom>
        </p:spPr>
      </p:pic>
      <p:pic>
        <p:nvPicPr>
          <p:cNvPr id="2" name="Picture 1">
            <a:extLst>
              <a:ext uri="{FF2B5EF4-FFF2-40B4-BE49-F238E27FC236}">
                <a16:creationId xmlns:a16="http://schemas.microsoft.com/office/drawing/2014/main" id="{60D88776-EF4F-2B2F-F7B2-000BF0B52868}"/>
              </a:ext>
            </a:extLst>
          </p:cNvPr>
          <p:cNvPicPr>
            <a:picLocks noChangeAspect="1"/>
          </p:cNvPicPr>
          <p:nvPr/>
        </p:nvPicPr>
        <p:blipFill>
          <a:blip r:embed="rId4">
            <a:alphaModFix amt="10000"/>
          </a:blip>
          <a:srcRect/>
          <a:stretch/>
        </p:blipFill>
        <p:spPr>
          <a:xfrm>
            <a:off x="60422" y="1651221"/>
            <a:ext cx="12067979" cy="3555556"/>
          </a:xfrm>
          <a:prstGeom prst="rect">
            <a:avLst/>
          </a:prstGeom>
        </p:spPr>
      </p:pic>
      <p:sp>
        <p:nvSpPr>
          <p:cNvPr id="1199" name="Google Shape;1199;p156">
            <a:extLst>
              <a:ext uri="{FF2B5EF4-FFF2-40B4-BE49-F238E27FC236}">
                <a16:creationId xmlns:a16="http://schemas.microsoft.com/office/drawing/2014/main" id="{DA28DC2B-BF39-9C31-CB41-0FFBE278005A}"/>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Incorporate Scan</a:t>
            </a:r>
            <a:endParaRPr dirty="0"/>
          </a:p>
        </p:txBody>
      </p:sp>
    </p:spTree>
    <p:extLst>
      <p:ext uri="{BB962C8B-B14F-4D97-AF65-F5344CB8AC3E}">
        <p14:creationId xmlns:p14="http://schemas.microsoft.com/office/powerpoint/2010/main" val="1254085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F929586B-630B-CC25-3065-7864A0FEAAEF}"/>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5242CA1B-1091-DC1E-98E2-74EFAEEEFFF8}"/>
              </a:ext>
            </a:extLst>
          </p:cNvPr>
          <p:cNvPicPr>
            <a:picLocks noChangeAspect="1"/>
          </p:cNvPicPr>
          <p:nvPr/>
        </p:nvPicPr>
        <p:blipFill>
          <a:blip r:embed="rId3"/>
          <a:srcRect/>
          <a:stretch/>
        </p:blipFill>
        <p:spPr>
          <a:xfrm>
            <a:off x="5297666" y="1651221"/>
            <a:ext cx="3562527" cy="3555555"/>
          </a:xfrm>
          <a:prstGeom prst="rect">
            <a:avLst/>
          </a:prstGeom>
        </p:spPr>
      </p:pic>
      <p:pic>
        <p:nvPicPr>
          <p:cNvPr id="2" name="Picture 1">
            <a:extLst>
              <a:ext uri="{FF2B5EF4-FFF2-40B4-BE49-F238E27FC236}">
                <a16:creationId xmlns:a16="http://schemas.microsoft.com/office/drawing/2014/main" id="{CC0168CF-865B-D9B0-64FF-A294674A5CBD}"/>
              </a:ext>
            </a:extLst>
          </p:cNvPr>
          <p:cNvPicPr>
            <a:picLocks noChangeAspect="1"/>
          </p:cNvPicPr>
          <p:nvPr/>
        </p:nvPicPr>
        <p:blipFill>
          <a:blip r:embed="rId4">
            <a:alphaModFix amt="10000"/>
          </a:blip>
          <a:srcRect/>
          <a:stretch/>
        </p:blipFill>
        <p:spPr>
          <a:xfrm>
            <a:off x="60422" y="1651221"/>
            <a:ext cx="12067979" cy="3555556"/>
          </a:xfrm>
          <a:prstGeom prst="rect">
            <a:avLst/>
          </a:prstGeom>
        </p:spPr>
      </p:pic>
      <p:sp>
        <p:nvSpPr>
          <p:cNvPr id="1199" name="Google Shape;1199;p156">
            <a:extLst>
              <a:ext uri="{FF2B5EF4-FFF2-40B4-BE49-F238E27FC236}">
                <a16:creationId xmlns:a16="http://schemas.microsoft.com/office/drawing/2014/main" id="{4F3E9140-EB31-64CA-3E8F-9EBF1BDE4946}"/>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Perform Scan</a:t>
            </a:r>
            <a:endParaRPr dirty="0"/>
          </a:p>
        </p:txBody>
      </p:sp>
    </p:spTree>
    <p:extLst>
      <p:ext uri="{BB962C8B-B14F-4D97-AF65-F5344CB8AC3E}">
        <p14:creationId xmlns:p14="http://schemas.microsoft.com/office/powerpoint/2010/main" val="1937372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DF4A5ED7-C3FC-3F6A-175D-589C98DD2382}"/>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BE4FC469-2A05-8A59-31B7-416AE908E85E}"/>
              </a:ext>
            </a:extLst>
          </p:cNvPr>
          <p:cNvPicPr>
            <a:picLocks noChangeAspect="1"/>
          </p:cNvPicPr>
          <p:nvPr/>
        </p:nvPicPr>
        <p:blipFill>
          <a:blip r:embed="rId3"/>
          <a:srcRect/>
          <a:stretch/>
        </p:blipFill>
        <p:spPr>
          <a:xfrm>
            <a:off x="8140600" y="1651221"/>
            <a:ext cx="3987801" cy="3555556"/>
          </a:xfrm>
          <a:prstGeom prst="rect">
            <a:avLst/>
          </a:prstGeom>
        </p:spPr>
      </p:pic>
      <p:sp>
        <p:nvSpPr>
          <p:cNvPr id="1199" name="Google Shape;1199;p156">
            <a:extLst>
              <a:ext uri="{FF2B5EF4-FFF2-40B4-BE49-F238E27FC236}">
                <a16:creationId xmlns:a16="http://schemas.microsoft.com/office/drawing/2014/main" id="{ED7DE921-D399-07D6-FA10-C59F26973D99}"/>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Triage</a:t>
            </a:r>
            <a:endParaRPr dirty="0"/>
          </a:p>
        </p:txBody>
      </p:sp>
      <p:pic>
        <p:nvPicPr>
          <p:cNvPr id="2" name="Picture 1">
            <a:extLst>
              <a:ext uri="{FF2B5EF4-FFF2-40B4-BE49-F238E27FC236}">
                <a16:creationId xmlns:a16="http://schemas.microsoft.com/office/drawing/2014/main" id="{BFEF9D05-D842-F0C9-1CB7-BA6EBF4754EA}"/>
              </a:ext>
            </a:extLst>
          </p:cNvPr>
          <p:cNvPicPr>
            <a:picLocks noChangeAspect="1"/>
          </p:cNvPicPr>
          <p:nvPr/>
        </p:nvPicPr>
        <p:blipFill>
          <a:blip r:embed="rId4">
            <a:alphaModFix amt="10000"/>
          </a:blip>
          <a:srcRect/>
          <a:stretch/>
        </p:blipFill>
        <p:spPr>
          <a:xfrm>
            <a:off x="60422" y="1651221"/>
            <a:ext cx="12067979" cy="3555556"/>
          </a:xfrm>
          <a:prstGeom prst="rect">
            <a:avLst/>
          </a:prstGeom>
        </p:spPr>
      </p:pic>
    </p:spTree>
    <p:extLst>
      <p:ext uri="{BB962C8B-B14F-4D97-AF65-F5344CB8AC3E}">
        <p14:creationId xmlns:p14="http://schemas.microsoft.com/office/powerpoint/2010/main" val="3023325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0683F98B-0865-389F-7AC7-DB4A13CA4584}"/>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8D603143-1F2F-5768-3F3D-390A4DC5B798}"/>
              </a:ext>
            </a:extLst>
          </p:cNvPr>
          <p:cNvSpPr txBox="1">
            <a:spLocks noGrp="1"/>
          </p:cNvSpPr>
          <p:nvPr>
            <p:ph type="title"/>
          </p:nvPr>
        </p:nvSpPr>
        <p:spPr>
          <a:xfrm>
            <a:off x="0"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Activities</a:t>
            </a:r>
            <a:endParaRPr sz="6600" dirty="0"/>
          </a:p>
        </p:txBody>
      </p:sp>
    </p:spTree>
    <p:extLst>
      <p:ext uri="{BB962C8B-B14F-4D97-AF65-F5344CB8AC3E}">
        <p14:creationId xmlns:p14="http://schemas.microsoft.com/office/powerpoint/2010/main" val="38033240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905FA8F0-CA02-D0F4-C6EC-ABE2B96C3098}"/>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1E25B66F-3E04-11B6-91F8-DBC217C3A620}"/>
              </a:ext>
            </a:extLst>
          </p:cNvPr>
          <p:cNvPicPr>
            <a:picLocks noChangeAspect="1"/>
          </p:cNvPicPr>
          <p:nvPr/>
        </p:nvPicPr>
        <p:blipFill>
          <a:blip r:embed="rId3"/>
          <a:srcRect/>
          <a:stretch/>
        </p:blipFill>
        <p:spPr>
          <a:xfrm>
            <a:off x="6146213" y="985083"/>
            <a:ext cx="4501860" cy="5339416"/>
          </a:xfrm>
          <a:prstGeom prst="rect">
            <a:avLst/>
          </a:prstGeom>
        </p:spPr>
      </p:pic>
      <p:sp>
        <p:nvSpPr>
          <p:cNvPr id="1199" name="Google Shape;1199;p156">
            <a:extLst>
              <a:ext uri="{FF2B5EF4-FFF2-40B4-BE49-F238E27FC236}">
                <a16:creationId xmlns:a16="http://schemas.microsoft.com/office/drawing/2014/main" id="{09AF6A5B-351A-2131-38B9-D4541B165559}"/>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Identify Functions</a:t>
            </a:r>
            <a:endParaRPr dirty="0"/>
          </a:p>
        </p:txBody>
      </p:sp>
      <p:sp>
        <p:nvSpPr>
          <p:cNvPr id="7" name="TextBox 6">
            <a:extLst>
              <a:ext uri="{FF2B5EF4-FFF2-40B4-BE49-F238E27FC236}">
                <a16:creationId xmlns:a16="http://schemas.microsoft.com/office/drawing/2014/main" id="{352C85C5-1303-6DDF-FD4F-D7AE139B0A79}"/>
              </a:ext>
            </a:extLst>
          </p:cNvPr>
          <p:cNvSpPr txBox="1"/>
          <p:nvPr/>
        </p:nvSpPr>
        <p:spPr>
          <a:xfrm>
            <a:off x="455618" y="3100793"/>
            <a:ext cx="2959785" cy="1107996"/>
          </a:xfrm>
          <a:prstGeom prst="rect">
            <a:avLst/>
          </a:prstGeom>
          <a:noFill/>
        </p:spPr>
        <p:txBody>
          <a:bodyPr wrap="none" rtlCol="0">
            <a:spAutoFit/>
          </a:bodyPr>
          <a:lstStyle/>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Single language</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Single platform</a:t>
            </a:r>
          </a:p>
        </p:txBody>
      </p:sp>
    </p:spTree>
    <p:extLst>
      <p:ext uri="{BB962C8B-B14F-4D97-AF65-F5344CB8AC3E}">
        <p14:creationId xmlns:p14="http://schemas.microsoft.com/office/powerpoint/2010/main" val="25813577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0FAA94BC-298C-18D6-2BB8-65F2D81FA8EC}"/>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E012BAC1-E73E-7939-9647-AE281A2943BB}"/>
              </a:ext>
            </a:extLst>
          </p:cNvPr>
          <p:cNvPicPr>
            <a:picLocks noChangeAspect="1"/>
          </p:cNvPicPr>
          <p:nvPr/>
        </p:nvPicPr>
        <p:blipFill>
          <a:blip r:embed="rId3"/>
          <a:srcRect/>
          <a:stretch/>
        </p:blipFill>
        <p:spPr>
          <a:xfrm>
            <a:off x="5614218" y="985083"/>
            <a:ext cx="5454581" cy="5339416"/>
          </a:xfrm>
          <a:prstGeom prst="rect">
            <a:avLst/>
          </a:prstGeom>
        </p:spPr>
      </p:pic>
      <p:sp>
        <p:nvSpPr>
          <p:cNvPr id="1199" name="Google Shape;1199;p156">
            <a:extLst>
              <a:ext uri="{FF2B5EF4-FFF2-40B4-BE49-F238E27FC236}">
                <a16:creationId xmlns:a16="http://schemas.microsoft.com/office/drawing/2014/main" id="{DE102DF6-AAEB-1416-465B-EF11C55A3070}"/>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Incorporate Scan</a:t>
            </a:r>
            <a:endParaRPr dirty="0"/>
          </a:p>
        </p:txBody>
      </p:sp>
      <p:sp>
        <p:nvSpPr>
          <p:cNvPr id="4" name="TextBox 3">
            <a:extLst>
              <a:ext uri="{FF2B5EF4-FFF2-40B4-BE49-F238E27FC236}">
                <a16:creationId xmlns:a16="http://schemas.microsoft.com/office/drawing/2014/main" id="{8B4B8CFC-39D7-561A-001F-37253931D153}"/>
              </a:ext>
            </a:extLst>
          </p:cNvPr>
          <p:cNvSpPr txBox="1"/>
          <p:nvPr/>
        </p:nvSpPr>
        <p:spPr>
          <a:xfrm>
            <a:off x="455618" y="2875002"/>
            <a:ext cx="2684068" cy="1107996"/>
          </a:xfrm>
          <a:prstGeom prst="rect">
            <a:avLst/>
          </a:prstGeom>
          <a:noFill/>
        </p:spPr>
        <p:txBody>
          <a:bodyPr wrap="none" rtlCol="0">
            <a:spAutoFit/>
          </a:bodyPr>
          <a:lstStyle/>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Tooling</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Dependencies</a:t>
            </a:r>
          </a:p>
        </p:txBody>
      </p:sp>
    </p:spTree>
    <p:extLst>
      <p:ext uri="{BB962C8B-B14F-4D97-AF65-F5344CB8AC3E}">
        <p14:creationId xmlns:p14="http://schemas.microsoft.com/office/powerpoint/2010/main" val="15585822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B55EE2EC-4718-873A-4FB5-CEFF0176741F}"/>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A88D927A-CF6A-BE48-5EEC-F68686BBFD0F}"/>
              </a:ext>
            </a:extLst>
          </p:cNvPr>
          <p:cNvPicPr>
            <a:picLocks noChangeAspect="1"/>
          </p:cNvPicPr>
          <p:nvPr/>
        </p:nvPicPr>
        <p:blipFill>
          <a:blip r:embed="rId3"/>
          <a:srcRect/>
          <a:stretch/>
        </p:blipFill>
        <p:spPr>
          <a:xfrm>
            <a:off x="5729383" y="995533"/>
            <a:ext cx="5339416" cy="5328967"/>
          </a:xfrm>
          <a:prstGeom prst="rect">
            <a:avLst/>
          </a:prstGeom>
        </p:spPr>
      </p:pic>
      <p:sp>
        <p:nvSpPr>
          <p:cNvPr id="1199" name="Google Shape;1199;p156">
            <a:extLst>
              <a:ext uri="{FF2B5EF4-FFF2-40B4-BE49-F238E27FC236}">
                <a16:creationId xmlns:a16="http://schemas.microsoft.com/office/drawing/2014/main" id="{98CC638C-C8A4-E9F8-33EA-5B4D0E1992B7}"/>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Perform Scan</a:t>
            </a:r>
            <a:endParaRPr dirty="0"/>
          </a:p>
        </p:txBody>
      </p:sp>
      <p:sp>
        <p:nvSpPr>
          <p:cNvPr id="4" name="TextBox 3">
            <a:extLst>
              <a:ext uri="{FF2B5EF4-FFF2-40B4-BE49-F238E27FC236}">
                <a16:creationId xmlns:a16="http://schemas.microsoft.com/office/drawing/2014/main" id="{D1E7D38D-3B10-CCBB-8680-B4E55D54E7C3}"/>
              </a:ext>
            </a:extLst>
          </p:cNvPr>
          <p:cNvSpPr txBox="1"/>
          <p:nvPr/>
        </p:nvSpPr>
        <p:spPr>
          <a:xfrm>
            <a:off x="455618" y="3167390"/>
            <a:ext cx="3049553" cy="523220"/>
          </a:xfrm>
          <a:prstGeom prst="rect">
            <a:avLst/>
          </a:prstGeom>
          <a:noFill/>
        </p:spPr>
        <p:txBody>
          <a:bodyPr wrap="none" rtlCol="0">
            <a:spAutoFit/>
          </a:bodyPr>
          <a:lstStyle/>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Possibly manual</a:t>
            </a:r>
          </a:p>
        </p:txBody>
      </p:sp>
    </p:spTree>
    <p:extLst>
      <p:ext uri="{BB962C8B-B14F-4D97-AF65-F5344CB8AC3E}">
        <p14:creationId xmlns:p14="http://schemas.microsoft.com/office/powerpoint/2010/main" val="11111477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045699CE-1E0F-BF7F-0057-A53E4800F854}"/>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F04B4E90-021F-3543-9475-3D3BD4BF9358}"/>
              </a:ext>
            </a:extLst>
          </p:cNvPr>
          <p:cNvPicPr>
            <a:picLocks noChangeAspect="1"/>
          </p:cNvPicPr>
          <p:nvPr/>
        </p:nvPicPr>
        <p:blipFill>
          <a:blip r:embed="rId3"/>
          <a:srcRect/>
          <a:stretch/>
        </p:blipFill>
        <p:spPr>
          <a:xfrm>
            <a:off x="5853770" y="985082"/>
            <a:ext cx="5988074" cy="5339017"/>
          </a:xfrm>
          <a:prstGeom prst="rect">
            <a:avLst/>
          </a:prstGeom>
        </p:spPr>
      </p:pic>
      <p:sp>
        <p:nvSpPr>
          <p:cNvPr id="1199" name="Google Shape;1199;p156">
            <a:extLst>
              <a:ext uri="{FF2B5EF4-FFF2-40B4-BE49-F238E27FC236}">
                <a16:creationId xmlns:a16="http://schemas.microsoft.com/office/drawing/2014/main" id="{67FEA302-B171-4AD2-1728-A84E75BFA593}"/>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Triage</a:t>
            </a:r>
            <a:endParaRPr dirty="0"/>
          </a:p>
        </p:txBody>
      </p:sp>
      <p:sp>
        <p:nvSpPr>
          <p:cNvPr id="10" name="TextBox 9">
            <a:extLst>
              <a:ext uri="{FF2B5EF4-FFF2-40B4-BE49-F238E27FC236}">
                <a16:creationId xmlns:a16="http://schemas.microsoft.com/office/drawing/2014/main" id="{5B95A7E2-335D-CA53-1032-4785F756B163}"/>
              </a:ext>
            </a:extLst>
          </p:cNvPr>
          <p:cNvSpPr txBox="1"/>
          <p:nvPr/>
        </p:nvSpPr>
        <p:spPr>
          <a:xfrm>
            <a:off x="455618" y="3100594"/>
            <a:ext cx="4152419" cy="1107996"/>
          </a:xfrm>
          <a:prstGeom prst="rect">
            <a:avLst/>
          </a:prstGeom>
          <a:noFill/>
        </p:spPr>
        <p:txBody>
          <a:bodyPr wrap="none" rtlCol="0">
            <a:spAutoFit/>
          </a:bodyPr>
          <a:lstStyle/>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File issues immediately</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Tool false positives</a:t>
            </a:r>
          </a:p>
        </p:txBody>
      </p:sp>
    </p:spTree>
    <p:extLst>
      <p:ext uri="{BB962C8B-B14F-4D97-AF65-F5344CB8AC3E}">
        <p14:creationId xmlns:p14="http://schemas.microsoft.com/office/powerpoint/2010/main" val="16493716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35FCA520-F588-E1F9-CF07-D03814D0DA93}"/>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FA08DCD6-6DAD-A56A-AFAA-208B81C2B552}"/>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Report</a:t>
            </a:r>
            <a:endParaRPr dirty="0"/>
          </a:p>
        </p:txBody>
      </p:sp>
      <p:pic>
        <p:nvPicPr>
          <p:cNvPr id="6" name="Picture 5">
            <a:extLst>
              <a:ext uri="{FF2B5EF4-FFF2-40B4-BE49-F238E27FC236}">
                <a16:creationId xmlns:a16="http://schemas.microsoft.com/office/drawing/2014/main" id="{DEA170BD-5B64-AB21-3237-66E8ACE36551}"/>
              </a:ext>
            </a:extLst>
          </p:cNvPr>
          <p:cNvPicPr>
            <a:picLocks noChangeAspect="1"/>
          </p:cNvPicPr>
          <p:nvPr/>
        </p:nvPicPr>
        <p:blipFill>
          <a:blip r:embed="rId3"/>
          <a:srcRect/>
          <a:stretch/>
        </p:blipFill>
        <p:spPr>
          <a:xfrm>
            <a:off x="3055378" y="2157770"/>
            <a:ext cx="6078068" cy="2542460"/>
          </a:xfrm>
          <a:prstGeom prst="rect">
            <a:avLst/>
          </a:prstGeom>
        </p:spPr>
      </p:pic>
    </p:spTree>
    <p:extLst>
      <p:ext uri="{BB962C8B-B14F-4D97-AF65-F5344CB8AC3E}">
        <p14:creationId xmlns:p14="http://schemas.microsoft.com/office/powerpoint/2010/main" val="38312745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30234E69-953D-C964-1A44-7AD56D5A6C18}"/>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288F8EFA-BECD-D045-8DF8-934C782EE42C}"/>
              </a:ext>
            </a:extLst>
          </p:cNvPr>
          <p:cNvSpPr txBox="1">
            <a:spLocks noGrp="1"/>
          </p:cNvSpPr>
          <p:nvPr>
            <p:ph type="title"/>
          </p:nvPr>
        </p:nvSpPr>
        <p:spPr>
          <a:xfrm>
            <a:off x="-1"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Recap</a:t>
            </a:r>
            <a:endParaRPr sz="6600" dirty="0"/>
          </a:p>
        </p:txBody>
      </p:sp>
    </p:spTree>
    <p:extLst>
      <p:ext uri="{BB962C8B-B14F-4D97-AF65-F5344CB8AC3E}">
        <p14:creationId xmlns:p14="http://schemas.microsoft.com/office/powerpoint/2010/main" val="11180574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Summary</a:t>
            </a:r>
            <a:endParaRPr dirty="0"/>
          </a:p>
        </p:txBody>
      </p:sp>
      <p:sp>
        <p:nvSpPr>
          <p:cNvPr id="2" name="TextBox 1">
            <a:extLst>
              <a:ext uri="{FF2B5EF4-FFF2-40B4-BE49-F238E27FC236}">
                <a16:creationId xmlns:a16="http://schemas.microsoft.com/office/drawing/2014/main" id="{7815AB7C-3B20-E395-B8D1-B8413068BE32}"/>
              </a:ext>
            </a:extLst>
          </p:cNvPr>
          <p:cNvSpPr txBox="1"/>
          <p:nvPr/>
        </p:nvSpPr>
        <p:spPr>
          <a:xfrm>
            <a:off x="455618" y="1437554"/>
            <a:ext cx="4893006" cy="3447098"/>
          </a:xfrm>
          <a:prstGeom prst="rect">
            <a:avLst/>
          </a:prstGeom>
          <a:noFill/>
        </p:spPr>
        <p:txBody>
          <a:bodyPr wrap="none" rtlCol="0">
            <a:spAutoFit/>
          </a:bodyPr>
          <a:lstStyle/>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Identify the functions</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Incorporate into the pipeline</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Scan the source</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Triage the results</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Start small and expand</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Report the findings</a:t>
            </a:r>
          </a:p>
        </p:txBody>
      </p:sp>
    </p:spTree>
    <p:extLst>
      <p:ext uri="{BB962C8B-B14F-4D97-AF65-F5344CB8AC3E}">
        <p14:creationId xmlns:p14="http://schemas.microsoft.com/office/powerpoint/2010/main" val="1703593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7" name="Picture 6">
            <a:extLst>
              <a:ext uri="{FF2B5EF4-FFF2-40B4-BE49-F238E27FC236}">
                <a16:creationId xmlns:a16="http://schemas.microsoft.com/office/drawing/2014/main" id="{811EE96D-315D-3C3C-286F-75C455A7E6F6}"/>
              </a:ext>
            </a:extLst>
          </p:cNvPr>
          <p:cNvPicPr>
            <a:picLocks noChangeAspect="1"/>
          </p:cNvPicPr>
          <p:nvPr/>
        </p:nvPicPr>
        <p:blipFill>
          <a:blip r:embed="rId3"/>
          <a:srcRect/>
          <a:stretch/>
        </p:blipFill>
        <p:spPr>
          <a:xfrm>
            <a:off x="4053108" y="1239501"/>
            <a:ext cx="4082604" cy="5283369"/>
          </a:xfrm>
          <a:prstGeom prst="rect">
            <a:avLst/>
          </a:prstGeom>
          <a:ln>
            <a:solidFill>
              <a:schemeClr val="tx1"/>
            </a:solidFill>
          </a:ln>
          <a:effectLst>
            <a:outerShdw blurRad="50800" dist="38100" dir="2700000" algn="tl" rotWithShape="0">
              <a:prstClr val="black">
                <a:alpha val="40000"/>
              </a:prstClr>
            </a:outerShdw>
          </a:effectLst>
        </p:spPr>
      </p:pic>
      <p:sp>
        <p:nvSpPr>
          <p:cNvPr id="1199" name="Google Shape;1199;p156"/>
          <p:cNvSpPr txBox="1">
            <a:spLocks noGrp="1"/>
          </p:cNvSpPr>
          <p:nvPr>
            <p:ph type="title"/>
          </p:nvPr>
        </p:nvSpPr>
        <p:spPr>
          <a:xfrm>
            <a:off x="455618" y="480021"/>
            <a:ext cx="11277833" cy="524399"/>
          </a:xfrm>
          <a:prstGeom prst="rect">
            <a:avLst/>
          </a:prstGeom>
        </p:spPr>
        <p:txBody>
          <a:bodyPr spcFirstLastPara="1" wrap="square" lIns="0" tIns="0" rIns="0" bIns="0" anchor="ctr" anchorCtr="0">
            <a:noAutofit/>
          </a:bodyPr>
          <a:lstStyle/>
          <a:p>
            <a:pPr>
              <a:lnSpc>
                <a:spcPct val="100000"/>
              </a:lnSpc>
            </a:pPr>
            <a:r>
              <a:rPr lang="en-US" dirty="0"/>
              <a:t>Further Reading</a:t>
            </a:r>
          </a:p>
        </p:txBody>
      </p:sp>
    </p:spTree>
    <p:extLst>
      <p:ext uri="{BB962C8B-B14F-4D97-AF65-F5344CB8AC3E}">
        <p14:creationId xmlns:p14="http://schemas.microsoft.com/office/powerpoint/2010/main" val="28685550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C2A2ADBF-13F1-8937-91E4-97FBA4F83BB0}"/>
              </a:ext>
            </a:extLst>
          </p:cNvPr>
          <p:cNvPicPr>
            <a:picLocks noChangeAspect="1"/>
          </p:cNvPicPr>
          <p:nvPr/>
        </p:nvPicPr>
        <p:blipFill>
          <a:blip r:embed="rId3"/>
          <a:stretch>
            <a:fillRect/>
          </a:stretch>
        </p:blipFill>
        <p:spPr>
          <a:xfrm>
            <a:off x="1573706" y="985083"/>
            <a:ext cx="9041411" cy="5778453"/>
          </a:xfrm>
          <a:prstGeom prst="rect">
            <a:avLst/>
          </a:prstGeom>
          <a:ln>
            <a:solidFill>
              <a:schemeClr val="tx1"/>
            </a:solidFill>
          </a:ln>
          <a:effectLst>
            <a:outerShdw blurRad="50800" dist="38100" dir="2700000" algn="tl" rotWithShape="0">
              <a:prstClr val="black">
                <a:alpha val="40000"/>
              </a:prstClr>
            </a:outerShdw>
          </a:effectLst>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AVCDL on GitHub</a:t>
            </a:r>
            <a:endParaRPr dirty="0"/>
          </a:p>
        </p:txBody>
      </p:sp>
      <p:sp>
        <p:nvSpPr>
          <p:cNvPr id="2" name="Rectangle 1">
            <a:extLst>
              <a:ext uri="{FF2B5EF4-FFF2-40B4-BE49-F238E27FC236}">
                <a16:creationId xmlns:a16="http://schemas.microsoft.com/office/drawing/2014/main" id="{4038D5AC-F2CE-EEDF-F93C-BC5BEDC13283}"/>
              </a:ext>
            </a:extLst>
          </p:cNvPr>
          <p:cNvSpPr/>
          <p:nvPr/>
        </p:nvSpPr>
        <p:spPr>
          <a:xfrm>
            <a:off x="6476383" y="522829"/>
            <a:ext cx="5256824" cy="400110"/>
          </a:xfrm>
          <a:prstGeom prst="rect">
            <a:avLst/>
          </a:prstGeom>
        </p:spPr>
        <p:txBody>
          <a:bodyPr wrap="square">
            <a:spAutoFit/>
          </a:bodyPr>
          <a:lstStyle/>
          <a:p>
            <a:pPr algn="r">
              <a:spcAft>
                <a:spcPts val="1200"/>
              </a:spcAft>
            </a:pPr>
            <a:r>
              <a:rPr lang="en-US" sz="2000" b="1" dirty="0">
                <a:solidFill>
                  <a:srgbClr val="0070C0"/>
                </a:solidFill>
                <a:latin typeface="Courier New" panose="02070309020205020404" pitchFamily="49" charset="0"/>
                <a:cs typeface="Courier New" panose="02070309020205020404" pitchFamily="49" charset="0"/>
              </a:rPr>
              <a:t>https://github.com/AVCDL/AVCDL </a:t>
            </a:r>
          </a:p>
        </p:txBody>
      </p:sp>
    </p:spTree>
    <p:extLst>
      <p:ext uri="{BB962C8B-B14F-4D97-AF65-F5344CB8AC3E}">
        <p14:creationId xmlns:p14="http://schemas.microsoft.com/office/powerpoint/2010/main" val="29934041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24875B67-DABD-EC7D-D876-FF0A75BC967B}"/>
              </a:ext>
            </a:extLst>
          </p:cNvPr>
          <p:cNvPicPr>
            <a:picLocks noChangeAspect="1"/>
          </p:cNvPicPr>
          <p:nvPr/>
        </p:nvPicPr>
        <p:blipFill>
          <a:blip r:embed="rId3"/>
          <a:stretch>
            <a:fillRect/>
          </a:stretch>
        </p:blipFill>
        <p:spPr>
          <a:xfrm>
            <a:off x="1658351" y="985083"/>
            <a:ext cx="8483870" cy="5783298"/>
          </a:xfrm>
          <a:prstGeom prst="rect">
            <a:avLst/>
          </a:prstGeom>
          <a:ln w="12700">
            <a:solidFill>
              <a:schemeClr val="tx1"/>
            </a:solidFill>
          </a:ln>
          <a:effectLst>
            <a:outerShdw blurRad="50800" dist="38100" dir="2700000" algn="tl" rotWithShape="0">
              <a:prstClr val="black">
                <a:alpha val="40000"/>
              </a:prstClr>
            </a:outerShdw>
          </a:effectLst>
        </p:spPr>
      </p:pic>
      <p:sp>
        <p:nvSpPr>
          <p:cNvPr id="1199" name="Google Shape;1199;p156"/>
          <p:cNvSpPr txBox="1">
            <a:spLocks noGrp="1"/>
          </p:cNvSpPr>
          <p:nvPr>
            <p:ph type="title"/>
          </p:nvPr>
        </p:nvSpPr>
        <p:spPr>
          <a:xfrm>
            <a:off x="455617" y="460683"/>
            <a:ext cx="11277833" cy="524400"/>
          </a:xfrm>
          <a:prstGeom prst="rect">
            <a:avLst/>
          </a:prstGeom>
        </p:spPr>
        <p:txBody>
          <a:bodyPr spcFirstLastPara="1" wrap="square" lIns="0" tIns="0" rIns="0" bIns="0" anchor="ctr" anchorCtr="0">
            <a:noAutofit/>
          </a:bodyPr>
          <a:lstStyle/>
          <a:p>
            <a:pPr marL="0" lvl="0" indent="0" algn="l" rtl="0">
              <a:lnSpc>
                <a:spcPct val="100000"/>
              </a:lnSpc>
              <a:spcBef>
                <a:spcPts val="0"/>
              </a:spcBef>
              <a:spcAft>
                <a:spcPts val="0"/>
              </a:spcAft>
              <a:buNone/>
            </a:pPr>
            <a:r>
              <a:rPr lang="en" dirty="0"/>
              <a:t>AVCDL on YouTube</a:t>
            </a:r>
            <a:endParaRPr dirty="0"/>
          </a:p>
        </p:txBody>
      </p:sp>
      <p:sp>
        <p:nvSpPr>
          <p:cNvPr id="2" name="Rectangle 1">
            <a:extLst>
              <a:ext uri="{FF2B5EF4-FFF2-40B4-BE49-F238E27FC236}">
                <a16:creationId xmlns:a16="http://schemas.microsoft.com/office/drawing/2014/main" id="{4038D5AC-F2CE-EEDF-F93C-BC5BEDC13283}"/>
              </a:ext>
            </a:extLst>
          </p:cNvPr>
          <p:cNvSpPr/>
          <p:nvPr/>
        </p:nvSpPr>
        <p:spPr>
          <a:xfrm>
            <a:off x="5900286" y="522828"/>
            <a:ext cx="5832922" cy="400110"/>
          </a:xfrm>
          <a:prstGeom prst="rect">
            <a:avLst/>
          </a:prstGeom>
        </p:spPr>
        <p:txBody>
          <a:bodyPr wrap="square">
            <a:spAutoFit/>
          </a:bodyPr>
          <a:lstStyle/>
          <a:p>
            <a:pPr algn="r">
              <a:spcAft>
                <a:spcPts val="1200"/>
              </a:spcAft>
            </a:pPr>
            <a:r>
              <a:rPr lang="en-US" sz="2000" b="1" dirty="0">
                <a:solidFill>
                  <a:srgbClr val="0070C0"/>
                </a:solidFill>
                <a:latin typeface="Courier New" panose="02070309020205020404" pitchFamily="49" charset="0"/>
                <a:ea typeface="Roboto" panose="02000000000000000000" pitchFamily="2" charset="0"/>
                <a:cs typeface="Courier New" panose="02070309020205020404" pitchFamily="49" charset="0"/>
              </a:rPr>
              <a:t>https://youtube.com/@AVCDL</a:t>
            </a:r>
          </a:p>
        </p:txBody>
      </p:sp>
    </p:spTree>
    <p:extLst>
      <p:ext uri="{BB962C8B-B14F-4D97-AF65-F5344CB8AC3E}">
        <p14:creationId xmlns:p14="http://schemas.microsoft.com/office/powerpoint/2010/main" val="40714915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7" y="460684"/>
            <a:ext cx="11277833" cy="524399"/>
          </a:xfrm>
          <a:prstGeom prst="rect">
            <a:avLst/>
          </a:prstGeom>
        </p:spPr>
        <p:txBody>
          <a:bodyPr spcFirstLastPara="1" wrap="square" lIns="0" tIns="0" rIns="0" bIns="0" anchor="ctr" anchorCtr="0">
            <a:noAutofit/>
          </a:bodyPr>
          <a:lstStyle/>
          <a:p>
            <a:pPr>
              <a:lnSpc>
                <a:spcPct val="100000"/>
              </a:lnSpc>
            </a:pPr>
            <a:r>
              <a:rPr lang="en" dirty="0"/>
              <a:t>Next Steps</a:t>
            </a:r>
            <a:endParaRPr dirty="0"/>
          </a:p>
        </p:txBody>
      </p:sp>
      <p:pic>
        <p:nvPicPr>
          <p:cNvPr id="7" name="Picture 6">
            <a:extLst>
              <a:ext uri="{FF2B5EF4-FFF2-40B4-BE49-F238E27FC236}">
                <a16:creationId xmlns:a16="http://schemas.microsoft.com/office/drawing/2014/main" id="{C52B1944-9D2E-B660-DF63-98B36A597D37}"/>
              </a:ext>
            </a:extLst>
          </p:cNvPr>
          <p:cNvPicPr>
            <a:picLocks noChangeAspect="1"/>
          </p:cNvPicPr>
          <p:nvPr/>
        </p:nvPicPr>
        <p:blipFill>
          <a:blip r:embed="rId3"/>
          <a:srcRect/>
          <a:stretch/>
        </p:blipFill>
        <p:spPr>
          <a:xfrm>
            <a:off x="741952" y="326959"/>
            <a:ext cx="10704919" cy="6204081"/>
          </a:xfrm>
          <a:prstGeom prst="rect">
            <a:avLst/>
          </a:prstGeom>
          <a:effectLst/>
        </p:spPr>
      </p:pic>
    </p:spTree>
    <p:extLst>
      <p:ext uri="{BB962C8B-B14F-4D97-AF65-F5344CB8AC3E}">
        <p14:creationId xmlns:p14="http://schemas.microsoft.com/office/powerpoint/2010/main" val="39623094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877"/>
        <p:cNvGrpSpPr/>
        <p:nvPr/>
      </p:nvGrpSpPr>
      <p:grpSpPr>
        <a:xfrm>
          <a:off x="0" y="0"/>
          <a:ext cx="0" cy="0"/>
          <a:chOff x="0" y="0"/>
          <a:chExt cx="0" cy="0"/>
        </a:xfrm>
      </p:grpSpPr>
      <p:sp>
        <p:nvSpPr>
          <p:cNvPr id="878" name="Google Shape;878;p147"/>
          <p:cNvSpPr txBox="1">
            <a:spLocks noGrp="1"/>
          </p:cNvSpPr>
          <p:nvPr>
            <p:ph type="title"/>
          </p:nvPr>
        </p:nvSpPr>
        <p:spPr>
          <a:xfrm>
            <a:off x="455617" y="460684"/>
            <a:ext cx="11277590" cy="524399"/>
          </a:xfrm>
          <a:prstGeom prst="rect">
            <a:avLst/>
          </a:prstGeom>
        </p:spPr>
        <p:txBody>
          <a:bodyPr spcFirstLastPara="1" wrap="square" lIns="0" tIns="0" rIns="0" bIns="0" anchor="ctr" anchorCtr="0">
            <a:noAutofit/>
          </a:bodyPr>
          <a:lstStyle/>
          <a:p>
            <a:pPr>
              <a:lnSpc>
                <a:spcPct val="100000"/>
              </a:lnSpc>
            </a:pPr>
            <a:r>
              <a:rPr lang="en" dirty="0"/>
              <a:t>References</a:t>
            </a:r>
            <a:endParaRPr dirty="0"/>
          </a:p>
        </p:txBody>
      </p:sp>
      <p:sp>
        <p:nvSpPr>
          <p:cNvPr id="2" name="Google Shape;879;p147">
            <a:extLst>
              <a:ext uri="{FF2B5EF4-FFF2-40B4-BE49-F238E27FC236}">
                <a16:creationId xmlns:a16="http://schemas.microsoft.com/office/drawing/2014/main" id="{EE699A1B-DC13-C84D-9B67-3E4E126EE2B9}"/>
              </a:ext>
            </a:extLst>
          </p:cNvPr>
          <p:cNvSpPr txBox="1">
            <a:spLocks/>
          </p:cNvSpPr>
          <p:nvPr/>
        </p:nvSpPr>
        <p:spPr>
          <a:xfrm>
            <a:off x="455615" y="1146448"/>
            <a:ext cx="11277592" cy="3600986"/>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457200" marR="0" lvl="0" indent="-228600" algn="l" rtl="0">
              <a:lnSpc>
                <a:spcPct val="100000"/>
              </a:lnSpc>
              <a:spcBef>
                <a:spcPts val="180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lnSpc>
                <a:spcPct val="100000"/>
              </a:lnSpc>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lnSpc>
                <a:spcPct val="100000"/>
              </a:lnSpc>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lnSpc>
                <a:spcPct val="100000"/>
              </a:lnSpc>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lnSpc>
                <a:spcPct val="100000"/>
              </a:lnSpc>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6pPr>
            <a:lvl7pPr marL="3200400" marR="0" lvl="6"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7pPr>
            <a:lvl8pPr marL="3657600" marR="0" lvl="7"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8pPr>
            <a:lvl9pPr marL="4114800" marR="0" lvl="8"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9pPr>
          </a:lstStyle>
          <a:p>
            <a:pPr marL="0" indent="0">
              <a:spcBef>
                <a:spcPts val="0"/>
              </a:spcBef>
            </a:pPr>
            <a:r>
              <a:rPr lang="en-US" b="1" dirty="0">
                <a:latin typeface="Roboto" panose="02000000000000000000" pitchFamily="2" charset="0"/>
                <a:ea typeface="Roboto" panose="02000000000000000000" pitchFamily="2" charset="0"/>
                <a:cs typeface="Courier New" panose="02070309020205020404" pitchFamily="49" charset="0"/>
              </a:rPr>
              <a:t>Currently Used Deprecated Functions Document </a:t>
            </a:r>
            <a:r>
              <a:rPr lang="en-US" dirty="0">
                <a:latin typeface="Roboto" panose="02000000000000000000" pitchFamily="2" charset="0"/>
                <a:ea typeface="Roboto" panose="02000000000000000000" pitchFamily="2" charset="0"/>
                <a:cs typeface="Courier New" panose="02070309020205020404" pitchFamily="49" charset="0"/>
              </a:rPr>
              <a:t>(AVCDL secondary document)</a:t>
            </a:r>
          </a:p>
          <a:p>
            <a:pPr marL="0" indent="0">
              <a:spcBef>
                <a:spcPts val="1200"/>
              </a:spcBef>
            </a:pPr>
            <a:r>
              <a:rPr lang="en-US" b="1" dirty="0">
                <a:latin typeface="Roboto" panose="02000000000000000000" pitchFamily="2" charset="0"/>
                <a:ea typeface="Roboto" panose="02000000000000000000" pitchFamily="2" charset="0"/>
                <a:cs typeface="Courier New" panose="02070309020205020404" pitchFamily="49" charset="0"/>
              </a:rPr>
              <a:t>Threat Prioritization Plan </a:t>
            </a:r>
            <a:r>
              <a:rPr lang="en-US" dirty="0">
                <a:latin typeface="Roboto" panose="02000000000000000000" pitchFamily="2" charset="0"/>
                <a:ea typeface="Roboto" panose="02000000000000000000" pitchFamily="2" charset="0"/>
                <a:cs typeface="Courier New" panose="02070309020205020404" pitchFamily="49" charset="0"/>
              </a:rPr>
              <a:t>(AVCDL secondary document)</a:t>
            </a:r>
          </a:p>
          <a:p>
            <a:pPr marL="0" indent="0">
              <a:spcBef>
                <a:spcPts val="1200"/>
              </a:spcBef>
            </a:pPr>
            <a:r>
              <a:rPr lang="en-US" b="1" dirty="0">
                <a:latin typeface="Roboto" panose="02000000000000000000" pitchFamily="2" charset="0"/>
                <a:ea typeface="Roboto" panose="02000000000000000000" pitchFamily="2" charset="0"/>
                <a:cs typeface="Courier New" panose="02070309020205020404" pitchFamily="49" charset="0"/>
              </a:rPr>
              <a:t>Report Generation </a:t>
            </a:r>
            <a:r>
              <a:rPr lang="en-US" dirty="0">
                <a:latin typeface="Roboto" panose="02000000000000000000" pitchFamily="2" charset="0"/>
                <a:ea typeface="Roboto" panose="02000000000000000000" pitchFamily="2" charset="0"/>
                <a:cs typeface="Courier New" panose="02070309020205020404" pitchFamily="49" charset="0"/>
              </a:rPr>
              <a:t>(AVCDL elaboration document)</a:t>
            </a:r>
          </a:p>
          <a:p>
            <a:pPr marL="0" indent="0">
              <a:spcBef>
                <a:spcPts val="1200"/>
              </a:spcBef>
            </a:pPr>
            <a:r>
              <a:rPr lang="en-US" sz="1800" b="1" dirty="0">
                <a:latin typeface="Roboto" panose="02000000000000000000" pitchFamily="2" charset="0"/>
                <a:ea typeface="Roboto" panose="02000000000000000000" pitchFamily="2" charset="0"/>
                <a:cs typeface="Courier New" panose="02070309020205020404" pitchFamily="49" charset="0"/>
              </a:rPr>
              <a:t>Static Analysis Results Interchange Format (SARIF) Version 2.1.0</a:t>
            </a:r>
          </a:p>
          <a:p>
            <a:pPr marL="0" indent="0">
              <a:spcBef>
                <a:spcPts val="0"/>
              </a:spcBef>
            </a:pPr>
            <a:r>
              <a:rPr lang="en-US" sz="1400" b="1" dirty="0">
                <a:latin typeface="Courier New" panose="02070309020205020404" pitchFamily="49" charset="0"/>
                <a:cs typeface="Courier New" panose="02070309020205020404" pitchFamily="49" charset="0"/>
                <a:hlinkClick r:id="rId3"/>
              </a:rPr>
              <a:t>https://docs.oasis-open.org/sarif/sarif/v2.1.0/os/sarif-v2.1.0-os.pdf</a:t>
            </a:r>
            <a:endParaRPr lang="en-US" sz="1400" b="1" dirty="0">
              <a:latin typeface="Courier New" panose="02070309020205020404" pitchFamily="49" charset="0"/>
              <a:cs typeface="Courier New" panose="02070309020205020404" pitchFamily="49" charset="0"/>
            </a:endParaRPr>
          </a:p>
          <a:p>
            <a:pPr marL="0" indent="0">
              <a:spcBef>
                <a:spcPts val="1200"/>
              </a:spcBef>
            </a:pPr>
            <a:r>
              <a:rPr lang="en-US" sz="1800" b="1" dirty="0">
                <a:latin typeface="Roboto" panose="02000000000000000000" pitchFamily="2" charset="0"/>
                <a:ea typeface="Roboto" panose="02000000000000000000" pitchFamily="2" charset="0"/>
                <a:cs typeface="Courier New" panose="02070309020205020404" pitchFamily="49" charset="0"/>
              </a:rPr>
              <a:t>Square edge razor (unattributed) [CC BY-SA 3.0]</a:t>
            </a:r>
          </a:p>
          <a:p>
            <a:pPr marL="0" indent="0">
              <a:spcBef>
                <a:spcPts val="0"/>
              </a:spcBef>
            </a:pPr>
            <a:r>
              <a:rPr lang="en-US" sz="1400" b="1" dirty="0">
                <a:latin typeface="Courier New" panose="02070309020205020404" pitchFamily="49" charset="0"/>
                <a:cs typeface="Courier New" panose="02070309020205020404" pitchFamily="49" charset="0"/>
                <a:hlinkClick r:id="rId4"/>
              </a:rPr>
              <a:t>https://creativecommons.org/licenses/by-sa/3.0/</a:t>
            </a:r>
            <a:r>
              <a:rPr lang="en-US" sz="1400" b="1" dirty="0">
                <a:latin typeface="Courier New" panose="02070309020205020404" pitchFamily="49" charset="0"/>
                <a:cs typeface="Courier New" panose="02070309020205020404" pitchFamily="49" charset="0"/>
              </a:rPr>
              <a:t> </a:t>
            </a:r>
          </a:p>
          <a:p>
            <a:pPr marL="0" indent="0">
              <a:spcBef>
                <a:spcPts val="0"/>
              </a:spcBef>
            </a:pPr>
            <a:r>
              <a:rPr lang="en-US" sz="1400" b="1" dirty="0">
                <a:latin typeface="Courier New" panose="02070309020205020404" pitchFamily="49" charset="0"/>
                <a:cs typeface="Courier New" panose="02070309020205020404" pitchFamily="49" charset="0"/>
                <a:hlinkClick r:id="rId5"/>
              </a:rPr>
              <a:t>https://commons.wikimedia.org/wiki/File:Square_edge_razor.JPG</a:t>
            </a:r>
            <a:r>
              <a:rPr lang="en-US" sz="1400" b="1" dirty="0">
                <a:latin typeface="Courier New" panose="02070309020205020404" pitchFamily="49" charset="0"/>
                <a:cs typeface="Courier New" panose="02070309020205020404" pitchFamily="49" charset="0"/>
              </a:rPr>
              <a:t> </a:t>
            </a:r>
          </a:p>
          <a:p>
            <a:pPr marL="0" indent="0">
              <a:spcBef>
                <a:spcPts val="1200"/>
              </a:spcBef>
            </a:pPr>
            <a:r>
              <a:rPr lang="en-US" sz="1800" b="1" dirty="0">
                <a:latin typeface="Roboto" panose="02000000000000000000" pitchFamily="2" charset="0"/>
                <a:ea typeface="Roboto" panose="02000000000000000000" pitchFamily="2" charset="0"/>
                <a:cs typeface="Courier New" panose="02070309020205020404" pitchFamily="49" charset="0"/>
              </a:rPr>
              <a:t>Oscillating electric razon (Bill Ebbesen) [public domain]</a:t>
            </a:r>
          </a:p>
          <a:p>
            <a:pPr marL="0" indent="0">
              <a:spcBef>
                <a:spcPts val="0"/>
              </a:spcBef>
            </a:pPr>
            <a:r>
              <a:rPr lang="en-US" sz="1400" b="1" dirty="0">
                <a:latin typeface="Courier New" panose="02070309020205020404" pitchFamily="49" charset="0"/>
                <a:cs typeface="Courier New" panose="02070309020205020404" pitchFamily="49" charset="0"/>
                <a:hlinkClick r:id="rId6"/>
              </a:rPr>
              <a:t>https://commons.wikimedia.org/wiki/File:Oscillating_electric_razor.jpg</a:t>
            </a:r>
            <a:r>
              <a:rPr lang="en-US" sz="1400" b="1" dirty="0">
                <a:latin typeface="Courier New" panose="02070309020205020404" pitchFamily="49" charset="0"/>
                <a:cs typeface="Courier New" panose="02070309020205020404" pitchFamily="49" charset="0"/>
              </a:rPr>
              <a:t> </a:t>
            </a:r>
          </a:p>
          <a:p>
            <a:pPr marL="0" indent="0">
              <a:spcBef>
                <a:spcPts val="0"/>
              </a:spcBef>
            </a:pPr>
            <a:endParaRPr lang="en-US" sz="1400" b="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557400049"/>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otional Masters">
  <a:themeElements>
    <a:clrScheme name="Motional">
      <a:dk1>
        <a:srgbClr val="000000"/>
      </a:dk1>
      <a:lt1>
        <a:srgbClr val="FFFFFF"/>
      </a:lt1>
      <a:dk2>
        <a:srgbClr val="092871"/>
      </a:dk2>
      <a:lt2>
        <a:srgbClr val="5B48F6"/>
      </a:lt2>
      <a:accent1>
        <a:srgbClr val="C9EAF1"/>
      </a:accent1>
      <a:accent2>
        <a:srgbClr val="ADB9E3"/>
      </a:accent2>
      <a:accent3>
        <a:srgbClr val="00F6FF"/>
      </a:accent3>
      <a:accent4>
        <a:srgbClr val="D2DCDC"/>
      </a:accent4>
      <a:accent5>
        <a:srgbClr val="828791"/>
      </a:accent5>
      <a:accent6>
        <a:srgbClr val="404449"/>
      </a:accent6>
      <a:hlink>
        <a:srgbClr val="0000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Motional Masters">
  <a:themeElements>
    <a:clrScheme name="Motional">
      <a:dk1>
        <a:srgbClr val="000000"/>
      </a:dk1>
      <a:lt1>
        <a:srgbClr val="FFFFFF"/>
      </a:lt1>
      <a:dk2>
        <a:srgbClr val="092871"/>
      </a:dk2>
      <a:lt2>
        <a:srgbClr val="5B48F6"/>
      </a:lt2>
      <a:accent1>
        <a:srgbClr val="C9EAF1"/>
      </a:accent1>
      <a:accent2>
        <a:srgbClr val="ADB9E3"/>
      </a:accent2>
      <a:accent3>
        <a:srgbClr val="00F6FF"/>
      </a:accent3>
      <a:accent4>
        <a:srgbClr val="D2DCDC"/>
      </a:accent4>
      <a:accent5>
        <a:srgbClr val="828791"/>
      </a:accent5>
      <a:accent6>
        <a:srgbClr val="404449"/>
      </a:accent6>
      <a:hlink>
        <a:srgbClr val="0000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382038</TotalTime>
  <Words>3150</Words>
  <Application>Microsoft Macintosh PowerPoint</Application>
  <PresentationFormat>Custom</PresentationFormat>
  <Paragraphs>582</Paragraphs>
  <Slides>24</Slides>
  <Notes>24</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24</vt:i4>
      </vt:variant>
    </vt:vector>
  </HeadingPairs>
  <TitlesOfParts>
    <vt:vector size="32" baseType="lpstr">
      <vt:lpstr>Courier New</vt:lpstr>
      <vt:lpstr>Arial</vt:lpstr>
      <vt:lpstr>Calibri</vt:lpstr>
      <vt:lpstr>Roboto Medium</vt:lpstr>
      <vt:lpstr>Roboto</vt:lpstr>
      <vt:lpstr>Simple Light</vt:lpstr>
      <vt:lpstr>Motional Masters</vt:lpstr>
      <vt:lpstr>Motional Masters</vt:lpstr>
      <vt:lpstr>Deprecated Functions Overview</vt:lpstr>
      <vt:lpstr>Training Path</vt:lpstr>
      <vt:lpstr>Introduction</vt:lpstr>
      <vt:lpstr>Introduction *</vt:lpstr>
      <vt:lpstr>Introduction *</vt:lpstr>
      <vt:lpstr>Workflow</vt:lpstr>
      <vt:lpstr>Process Workflow</vt:lpstr>
      <vt:lpstr>Identify Functions</vt:lpstr>
      <vt:lpstr>Incorporate Scan</vt:lpstr>
      <vt:lpstr>Perform Scan</vt:lpstr>
      <vt:lpstr>Triage</vt:lpstr>
      <vt:lpstr>Activities</vt:lpstr>
      <vt:lpstr>Identify Functions</vt:lpstr>
      <vt:lpstr>Incorporate Scan</vt:lpstr>
      <vt:lpstr>Perform Scan</vt:lpstr>
      <vt:lpstr>Triage</vt:lpstr>
      <vt:lpstr>Report</vt:lpstr>
      <vt:lpstr>Recap</vt:lpstr>
      <vt:lpstr>Summary</vt:lpstr>
      <vt:lpstr>Further Reading</vt:lpstr>
      <vt:lpstr>AVCDL on GitHub</vt:lpstr>
      <vt:lpstr>AVCDL on YouTube</vt:lpstr>
      <vt:lpstr>Next Steps</vt:lpstr>
      <vt:lpstr>References</vt:lpstr>
    </vt:vector>
  </TitlesOfParts>
  <Manager/>
  <Company>Torc Robotics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Deprecated Functions Overview (training)</dc:title>
  <dc:subject>deprecated functions process overview</dc:subject>
  <dc:creator>Charles Wilson</dc:creator>
  <cp:keywords>cybersecurity, deprecated functions</cp:keywords>
  <dc:description>This work was created by Torc Robotics and is licensed under the Creative Commons Attribution-Share Alike (CC BY-SA-4.0) License.
https://creativecommons.org/licenses/by/4.0/legalcode 
</dc:description>
  <cp:lastModifiedBy>Charles Wilson</cp:lastModifiedBy>
  <cp:revision>638</cp:revision>
  <cp:lastPrinted>2025-07-24T18:37:57Z</cp:lastPrinted>
  <dcterms:modified xsi:type="dcterms:W3CDTF">2026-03-06T16:34:41Z</dcterms:modified>
  <cp:category/>
</cp:coreProperties>
</file>