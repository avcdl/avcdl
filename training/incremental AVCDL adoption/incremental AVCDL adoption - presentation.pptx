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90" r:id="rId1"/>
    <p:sldMasterId id="2147483791" r:id="rId2"/>
    <p:sldMasterId id="2147483792" r:id="rId3"/>
  </p:sldMasterIdLst>
  <p:notesMasterIdLst>
    <p:notesMasterId r:id="rId34"/>
  </p:notesMasterIdLst>
  <p:sldIdLst>
    <p:sldId id="256" r:id="rId4"/>
    <p:sldId id="270" r:id="rId5"/>
    <p:sldId id="319" r:id="rId6"/>
    <p:sldId id="318" r:id="rId7"/>
    <p:sldId id="336" r:id="rId8"/>
    <p:sldId id="337" r:id="rId9"/>
    <p:sldId id="338" r:id="rId10"/>
    <p:sldId id="331" r:id="rId11"/>
    <p:sldId id="301" r:id="rId12"/>
    <p:sldId id="335" r:id="rId13"/>
    <p:sldId id="332" r:id="rId14"/>
    <p:sldId id="333" r:id="rId15"/>
    <p:sldId id="334" r:id="rId16"/>
    <p:sldId id="329" r:id="rId17"/>
    <p:sldId id="323" r:id="rId18"/>
    <p:sldId id="339" r:id="rId19"/>
    <p:sldId id="325" r:id="rId20"/>
    <p:sldId id="326" r:id="rId21"/>
    <p:sldId id="341" r:id="rId22"/>
    <p:sldId id="316" r:id="rId23"/>
    <p:sldId id="308" r:id="rId24"/>
    <p:sldId id="309" r:id="rId25"/>
    <p:sldId id="310" r:id="rId26"/>
    <p:sldId id="320" r:id="rId27"/>
    <p:sldId id="327" r:id="rId28"/>
    <p:sldId id="340" r:id="rId29"/>
    <p:sldId id="343" r:id="rId30"/>
    <p:sldId id="342" r:id="rId31"/>
    <p:sldId id="283" r:id="rId32"/>
    <p:sldId id="287" r:id="rId33"/>
  </p:sldIdLst>
  <p:sldSz cx="12188825" cy="6858000"/>
  <p:notesSz cx="6858000" cy="9144000"/>
  <p:embeddedFontLst>
    <p:embeddedFont>
      <p:font typeface="Roboto" panose="02000000000000000000" pitchFamily="2" charset="0"/>
      <p:regular r:id="rId35"/>
      <p:bold r:id="rId36"/>
      <p:italic r:id="rId37"/>
      <p:boldItalic r:id="rId38"/>
    </p:embeddedFont>
    <p:embeddedFont>
      <p:font typeface="Roboto Medium" panose="02000000000000000000" pitchFamily="2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  <p15:guide id="3" orient="horz" pos="3945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9CCFF"/>
    <a:srgbClr val="FDFFE0"/>
    <a:srgbClr val="CCFFCC"/>
    <a:srgbClr val="B3D9FF"/>
    <a:srgbClr val="FFF2CC"/>
    <a:srgbClr val="FFFAB2"/>
    <a:srgbClr val="FFE6CC"/>
    <a:srgbClr val="CC6600"/>
    <a:srgbClr val="FFB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9A1F375-83D2-49B6-B6D9-1E75FAB2CD22}">
  <a:tblStyle styleId="{F9A1F375-83D2-49B6-B6D9-1E75FAB2CD2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428"/>
    <p:restoredTop sz="84043"/>
  </p:normalViewPr>
  <p:slideViewPr>
    <p:cSldViewPr snapToGrid="0">
      <p:cViewPr varScale="1">
        <p:scale>
          <a:sx n="201" d="100"/>
          <a:sy n="201" d="100"/>
        </p:scale>
        <p:origin x="200" y="320"/>
      </p:cViewPr>
      <p:guideLst>
        <p:guide orient="horz" pos="2160"/>
        <p:guide pos="3839"/>
        <p:guide orient="horz" pos="394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font" Target="fonts/font5.fntdata"/><Relationship Id="rId21" Type="http://schemas.openxmlformats.org/officeDocument/2006/relationships/slide" Target="slides/slide18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font" Target="fonts/font2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font" Target="fonts/font1.fntdata"/><Relationship Id="rId43" Type="http://schemas.openxmlformats.org/officeDocument/2006/relationships/presProps" Target="pres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font" Target="fonts/font4.fntdata"/><Relationship Id="rId46" Type="http://schemas.openxmlformats.org/officeDocument/2006/relationships/tableStyles" Target="tableStyles.xml"/><Relationship Id="rId20" Type="http://schemas.openxmlformats.org/officeDocument/2006/relationships/slide" Target="slides/slide17.xml"/><Relationship Id="rId41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8f58836269_9_4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Script: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I’m Charles Wilson, Senior Principal Engineer at Motional responsible for cybersecurity development lifecycle practice.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presentation will cover the incremental adoption of the AVCDL.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1" name="Google Shape;871;g8f58836269_9_4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9ac6590046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9ac6590046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Script: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AVCDL is a comprehensive cybersecurity development lifecycle.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Its very scope presents a challenge to wholesale adoption.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Here we see an overview of the AVCDL core document set.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There's the primary document, a set of secondary documents, and associated supporting material.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800858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9ac6590046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9ac6590046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Script: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If we look a little deeper, that supporting material extends into blog posts,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elaboration documents,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supply chain materials,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templates to go along with the supply chain materials,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and tracking documents used in the creation of the AVCDL.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[pause]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Basically, it's everything that you need in order to do product cybersecurity.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Now, this is a good thing if you have a relatively mature organization with respect to cybersecurity,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because you'll use the AVCDL to determine what edge cases you're not covering.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If on the other hand, your organization has had no cybersecurity group within it in the past,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or has a severely limited number of activities which are done in cybersecurity, then the AVCDL presents an overwhelming challenge.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[pause]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Let's look at how the AVCDL is put together and how we can reduce the complexity of it by adopting it in an incremental fashion.</a:t>
            </a:r>
          </a:p>
        </p:txBody>
      </p:sp>
    </p:spTree>
    <p:extLst>
      <p:ext uri="{BB962C8B-B14F-4D97-AF65-F5344CB8AC3E}">
        <p14:creationId xmlns:p14="http://schemas.microsoft.com/office/powerpoint/2010/main" val="39494257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9ac6590046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9ac6590046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Script: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start with the AVCDL framework itself.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As you can see, the framework is divided into three major areas.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first area (the foundation phase) includes those activities necessary throughout the entire lifecycle.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second area (the developmental phases) includes those activities which need to be performed in the creation of the product.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third and final area (the post-developmental phases) include those activities performed once the product has been released.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307567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9ac6590046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9ac6590046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Script: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foundation phase activities are broad in scope and highly impactful in that once these activities are in place,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they're applied throughout the lifetime of every project.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Because of this, these activities need to be given special attention.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They will have ripple effects both within a particular product’s development and also across the entire families of products to which they're applied.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569039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9ac6590046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9ac6590046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Script: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Arguably the developmental phase activities are the most flexible in terms of how and when they're implemented.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This is because these activities are the most tactical.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Many of them can be implemented in isolation.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exception are the gates, as they're used to synchronize various activities and groups within the organization.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That being said, the gates are intended to be very light touch activities,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and in general, gate management is the responsibility of project management, not cybersecurity.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4457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9ac6590046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9ac6590046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Script: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Post-developmental (also known as operational) activities,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split the difference between the foundational and the developmental behaviors,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 that they have long term impact because the product is out in the field and is being managed,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but they also have a lot of interaction with operational technology activities.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At the same time, they're highly focused in terms of the way that decommissioning is handled for cybersecurity,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which has a much more active involvement when compared with the rest of the organization.</a:t>
            </a:r>
          </a:p>
        </p:txBody>
      </p:sp>
    </p:spTree>
    <p:extLst>
      <p:ext uri="{BB962C8B-B14F-4D97-AF65-F5344CB8AC3E}">
        <p14:creationId xmlns:p14="http://schemas.microsoft.com/office/powerpoint/2010/main" val="15531303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9ac6590046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9ac6590046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Script: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Now, let's consider the approach that we'll take in grouping the AVCDL activities for incremental adoption.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[pause]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If we consider a spectrum of adoption where we have tactical activities on one end and strategic ones on the other,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can think about five stages for grouping.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We’ll then put the various AVCDL activities into these stages based on their complexity and organizational impact.</a:t>
            </a:r>
          </a:p>
        </p:txBody>
      </p:sp>
    </p:spTree>
    <p:extLst>
      <p:ext uri="{BB962C8B-B14F-4D97-AF65-F5344CB8AC3E}">
        <p14:creationId xmlns:p14="http://schemas.microsoft.com/office/powerpoint/2010/main" val="5828457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9ac6590046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9ac6590046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Script: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stages are barebones,</a:t>
            </a:r>
            <a:endParaRPr strike="sngStrike" dirty="0"/>
          </a:p>
        </p:txBody>
      </p:sp>
    </p:spTree>
    <p:extLst>
      <p:ext uri="{BB962C8B-B14F-4D97-AF65-F5344CB8AC3E}">
        <p14:creationId xmlns:p14="http://schemas.microsoft.com/office/powerpoint/2010/main" val="39494257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9ac6590046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9ac6590046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Script: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trike="noStrike" dirty="0"/>
              <a:t>tactical,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800991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9ac6590046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9ac6590046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Script: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trike="noStrike" dirty="0"/>
              <a:t>tracked,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029377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9ac6590046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9ac6590046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Script: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0" strike="noStrike" dirty="0"/>
              <a:t>managed,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137705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9ac6590046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9ac6590046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Script: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trike="noStrike" dirty="0"/>
              <a:t>and mature.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trike="noStrik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trike="noStrike" dirty="0"/>
              <a:t>[pause]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trike="noStrik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trike="noStrike" dirty="0"/>
              <a:t>The further you progress from tactical to strategic,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trike="noStrik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trike="noStrike" dirty="0"/>
              <a:t>the greater the interplay and interdependence there'll be between various activities and with other groups within the organization.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trike="noStrik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trike="noStrike" dirty="0"/>
              <a:t>It's far easier to implement the earlier stage activities and make adjustments to your organization's tooling as you progress.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trike="noStrik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trike="noStrike" dirty="0"/>
              <a:t>Implementing the later stage activities and attempting to backfill the earlier stage ones will lead to a lot of churn should changes be required.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670965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9ac6590046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9ac6590046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Script: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Here's an overview of the AVCDL phase requirements assigned to these five stages.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As you can see, the barebones stage has very few activities.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As we progress to the tactical stage, we get a much larger chunk,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with slightly fewer in tracked stage.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By the managed stage nearly all activities have been included,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with the mature stage having almost nothing.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Let's look at some interesting characteristics of this decomposition.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59537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9ac6590046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9ac6590046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Script: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Four of the phase requirements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• tool chain support,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• threat prioritization plan,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• security design review, and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• source code review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are implemented in two separate stages (an initial implementation and a final one).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This is because of their interplay with other activities within the AVCDL,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as well as with the greater organizational interaction required by their implementation.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235057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9ac6590046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9ac6590046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Script: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 the case of the security design review and the source code review, they'll be fully implemented in the tracked stage.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413437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9ac6590046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9ac6590046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Script: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Whereas the tool chain support and threat prioritization plan won't be fully implemented until the managed stage.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237828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9ac6590046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9ac6590046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Script: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Additionally, the safety related phase requirements have been grouped together because of their tight coupling.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950508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9ac6590046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9ac6590046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Script: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Now, let's look at each of the implementation stages and what they entail.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329049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9ac6590046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9ac6590046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Script: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barebones stage activities require the least from the development teams.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These are activities that can be undertaken by cybersecurity SMEs in conjunction with devops.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They represent the lowest hanging fruit. All of them are developmental in nature.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Configuring the secure build,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secure settings,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deprecation of unsafe functions,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and static analysis are all things which are typically already in place in the build process.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we're trying to achieve is the application of cybersecurity relevant settings in these areas in order to enhance what would otherwise be no security whatsoever.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384317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9ac6590046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9ac6590046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Script: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effectLst/>
              <a:latin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tactical stage is focused on the secure and correct implementation of the system.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All three areas of the AVCDL are addressed.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There’s now interaction with the development and operations teams, with more interaction with the devops team.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As noted earlier, there are several activities in the stage which are preliminary.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These activities don't need to be implemented as formally at this point as the others.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They're included because they're needed to support other activities in this stage.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[pause]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Additionally, we also have activities which are included because they are relevant to the interaction between cybersecurity and safety.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[pause]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tactical stage is concentrated in the implementation phase with some activities from the foundation and operation phases being included.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505606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9ac6590046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9ac6590046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Script: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track stage is focused on the secure design of the system.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 this stage, the activities of the requirements and design phases of the AVCDL are addressed.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This requires far more coordination with the systems engineering and development teams early on in the creation of the system.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Additionally, we're picking up more elements from the foundation phase, specifically in the areas of requirements and deployment.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681565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9ac6590046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9ac6590046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Script: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managed stage is focused on the management of the end-to-end life of the system.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 this stage, the interaction between cybersecurity and project management is emphasized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as seen here by the inclusion of the five gates within the developmental phases.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also pick up the threat model review,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attack surface analysis review,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and final review.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Additionally, we look at the decommissioning processes and we finish out the toolchain support,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and the threat prioritization plan.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556976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9ac6590046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9ac6590046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Script: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 our last stage, the mature stage, we're focusing on the long-term support of the system.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Specifically, attention is given to training and ownership activities.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One could argue that the roles and responsibilities need to be established ahead of time before anything else happens.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However, in reality, the roles and responsibilities and training material tend to be the last things formally added to the system.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859092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9ac6590046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9ac6590046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Script: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One thing not addressed up to this point is the supply chain.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As with any complex system, you have to consider the supply chain and its relationship with respect to cybersecurity.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Within the AVCDL, there are three activities called out.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These are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• the autonomous vehicle cybersecurity manufacturer's disclosure statement or AVCMDS,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• the supplier self-reported cybersecurity maturity assessment or CMM and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• the cybersecurity interface agreement or CIA.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it's really unlikely that any two organizations will have the same level of maturity with respect to their processes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and so doing these three activities is critical to the success of a project regardless of the relative maturity of the two organizations.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This is because by undertaking these activities,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you're able to align the cybersecurity activities of both the supplier and the customer and identify the gaps that exist in the two organizations.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If you have suppliers or you are a supplier, you should undertake to complete this information.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214537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9ac6590046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9ac6590046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Script: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Regardless of where you're starting from,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it's important to evaluate what your own organization's maturity is and to keep track of it as you progress through the evolution of your organization’s maturity.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 that, we can use the supplier cybersecurity maturity assessment.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Simply perform the assessment on your own organization.</a:t>
            </a:r>
          </a:p>
        </p:txBody>
      </p:sp>
    </p:spTree>
    <p:extLst>
      <p:ext uri="{BB962C8B-B14F-4D97-AF65-F5344CB8AC3E}">
        <p14:creationId xmlns:p14="http://schemas.microsoft.com/office/powerpoint/2010/main" val="33659872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9ac6590046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9ac6590046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Script: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To track progress over time the AVCDL provides an Excel spreadsheet with a spider plot of all AVCDL phase requirements.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This can be used to generate a time series as seen here.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3301933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9ac6590046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9ac6590046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Script: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 summary, remember that although the cybersecurity lifecycle is really large and fairly complex, the problem is still tractable.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should start by doing a cybersecurity maturity self-assessment to find out where you’re starting from.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Remember to consider the supply chain.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And finally, track the progress that you're making as you go.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This last point is helpful both from an internal standpoint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and also because one of the aspects of cybersecurity for things like ISO/SAE 21434 or UN R155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is that you should be making ongoing progress in your product cybersecurity posture.</a:t>
            </a:r>
          </a:p>
        </p:txBody>
      </p:sp>
    </p:spTree>
    <p:extLst>
      <p:ext uri="{BB962C8B-B14F-4D97-AF65-F5344CB8AC3E}">
        <p14:creationId xmlns:p14="http://schemas.microsoft.com/office/powerpoint/2010/main" val="255957250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9ac6590046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9ac6590046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Script: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marR="0" indent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AVCDL materials, both in source and distribution forms, are available on our GitHub site, as shown here.</a:t>
            </a:r>
          </a:p>
          <a:p>
            <a:pPr marL="0" marR="0" indent="0" algn="just">
              <a:spcBef>
                <a:spcPts val="0"/>
              </a:spcBef>
              <a:spcAft>
                <a:spcPts val="1200"/>
              </a:spcAft>
              <a:buNone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Because of the size of the repository, it's recommended that you either clone the repository or download a zip archive of it if you're not familiar with using Git. Instructions for downloading a ZIP archive are linked to on the repository’s front page. 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2198740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bd8f7373d4_0_3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bd8f7373d4_0_3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Script: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Here are references to the source material used in the creation of this presentation.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They'll also be included in the video description.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>
              <a:solidFill>
                <a:srgbClr val="1D1C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1D1C1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Additionally, this presentation’s source material will be provided on the AVCDL GitHub repository.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35936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507" y="992767"/>
            <a:ext cx="11358000" cy="2736900"/>
          </a:xfrm>
          <a:prstGeom prst="rect">
            <a:avLst/>
          </a:prstGeom>
        </p:spPr>
        <p:txBody>
          <a:bodyPr spcFirstLastPara="1" wrap="square" lIns="121875" tIns="121875" rIns="121875" bIns="12187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496" y="3778833"/>
            <a:ext cx="11358000" cy="1056900"/>
          </a:xfrm>
          <a:prstGeom prst="rect">
            <a:avLst/>
          </a:prstGeom>
        </p:spPr>
        <p:txBody>
          <a:bodyPr spcFirstLastPara="1" wrap="square" lIns="121875" tIns="121875" rIns="121875" bIns="1218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496" y="2867800"/>
            <a:ext cx="11358000" cy="11223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496" y="593367"/>
            <a:ext cx="11358000" cy="763500"/>
          </a:xfrm>
          <a:prstGeom prst="rect">
            <a:avLst/>
          </a:prstGeom>
        </p:spPr>
        <p:txBody>
          <a:bodyPr spcFirstLastPara="1" wrap="square" lIns="121875" tIns="121875" rIns="121875" bIns="1218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496" y="1536633"/>
            <a:ext cx="11358000" cy="4555200"/>
          </a:xfrm>
          <a:prstGeom prst="rect">
            <a:avLst/>
          </a:prstGeom>
        </p:spPr>
        <p:txBody>
          <a:bodyPr spcFirstLastPara="1" wrap="square" lIns="121875" tIns="121875" rIns="121875" bIns="121875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496" y="593367"/>
            <a:ext cx="11358000" cy="763500"/>
          </a:xfrm>
          <a:prstGeom prst="rect">
            <a:avLst/>
          </a:prstGeom>
        </p:spPr>
        <p:txBody>
          <a:bodyPr spcFirstLastPara="1" wrap="square" lIns="121875" tIns="121875" rIns="121875" bIns="1218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496" y="1536633"/>
            <a:ext cx="5331900" cy="4555200"/>
          </a:xfrm>
          <a:prstGeom prst="rect">
            <a:avLst/>
          </a:prstGeom>
        </p:spPr>
        <p:txBody>
          <a:bodyPr spcFirstLastPara="1" wrap="square" lIns="121875" tIns="121875" rIns="121875" bIns="121875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1588" y="1536633"/>
            <a:ext cx="5331900" cy="4555200"/>
          </a:xfrm>
          <a:prstGeom prst="rect">
            <a:avLst/>
          </a:prstGeom>
        </p:spPr>
        <p:txBody>
          <a:bodyPr spcFirstLastPara="1" wrap="square" lIns="121875" tIns="121875" rIns="121875" bIns="121875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496" y="593367"/>
            <a:ext cx="11358000" cy="763500"/>
          </a:xfrm>
          <a:prstGeom prst="rect">
            <a:avLst/>
          </a:prstGeom>
        </p:spPr>
        <p:txBody>
          <a:bodyPr spcFirstLastPara="1" wrap="square" lIns="121875" tIns="121875" rIns="121875" bIns="1218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496" y="740800"/>
            <a:ext cx="3743100" cy="1007700"/>
          </a:xfrm>
          <a:prstGeom prst="rect">
            <a:avLst/>
          </a:prstGeom>
        </p:spPr>
        <p:txBody>
          <a:bodyPr spcFirstLastPara="1" wrap="square" lIns="121875" tIns="121875" rIns="121875" bIns="12187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496" y="1852800"/>
            <a:ext cx="3743100" cy="4239300"/>
          </a:xfrm>
          <a:prstGeom prst="rect">
            <a:avLst/>
          </a:prstGeom>
        </p:spPr>
        <p:txBody>
          <a:bodyPr spcFirstLastPara="1" wrap="square" lIns="121875" tIns="121875" rIns="121875" bIns="12187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503" y="600200"/>
            <a:ext cx="8488200" cy="54543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4475" y="-167"/>
            <a:ext cx="60945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3911" y="1644233"/>
            <a:ext cx="5392200" cy="1976400"/>
          </a:xfrm>
          <a:prstGeom prst="rect">
            <a:avLst/>
          </a:prstGeom>
        </p:spPr>
        <p:txBody>
          <a:bodyPr spcFirstLastPara="1" wrap="square" lIns="121875" tIns="121875" rIns="121875" bIns="12187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3911" y="3737433"/>
            <a:ext cx="5392200" cy="1646700"/>
          </a:xfrm>
          <a:prstGeom prst="rect">
            <a:avLst/>
          </a:prstGeom>
        </p:spPr>
        <p:txBody>
          <a:bodyPr spcFirstLastPara="1" wrap="square" lIns="121875" tIns="121875" rIns="121875" bIns="1218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4352" y="965433"/>
            <a:ext cx="5114700" cy="49269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496" y="5640767"/>
            <a:ext cx="7996500" cy="8067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496" y="1474833"/>
            <a:ext cx="11358000" cy="2618100"/>
          </a:xfrm>
          <a:prstGeom prst="rect">
            <a:avLst/>
          </a:prstGeom>
        </p:spPr>
        <p:txBody>
          <a:bodyPr spcFirstLastPara="1" wrap="square" lIns="121875" tIns="121875" rIns="121875" bIns="12187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496" y="4202967"/>
            <a:ext cx="11358000" cy="1734300"/>
          </a:xfrm>
          <a:prstGeom prst="rect">
            <a:avLst/>
          </a:prstGeom>
        </p:spPr>
        <p:txBody>
          <a:bodyPr spcFirstLastPara="1" wrap="square" lIns="121875" tIns="121875" rIns="121875" bIns="121875" anchor="t" anchorCtr="0">
            <a:no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C" userDrawn="1">
  <p:cSld name="1_Cover C">
    <p:bg>
      <p:bgPr>
        <a:solidFill>
          <a:srgbClr val="030A14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title"/>
          </p:nvPr>
        </p:nvSpPr>
        <p:spPr>
          <a:xfrm>
            <a:off x="455622" y="2364060"/>
            <a:ext cx="8915583" cy="378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Roboto"/>
              <a:buNone/>
              <a:defRPr sz="9600" b="0" i="0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8" name="Google Shape;58;p14"/>
          <p:cNvSpPr txBox="1"/>
          <p:nvPr/>
        </p:nvSpPr>
        <p:spPr>
          <a:xfrm>
            <a:off x="2171700" y="6212114"/>
            <a:ext cx="9561697" cy="41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/>
            <a:r>
              <a:rPr lang="en-US" sz="1200" b="0" i="0" u="none" strike="noStrike" cap="none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This work was originally created by </a:t>
            </a:r>
            <a:r>
              <a:rPr lang="en-US" sz="1200" b="1" i="0" u="none" strike="noStrike" cap="none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Motional</a:t>
            </a:r>
            <a:r>
              <a:rPr lang="en-US" sz="1200" b="0" i="0" u="none" strike="noStrike" cap="none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 and is licensed under the </a:t>
            </a:r>
            <a:r>
              <a:rPr lang="en-US" sz="1200" b="1" i="0" u="none" strike="noStrike" cap="none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Creative Commons Attribution-Share Alike (CC BY-SA-4.0)</a:t>
            </a:r>
            <a:r>
              <a:rPr lang="en-US" sz="1200" b="0" i="0" u="none" strike="noStrike" cap="none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 License.</a:t>
            </a:r>
          </a:p>
          <a:p>
            <a:pPr algn="r"/>
            <a:r>
              <a:rPr lang="en-US" sz="1200" b="1" i="0" u="sng" strike="noStrike" cap="none" dirty="0">
                <a:solidFill>
                  <a:schemeClr val="bg1"/>
                </a:solidFill>
                <a:effectLst/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  <a:sym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https://creativecommons.org/licenses/by/4.0/legalcode</a:t>
            </a:r>
            <a:endParaRPr lang="en-US" sz="1200" b="0" i="0" u="none" strike="noStrike" cap="none" dirty="0">
              <a:solidFill>
                <a:schemeClr val="bg1"/>
              </a:solidFill>
              <a:effectLst/>
              <a:latin typeface="Courier New" panose="02070309020205020404" pitchFamily="49" charset="0"/>
              <a:ea typeface="Roboto" panose="02000000000000000000" pitchFamily="2" charset="0"/>
              <a:cs typeface="Courier New" panose="02070309020205020404" pitchFamily="49" charset="0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 1Col Title | Text">
  <p:cSld name="1_WHITE 1Col Title | Text"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98"/>
          <p:cNvSpPr txBox="1">
            <a:spLocks noGrp="1"/>
          </p:cNvSpPr>
          <p:nvPr>
            <p:ph type="title"/>
          </p:nvPr>
        </p:nvSpPr>
        <p:spPr>
          <a:xfrm>
            <a:off x="455617" y="460683"/>
            <a:ext cx="8915400" cy="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 Medium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2" name="Google Shape;542;p98"/>
          <p:cNvSpPr txBox="1">
            <a:spLocks noGrp="1"/>
          </p:cNvSpPr>
          <p:nvPr>
            <p:ph type="body" idx="1"/>
          </p:nvPr>
        </p:nvSpPr>
        <p:spPr>
          <a:xfrm>
            <a:off x="455613" y="2686375"/>
            <a:ext cx="8915400" cy="3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None/>
              <a:defRPr b="0" i="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302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−"/>
              <a:defRPr b="0" i="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0" i="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•"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•"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•"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•"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43" name="Google Shape;543;p98"/>
          <p:cNvSpPr txBox="1">
            <a:spLocks noGrp="1"/>
          </p:cNvSpPr>
          <p:nvPr>
            <p:ph type="sldNum" idx="12"/>
          </p:nvPr>
        </p:nvSpPr>
        <p:spPr>
          <a:xfrm>
            <a:off x="11438850" y="6400800"/>
            <a:ext cx="2946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 sz="1000">
                <a:solidFill>
                  <a:srgbClr val="000000"/>
                </a:solidFill>
              </a:defRPr>
            </a:lvl1pPr>
            <a:lvl2pPr lvl="1" rtl="0">
              <a:buNone/>
              <a:defRPr sz="1000">
                <a:solidFill>
                  <a:srgbClr val="000000"/>
                </a:solidFill>
              </a:defRPr>
            </a:lvl2pPr>
            <a:lvl3pPr lvl="2" rtl="0">
              <a:buNone/>
              <a:defRPr sz="1000">
                <a:solidFill>
                  <a:srgbClr val="000000"/>
                </a:solidFill>
              </a:defRPr>
            </a:lvl3pPr>
            <a:lvl4pPr lvl="3" rtl="0">
              <a:buNone/>
              <a:defRPr sz="1000">
                <a:solidFill>
                  <a:srgbClr val="000000"/>
                </a:solidFill>
              </a:defRPr>
            </a:lvl4pPr>
            <a:lvl5pPr lvl="4" rtl="0">
              <a:buNone/>
              <a:defRPr sz="1000">
                <a:solidFill>
                  <a:srgbClr val="000000"/>
                </a:solidFill>
              </a:defRPr>
            </a:lvl5pPr>
            <a:lvl6pPr lvl="5" rtl="0">
              <a:buNone/>
              <a:defRPr sz="1000">
                <a:solidFill>
                  <a:srgbClr val="000000"/>
                </a:solidFill>
              </a:defRPr>
            </a:lvl6pPr>
            <a:lvl7pPr lvl="6" rtl="0">
              <a:buNone/>
              <a:defRPr sz="1000">
                <a:solidFill>
                  <a:srgbClr val="000000"/>
                </a:solidFill>
              </a:defRPr>
            </a:lvl7pPr>
            <a:lvl8pPr lvl="7" rtl="0">
              <a:buNone/>
              <a:defRPr sz="1000">
                <a:solidFill>
                  <a:srgbClr val="000000"/>
                </a:solidFill>
              </a:defRPr>
            </a:lvl8pPr>
            <a:lvl9pPr lvl="8" rtl="0">
              <a:buNone/>
              <a:defRPr sz="1000">
                <a:solidFill>
                  <a:srgbClr val="0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5" name="Google Shape;545;p98"/>
          <p:cNvSpPr txBox="1"/>
          <p:nvPr/>
        </p:nvSpPr>
        <p:spPr>
          <a:xfrm>
            <a:off x="8194350" y="6400800"/>
            <a:ext cx="3244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514175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872">
          <p15:clr>
            <a:srgbClr val="FA7B17"/>
          </p15:clr>
        </p15:guide>
        <p15:guide id="2" pos="5615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 1Col Title | Text">
  <p:cSld name="WHITE 1Col Title | Text"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98"/>
          <p:cNvSpPr txBox="1">
            <a:spLocks noGrp="1"/>
          </p:cNvSpPr>
          <p:nvPr>
            <p:ph type="title"/>
          </p:nvPr>
        </p:nvSpPr>
        <p:spPr>
          <a:xfrm>
            <a:off x="455617" y="460683"/>
            <a:ext cx="8915400" cy="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 Medium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2" name="Google Shape;542;p98"/>
          <p:cNvSpPr txBox="1">
            <a:spLocks noGrp="1"/>
          </p:cNvSpPr>
          <p:nvPr>
            <p:ph type="body" idx="1"/>
          </p:nvPr>
        </p:nvSpPr>
        <p:spPr>
          <a:xfrm>
            <a:off x="455613" y="2686375"/>
            <a:ext cx="8915400" cy="3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None/>
              <a:defRPr b="0" i="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302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−"/>
              <a:defRPr b="0" i="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0" i="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•"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•"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•"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•"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43" name="Google Shape;543;p98"/>
          <p:cNvSpPr txBox="1">
            <a:spLocks noGrp="1"/>
          </p:cNvSpPr>
          <p:nvPr>
            <p:ph type="sldNum" idx="12"/>
          </p:nvPr>
        </p:nvSpPr>
        <p:spPr>
          <a:xfrm>
            <a:off x="11438850" y="6400800"/>
            <a:ext cx="2946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 sz="1000">
                <a:solidFill>
                  <a:srgbClr val="000000"/>
                </a:solidFill>
              </a:defRPr>
            </a:lvl1pPr>
            <a:lvl2pPr lvl="1" rtl="0">
              <a:buNone/>
              <a:defRPr sz="1000">
                <a:solidFill>
                  <a:srgbClr val="000000"/>
                </a:solidFill>
              </a:defRPr>
            </a:lvl2pPr>
            <a:lvl3pPr lvl="2" rtl="0">
              <a:buNone/>
              <a:defRPr sz="1000">
                <a:solidFill>
                  <a:srgbClr val="000000"/>
                </a:solidFill>
              </a:defRPr>
            </a:lvl3pPr>
            <a:lvl4pPr lvl="3" rtl="0">
              <a:buNone/>
              <a:defRPr sz="1000">
                <a:solidFill>
                  <a:srgbClr val="000000"/>
                </a:solidFill>
              </a:defRPr>
            </a:lvl4pPr>
            <a:lvl5pPr lvl="4" rtl="0">
              <a:buNone/>
              <a:defRPr sz="1000">
                <a:solidFill>
                  <a:srgbClr val="000000"/>
                </a:solidFill>
              </a:defRPr>
            </a:lvl5pPr>
            <a:lvl6pPr lvl="5" rtl="0">
              <a:buNone/>
              <a:defRPr sz="1000">
                <a:solidFill>
                  <a:srgbClr val="000000"/>
                </a:solidFill>
              </a:defRPr>
            </a:lvl6pPr>
            <a:lvl7pPr lvl="6" rtl="0">
              <a:buNone/>
              <a:defRPr sz="1000">
                <a:solidFill>
                  <a:srgbClr val="000000"/>
                </a:solidFill>
              </a:defRPr>
            </a:lvl7pPr>
            <a:lvl8pPr lvl="7" rtl="0">
              <a:buNone/>
              <a:defRPr sz="1000">
                <a:solidFill>
                  <a:srgbClr val="000000"/>
                </a:solidFill>
              </a:defRPr>
            </a:lvl8pPr>
            <a:lvl9pPr lvl="8" rtl="0">
              <a:buNone/>
              <a:defRPr sz="1000">
                <a:solidFill>
                  <a:srgbClr val="0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5" name="Google Shape;545;p98"/>
          <p:cNvSpPr txBox="1"/>
          <p:nvPr/>
        </p:nvSpPr>
        <p:spPr>
          <a:xfrm>
            <a:off x="8194350" y="6400800"/>
            <a:ext cx="3244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872">
          <p15:clr>
            <a:srgbClr val="FA7B17"/>
          </p15:clr>
        </p15:guide>
        <p15:guide id="2" pos="5615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145"/>
          <p:cNvSpPr txBox="1">
            <a:spLocks noGrp="1"/>
          </p:cNvSpPr>
          <p:nvPr>
            <p:ph type="body" idx="1"/>
          </p:nvPr>
        </p:nvSpPr>
        <p:spPr>
          <a:xfrm>
            <a:off x="415496" y="5640767"/>
            <a:ext cx="7996500" cy="806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</a:lstStyle>
          <a:p>
            <a:endParaRPr/>
          </a:p>
        </p:txBody>
      </p:sp>
      <p:sp>
        <p:nvSpPr>
          <p:cNvPr id="868" name="Google Shape;868;p145"/>
          <p:cNvSpPr txBox="1">
            <a:spLocks noGrp="1"/>
          </p:cNvSpPr>
          <p:nvPr>
            <p:ph type="sldNum" idx="12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496" y="593367"/>
            <a:ext cx="113580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496" y="1536633"/>
            <a:ext cx="11358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lvl="1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lvl="2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lvl="3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lvl="4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lvl="5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lvl="6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lvl="7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lvl="8" indent="-34925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5617" y="460683"/>
            <a:ext cx="8915492" cy="524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 Medium"/>
              <a:buNone/>
              <a:defRPr sz="3200" b="0" i="0" u="none" strike="noStrike" cap="non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5" y="1810776"/>
            <a:ext cx="8915492" cy="4132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None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302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 Sans"/>
              <a:buChar char="−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erriweather Sans"/>
              <a:buChar char="−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97891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•"/>
              <a:defRPr sz="2666" b="0" i="0" u="none" strike="noStrik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marL="3200400" marR="0" lvl="6" indent="-397891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•"/>
              <a:defRPr sz="2666" b="0" i="0" u="none" strike="noStrik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marL="3657600" marR="0" lvl="7" indent="-397890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•"/>
              <a:defRPr sz="2666" b="0" i="0" u="none" strike="noStrik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marL="4114800" marR="0" lvl="8" indent="-397890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•"/>
              <a:defRPr sz="2666" b="0" i="0" u="none" strike="noStrik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793" r:id="rId2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  <p15:guide id="3" pos="287">
          <p15:clr>
            <a:srgbClr val="F26B43"/>
          </p15:clr>
        </p15:guide>
        <p15:guide id="4" orient="horz" pos="288">
          <p15:clr>
            <a:srgbClr val="F26B43"/>
          </p15:clr>
        </p15:guide>
        <p15:guide id="5" orient="horz" pos="4032">
          <p15:clr>
            <a:srgbClr val="F26B43"/>
          </p15:clr>
        </p15:guide>
        <p15:guide id="6" pos="7391">
          <p15:clr>
            <a:srgbClr val="F26B43"/>
          </p15:clr>
        </p15:guide>
        <p15:guide id="7" orient="horz" pos="3888">
          <p15:clr>
            <a:srgbClr val="F26B43"/>
          </p15:clr>
        </p15:guide>
        <p15:guide id="8" orient="horz" pos="4176">
          <p15:clr>
            <a:srgbClr val="F26B43"/>
          </p15:clr>
        </p15:guide>
        <p15:guide id="9" orient="horz" pos="374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88"/>
          <p:cNvSpPr txBox="1">
            <a:spLocks noGrp="1"/>
          </p:cNvSpPr>
          <p:nvPr>
            <p:ph type="title"/>
          </p:nvPr>
        </p:nvSpPr>
        <p:spPr>
          <a:xfrm>
            <a:off x="455617" y="460683"/>
            <a:ext cx="8915400" cy="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 Medium"/>
              <a:buNone/>
              <a:defRPr sz="3200" b="0" i="0" u="none" strike="noStrike" cap="non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84" name="Google Shape;484;p88"/>
          <p:cNvSpPr txBox="1">
            <a:spLocks noGrp="1"/>
          </p:cNvSpPr>
          <p:nvPr>
            <p:ph type="body" idx="1"/>
          </p:nvPr>
        </p:nvSpPr>
        <p:spPr>
          <a:xfrm>
            <a:off x="457205" y="1810776"/>
            <a:ext cx="8915400" cy="41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None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302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 Sans"/>
              <a:buChar char="−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erriweather Sans"/>
              <a:buChar char="−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97891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•"/>
              <a:defRPr sz="2666" b="0" i="0" u="none" strike="noStrik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marL="3200400" marR="0" lvl="6" indent="-397891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•"/>
              <a:defRPr sz="2666" b="0" i="0" u="none" strike="noStrik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marL="3657600" marR="0" lvl="7" indent="-397890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•"/>
              <a:defRPr sz="2666" b="0" i="0" u="none" strike="noStrik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marL="4114800" marR="0" lvl="8" indent="-397890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•"/>
              <a:defRPr sz="2666" b="0" i="0" u="none" strike="noStrik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485" name="Google Shape;485;p88"/>
          <p:cNvSpPr txBox="1">
            <a:spLocks noGrp="1"/>
          </p:cNvSpPr>
          <p:nvPr>
            <p:ph type="sldNum" idx="12"/>
          </p:nvPr>
        </p:nvSpPr>
        <p:spPr>
          <a:xfrm>
            <a:off x="11406191" y="6333134"/>
            <a:ext cx="7314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42" r:id="rId1"/>
    <p:sldLayoutId id="2147483789" r:id="rId2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  <p15:guide id="3" pos="287">
          <p15:clr>
            <a:srgbClr val="F26B43"/>
          </p15:clr>
        </p15:guide>
        <p15:guide id="4" orient="horz" pos="288">
          <p15:clr>
            <a:srgbClr val="F26B43"/>
          </p15:clr>
        </p15:guide>
        <p15:guide id="5" orient="horz" pos="4032">
          <p15:clr>
            <a:srgbClr val="F26B43"/>
          </p15:clr>
        </p15:guide>
        <p15:guide id="6" pos="7391">
          <p15:clr>
            <a:srgbClr val="F26B43"/>
          </p15:clr>
        </p15:guide>
        <p15:guide id="7" orient="horz" pos="3888">
          <p15:clr>
            <a:srgbClr val="F26B43"/>
          </p15:clr>
        </p15:guide>
        <p15:guide id="8" orient="horz" pos="4176">
          <p15:clr>
            <a:srgbClr val="F26B43"/>
          </p15:clr>
        </p15:guide>
        <p15:guide id="9" orient="horz" pos="374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tiff"/><Relationship Id="rId5" Type="http://schemas.openxmlformats.org/officeDocument/2006/relationships/image" Target="../media/image3.tiff"/><Relationship Id="rId4" Type="http://schemas.openxmlformats.org/officeDocument/2006/relationships/image" Target="../media/image2.tif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5.png"/><Relationship Id="rId21" Type="http://schemas.openxmlformats.org/officeDocument/2006/relationships/image" Target="../media/image19.png"/><Relationship Id="rId7" Type="http://schemas.openxmlformats.org/officeDocument/2006/relationships/hyperlink" Target="https://github.com/nutonomy/AVCDL" TargetMode="External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tiff"/><Relationship Id="rId11" Type="http://schemas.openxmlformats.org/officeDocument/2006/relationships/image" Target="../media/image9.png"/><Relationship Id="rId5" Type="http://schemas.openxmlformats.org/officeDocument/2006/relationships/image" Target="../media/image3.tiff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6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utonomy/AVCDL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Relationship Id="rId5" Type="http://schemas.openxmlformats.org/officeDocument/2006/relationships/hyperlink" Target="https://github.com/nutonomy/AVCDL/blob/main/distribution/reference_documents/templates/AVCDL%20vendor%20CMM%20template.xlsx" TargetMode="External"/><Relationship Id="rId4" Type="http://schemas.openxmlformats.org/officeDocument/2006/relationships/hyperlink" Target="https://github.com/nutonomy/AVCDL/blob/main/distribution/reference_documents/elaboration_documents/Incremental%20AVCDL%20Adoption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146"/>
          <p:cNvSpPr txBox="1">
            <a:spLocks noGrp="1"/>
          </p:cNvSpPr>
          <p:nvPr>
            <p:ph type="title"/>
          </p:nvPr>
        </p:nvSpPr>
        <p:spPr>
          <a:xfrm>
            <a:off x="668908" y="1815382"/>
            <a:ext cx="10851007" cy="3227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100000"/>
              </a:lnSpc>
            </a:pPr>
            <a:r>
              <a:rPr lang="en" sz="5400" dirty="0"/>
              <a:t>Incremental AVCDL Adoption</a:t>
            </a:r>
            <a:endParaRPr sz="66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B5F0EE-3344-3E43-B412-5327D36C6F8A}"/>
              </a:ext>
            </a:extLst>
          </p:cNvPr>
          <p:cNvSpPr/>
          <p:nvPr/>
        </p:nvSpPr>
        <p:spPr>
          <a:xfrm>
            <a:off x="10741246" y="5270393"/>
            <a:ext cx="9637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1200" dirty="0">
                <a:solidFill>
                  <a:schemeClr val="accent3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version 7</a:t>
            </a:r>
          </a:p>
          <a:p>
            <a:pPr algn="r"/>
            <a:r>
              <a:rPr lang="en-US" sz="1200" dirty="0">
                <a:solidFill>
                  <a:schemeClr val="accent3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2026-01-13</a:t>
            </a:r>
            <a:endParaRPr lang="en-US" dirty="0">
              <a:solidFill>
                <a:schemeClr val="accent3">
                  <a:lumMod val="20000"/>
                  <a:lumOff val="8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CD8A9C-5CEA-AD48-B075-78C4F71699EB}"/>
              </a:ext>
            </a:extLst>
          </p:cNvPr>
          <p:cNvSpPr/>
          <p:nvPr/>
        </p:nvSpPr>
        <p:spPr>
          <a:xfrm>
            <a:off x="668907" y="5208838"/>
            <a:ext cx="637414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Charles Wilson</a:t>
            </a:r>
          </a:p>
          <a:p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Staff Product Cybersecurity Architect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E4CD0938-B270-414C-A452-5CAA957FB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647" y="2320156"/>
            <a:ext cx="1978346" cy="2552774"/>
          </a:xfrm>
          <a:prstGeom prst="rect">
            <a:avLst/>
          </a:prstGeom>
          <a:ln w="12700">
            <a:solidFill>
              <a:schemeClr val="accent5"/>
            </a:solidFill>
          </a:ln>
        </p:spPr>
      </p:pic>
      <p:sp>
        <p:nvSpPr>
          <p:cNvPr id="1199" name="Google Shape;1199;p156"/>
          <p:cNvSpPr txBox="1">
            <a:spLocks noGrp="1"/>
          </p:cNvSpPr>
          <p:nvPr>
            <p:ph type="title"/>
          </p:nvPr>
        </p:nvSpPr>
        <p:spPr>
          <a:xfrm>
            <a:off x="455616" y="460683"/>
            <a:ext cx="11277827" cy="524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AVCDL Core Document Set</a:t>
            </a:r>
            <a:endParaRPr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0B1C1E4-E645-1144-8919-E3BC839968BA}"/>
              </a:ext>
            </a:extLst>
          </p:cNvPr>
          <p:cNvGrpSpPr/>
          <p:nvPr/>
        </p:nvGrpSpPr>
        <p:grpSpPr>
          <a:xfrm>
            <a:off x="573746" y="1447238"/>
            <a:ext cx="11025719" cy="3899446"/>
            <a:chOff x="585602" y="1031410"/>
            <a:chExt cx="11025719" cy="3899446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0C4B782-9410-C948-9619-2BA92E6A4836}"/>
                </a:ext>
              </a:extLst>
            </p:cNvPr>
            <p:cNvGrpSpPr/>
            <p:nvPr/>
          </p:nvGrpSpPr>
          <p:grpSpPr>
            <a:xfrm>
              <a:off x="3154165" y="1882856"/>
              <a:ext cx="2470127" cy="3048000"/>
              <a:chOff x="4378510" y="1566333"/>
              <a:chExt cx="2470127" cy="3048000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F68B38F9-AA76-4C45-BBFB-FA39D0124F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35710" y="2023533"/>
                <a:ext cx="2012927" cy="2590800"/>
              </a:xfrm>
              <a:prstGeom prst="rect">
                <a:avLst/>
              </a:prstGeom>
              <a:ln w="12700">
                <a:solidFill>
                  <a:schemeClr val="accent5"/>
                </a:solidFill>
              </a:ln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27BBC386-58EE-904B-B75E-AC781FD8CE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83310" y="1871133"/>
                <a:ext cx="2012927" cy="2590800"/>
              </a:xfrm>
              <a:prstGeom prst="rect">
                <a:avLst/>
              </a:prstGeom>
              <a:ln w="12700">
                <a:solidFill>
                  <a:schemeClr val="accent5"/>
                </a:solidFill>
              </a:ln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77366C48-48C1-5B41-92F2-1742895FC8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30910" y="1718733"/>
                <a:ext cx="2012927" cy="2590800"/>
              </a:xfrm>
              <a:prstGeom prst="rect">
                <a:avLst/>
              </a:prstGeom>
              <a:ln w="12700">
                <a:solidFill>
                  <a:schemeClr val="accent5"/>
                </a:solidFill>
              </a:ln>
            </p:spPr>
          </p:pic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D0522848-D489-0C4D-9798-5110F3E06B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78510" y="1566333"/>
                <a:ext cx="2012927" cy="2590800"/>
              </a:xfrm>
              <a:prstGeom prst="rect">
                <a:avLst/>
              </a:prstGeom>
              <a:ln w="12700">
                <a:solidFill>
                  <a:schemeClr val="accent5"/>
                </a:solidFill>
              </a:ln>
            </p:spPr>
          </p:pic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A9187EC-650D-9342-B425-95286FBB8877}"/>
                </a:ext>
              </a:extLst>
            </p:cNvPr>
            <p:cNvSpPr txBox="1"/>
            <p:nvPr/>
          </p:nvSpPr>
          <p:spPr>
            <a:xfrm>
              <a:off x="585602" y="1033933"/>
              <a:ext cx="2044149" cy="64633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1800" dirty="0"/>
                <a:t>Process Overview</a:t>
              </a:r>
            </a:p>
            <a:p>
              <a:pPr algn="ctr"/>
              <a:r>
                <a:rPr lang="en-US" sz="1800" dirty="0"/>
                <a:t>(primary)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28622E9-E0A8-A64B-B6B6-2135EA3D8232}"/>
                </a:ext>
              </a:extLst>
            </p:cNvPr>
            <p:cNvSpPr txBox="1"/>
            <p:nvPr/>
          </p:nvSpPr>
          <p:spPr>
            <a:xfrm>
              <a:off x="3611365" y="1033932"/>
              <a:ext cx="1672253" cy="64633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1800" dirty="0"/>
                <a:t>Process Detail</a:t>
              </a:r>
            </a:p>
            <a:p>
              <a:pPr algn="ctr"/>
              <a:r>
                <a:rPr lang="en-US" sz="1800" dirty="0"/>
                <a:t>(secondary)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C7B1CB5-83B2-754D-A6F1-B2225F36B210}"/>
                </a:ext>
              </a:extLst>
            </p:cNvPr>
            <p:cNvSpPr txBox="1"/>
            <p:nvPr/>
          </p:nvSpPr>
          <p:spPr>
            <a:xfrm>
              <a:off x="6778061" y="1031410"/>
              <a:ext cx="1249060" cy="64633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1800" dirty="0"/>
                <a:t>Procedure</a:t>
              </a:r>
            </a:p>
            <a:p>
              <a:pPr algn="ctr"/>
              <a:r>
                <a:rPr lang="en-US" sz="1800" dirty="0"/>
                <a:t>(tertiary)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0DF2EE8-0518-AB44-9298-06736637C392}"/>
                </a:ext>
              </a:extLst>
            </p:cNvPr>
            <p:cNvSpPr txBox="1"/>
            <p:nvPr/>
          </p:nvSpPr>
          <p:spPr>
            <a:xfrm>
              <a:off x="9309040" y="1169909"/>
              <a:ext cx="218521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1800" dirty="0"/>
                <a:t>Supporting Material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4644DD1-CFEC-7841-AE0B-F7129EA416FD}"/>
                </a:ext>
              </a:extLst>
            </p:cNvPr>
            <p:cNvGrpSpPr/>
            <p:nvPr/>
          </p:nvGrpSpPr>
          <p:grpSpPr>
            <a:xfrm>
              <a:off x="6167528" y="1878297"/>
              <a:ext cx="2470127" cy="3048000"/>
              <a:chOff x="4378510" y="1566333"/>
              <a:chExt cx="2470127" cy="3048000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1BFE888B-10B6-FC41-9C63-9262D9D6AD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35710" y="2023533"/>
                <a:ext cx="2012927" cy="2590800"/>
              </a:xfrm>
              <a:prstGeom prst="rect">
                <a:avLst/>
              </a:prstGeom>
              <a:ln w="12700">
                <a:solidFill>
                  <a:schemeClr val="accent5"/>
                </a:solidFill>
              </a:ln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FC6B7C0F-F0E0-CA41-8BD2-8B9BEDF6CC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83310" y="1871133"/>
                <a:ext cx="2012927" cy="2590800"/>
              </a:xfrm>
              <a:prstGeom prst="rect">
                <a:avLst/>
              </a:prstGeom>
              <a:ln w="12700">
                <a:solidFill>
                  <a:schemeClr val="accent5"/>
                </a:solidFill>
              </a:ln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773F166C-75B8-3A49-97B2-9EB17A37F0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30910" y="1718733"/>
                <a:ext cx="2012927" cy="2590800"/>
              </a:xfrm>
              <a:prstGeom prst="rect">
                <a:avLst/>
              </a:prstGeom>
              <a:ln w="12700">
                <a:solidFill>
                  <a:schemeClr val="accent5"/>
                </a:solidFill>
              </a:ln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EAD7DF59-71AD-8D40-B3F0-B89F71474E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78510" y="1566333"/>
                <a:ext cx="2012927" cy="2590800"/>
              </a:xfrm>
              <a:prstGeom prst="rect">
                <a:avLst/>
              </a:prstGeom>
              <a:ln w="12700">
                <a:solidFill>
                  <a:schemeClr val="accent5"/>
                </a:solidFill>
              </a:ln>
            </p:spPr>
          </p:pic>
        </p:grp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6754D6AC-0FA3-4941-A90D-E1BBEBA0771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84666" y="1878297"/>
              <a:ext cx="2416745" cy="1166753"/>
            </a:xfrm>
            <a:prstGeom prst="rect">
              <a:avLst/>
            </a:prstGeom>
            <a:ln w="12700">
              <a:solidFill>
                <a:schemeClr val="accent5"/>
              </a:solidFill>
            </a:ln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4AFE5A0A-1A82-D148-88EB-99C7A2B1E53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191974" y="3180715"/>
              <a:ext cx="2419347" cy="1013215"/>
            </a:xfrm>
            <a:prstGeom prst="rect">
              <a:avLst/>
            </a:prstGeom>
            <a:ln w="12700">
              <a:solidFill>
                <a:schemeClr val="accent5"/>
              </a:solidFill>
            </a:ln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CE957046-B531-054C-9167-D028F30A3441}"/>
              </a:ext>
            </a:extLst>
          </p:cNvPr>
          <p:cNvSpPr txBox="1"/>
          <p:nvPr/>
        </p:nvSpPr>
        <p:spPr>
          <a:xfrm>
            <a:off x="589358" y="5558752"/>
            <a:ext cx="5023078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What / Who / When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E9B823-FF96-B442-B72A-29DB27E9FF95}"/>
              </a:ext>
            </a:extLst>
          </p:cNvPr>
          <p:cNvSpPr txBox="1"/>
          <p:nvPr/>
        </p:nvSpPr>
        <p:spPr>
          <a:xfrm>
            <a:off x="6155672" y="5558751"/>
            <a:ext cx="2470127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How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8EE2EBA-1CA0-B349-9D31-4BBE2F84718F}"/>
              </a:ext>
            </a:extLst>
          </p:cNvPr>
          <p:cNvCxnSpPr>
            <a:cxnSpLocks/>
          </p:cNvCxnSpPr>
          <p:nvPr/>
        </p:nvCxnSpPr>
        <p:spPr>
          <a:xfrm>
            <a:off x="8862646" y="1511316"/>
            <a:ext cx="0" cy="4401377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093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1ADD955-FB51-884A-BB70-F684A74906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552031" y="4453392"/>
            <a:ext cx="3173604" cy="1916225"/>
          </a:xfrm>
          <a:prstGeom prst="rect">
            <a:avLst/>
          </a:prstGeom>
          <a:ln>
            <a:solidFill>
              <a:schemeClr val="accent5"/>
            </a:solidFill>
          </a:ln>
        </p:spPr>
      </p:pic>
      <p:pic>
        <p:nvPicPr>
          <p:cNvPr id="9" name="Picture 8" descr="Table&#10;&#10;Description automatically generated">
            <a:extLst>
              <a:ext uri="{FF2B5EF4-FFF2-40B4-BE49-F238E27FC236}">
                <a16:creationId xmlns:a16="http://schemas.microsoft.com/office/drawing/2014/main" id="{238DDA6C-5C14-B045-99A9-B1386C7989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7135" y="5170076"/>
            <a:ext cx="3033583" cy="1459324"/>
          </a:xfrm>
          <a:prstGeom prst="rect">
            <a:avLst/>
          </a:prstGeom>
          <a:ln>
            <a:solidFill>
              <a:schemeClr val="accent5"/>
            </a:solidFill>
          </a:ln>
        </p:spPr>
      </p:pic>
      <p:sp>
        <p:nvSpPr>
          <p:cNvPr id="1199" name="Google Shape;1199;p156"/>
          <p:cNvSpPr txBox="1">
            <a:spLocks noGrp="1"/>
          </p:cNvSpPr>
          <p:nvPr>
            <p:ph type="title"/>
          </p:nvPr>
        </p:nvSpPr>
        <p:spPr>
          <a:xfrm>
            <a:off x="455617" y="460683"/>
            <a:ext cx="11277833" cy="524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AVCDL Materials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AFE0C9-196E-C14A-AD18-A14C5CEADB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617" y="4875352"/>
            <a:ext cx="2349109" cy="1134100"/>
          </a:xfrm>
          <a:prstGeom prst="rect">
            <a:avLst/>
          </a:prstGeom>
          <a:ln>
            <a:solidFill>
              <a:schemeClr val="accent5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1DDE02D-3148-FF42-AEF9-F9FEC7F912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668" y="5320323"/>
            <a:ext cx="2351638" cy="98485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E38643-DBB1-F54F-8BA9-677E6223EA60}"/>
              </a:ext>
            </a:extLst>
          </p:cNvPr>
          <p:cNvSpPr/>
          <p:nvPr/>
        </p:nvSpPr>
        <p:spPr>
          <a:xfrm>
            <a:off x="296675" y="6386936"/>
            <a:ext cx="383630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  <a:hlinkClick r:id="rId7"/>
              </a:rPr>
              <a:t>https://github.com/nutonomy/AVCDL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pic>
        <p:nvPicPr>
          <p:cNvPr id="26" name="Picture 25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6EDE5C5D-DECB-1643-9B25-AAA67CF969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617" y="1084917"/>
            <a:ext cx="1978346" cy="2552774"/>
          </a:xfrm>
          <a:prstGeom prst="rect">
            <a:avLst/>
          </a:prstGeom>
          <a:ln w="12700">
            <a:solidFill>
              <a:schemeClr val="accent5"/>
            </a:solidFill>
          </a:ln>
        </p:spPr>
      </p:pic>
      <p:pic>
        <p:nvPicPr>
          <p:cNvPr id="21" name="Picture 20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BC48AFA2-0F70-D944-A9B7-0B63BAC2A69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80828" y="1084917"/>
            <a:ext cx="1959992" cy="2525861"/>
          </a:xfrm>
          <a:prstGeom prst="rect">
            <a:avLst/>
          </a:prstGeom>
          <a:ln w="12700">
            <a:solidFill>
              <a:schemeClr val="accent5"/>
            </a:solidFill>
          </a:ln>
        </p:spPr>
      </p:pic>
      <p:pic>
        <p:nvPicPr>
          <p:cNvPr id="23" name="Picture 22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CD41ECF1-4F53-694C-96BC-D32B980591C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41324" y="1441980"/>
            <a:ext cx="1959992" cy="2534035"/>
          </a:xfrm>
          <a:prstGeom prst="rect">
            <a:avLst/>
          </a:prstGeom>
          <a:ln w="12700">
            <a:solidFill>
              <a:schemeClr val="accent5"/>
            </a:solidFill>
          </a:ln>
        </p:spPr>
      </p:pic>
      <p:pic>
        <p:nvPicPr>
          <p:cNvPr id="25" name="Picture 2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6BBCD189-4D2B-8849-AB1E-1B9CBCD1DD0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11294" y="1804764"/>
            <a:ext cx="1977741" cy="2552851"/>
          </a:xfrm>
          <a:prstGeom prst="rect">
            <a:avLst/>
          </a:prstGeom>
          <a:ln w="12700">
            <a:solidFill>
              <a:schemeClr val="accent5"/>
            </a:solidFill>
          </a:ln>
        </p:spPr>
      </p:pic>
      <p:pic>
        <p:nvPicPr>
          <p:cNvPr id="27" name="Picture 26" descr="Text, letter&#10;&#10;Description automatically generated">
            <a:extLst>
              <a:ext uri="{FF2B5EF4-FFF2-40B4-BE49-F238E27FC236}">
                <a16:creationId xmlns:a16="http://schemas.microsoft.com/office/drawing/2014/main" id="{D4484DC9-2778-3342-81C1-8B0997C313D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81264" y="2258228"/>
            <a:ext cx="1977741" cy="2543266"/>
          </a:xfrm>
          <a:prstGeom prst="rect">
            <a:avLst/>
          </a:prstGeom>
          <a:ln w="12700">
            <a:solidFill>
              <a:schemeClr val="accent5"/>
            </a:solidFill>
          </a:ln>
        </p:spPr>
      </p:pic>
      <p:pic>
        <p:nvPicPr>
          <p:cNvPr id="29" name="Picture 28" descr="Text, application&#10;&#10;Description automatically generated">
            <a:extLst>
              <a:ext uri="{FF2B5EF4-FFF2-40B4-BE49-F238E27FC236}">
                <a16:creationId xmlns:a16="http://schemas.microsoft.com/office/drawing/2014/main" id="{8F0D631E-7B28-8247-ADAF-A75FA2A0888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68438" y="2710068"/>
            <a:ext cx="1982704" cy="2552852"/>
          </a:xfrm>
          <a:prstGeom prst="rect">
            <a:avLst/>
          </a:prstGeom>
          <a:ln w="12700">
            <a:solidFill>
              <a:schemeClr val="accent5"/>
            </a:solidFill>
          </a:ln>
        </p:spPr>
      </p:pic>
      <p:pic>
        <p:nvPicPr>
          <p:cNvPr id="31" name="Picture 30" descr="Text, letter&#10;&#10;Description automatically generated">
            <a:extLst>
              <a:ext uri="{FF2B5EF4-FFF2-40B4-BE49-F238E27FC236}">
                <a16:creationId xmlns:a16="http://schemas.microsoft.com/office/drawing/2014/main" id="{B0B92218-3CA1-2D42-A598-A491C989CD5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01805" y="3161908"/>
            <a:ext cx="1979501" cy="2552852"/>
          </a:xfrm>
          <a:prstGeom prst="rect">
            <a:avLst/>
          </a:prstGeom>
          <a:ln w="12700">
            <a:solidFill>
              <a:schemeClr val="accent5"/>
            </a:solidFill>
          </a:ln>
        </p:spPr>
      </p:pic>
      <p:pic>
        <p:nvPicPr>
          <p:cNvPr id="15" name="Picture 14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0A92BA0F-4C50-6F48-B04A-40C836DB51D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95584" y="2163606"/>
            <a:ext cx="1972934" cy="2538445"/>
          </a:xfrm>
          <a:prstGeom prst="rect">
            <a:avLst/>
          </a:prstGeom>
          <a:ln w="12700">
            <a:solidFill>
              <a:schemeClr val="accent5"/>
            </a:solidFill>
          </a:ln>
        </p:spPr>
      </p:pic>
      <p:pic>
        <p:nvPicPr>
          <p:cNvPr id="17" name="Picture 16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6546CEC6-F79E-B64B-B68A-5F78326F04E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19921" y="2602928"/>
            <a:ext cx="1966335" cy="2530863"/>
          </a:xfrm>
          <a:prstGeom prst="rect">
            <a:avLst/>
          </a:prstGeom>
          <a:ln w="12700">
            <a:solidFill>
              <a:schemeClr val="accent5"/>
            </a:solidFill>
          </a:ln>
        </p:spPr>
      </p:pic>
      <p:pic>
        <p:nvPicPr>
          <p:cNvPr id="19" name="Picture 18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391BE88F-FB6D-BC41-A330-B0321D8C5C9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46395" y="3077579"/>
            <a:ext cx="1980935" cy="2552851"/>
          </a:xfrm>
          <a:prstGeom prst="rect">
            <a:avLst/>
          </a:prstGeom>
          <a:ln w="12700">
            <a:solidFill>
              <a:schemeClr val="accent5"/>
            </a:solidFill>
          </a:ln>
        </p:spPr>
      </p:pic>
      <p:pic>
        <p:nvPicPr>
          <p:cNvPr id="4" name="Picture 3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C105BAA4-4FBF-8D4F-92DF-99B60EFFD08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983027" y="3493118"/>
            <a:ext cx="1980935" cy="2550574"/>
          </a:xfrm>
          <a:prstGeom prst="rect">
            <a:avLst/>
          </a:prstGeom>
          <a:ln w="12700">
            <a:solidFill>
              <a:schemeClr val="accent5"/>
            </a:solidFill>
          </a:ln>
        </p:spPr>
      </p:pic>
      <p:pic>
        <p:nvPicPr>
          <p:cNvPr id="22" name="Picture 21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2A3F9CA4-C2F6-744F-81DE-42B33CA9980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55430" y="3910362"/>
            <a:ext cx="1980935" cy="2553774"/>
          </a:xfrm>
          <a:prstGeom prst="rect">
            <a:avLst/>
          </a:prstGeom>
          <a:ln w="12700">
            <a:solidFill>
              <a:schemeClr val="accent5"/>
            </a:solidFill>
          </a:ln>
        </p:spPr>
      </p:pic>
      <p:pic>
        <p:nvPicPr>
          <p:cNvPr id="3" name="Picture 2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844646A8-F0F3-9542-9312-CEE62FE6DC5A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26834" y="1111813"/>
            <a:ext cx="1959992" cy="2530863"/>
          </a:xfrm>
          <a:prstGeom prst="rect">
            <a:avLst/>
          </a:prstGeom>
          <a:ln w="12700">
            <a:solidFill>
              <a:schemeClr val="accent5"/>
            </a:solidFill>
          </a:ln>
        </p:spPr>
      </p:pic>
      <p:pic>
        <p:nvPicPr>
          <p:cNvPr id="11" name="Picture 10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BCA30BA6-FC12-3542-858C-EA58C6FBCB1F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765643" y="1662798"/>
            <a:ext cx="1959992" cy="2534838"/>
          </a:xfrm>
          <a:prstGeom prst="rect">
            <a:avLst/>
          </a:prstGeom>
          <a:ln w="12700">
            <a:solidFill>
              <a:schemeClr val="accent5"/>
            </a:solidFill>
          </a:ln>
        </p:spPr>
      </p:pic>
    </p:spTree>
    <p:extLst>
      <p:ext uri="{BB962C8B-B14F-4D97-AF65-F5344CB8AC3E}">
        <p14:creationId xmlns:p14="http://schemas.microsoft.com/office/powerpoint/2010/main" val="4031255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26373CF-C09E-3555-32CD-31FD0FAD54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5020" y="1107704"/>
            <a:ext cx="10338781" cy="5323601"/>
          </a:xfrm>
          <a:prstGeom prst="rect">
            <a:avLst/>
          </a:prstGeom>
        </p:spPr>
      </p:pic>
      <p:sp>
        <p:nvSpPr>
          <p:cNvPr id="1199" name="Google Shape;1199;p156"/>
          <p:cNvSpPr txBox="1">
            <a:spLocks noGrp="1"/>
          </p:cNvSpPr>
          <p:nvPr>
            <p:ph type="title"/>
          </p:nvPr>
        </p:nvSpPr>
        <p:spPr>
          <a:xfrm>
            <a:off x="455617" y="460683"/>
            <a:ext cx="11277833" cy="524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AVCDL Framework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30488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26373CF-C09E-3555-32CD-31FD0FAD54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5020" y="1107704"/>
            <a:ext cx="10338781" cy="5323601"/>
          </a:xfrm>
          <a:prstGeom prst="rect">
            <a:avLst/>
          </a:prstGeom>
        </p:spPr>
      </p:pic>
      <p:sp>
        <p:nvSpPr>
          <p:cNvPr id="1199" name="Google Shape;1199;p156"/>
          <p:cNvSpPr txBox="1">
            <a:spLocks noGrp="1"/>
          </p:cNvSpPr>
          <p:nvPr>
            <p:ph type="title"/>
          </p:nvPr>
        </p:nvSpPr>
        <p:spPr>
          <a:xfrm>
            <a:off x="455617" y="460683"/>
            <a:ext cx="11277833" cy="524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AVCDL Framework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07C6C4-F13B-9F32-DBD8-6B19146455EB}"/>
              </a:ext>
            </a:extLst>
          </p:cNvPr>
          <p:cNvSpPr/>
          <p:nvPr/>
        </p:nvSpPr>
        <p:spPr>
          <a:xfrm>
            <a:off x="824931" y="2652474"/>
            <a:ext cx="10538960" cy="3778831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257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26373CF-C09E-3555-32CD-31FD0FAD54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5020" y="1107704"/>
            <a:ext cx="10338781" cy="5323601"/>
          </a:xfrm>
          <a:prstGeom prst="rect">
            <a:avLst/>
          </a:prstGeom>
        </p:spPr>
      </p:pic>
      <p:sp>
        <p:nvSpPr>
          <p:cNvPr id="1199" name="Google Shape;1199;p156"/>
          <p:cNvSpPr txBox="1">
            <a:spLocks noGrp="1"/>
          </p:cNvSpPr>
          <p:nvPr>
            <p:ph type="title"/>
          </p:nvPr>
        </p:nvSpPr>
        <p:spPr>
          <a:xfrm>
            <a:off x="455617" y="460683"/>
            <a:ext cx="11277833" cy="524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AVCDL Framework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FF3DF6-7168-CB1C-2BA9-150047522421}"/>
              </a:ext>
            </a:extLst>
          </p:cNvPr>
          <p:cNvSpPr/>
          <p:nvPr/>
        </p:nvSpPr>
        <p:spPr>
          <a:xfrm>
            <a:off x="8238869" y="3127837"/>
            <a:ext cx="2829968" cy="3260940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B3DA47-CA98-197C-A2B6-90DCA9FE9B0D}"/>
              </a:ext>
            </a:extLst>
          </p:cNvPr>
          <p:cNvSpPr/>
          <p:nvPr/>
        </p:nvSpPr>
        <p:spPr>
          <a:xfrm>
            <a:off x="914399" y="1107705"/>
            <a:ext cx="10258635" cy="1488658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F269AF5C-3567-9C59-E131-0439A299C8B0}"/>
              </a:ext>
            </a:extLst>
          </p:cNvPr>
          <p:cNvSpPr/>
          <p:nvPr/>
        </p:nvSpPr>
        <p:spPr>
          <a:xfrm>
            <a:off x="8029366" y="2615145"/>
            <a:ext cx="3350575" cy="493910"/>
          </a:xfrm>
          <a:custGeom>
            <a:avLst/>
            <a:gdLst>
              <a:gd name="connsiteX0" fmla="*/ 26697 w 3350575"/>
              <a:gd name="connsiteY0" fmla="*/ 6675 h 493910"/>
              <a:gd name="connsiteX1" fmla="*/ 400467 w 3350575"/>
              <a:gd name="connsiteY1" fmla="*/ 260304 h 493910"/>
              <a:gd name="connsiteX2" fmla="*/ 0 w 3350575"/>
              <a:gd name="connsiteY2" fmla="*/ 493910 h 493910"/>
              <a:gd name="connsiteX3" fmla="*/ 2983480 w 3350575"/>
              <a:gd name="connsiteY3" fmla="*/ 493910 h 493910"/>
              <a:gd name="connsiteX4" fmla="*/ 3350575 w 3350575"/>
              <a:gd name="connsiteY4" fmla="*/ 253630 h 493910"/>
              <a:gd name="connsiteX5" fmla="*/ 2930084 w 3350575"/>
              <a:gd name="connsiteY5" fmla="*/ 0 h 493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50575" h="493910">
                <a:moveTo>
                  <a:pt x="26697" y="6675"/>
                </a:moveTo>
                <a:lnTo>
                  <a:pt x="400467" y="260304"/>
                </a:lnTo>
                <a:lnTo>
                  <a:pt x="0" y="493910"/>
                </a:lnTo>
                <a:lnTo>
                  <a:pt x="2983480" y="493910"/>
                </a:lnTo>
                <a:lnTo>
                  <a:pt x="3350575" y="253630"/>
                </a:lnTo>
                <a:lnTo>
                  <a:pt x="2930084" y="0"/>
                </a:lnTo>
              </a:path>
            </a:pathLst>
          </a:custGeom>
          <a:solidFill>
            <a:schemeClr val="lt1">
              <a:alpha val="7486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859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26373CF-C09E-3555-32CD-31FD0FAD54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5020" y="1107704"/>
            <a:ext cx="10338781" cy="5323601"/>
          </a:xfrm>
          <a:prstGeom prst="rect">
            <a:avLst/>
          </a:prstGeom>
        </p:spPr>
      </p:pic>
      <p:sp>
        <p:nvSpPr>
          <p:cNvPr id="1199" name="Google Shape;1199;p156"/>
          <p:cNvSpPr txBox="1">
            <a:spLocks noGrp="1"/>
          </p:cNvSpPr>
          <p:nvPr>
            <p:ph type="title"/>
          </p:nvPr>
        </p:nvSpPr>
        <p:spPr>
          <a:xfrm>
            <a:off x="455617" y="460683"/>
            <a:ext cx="11277833" cy="524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AVCDL Framework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DCAB13-902B-4D46-C8FE-9FA1463D79C2}"/>
              </a:ext>
            </a:extLst>
          </p:cNvPr>
          <p:cNvSpPr/>
          <p:nvPr/>
        </p:nvSpPr>
        <p:spPr>
          <a:xfrm>
            <a:off x="925020" y="3136377"/>
            <a:ext cx="7321874" cy="3294928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5A4860-1704-56DF-B056-F322F12B4C20}"/>
              </a:ext>
            </a:extLst>
          </p:cNvPr>
          <p:cNvSpPr/>
          <p:nvPr/>
        </p:nvSpPr>
        <p:spPr>
          <a:xfrm>
            <a:off x="914399" y="1107705"/>
            <a:ext cx="10258635" cy="1488658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2089F87E-D336-5C6F-DED8-EB2757504AA5}"/>
              </a:ext>
            </a:extLst>
          </p:cNvPr>
          <p:cNvSpPr/>
          <p:nvPr/>
        </p:nvSpPr>
        <p:spPr>
          <a:xfrm>
            <a:off x="760889" y="2636409"/>
            <a:ext cx="7690961" cy="430641"/>
          </a:xfrm>
          <a:custGeom>
            <a:avLst/>
            <a:gdLst>
              <a:gd name="connsiteX0" fmla="*/ 26697 w 7715667"/>
              <a:gd name="connsiteY0" fmla="*/ 0 h 487235"/>
              <a:gd name="connsiteX1" fmla="*/ 7328548 w 7715667"/>
              <a:gd name="connsiteY1" fmla="*/ 6674 h 487235"/>
              <a:gd name="connsiteX2" fmla="*/ 7715667 w 7715667"/>
              <a:gd name="connsiteY2" fmla="*/ 260303 h 487235"/>
              <a:gd name="connsiteX3" fmla="*/ 7321874 w 7715667"/>
              <a:gd name="connsiteY3" fmla="*/ 480560 h 487235"/>
              <a:gd name="connsiteX4" fmla="*/ 0 w 7715667"/>
              <a:gd name="connsiteY4" fmla="*/ 487235 h 487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15667" h="487235">
                <a:moveTo>
                  <a:pt x="26697" y="0"/>
                </a:moveTo>
                <a:lnTo>
                  <a:pt x="7328548" y="6674"/>
                </a:lnTo>
                <a:lnTo>
                  <a:pt x="7715667" y="260303"/>
                </a:lnTo>
                <a:lnTo>
                  <a:pt x="7321874" y="480560"/>
                </a:lnTo>
                <a:lnTo>
                  <a:pt x="0" y="487235"/>
                </a:lnTo>
              </a:path>
            </a:pathLst>
          </a:custGeom>
          <a:solidFill>
            <a:srgbClr val="FFFFFF">
              <a:alpha val="7523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076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156"/>
          <p:cNvSpPr txBox="1">
            <a:spLocks noGrp="1"/>
          </p:cNvSpPr>
          <p:nvPr>
            <p:ph type="title"/>
          </p:nvPr>
        </p:nvSpPr>
        <p:spPr>
          <a:xfrm>
            <a:off x="455617" y="460683"/>
            <a:ext cx="11277833" cy="524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Incremental Adoption Spectrum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743AF9-C0EF-D5BA-9ABF-E7623A771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5" y="3677587"/>
            <a:ext cx="11277833" cy="38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57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156"/>
          <p:cNvSpPr txBox="1">
            <a:spLocks noGrp="1"/>
          </p:cNvSpPr>
          <p:nvPr>
            <p:ph type="title"/>
          </p:nvPr>
        </p:nvSpPr>
        <p:spPr>
          <a:xfrm>
            <a:off x="455617" y="460683"/>
            <a:ext cx="11277833" cy="524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Incremental Adoption Spectrum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89E36E-5EDE-C5CC-014D-6D45B1C6E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5" y="2448154"/>
            <a:ext cx="11277833" cy="168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503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156"/>
          <p:cNvSpPr txBox="1">
            <a:spLocks noGrp="1"/>
          </p:cNvSpPr>
          <p:nvPr>
            <p:ph type="title"/>
          </p:nvPr>
        </p:nvSpPr>
        <p:spPr>
          <a:xfrm>
            <a:off x="455617" y="460683"/>
            <a:ext cx="11277833" cy="524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Incremental Adoption Spectrum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20CC6B-0B06-4232-A047-29112E62C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5" y="2342293"/>
            <a:ext cx="11272091" cy="213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469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156"/>
          <p:cNvSpPr txBox="1">
            <a:spLocks noGrp="1"/>
          </p:cNvSpPr>
          <p:nvPr>
            <p:ph type="title"/>
          </p:nvPr>
        </p:nvSpPr>
        <p:spPr>
          <a:xfrm>
            <a:off x="455617" y="460683"/>
            <a:ext cx="11277833" cy="524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Incremental Adoption Spectrum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259046-A866-F359-1C40-198ED78DD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601" y="1969679"/>
            <a:ext cx="11279993" cy="287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900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156"/>
          <p:cNvSpPr txBox="1">
            <a:spLocks noGrp="1"/>
          </p:cNvSpPr>
          <p:nvPr>
            <p:ph type="title"/>
          </p:nvPr>
        </p:nvSpPr>
        <p:spPr>
          <a:xfrm>
            <a:off x="455617" y="460683"/>
            <a:ext cx="11277833" cy="524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Incremental Adoption Spectrum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29E607-F9F6-9F45-31A6-8736AE042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6" y="1387958"/>
            <a:ext cx="11277256" cy="389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7851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60F2BD5-3EC1-CDC6-A313-A4F09F51E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16" y="1223006"/>
            <a:ext cx="11277833" cy="4411987"/>
          </a:xfrm>
          <a:prstGeom prst="rect">
            <a:avLst/>
          </a:prstGeom>
        </p:spPr>
      </p:pic>
      <p:sp>
        <p:nvSpPr>
          <p:cNvPr id="1199" name="Google Shape;1199;p156"/>
          <p:cNvSpPr txBox="1">
            <a:spLocks noGrp="1"/>
          </p:cNvSpPr>
          <p:nvPr>
            <p:ph type="title"/>
          </p:nvPr>
        </p:nvSpPr>
        <p:spPr>
          <a:xfrm>
            <a:off x="455617" y="460683"/>
            <a:ext cx="11277833" cy="524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Incremental Adoption Spectrum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34125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E929A8-1D7D-67F7-6ED3-23C35173FD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5375" y="1371688"/>
            <a:ext cx="11274841" cy="4736504"/>
          </a:xfrm>
          <a:prstGeom prst="rect">
            <a:avLst/>
          </a:prstGeom>
        </p:spPr>
      </p:pic>
      <p:sp>
        <p:nvSpPr>
          <p:cNvPr id="1199" name="Google Shape;1199;p156"/>
          <p:cNvSpPr txBox="1">
            <a:spLocks noGrp="1"/>
          </p:cNvSpPr>
          <p:nvPr>
            <p:ph type="title"/>
          </p:nvPr>
        </p:nvSpPr>
        <p:spPr>
          <a:xfrm>
            <a:off x="455617" y="460683"/>
            <a:ext cx="11277833" cy="524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Prioritized Phase Requirements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43088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4981148-7ADC-EB81-B4EF-ED40000120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5375" y="1371688"/>
            <a:ext cx="11274841" cy="4736504"/>
          </a:xfrm>
          <a:prstGeom prst="rect">
            <a:avLst/>
          </a:prstGeom>
        </p:spPr>
      </p:pic>
      <p:sp>
        <p:nvSpPr>
          <p:cNvPr id="1199" name="Google Shape;1199;p156"/>
          <p:cNvSpPr txBox="1">
            <a:spLocks noGrp="1"/>
          </p:cNvSpPr>
          <p:nvPr>
            <p:ph type="title"/>
          </p:nvPr>
        </p:nvSpPr>
        <p:spPr>
          <a:xfrm>
            <a:off x="455617" y="460683"/>
            <a:ext cx="11277833" cy="524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Preliminary vs Full Implementation</a:t>
            </a:r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817B4E-288C-6F38-AE48-69C0EFD58FB9}"/>
              </a:ext>
            </a:extLst>
          </p:cNvPr>
          <p:cNvSpPr/>
          <p:nvPr/>
        </p:nvSpPr>
        <p:spPr>
          <a:xfrm>
            <a:off x="1352436" y="1371687"/>
            <a:ext cx="2338017" cy="4736505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6C37F8-6665-9EAB-5B0E-3F2E59DC52B0}"/>
              </a:ext>
            </a:extLst>
          </p:cNvPr>
          <p:cNvSpPr/>
          <p:nvPr/>
        </p:nvSpPr>
        <p:spPr>
          <a:xfrm>
            <a:off x="3646649" y="2318501"/>
            <a:ext cx="3486738" cy="2817470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183558-F268-FFC3-BBEF-FFBE7686DBB4}"/>
              </a:ext>
            </a:extLst>
          </p:cNvPr>
          <p:cNvSpPr/>
          <p:nvPr/>
        </p:nvSpPr>
        <p:spPr>
          <a:xfrm>
            <a:off x="7133387" y="3767108"/>
            <a:ext cx="4644304" cy="1368863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A58A64-131F-6317-ABF3-8B14664F5E81}"/>
              </a:ext>
            </a:extLst>
          </p:cNvPr>
          <p:cNvSpPr/>
          <p:nvPr/>
        </p:nvSpPr>
        <p:spPr>
          <a:xfrm>
            <a:off x="3690453" y="1371686"/>
            <a:ext cx="2288737" cy="385933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187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C02C345-1AFC-C2F5-CE37-BBDA66B426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5375" y="1371688"/>
            <a:ext cx="11274841" cy="4736504"/>
          </a:xfrm>
          <a:prstGeom prst="rect">
            <a:avLst/>
          </a:prstGeom>
        </p:spPr>
      </p:pic>
      <p:sp>
        <p:nvSpPr>
          <p:cNvPr id="1199" name="Google Shape;1199;p156"/>
          <p:cNvSpPr txBox="1">
            <a:spLocks noGrp="1"/>
          </p:cNvSpPr>
          <p:nvPr>
            <p:ph type="title"/>
          </p:nvPr>
        </p:nvSpPr>
        <p:spPr>
          <a:xfrm>
            <a:off x="455617" y="460683"/>
            <a:ext cx="11277833" cy="524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Preliminary vs Full Implementation</a:t>
            </a:r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817B4E-288C-6F38-AE48-69C0EFD58FB9}"/>
              </a:ext>
            </a:extLst>
          </p:cNvPr>
          <p:cNvSpPr/>
          <p:nvPr/>
        </p:nvSpPr>
        <p:spPr>
          <a:xfrm>
            <a:off x="1352436" y="1371687"/>
            <a:ext cx="4626754" cy="2340667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6C37F8-6665-9EAB-5B0E-3F2E59DC52B0}"/>
              </a:ext>
            </a:extLst>
          </p:cNvPr>
          <p:cNvSpPr/>
          <p:nvPr/>
        </p:nvSpPr>
        <p:spPr>
          <a:xfrm>
            <a:off x="3690453" y="2331205"/>
            <a:ext cx="3455008" cy="1381149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183558-F268-FFC3-BBEF-FFBE7686DBB4}"/>
              </a:ext>
            </a:extLst>
          </p:cNvPr>
          <p:cNvSpPr/>
          <p:nvPr/>
        </p:nvSpPr>
        <p:spPr>
          <a:xfrm>
            <a:off x="1368300" y="4739329"/>
            <a:ext cx="10403915" cy="1368863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A58A64-131F-6317-ABF3-8B14664F5E81}"/>
              </a:ext>
            </a:extLst>
          </p:cNvPr>
          <p:cNvSpPr/>
          <p:nvPr/>
        </p:nvSpPr>
        <p:spPr>
          <a:xfrm>
            <a:off x="3690453" y="1371686"/>
            <a:ext cx="2288737" cy="385933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94F3E5-3F9B-12EC-FA21-263CB7D711C4}"/>
              </a:ext>
            </a:extLst>
          </p:cNvPr>
          <p:cNvSpPr/>
          <p:nvPr/>
        </p:nvSpPr>
        <p:spPr>
          <a:xfrm>
            <a:off x="1377075" y="3739940"/>
            <a:ext cx="2288737" cy="410450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E6147F-AEC8-A52B-36DD-457883893950}"/>
              </a:ext>
            </a:extLst>
          </p:cNvPr>
          <p:cNvSpPr/>
          <p:nvPr/>
        </p:nvSpPr>
        <p:spPr>
          <a:xfrm>
            <a:off x="4834821" y="3739940"/>
            <a:ext cx="2288737" cy="410450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9A96C1-6B40-A614-537C-9E1C4CABFF8C}"/>
              </a:ext>
            </a:extLst>
          </p:cNvPr>
          <p:cNvSpPr/>
          <p:nvPr/>
        </p:nvSpPr>
        <p:spPr>
          <a:xfrm>
            <a:off x="8284135" y="3748739"/>
            <a:ext cx="1155539" cy="410450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83C454-0593-D28D-6D94-E932161187FC}"/>
              </a:ext>
            </a:extLst>
          </p:cNvPr>
          <p:cNvSpPr/>
          <p:nvPr/>
        </p:nvSpPr>
        <p:spPr>
          <a:xfrm>
            <a:off x="1352437" y="4294598"/>
            <a:ext cx="3455008" cy="410450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2963D3D-38B9-0FE0-37BE-67FDAE7FE360}"/>
              </a:ext>
            </a:extLst>
          </p:cNvPr>
          <p:cNvCxnSpPr>
            <a:cxnSpLocks/>
          </p:cNvCxnSpPr>
          <p:nvPr/>
        </p:nvCxnSpPr>
        <p:spPr>
          <a:xfrm flipH="1">
            <a:off x="7745860" y="2756549"/>
            <a:ext cx="1057743" cy="9900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59FB9C9-9FE8-6DBD-91C7-0B956F91BF36}"/>
              </a:ext>
            </a:extLst>
          </p:cNvPr>
          <p:cNvCxnSpPr>
            <a:cxnSpLocks/>
          </p:cNvCxnSpPr>
          <p:nvPr/>
        </p:nvCxnSpPr>
        <p:spPr>
          <a:xfrm flipH="1">
            <a:off x="4228728" y="2754445"/>
            <a:ext cx="3497021" cy="99219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9024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4BADAE58-6F73-FAB5-0594-4041E0B8A4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5375" y="1371688"/>
            <a:ext cx="11274841" cy="4736504"/>
          </a:xfrm>
          <a:prstGeom prst="rect">
            <a:avLst/>
          </a:prstGeom>
        </p:spPr>
      </p:pic>
      <p:sp>
        <p:nvSpPr>
          <p:cNvPr id="1199" name="Google Shape;1199;p156"/>
          <p:cNvSpPr txBox="1">
            <a:spLocks noGrp="1"/>
          </p:cNvSpPr>
          <p:nvPr>
            <p:ph type="title"/>
          </p:nvPr>
        </p:nvSpPr>
        <p:spPr>
          <a:xfrm>
            <a:off x="455617" y="460683"/>
            <a:ext cx="11277833" cy="524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Preliminary vs Full Implementation</a:t>
            </a:r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817B4E-288C-6F38-AE48-69C0EFD58FB9}"/>
              </a:ext>
            </a:extLst>
          </p:cNvPr>
          <p:cNvSpPr/>
          <p:nvPr/>
        </p:nvSpPr>
        <p:spPr>
          <a:xfrm>
            <a:off x="1352436" y="1371687"/>
            <a:ext cx="2338017" cy="2340667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6C37F8-6665-9EAB-5B0E-3F2E59DC52B0}"/>
              </a:ext>
            </a:extLst>
          </p:cNvPr>
          <p:cNvSpPr/>
          <p:nvPr/>
        </p:nvSpPr>
        <p:spPr>
          <a:xfrm>
            <a:off x="3690453" y="2331205"/>
            <a:ext cx="5749222" cy="1381149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183558-F268-FFC3-BBEF-FFBE7686DBB4}"/>
              </a:ext>
            </a:extLst>
          </p:cNvPr>
          <p:cNvSpPr/>
          <p:nvPr/>
        </p:nvSpPr>
        <p:spPr>
          <a:xfrm>
            <a:off x="1368300" y="4739329"/>
            <a:ext cx="10403915" cy="1368863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A58A64-131F-6317-ABF3-8B14664F5E81}"/>
              </a:ext>
            </a:extLst>
          </p:cNvPr>
          <p:cNvSpPr/>
          <p:nvPr/>
        </p:nvSpPr>
        <p:spPr>
          <a:xfrm>
            <a:off x="3690453" y="1371686"/>
            <a:ext cx="2288737" cy="385933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94F3E5-3F9B-12EC-FA21-263CB7D711C4}"/>
              </a:ext>
            </a:extLst>
          </p:cNvPr>
          <p:cNvSpPr/>
          <p:nvPr/>
        </p:nvSpPr>
        <p:spPr>
          <a:xfrm>
            <a:off x="1377075" y="3739940"/>
            <a:ext cx="3418981" cy="410450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E6147F-AEC8-A52B-36DD-457883893950}"/>
              </a:ext>
            </a:extLst>
          </p:cNvPr>
          <p:cNvSpPr/>
          <p:nvPr/>
        </p:nvSpPr>
        <p:spPr>
          <a:xfrm>
            <a:off x="4834821" y="3739940"/>
            <a:ext cx="2288737" cy="410450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9A96C1-6B40-A614-537C-9E1C4CABFF8C}"/>
              </a:ext>
            </a:extLst>
          </p:cNvPr>
          <p:cNvSpPr/>
          <p:nvPr/>
        </p:nvSpPr>
        <p:spPr>
          <a:xfrm>
            <a:off x="7123559" y="3748739"/>
            <a:ext cx="2316116" cy="410450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83C454-0593-D28D-6D94-E932161187FC}"/>
              </a:ext>
            </a:extLst>
          </p:cNvPr>
          <p:cNvSpPr/>
          <p:nvPr/>
        </p:nvSpPr>
        <p:spPr>
          <a:xfrm>
            <a:off x="2521443" y="4294598"/>
            <a:ext cx="1144369" cy="410450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DFB5BB2-8C8E-A1E8-766B-F87529C2C901}"/>
              </a:ext>
            </a:extLst>
          </p:cNvPr>
          <p:cNvCxnSpPr>
            <a:cxnSpLocks/>
          </p:cNvCxnSpPr>
          <p:nvPr/>
        </p:nvCxnSpPr>
        <p:spPr>
          <a:xfrm flipH="1">
            <a:off x="4213564" y="2300941"/>
            <a:ext cx="1160397" cy="199365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9F0581C-0733-48AD-07CD-0FE025BF2D10}"/>
              </a:ext>
            </a:extLst>
          </p:cNvPr>
          <p:cNvCxnSpPr>
            <a:cxnSpLocks/>
          </p:cNvCxnSpPr>
          <p:nvPr/>
        </p:nvCxnSpPr>
        <p:spPr>
          <a:xfrm flipH="1">
            <a:off x="1975638" y="2300941"/>
            <a:ext cx="2237926" cy="200035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35702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8BBD24C-2BC2-1798-D72D-D9F1449BFB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5375" y="1371688"/>
            <a:ext cx="11274841" cy="4736504"/>
          </a:xfrm>
          <a:prstGeom prst="rect">
            <a:avLst/>
          </a:prstGeom>
        </p:spPr>
      </p:pic>
      <p:sp>
        <p:nvSpPr>
          <p:cNvPr id="1199" name="Google Shape;1199;p156"/>
          <p:cNvSpPr txBox="1">
            <a:spLocks noGrp="1"/>
          </p:cNvSpPr>
          <p:nvPr>
            <p:ph type="title"/>
          </p:nvPr>
        </p:nvSpPr>
        <p:spPr>
          <a:xfrm>
            <a:off x="455617" y="460683"/>
            <a:ext cx="11277833" cy="524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Safety-related Phase Requirements</a:t>
            </a:r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817B4E-288C-6F38-AE48-69C0EFD58FB9}"/>
              </a:ext>
            </a:extLst>
          </p:cNvPr>
          <p:cNvSpPr/>
          <p:nvPr/>
        </p:nvSpPr>
        <p:spPr>
          <a:xfrm>
            <a:off x="1352436" y="1371688"/>
            <a:ext cx="8109140" cy="1368864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183558-F268-FFC3-BBEF-FFBE7686DBB4}"/>
              </a:ext>
            </a:extLst>
          </p:cNvPr>
          <p:cNvSpPr/>
          <p:nvPr/>
        </p:nvSpPr>
        <p:spPr>
          <a:xfrm>
            <a:off x="1352436" y="4259898"/>
            <a:ext cx="10425255" cy="1848293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A58A64-131F-6317-ABF3-8B14664F5E81}"/>
              </a:ext>
            </a:extLst>
          </p:cNvPr>
          <p:cNvSpPr/>
          <p:nvPr/>
        </p:nvSpPr>
        <p:spPr>
          <a:xfrm>
            <a:off x="1352436" y="3323683"/>
            <a:ext cx="3460484" cy="385933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373902-FD34-CBE2-D402-956EA4C9C406}"/>
              </a:ext>
            </a:extLst>
          </p:cNvPr>
          <p:cNvSpPr/>
          <p:nvPr/>
        </p:nvSpPr>
        <p:spPr>
          <a:xfrm>
            <a:off x="7155730" y="3778265"/>
            <a:ext cx="2288737" cy="385933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4A4F7B-39DC-3DFF-E518-066E3E7EC5A4}"/>
              </a:ext>
            </a:extLst>
          </p:cNvPr>
          <p:cNvSpPr/>
          <p:nvPr/>
        </p:nvSpPr>
        <p:spPr>
          <a:xfrm>
            <a:off x="4812920" y="2798831"/>
            <a:ext cx="1160795" cy="385933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926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156"/>
          <p:cNvSpPr txBox="1">
            <a:spLocks noGrp="1"/>
          </p:cNvSpPr>
          <p:nvPr>
            <p:ph type="title"/>
          </p:nvPr>
        </p:nvSpPr>
        <p:spPr>
          <a:xfrm>
            <a:off x="455617" y="460683"/>
            <a:ext cx="11277833" cy="524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Incremental Implementation Stages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09567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156"/>
          <p:cNvSpPr txBox="1">
            <a:spLocks noGrp="1"/>
          </p:cNvSpPr>
          <p:nvPr>
            <p:ph type="title"/>
          </p:nvPr>
        </p:nvSpPr>
        <p:spPr>
          <a:xfrm>
            <a:off x="455617" y="460683"/>
            <a:ext cx="11277833" cy="524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Barebones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7D5572-4E3D-826A-0F4F-04314F4153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2269" y="1808170"/>
            <a:ext cx="5068297" cy="40665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F5FFBB0-41D9-0092-6E82-0D624EB045B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71400" y="2895441"/>
            <a:ext cx="7087235" cy="364932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EE695ED-44BF-0BA1-568A-11BD6B0B762F}"/>
              </a:ext>
            </a:extLst>
          </p:cNvPr>
          <p:cNvSpPr/>
          <p:nvPr/>
        </p:nvSpPr>
        <p:spPr>
          <a:xfrm>
            <a:off x="4835005" y="4290035"/>
            <a:ext cx="921075" cy="2047536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6F3831-8D6D-24FA-690F-7F51E11D74C3}"/>
              </a:ext>
            </a:extLst>
          </p:cNvPr>
          <p:cNvSpPr/>
          <p:nvPr/>
        </p:nvSpPr>
        <p:spPr>
          <a:xfrm>
            <a:off x="5816161" y="4282890"/>
            <a:ext cx="921075" cy="2047536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DA1829-7835-F402-970D-672BA21CC40D}"/>
              </a:ext>
            </a:extLst>
          </p:cNvPr>
          <p:cNvSpPr/>
          <p:nvPr/>
        </p:nvSpPr>
        <p:spPr>
          <a:xfrm>
            <a:off x="4784948" y="3233421"/>
            <a:ext cx="7001502" cy="654095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E411F8-C577-FCA8-AF84-00C1084DB282}"/>
              </a:ext>
            </a:extLst>
          </p:cNvPr>
          <p:cNvSpPr/>
          <p:nvPr/>
        </p:nvSpPr>
        <p:spPr>
          <a:xfrm>
            <a:off x="4837649" y="6351980"/>
            <a:ext cx="921075" cy="194066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E808CF-F9A1-9B0C-E7E9-A0D9B484FE02}"/>
              </a:ext>
            </a:extLst>
          </p:cNvPr>
          <p:cNvSpPr/>
          <p:nvPr/>
        </p:nvSpPr>
        <p:spPr>
          <a:xfrm>
            <a:off x="5829492" y="6341055"/>
            <a:ext cx="921075" cy="193126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817065-B76A-0944-4F4A-D97FC8413F44}"/>
              </a:ext>
            </a:extLst>
          </p:cNvPr>
          <p:cNvSpPr/>
          <p:nvPr/>
        </p:nvSpPr>
        <p:spPr>
          <a:xfrm>
            <a:off x="6830674" y="6337571"/>
            <a:ext cx="921075" cy="209751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E7A359-F89F-49FE-D00A-324D8893373C}"/>
              </a:ext>
            </a:extLst>
          </p:cNvPr>
          <p:cNvSpPr/>
          <p:nvPr/>
        </p:nvSpPr>
        <p:spPr>
          <a:xfrm>
            <a:off x="7825162" y="6347221"/>
            <a:ext cx="921075" cy="193126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24978A-2457-E0CD-E1E0-4D82E3397697}"/>
              </a:ext>
            </a:extLst>
          </p:cNvPr>
          <p:cNvSpPr/>
          <p:nvPr/>
        </p:nvSpPr>
        <p:spPr>
          <a:xfrm>
            <a:off x="8819649" y="6341055"/>
            <a:ext cx="921075" cy="193126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13E650-E1D5-E2B8-6471-B9167EA03291}"/>
              </a:ext>
            </a:extLst>
          </p:cNvPr>
          <p:cNvSpPr/>
          <p:nvPr/>
        </p:nvSpPr>
        <p:spPr>
          <a:xfrm>
            <a:off x="7825162" y="4290035"/>
            <a:ext cx="921075" cy="2057186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4020CC-4722-B949-4AD1-7A04F7FC80FF}"/>
              </a:ext>
            </a:extLst>
          </p:cNvPr>
          <p:cNvSpPr/>
          <p:nvPr/>
        </p:nvSpPr>
        <p:spPr>
          <a:xfrm>
            <a:off x="8819650" y="4290035"/>
            <a:ext cx="921075" cy="2040391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3F3C9E-4C30-DEEF-AA9C-448C6A38FBF8}"/>
              </a:ext>
            </a:extLst>
          </p:cNvPr>
          <p:cNvSpPr/>
          <p:nvPr/>
        </p:nvSpPr>
        <p:spPr>
          <a:xfrm>
            <a:off x="9809087" y="4282889"/>
            <a:ext cx="921075" cy="2251291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B5AE83-2E36-50F7-8F71-33C86A685A2E}"/>
              </a:ext>
            </a:extLst>
          </p:cNvPr>
          <p:cNvSpPr/>
          <p:nvPr/>
        </p:nvSpPr>
        <p:spPr>
          <a:xfrm>
            <a:off x="10785486" y="4290034"/>
            <a:ext cx="921075" cy="2244145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D8EC22-ACE7-9563-6368-41ACE0DDCB87}"/>
              </a:ext>
            </a:extLst>
          </p:cNvPr>
          <p:cNvSpPr/>
          <p:nvPr/>
        </p:nvSpPr>
        <p:spPr>
          <a:xfrm>
            <a:off x="6817325" y="4292491"/>
            <a:ext cx="921075" cy="194066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B77EF1E-9254-3168-604E-9F1AE13625F8}"/>
              </a:ext>
            </a:extLst>
          </p:cNvPr>
          <p:cNvSpPr/>
          <p:nvPr/>
        </p:nvSpPr>
        <p:spPr>
          <a:xfrm>
            <a:off x="6823998" y="4857512"/>
            <a:ext cx="921075" cy="402518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DD63076-3E23-A1D2-86AB-6E0BC8111132}"/>
              </a:ext>
            </a:extLst>
          </p:cNvPr>
          <p:cNvSpPr/>
          <p:nvPr/>
        </p:nvSpPr>
        <p:spPr>
          <a:xfrm>
            <a:off x="6810649" y="5712675"/>
            <a:ext cx="921075" cy="617791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39F747E-E0B4-EC3E-9204-204BF5D4691B}"/>
              </a:ext>
            </a:extLst>
          </p:cNvPr>
          <p:cNvSpPr/>
          <p:nvPr/>
        </p:nvSpPr>
        <p:spPr>
          <a:xfrm>
            <a:off x="6823998" y="5274684"/>
            <a:ext cx="921075" cy="43799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6C7FC78-4E57-9A2F-8ACB-D8ECB101E9D8}"/>
              </a:ext>
            </a:extLst>
          </p:cNvPr>
          <p:cNvSpPr/>
          <p:nvPr/>
        </p:nvSpPr>
        <p:spPr>
          <a:xfrm>
            <a:off x="6823998" y="4494934"/>
            <a:ext cx="921075" cy="36257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6190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156"/>
          <p:cNvSpPr txBox="1">
            <a:spLocks noGrp="1"/>
          </p:cNvSpPr>
          <p:nvPr>
            <p:ph type="title"/>
          </p:nvPr>
        </p:nvSpPr>
        <p:spPr>
          <a:xfrm>
            <a:off x="455617" y="460683"/>
            <a:ext cx="11277833" cy="524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Tactical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81BEB2-476F-9538-43A9-21D0EDF566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4844" y="1314267"/>
            <a:ext cx="8956042" cy="140155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C8FF8CA-EC28-A091-C149-65DF230C03F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71400" y="2895441"/>
            <a:ext cx="7087235" cy="364932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E8F89A0-2D72-DB5E-2EA4-1CBCB81F21B1}"/>
              </a:ext>
            </a:extLst>
          </p:cNvPr>
          <p:cNvSpPr/>
          <p:nvPr/>
        </p:nvSpPr>
        <p:spPr>
          <a:xfrm>
            <a:off x="4844050" y="4273962"/>
            <a:ext cx="921075" cy="2056504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89BD6C-1FD6-1D1A-31DC-B21B20DF6F55}"/>
              </a:ext>
            </a:extLst>
          </p:cNvPr>
          <p:cNvSpPr/>
          <p:nvPr/>
        </p:nvSpPr>
        <p:spPr>
          <a:xfrm>
            <a:off x="5827124" y="4697892"/>
            <a:ext cx="921075" cy="1646316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54A4CA-5D97-D4B1-E6DE-B9B0EF4227FF}"/>
              </a:ext>
            </a:extLst>
          </p:cNvPr>
          <p:cNvSpPr/>
          <p:nvPr/>
        </p:nvSpPr>
        <p:spPr>
          <a:xfrm>
            <a:off x="4785579" y="3233082"/>
            <a:ext cx="2189650" cy="663136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202057-CBDC-8F4C-C3CD-3BBDFA769D07}"/>
              </a:ext>
            </a:extLst>
          </p:cNvPr>
          <p:cNvSpPr/>
          <p:nvPr/>
        </p:nvSpPr>
        <p:spPr>
          <a:xfrm>
            <a:off x="4844049" y="6337571"/>
            <a:ext cx="921075" cy="194066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925C94-BD86-5794-9219-B2CB5133C7C6}"/>
              </a:ext>
            </a:extLst>
          </p:cNvPr>
          <p:cNvSpPr/>
          <p:nvPr/>
        </p:nvSpPr>
        <p:spPr>
          <a:xfrm>
            <a:off x="5827124" y="6353856"/>
            <a:ext cx="921075" cy="193126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AAB7E8-FCDF-8028-FF4D-8876EF162114}"/>
              </a:ext>
            </a:extLst>
          </p:cNvPr>
          <p:cNvSpPr/>
          <p:nvPr/>
        </p:nvSpPr>
        <p:spPr>
          <a:xfrm>
            <a:off x="6833138" y="6334318"/>
            <a:ext cx="921075" cy="194066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B8FE07-D2DF-D802-3239-5BBC227E982D}"/>
              </a:ext>
            </a:extLst>
          </p:cNvPr>
          <p:cNvSpPr/>
          <p:nvPr/>
        </p:nvSpPr>
        <p:spPr>
          <a:xfrm>
            <a:off x="7825162" y="6347221"/>
            <a:ext cx="921075" cy="193126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187107-339F-3490-82CA-C7156A21A822}"/>
              </a:ext>
            </a:extLst>
          </p:cNvPr>
          <p:cNvSpPr/>
          <p:nvPr/>
        </p:nvSpPr>
        <p:spPr>
          <a:xfrm>
            <a:off x="8813277" y="6338511"/>
            <a:ext cx="921075" cy="193126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86B034-0F6B-F34B-87A7-DA484819C5A0}"/>
              </a:ext>
            </a:extLst>
          </p:cNvPr>
          <p:cNvSpPr/>
          <p:nvPr/>
        </p:nvSpPr>
        <p:spPr>
          <a:xfrm>
            <a:off x="7825162" y="4481198"/>
            <a:ext cx="921075" cy="1856373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21FE52-43BB-FB10-F1DB-81230FDBBDF0}"/>
              </a:ext>
            </a:extLst>
          </p:cNvPr>
          <p:cNvSpPr/>
          <p:nvPr/>
        </p:nvSpPr>
        <p:spPr>
          <a:xfrm>
            <a:off x="8812650" y="4273962"/>
            <a:ext cx="921075" cy="2056504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95DAE2-0164-72F8-0679-92BE9EF3F003}"/>
              </a:ext>
            </a:extLst>
          </p:cNvPr>
          <p:cNvSpPr/>
          <p:nvPr/>
        </p:nvSpPr>
        <p:spPr>
          <a:xfrm>
            <a:off x="10792162" y="4273962"/>
            <a:ext cx="941288" cy="2260219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093030-5852-5A2F-8AB6-80E38D32D2B2}"/>
              </a:ext>
            </a:extLst>
          </p:cNvPr>
          <p:cNvSpPr/>
          <p:nvPr/>
        </p:nvSpPr>
        <p:spPr>
          <a:xfrm>
            <a:off x="6823576" y="4294966"/>
            <a:ext cx="921075" cy="194066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7F8B2E-5ABB-F3F1-70A2-302751D3725A}"/>
              </a:ext>
            </a:extLst>
          </p:cNvPr>
          <p:cNvSpPr/>
          <p:nvPr/>
        </p:nvSpPr>
        <p:spPr>
          <a:xfrm>
            <a:off x="10235713" y="3549650"/>
            <a:ext cx="1039446" cy="351865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B245A84-F0E0-290E-B373-C7E9CFDD8B28}"/>
              </a:ext>
            </a:extLst>
          </p:cNvPr>
          <p:cNvSpPr/>
          <p:nvPr/>
        </p:nvSpPr>
        <p:spPr>
          <a:xfrm>
            <a:off x="8632092" y="3219896"/>
            <a:ext cx="1067299" cy="249210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1FA6CF-14A8-29C6-8574-0B5766A7661C}"/>
              </a:ext>
            </a:extLst>
          </p:cNvPr>
          <p:cNvSpPr/>
          <p:nvPr/>
        </p:nvSpPr>
        <p:spPr>
          <a:xfrm>
            <a:off x="6975231" y="3437159"/>
            <a:ext cx="949569" cy="221804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100AD5A-4C0E-5B8A-5032-DB0672C36B83}"/>
              </a:ext>
            </a:extLst>
          </p:cNvPr>
          <p:cNvSpPr/>
          <p:nvPr/>
        </p:nvSpPr>
        <p:spPr>
          <a:xfrm>
            <a:off x="8632092" y="3629025"/>
            <a:ext cx="1067299" cy="272491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22FF595-DAC4-FCDD-9D74-1295214F327F}"/>
              </a:ext>
            </a:extLst>
          </p:cNvPr>
          <p:cNvSpPr/>
          <p:nvPr/>
        </p:nvSpPr>
        <p:spPr>
          <a:xfrm>
            <a:off x="7924799" y="3225193"/>
            <a:ext cx="707292" cy="671025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15BD2E3-DD87-064E-85E6-360746DF720B}"/>
              </a:ext>
            </a:extLst>
          </p:cNvPr>
          <p:cNvSpPr/>
          <p:nvPr/>
        </p:nvSpPr>
        <p:spPr>
          <a:xfrm>
            <a:off x="9695929" y="3230489"/>
            <a:ext cx="542671" cy="671025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A3297B7-C711-2E7F-A69B-A2FC74073ECA}"/>
              </a:ext>
            </a:extLst>
          </p:cNvPr>
          <p:cNvSpPr/>
          <p:nvPr/>
        </p:nvSpPr>
        <p:spPr>
          <a:xfrm>
            <a:off x="11275158" y="3234720"/>
            <a:ext cx="497621" cy="693886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D36DBEE-55BE-EAEB-1BB5-E7CAB9D8E85C}"/>
              </a:ext>
            </a:extLst>
          </p:cNvPr>
          <p:cNvSpPr/>
          <p:nvPr/>
        </p:nvSpPr>
        <p:spPr>
          <a:xfrm>
            <a:off x="10235713" y="3234018"/>
            <a:ext cx="1039446" cy="142718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85C9070-21E6-3355-295B-EFADD0CF39D4}"/>
              </a:ext>
            </a:extLst>
          </p:cNvPr>
          <p:cNvSpPr/>
          <p:nvPr/>
        </p:nvSpPr>
        <p:spPr>
          <a:xfrm>
            <a:off x="6975231" y="3837447"/>
            <a:ext cx="949569" cy="91159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65F37B-3A38-D95A-1291-79E630173E9C}"/>
              </a:ext>
            </a:extLst>
          </p:cNvPr>
          <p:cNvSpPr/>
          <p:nvPr/>
        </p:nvSpPr>
        <p:spPr>
          <a:xfrm>
            <a:off x="6975230" y="3234720"/>
            <a:ext cx="949569" cy="45719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5CE2C7C-4BB7-7AF1-9684-EAA203968F0E}"/>
              </a:ext>
            </a:extLst>
          </p:cNvPr>
          <p:cNvSpPr/>
          <p:nvPr/>
        </p:nvSpPr>
        <p:spPr>
          <a:xfrm>
            <a:off x="6971068" y="3288849"/>
            <a:ext cx="947957" cy="140151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B17BE0F2-563A-BD31-89AD-EDBA5D85FD46}"/>
              </a:ext>
            </a:extLst>
          </p:cNvPr>
          <p:cNvSpPr/>
          <p:nvPr/>
        </p:nvSpPr>
        <p:spPr>
          <a:xfrm>
            <a:off x="6976861" y="3675718"/>
            <a:ext cx="949569" cy="15357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00721959-17DA-7EB5-2B68-8B5F1D6A0FDC}"/>
              </a:ext>
            </a:extLst>
          </p:cNvPr>
          <p:cNvSpPr/>
          <p:nvPr/>
        </p:nvSpPr>
        <p:spPr>
          <a:xfrm>
            <a:off x="8632091" y="3487356"/>
            <a:ext cx="1067299" cy="137764"/>
          </a:xfrm>
          <a:prstGeom prst="round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F482906A-99AB-87B2-6FF8-250CA54D9651}"/>
              </a:ext>
            </a:extLst>
          </p:cNvPr>
          <p:cNvSpPr/>
          <p:nvPr/>
        </p:nvSpPr>
        <p:spPr>
          <a:xfrm>
            <a:off x="10247837" y="3390856"/>
            <a:ext cx="1033671" cy="142717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DE350A07-01F6-3C30-7425-2DF62BA9CF30}"/>
              </a:ext>
            </a:extLst>
          </p:cNvPr>
          <p:cNvSpPr/>
          <p:nvPr/>
        </p:nvSpPr>
        <p:spPr>
          <a:xfrm>
            <a:off x="6823576" y="4896091"/>
            <a:ext cx="921075" cy="36257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1DFAFB8E-918A-73DC-28A0-CD6A8809ED9D}"/>
              </a:ext>
            </a:extLst>
          </p:cNvPr>
          <p:cNvSpPr/>
          <p:nvPr/>
        </p:nvSpPr>
        <p:spPr>
          <a:xfrm>
            <a:off x="6833138" y="5752732"/>
            <a:ext cx="921075" cy="39452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3B852C0-B34B-60F7-7A84-AEAA87FE89EF}"/>
              </a:ext>
            </a:extLst>
          </p:cNvPr>
          <p:cNvSpPr/>
          <p:nvPr/>
        </p:nvSpPr>
        <p:spPr>
          <a:xfrm>
            <a:off x="7825162" y="4287132"/>
            <a:ext cx="921075" cy="19406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E04EB85-2D7F-4E37-2396-9EE415883F6F}"/>
              </a:ext>
            </a:extLst>
          </p:cNvPr>
          <p:cNvSpPr/>
          <p:nvPr/>
        </p:nvSpPr>
        <p:spPr>
          <a:xfrm>
            <a:off x="5840501" y="4281032"/>
            <a:ext cx="921075" cy="237242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C480ACD8-50B4-7B27-0AEB-A240A3E86F61}"/>
              </a:ext>
            </a:extLst>
          </p:cNvPr>
          <p:cNvSpPr/>
          <p:nvPr/>
        </p:nvSpPr>
        <p:spPr>
          <a:xfrm>
            <a:off x="5827123" y="4493535"/>
            <a:ext cx="921075" cy="201037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E0A32977-ED06-ED1A-C6F1-5B697DF3F6DD}"/>
              </a:ext>
            </a:extLst>
          </p:cNvPr>
          <p:cNvSpPr/>
          <p:nvPr/>
        </p:nvSpPr>
        <p:spPr>
          <a:xfrm>
            <a:off x="6823576" y="6161379"/>
            <a:ext cx="921075" cy="174953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571B66FF-895E-9E3F-5710-4D227B064322}"/>
              </a:ext>
            </a:extLst>
          </p:cNvPr>
          <p:cNvSpPr/>
          <p:nvPr/>
        </p:nvSpPr>
        <p:spPr>
          <a:xfrm>
            <a:off x="9809087" y="4287132"/>
            <a:ext cx="921075" cy="1019012"/>
          </a:xfrm>
          <a:prstGeom prst="roundRect">
            <a:avLst>
              <a:gd name="adj" fmla="val 579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7556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156"/>
          <p:cNvSpPr txBox="1">
            <a:spLocks noGrp="1"/>
          </p:cNvSpPr>
          <p:nvPr>
            <p:ph type="title"/>
          </p:nvPr>
        </p:nvSpPr>
        <p:spPr>
          <a:xfrm>
            <a:off x="455617" y="460683"/>
            <a:ext cx="11277833" cy="524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Tracked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8F9DE-0F36-BC9E-0F3E-5E97D31E46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5234" y="1314267"/>
            <a:ext cx="8997772" cy="90876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E26CDFE-4323-6F6A-4F55-2881A8722A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71400" y="2895441"/>
            <a:ext cx="7087235" cy="364932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A71990B-2A24-5263-A942-4FA86F1294F4}"/>
              </a:ext>
            </a:extLst>
          </p:cNvPr>
          <p:cNvSpPr/>
          <p:nvPr/>
        </p:nvSpPr>
        <p:spPr>
          <a:xfrm>
            <a:off x="4843677" y="6347221"/>
            <a:ext cx="921075" cy="194066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1FF84F-8235-ADAB-07E9-6BDB58BB08DA}"/>
              </a:ext>
            </a:extLst>
          </p:cNvPr>
          <p:cNvSpPr/>
          <p:nvPr/>
        </p:nvSpPr>
        <p:spPr>
          <a:xfrm>
            <a:off x="5827163" y="6341055"/>
            <a:ext cx="921075" cy="193126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521527-23DF-28DB-AB5A-C74258D1CD3B}"/>
              </a:ext>
            </a:extLst>
          </p:cNvPr>
          <p:cNvSpPr/>
          <p:nvPr/>
        </p:nvSpPr>
        <p:spPr>
          <a:xfrm>
            <a:off x="6820515" y="6340777"/>
            <a:ext cx="921075" cy="194066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782A86-3F88-E8A3-62C7-0A905747A6A8}"/>
              </a:ext>
            </a:extLst>
          </p:cNvPr>
          <p:cNvSpPr/>
          <p:nvPr/>
        </p:nvSpPr>
        <p:spPr>
          <a:xfrm>
            <a:off x="7825162" y="6347221"/>
            <a:ext cx="921075" cy="193126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846FD0-FBF2-FE98-7230-008C9F3660D3}"/>
              </a:ext>
            </a:extLst>
          </p:cNvPr>
          <p:cNvSpPr/>
          <p:nvPr/>
        </p:nvSpPr>
        <p:spPr>
          <a:xfrm>
            <a:off x="8839673" y="6341056"/>
            <a:ext cx="921075" cy="193126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5747DC-03EC-F680-9C21-06BA24F2E632}"/>
              </a:ext>
            </a:extLst>
          </p:cNvPr>
          <p:cNvSpPr/>
          <p:nvPr/>
        </p:nvSpPr>
        <p:spPr>
          <a:xfrm>
            <a:off x="7825162" y="4499360"/>
            <a:ext cx="921075" cy="1838211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6F44A9-54CB-E638-C102-C729B543590F}"/>
              </a:ext>
            </a:extLst>
          </p:cNvPr>
          <p:cNvSpPr/>
          <p:nvPr/>
        </p:nvSpPr>
        <p:spPr>
          <a:xfrm>
            <a:off x="8815329" y="4710931"/>
            <a:ext cx="921075" cy="1617143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1E19CC-3F4B-440F-46F4-652045254B3E}"/>
              </a:ext>
            </a:extLst>
          </p:cNvPr>
          <p:cNvSpPr/>
          <p:nvPr/>
        </p:nvSpPr>
        <p:spPr>
          <a:xfrm>
            <a:off x="10806647" y="4276130"/>
            <a:ext cx="921075" cy="2258051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323B76-A57D-F041-2749-D16BFF1920EA}"/>
              </a:ext>
            </a:extLst>
          </p:cNvPr>
          <p:cNvSpPr/>
          <p:nvPr/>
        </p:nvSpPr>
        <p:spPr>
          <a:xfrm>
            <a:off x="6834996" y="4289796"/>
            <a:ext cx="921075" cy="194066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6DC952-263D-1366-EFC6-CB1A5BD1ED02}"/>
              </a:ext>
            </a:extLst>
          </p:cNvPr>
          <p:cNvSpPr/>
          <p:nvPr/>
        </p:nvSpPr>
        <p:spPr>
          <a:xfrm>
            <a:off x="8336390" y="3629025"/>
            <a:ext cx="1655265" cy="272491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09D2ADF-55C9-60F8-9B1B-63E926CB37C4}"/>
              </a:ext>
            </a:extLst>
          </p:cNvPr>
          <p:cNvSpPr/>
          <p:nvPr/>
        </p:nvSpPr>
        <p:spPr>
          <a:xfrm>
            <a:off x="6976842" y="3478881"/>
            <a:ext cx="947957" cy="15834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9DBB58A-4AC0-EAF4-4D26-F2D5639B262D}"/>
              </a:ext>
            </a:extLst>
          </p:cNvPr>
          <p:cNvSpPr/>
          <p:nvPr/>
        </p:nvSpPr>
        <p:spPr>
          <a:xfrm>
            <a:off x="10263114" y="3575524"/>
            <a:ext cx="1023231" cy="15071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D35E74FE-0466-254F-B30D-BEF13826F801}"/>
              </a:ext>
            </a:extLst>
          </p:cNvPr>
          <p:cNvSpPr/>
          <p:nvPr/>
        </p:nvSpPr>
        <p:spPr>
          <a:xfrm>
            <a:off x="5827164" y="4298323"/>
            <a:ext cx="921075" cy="759630"/>
          </a:xfrm>
          <a:prstGeom prst="roundRect">
            <a:avLst>
              <a:gd name="adj" fmla="val 7002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9294E025-2456-E647-96A1-961358D55711}"/>
              </a:ext>
            </a:extLst>
          </p:cNvPr>
          <p:cNvSpPr/>
          <p:nvPr/>
        </p:nvSpPr>
        <p:spPr>
          <a:xfrm>
            <a:off x="8822011" y="4485571"/>
            <a:ext cx="921075" cy="21237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2E3CDE63-1A09-53B2-8255-C8EA5EBD7E7B}"/>
              </a:ext>
            </a:extLst>
          </p:cNvPr>
          <p:cNvSpPr/>
          <p:nvPr/>
        </p:nvSpPr>
        <p:spPr>
          <a:xfrm>
            <a:off x="4843678" y="4298323"/>
            <a:ext cx="921075" cy="201037"/>
          </a:xfrm>
          <a:prstGeom prst="round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99389E2A-2301-E3C9-F26D-9A8821DFB0AC}"/>
              </a:ext>
            </a:extLst>
          </p:cNvPr>
          <p:cNvSpPr/>
          <p:nvPr/>
        </p:nvSpPr>
        <p:spPr>
          <a:xfrm>
            <a:off x="6807930" y="6155513"/>
            <a:ext cx="921075" cy="174953"/>
          </a:xfrm>
          <a:prstGeom prst="round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1EC84427-FBBD-3B5C-55E5-1CAAC2CF8575}"/>
              </a:ext>
            </a:extLst>
          </p:cNvPr>
          <p:cNvSpPr/>
          <p:nvPr/>
        </p:nvSpPr>
        <p:spPr>
          <a:xfrm>
            <a:off x="8631179" y="3283374"/>
            <a:ext cx="1065686" cy="15834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D05C797-E98A-B9C7-44FD-69D436B7E610}"/>
              </a:ext>
            </a:extLst>
          </p:cNvPr>
          <p:cNvSpPr/>
          <p:nvPr/>
        </p:nvSpPr>
        <p:spPr>
          <a:xfrm>
            <a:off x="8808649" y="4276131"/>
            <a:ext cx="934437" cy="194067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A43EC08-B012-9A72-C8DB-6F182F3C97C3}"/>
              </a:ext>
            </a:extLst>
          </p:cNvPr>
          <p:cNvSpPr/>
          <p:nvPr/>
        </p:nvSpPr>
        <p:spPr>
          <a:xfrm>
            <a:off x="4815927" y="3229190"/>
            <a:ext cx="1882197" cy="654095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8411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99D79555-8DE0-62A3-BD42-AD4C477D43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2026" y="1314267"/>
            <a:ext cx="11431699" cy="1388345"/>
          </a:xfrm>
          <a:prstGeom prst="rect">
            <a:avLst/>
          </a:prstGeom>
        </p:spPr>
      </p:pic>
      <p:sp>
        <p:nvSpPr>
          <p:cNvPr id="1199" name="Google Shape;1199;p156"/>
          <p:cNvSpPr txBox="1">
            <a:spLocks noGrp="1"/>
          </p:cNvSpPr>
          <p:nvPr>
            <p:ph type="title"/>
          </p:nvPr>
        </p:nvSpPr>
        <p:spPr>
          <a:xfrm>
            <a:off x="455617" y="460683"/>
            <a:ext cx="11277833" cy="524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Managed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A98A5B3-D7A6-5446-EE60-8C89637040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71400" y="2895441"/>
            <a:ext cx="7087235" cy="364932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F58DE89-AA83-D407-5A42-30394B02508A}"/>
              </a:ext>
            </a:extLst>
          </p:cNvPr>
          <p:cNvSpPr/>
          <p:nvPr/>
        </p:nvSpPr>
        <p:spPr>
          <a:xfrm>
            <a:off x="4810618" y="3229921"/>
            <a:ext cx="1882197" cy="654095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E0F55A2-6203-713D-1180-2F89E14B00F1}"/>
              </a:ext>
            </a:extLst>
          </p:cNvPr>
          <p:cNvSpPr/>
          <p:nvPr/>
        </p:nvSpPr>
        <p:spPr>
          <a:xfrm>
            <a:off x="6976213" y="3270656"/>
            <a:ext cx="947957" cy="15834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1A42196E-2808-8F76-104A-8BA10F77805A}"/>
              </a:ext>
            </a:extLst>
          </p:cNvPr>
          <p:cNvSpPr/>
          <p:nvPr/>
        </p:nvSpPr>
        <p:spPr>
          <a:xfrm>
            <a:off x="10278227" y="3381578"/>
            <a:ext cx="1023231" cy="15071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2A2469AC-A5C2-B069-22BE-18223657B6E6}"/>
              </a:ext>
            </a:extLst>
          </p:cNvPr>
          <p:cNvSpPr/>
          <p:nvPr/>
        </p:nvSpPr>
        <p:spPr>
          <a:xfrm>
            <a:off x="7827137" y="4479377"/>
            <a:ext cx="921075" cy="395504"/>
          </a:xfrm>
          <a:prstGeom prst="roundRect">
            <a:avLst>
              <a:gd name="adj" fmla="val 7002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6D6D2F1C-F74C-0701-8539-D8F01E7215E4}"/>
              </a:ext>
            </a:extLst>
          </p:cNvPr>
          <p:cNvSpPr/>
          <p:nvPr/>
        </p:nvSpPr>
        <p:spPr>
          <a:xfrm>
            <a:off x="8832998" y="4284143"/>
            <a:ext cx="921075" cy="17495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C6B74499-E311-EEA1-4D7C-ECA6CB1C2B07}"/>
              </a:ext>
            </a:extLst>
          </p:cNvPr>
          <p:cNvSpPr/>
          <p:nvPr/>
        </p:nvSpPr>
        <p:spPr>
          <a:xfrm>
            <a:off x="6831665" y="4292914"/>
            <a:ext cx="921075" cy="174953"/>
          </a:xfrm>
          <a:prstGeom prst="round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084F7827-8C39-58C8-7620-7D9D3E3E3E99}"/>
              </a:ext>
            </a:extLst>
          </p:cNvPr>
          <p:cNvSpPr/>
          <p:nvPr/>
        </p:nvSpPr>
        <p:spPr>
          <a:xfrm>
            <a:off x="4844528" y="6357778"/>
            <a:ext cx="921075" cy="174953"/>
          </a:xfrm>
          <a:prstGeom prst="round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A38063F2-5AA4-0251-B2A7-7DE49753AE70}"/>
              </a:ext>
            </a:extLst>
          </p:cNvPr>
          <p:cNvSpPr/>
          <p:nvPr/>
        </p:nvSpPr>
        <p:spPr>
          <a:xfrm>
            <a:off x="8627354" y="3675622"/>
            <a:ext cx="1065686" cy="17495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456407A2-F9A6-0BF6-86AC-28B6C681F59A}"/>
              </a:ext>
            </a:extLst>
          </p:cNvPr>
          <p:cNvSpPr/>
          <p:nvPr/>
        </p:nvSpPr>
        <p:spPr>
          <a:xfrm>
            <a:off x="5838731" y="6357778"/>
            <a:ext cx="921075" cy="174953"/>
          </a:xfrm>
          <a:prstGeom prst="round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A8F98ED0-FFD5-3C8C-B882-FE67D024C0A1}"/>
              </a:ext>
            </a:extLst>
          </p:cNvPr>
          <p:cNvSpPr/>
          <p:nvPr/>
        </p:nvSpPr>
        <p:spPr>
          <a:xfrm>
            <a:off x="6817324" y="6357779"/>
            <a:ext cx="921075" cy="174953"/>
          </a:xfrm>
          <a:prstGeom prst="round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7D72BF81-6A8E-E923-7640-5113F1495E5D}"/>
              </a:ext>
            </a:extLst>
          </p:cNvPr>
          <p:cNvSpPr/>
          <p:nvPr/>
        </p:nvSpPr>
        <p:spPr>
          <a:xfrm>
            <a:off x="7827137" y="6349608"/>
            <a:ext cx="921075" cy="174953"/>
          </a:xfrm>
          <a:prstGeom prst="round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958556CB-40F4-8E0B-02A4-619194F7687E}"/>
              </a:ext>
            </a:extLst>
          </p:cNvPr>
          <p:cNvSpPr/>
          <p:nvPr/>
        </p:nvSpPr>
        <p:spPr>
          <a:xfrm>
            <a:off x="8832999" y="6355602"/>
            <a:ext cx="921075" cy="174953"/>
          </a:xfrm>
          <a:prstGeom prst="round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99FA40FE-FAFA-9468-6499-27709C97A8B3}"/>
              </a:ext>
            </a:extLst>
          </p:cNvPr>
          <p:cNvSpPr/>
          <p:nvPr/>
        </p:nvSpPr>
        <p:spPr>
          <a:xfrm>
            <a:off x="10789842" y="4284143"/>
            <a:ext cx="921075" cy="25675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8941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156"/>
          <p:cNvSpPr txBox="1">
            <a:spLocks noGrp="1"/>
          </p:cNvSpPr>
          <p:nvPr>
            <p:ph type="title"/>
          </p:nvPr>
        </p:nvSpPr>
        <p:spPr>
          <a:xfrm>
            <a:off x="455617" y="460683"/>
            <a:ext cx="11277833" cy="524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Mature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6F6364-D4D5-7EFF-2D09-DC995B9C29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5375" y="1314267"/>
            <a:ext cx="2489515" cy="40665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EE0D24F-A0D9-28AC-5C34-2449065B82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71400" y="2895441"/>
            <a:ext cx="7087235" cy="3649329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E17330B-57DF-C61F-6BFC-F5BF338386A8}"/>
              </a:ext>
            </a:extLst>
          </p:cNvPr>
          <p:cNvSpPr/>
          <p:nvPr/>
        </p:nvSpPr>
        <p:spPr>
          <a:xfrm>
            <a:off x="5300194" y="3370922"/>
            <a:ext cx="1065686" cy="36781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7689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1F93B3-48F8-E2E7-039A-1BD2631DEC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5375" y="1314456"/>
            <a:ext cx="3777147" cy="406464"/>
          </a:xfrm>
          <a:prstGeom prst="rect">
            <a:avLst/>
          </a:prstGeom>
        </p:spPr>
      </p:pic>
      <p:sp>
        <p:nvSpPr>
          <p:cNvPr id="1199" name="Google Shape;1199;p156"/>
          <p:cNvSpPr txBox="1">
            <a:spLocks noGrp="1"/>
          </p:cNvSpPr>
          <p:nvPr>
            <p:ph type="title"/>
          </p:nvPr>
        </p:nvSpPr>
        <p:spPr>
          <a:xfrm>
            <a:off x="455617" y="460683"/>
            <a:ext cx="11277833" cy="524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Supply Chain Activities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F5C737-CD73-D6A2-33BD-BEDCC023E374}"/>
              </a:ext>
            </a:extLst>
          </p:cNvPr>
          <p:cNvSpPr txBox="1"/>
          <p:nvPr/>
        </p:nvSpPr>
        <p:spPr>
          <a:xfrm>
            <a:off x="455375" y="2050294"/>
            <a:ext cx="11584225" cy="1685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+mn-lt"/>
              </a:rPr>
              <a:t>Autonomous Vehicle Cybersecurity Manufacturer Disclosure Statement (AVCMDS) </a:t>
            </a: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+mn-lt"/>
              </a:rPr>
              <a:t>Supplier Self-reported Cybersecurity Maturity Assessment (CMM) </a:t>
            </a: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+mn-lt"/>
              </a:rPr>
              <a:t>Cybersecurity Interface Agreement (CIA) </a:t>
            </a:r>
          </a:p>
        </p:txBody>
      </p:sp>
    </p:spTree>
    <p:extLst>
      <p:ext uri="{BB962C8B-B14F-4D97-AF65-F5344CB8AC3E}">
        <p14:creationId xmlns:p14="http://schemas.microsoft.com/office/powerpoint/2010/main" val="36978378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156"/>
          <p:cNvSpPr txBox="1">
            <a:spLocks noGrp="1"/>
          </p:cNvSpPr>
          <p:nvPr>
            <p:ph type="title"/>
          </p:nvPr>
        </p:nvSpPr>
        <p:spPr>
          <a:xfrm>
            <a:off x="455617" y="460683"/>
            <a:ext cx="11277833" cy="524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Evaluating Your Status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908789-1DFE-B6CD-F130-897E5D492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212" y="1125246"/>
            <a:ext cx="7772400" cy="551073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943540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32CA7D-326D-D83B-BC9A-197A16BF2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8710" y="460684"/>
            <a:ext cx="6615236" cy="59601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504212-C59B-4597-0B2F-1504014B297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4000"/>
          </a:blip>
          <a:stretch>
            <a:fillRect/>
          </a:stretch>
        </p:blipFill>
        <p:spPr>
          <a:xfrm>
            <a:off x="2858709" y="460684"/>
            <a:ext cx="6615237" cy="5960183"/>
          </a:xfrm>
          <a:prstGeom prst="rect">
            <a:avLst/>
          </a:prstGeom>
        </p:spPr>
      </p:pic>
      <p:sp>
        <p:nvSpPr>
          <p:cNvPr id="1199" name="Google Shape;1199;p156"/>
          <p:cNvSpPr txBox="1">
            <a:spLocks noGrp="1"/>
          </p:cNvSpPr>
          <p:nvPr>
            <p:ph type="title"/>
          </p:nvPr>
        </p:nvSpPr>
        <p:spPr>
          <a:xfrm>
            <a:off x="455617" y="460683"/>
            <a:ext cx="11277833" cy="524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Mapping Your Status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28325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156"/>
          <p:cNvSpPr txBox="1">
            <a:spLocks noGrp="1"/>
          </p:cNvSpPr>
          <p:nvPr>
            <p:ph type="title"/>
          </p:nvPr>
        </p:nvSpPr>
        <p:spPr>
          <a:xfrm>
            <a:off x="455617" y="460683"/>
            <a:ext cx="11277833" cy="524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Summary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C4AA70-8625-5997-5FFB-68C4E7218311}"/>
              </a:ext>
            </a:extLst>
          </p:cNvPr>
          <p:cNvSpPr txBox="1"/>
          <p:nvPr/>
        </p:nvSpPr>
        <p:spPr>
          <a:xfrm>
            <a:off x="455617" y="985083"/>
            <a:ext cx="11584225" cy="2239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+mn-lt"/>
              </a:rPr>
              <a:t>It’s a tractable problem</a:t>
            </a: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+mn-lt"/>
              </a:rPr>
              <a:t>Do a cybersecurity </a:t>
            </a:r>
            <a:r>
              <a:rPr lang="en-US" sz="2400" dirty="0">
                <a:latin typeface="+mn-lt"/>
              </a:rPr>
              <a:t>m</a:t>
            </a:r>
            <a:r>
              <a:rPr lang="en-US" sz="2400" dirty="0">
                <a:effectLst/>
                <a:latin typeface="+mn-lt"/>
              </a:rPr>
              <a:t>aturity </a:t>
            </a:r>
            <a:r>
              <a:rPr lang="en-US" sz="2400" dirty="0">
                <a:latin typeface="+mn-lt"/>
              </a:rPr>
              <a:t>s</a:t>
            </a:r>
            <a:r>
              <a:rPr lang="en-US" sz="2400" dirty="0">
                <a:effectLst/>
                <a:latin typeface="+mn-lt"/>
              </a:rPr>
              <a:t>elf-assessment</a:t>
            </a: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+mn-lt"/>
              </a:rPr>
              <a:t>Remember the supply chain</a:t>
            </a: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Track your progress</a:t>
            </a:r>
            <a:endParaRPr lang="en-US" sz="2400" dirty="0"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683923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156"/>
          <p:cNvSpPr txBox="1">
            <a:spLocks noGrp="1"/>
          </p:cNvSpPr>
          <p:nvPr>
            <p:ph type="title"/>
          </p:nvPr>
        </p:nvSpPr>
        <p:spPr>
          <a:xfrm>
            <a:off x="455617" y="460683"/>
            <a:ext cx="11277833" cy="524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AVCDL on GitHub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98602B-1BC4-904C-BFAC-74CE0F089C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78323" y="1034903"/>
            <a:ext cx="8632178" cy="536241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038D5AC-F2CE-EEDF-F93C-BC5BEDC13283}"/>
              </a:ext>
            </a:extLst>
          </p:cNvPr>
          <p:cNvSpPr/>
          <p:nvPr/>
        </p:nvSpPr>
        <p:spPr>
          <a:xfrm>
            <a:off x="6476384" y="522828"/>
            <a:ext cx="52568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</a:pP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https://github.com/nutonomy/AVCDL </a:t>
            </a:r>
          </a:p>
        </p:txBody>
      </p:sp>
    </p:spTree>
    <p:extLst>
      <p:ext uri="{BB962C8B-B14F-4D97-AF65-F5344CB8AC3E}">
        <p14:creationId xmlns:p14="http://schemas.microsoft.com/office/powerpoint/2010/main" val="34716603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147"/>
          <p:cNvSpPr txBox="1">
            <a:spLocks noGrp="1"/>
          </p:cNvSpPr>
          <p:nvPr>
            <p:ph type="title"/>
          </p:nvPr>
        </p:nvSpPr>
        <p:spPr>
          <a:xfrm>
            <a:off x="455616" y="460683"/>
            <a:ext cx="11277591" cy="524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References</a:t>
            </a:r>
            <a:endParaRPr dirty="0"/>
          </a:p>
        </p:txBody>
      </p:sp>
      <p:sp>
        <p:nvSpPr>
          <p:cNvPr id="6" name="Google Shape;879;p147">
            <a:extLst>
              <a:ext uri="{FF2B5EF4-FFF2-40B4-BE49-F238E27FC236}">
                <a16:creationId xmlns:a16="http://schemas.microsoft.com/office/drawing/2014/main" id="{62E5AFC2-2A26-CB49-B6DE-929E6E719FC5}"/>
              </a:ext>
            </a:extLst>
          </p:cNvPr>
          <p:cNvSpPr txBox="1">
            <a:spLocks/>
          </p:cNvSpPr>
          <p:nvPr/>
        </p:nvSpPr>
        <p:spPr>
          <a:xfrm>
            <a:off x="455616" y="1146448"/>
            <a:ext cx="11277592" cy="2523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None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 Sans"/>
              <a:buChar char="−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erriweather Sans"/>
              <a:buChar char="−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•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•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•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•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Courier New" panose="02070309020205020404" pitchFamily="49" charset="0"/>
              </a:rPr>
              <a:t>AVCDL (GitHub)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  <a:hlinkClick r:id="rId3"/>
              </a:rPr>
              <a:t>https://github.com/nutonomy/AVCDL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spcBef>
                <a:spcPts val="0"/>
              </a:spcBef>
            </a:pPr>
            <a:r>
              <a:rPr lang="en-US" b="1" dirty="0"/>
              <a:t>Incremental AVCDL Adoption (AVCDL elaboration document)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  <a:hlinkClick r:id="rId4"/>
              </a:rPr>
              <a:t>https://github.com/nutonomy/AVCDL/blob/main/distribution/reference_documents/elaboration_documents/Incremental%20AVCDL%20Adoption.pdf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spcBef>
                <a:spcPts val="0"/>
              </a:spcBef>
            </a:pPr>
            <a:r>
              <a:rPr lang="en-US" b="1" dirty="0"/>
              <a:t>AVCDL vendor CMM template (AVCDL template document)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  <a:hlinkClick r:id="rId5"/>
              </a:rPr>
              <a:t>https://github.com/nutonomy/AVCDL/blob/main/distribution/reference_documents/templates/AVCDL%20vendor%20CMM%20template.xlsx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51310803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onal Masters">
  <a:themeElements>
    <a:clrScheme name="Motional">
      <a:dk1>
        <a:srgbClr val="000000"/>
      </a:dk1>
      <a:lt1>
        <a:srgbClr val="FFFFFF"/>
      </a:lt1>
      <a:dk2>
        <a:srgbClr val="092871"/>
      </a:dk2>
      <a:lt2>
        <a:srgbClr val="5B48F6"/>
      </a:lt2>
      <a:accent1>
        <a:srgbClr val="C9EAF1"/>
      </a:accent1>
      <a:accent2>
        <a:srgbClr val="ADB9E3"/>
      </a:accent2>
      <a:accent3>
        <a:srgbClr val="00F6FF"/>
      </a:accent3>
      <a:accent4>
        <a:srgbClr val="D2DCDC"/>
      </a:accent4>
      <a:accent5>
        <a:srgbClr val="828791"/>
      </a:accent5>
      <a:accent6>
        <a:srgbClr val="404449"/>
      </a:accent6>
      <a:hlink>
        <a:srgbClr val="0000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onal Masters">
  <a:themeElements>
    <a:clrScheme name="Motional">
      <a:dk1>
        <a:srgbClr val="000000"/>
      </a:dk1>
      <a:lt1>
        <a:srgbClr val="FFFFFF"/>
      </a:lt1>
      <a:dk2>
        <a:srgbClr val="092871"/>
      </a:dk2>
      <a:lt2>
        <a:srgbClr val="5B48F6"/>
      </a:lt2>
      <a:accent1>
        <a:srgbClr val="C9EAF1"/>
      </a:accent1>
      <a:accent2>
        <a:srgbClr val="ADB9E3"/>
      </a:accent2>
      <a:accent3>
        <a:srgbClr val="00F6FF"/>
      </a:accent3>
      <a:accent4>
        <a:srgbClr val="D2DCDC"/>
      </a:accent4>
      <a:accent5>
        <a:srgbClr val="828791"/>
      </a:accent5>
      <a:accent6>
        <a:srgbClr val="404449"/>
      </a:accent6>
      <a:hlink>
        <a:srgbClr val="0000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41782</TotalTime>
  <Words>2187</Words>
  <Application>Microsoft Macintosh PowerPoint</Application>
  <PresentationFormat>Custom</PresentationFormat>
  <Paragraphs>365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Arial</vt:lpstr>
      <vt:lpstr>Calibri</vt:lpstr>
      <vt:lpstr>Roboto Medium</vt:lpstr>
      <vt:lpstr>Roboto</vt:lpstr>
      <vt:lpstr>Courier New</vt:lpstr>
      <vt:lpstr>Simple Light</vt:lpstr>
      <vt:lpstr>Motional Masters</vt:lpstr>
      <vt:lpstr>Motional Masters</vt:lpstr>
      <vt:lpstr>Incremental AVCDL Adoption</vt:lpstr>
      <vt:lpstr>AVCDL Core Document Set</vt:lpstr>
      <vt:lpstr>AVCDL Materials</vt:lpstr>
      <vt:lpstr>AVCDL Framework</vt:lpstr>
      <vt:lpstr>AVCDL Framework</vt:lpstr>
      <vt:lpstr>AVCDL Framework</vt:lpstr>
      <vt:lpstr>AVCDL Framework</vt:lpstr>
      <vt:lpstr>Incremental Adoption Spectrum</vt:lpstr>
      <vt:lpstr>Incremental Adoption Spectrum</vt:lpstr>
      <vt:lpstr>Incremental Adoption Spectrum</vt:lpstr>
      <vt:lpstr>Incremental Adoption Spectrum</vt:lpstr>
      <vt:lpstr>Incremental Adoption Spectrum</vt:lpstr>
      <vt:lpstr>Incremental Adoption Spectrum</vt:lpstr>
      <vt:lpstr>Prioritized Phase Requirements</vt:lpstr>
      <vt:lpstr>Preliminary vs Full Implementation</vt:lpstr>
      <vt:lpstr>Preliminary vs Full Implementation</vt:lpstr>
      <vt:lpstr>Preliminary vs Full Implementation</vt:lpstr>
      <vt:lpstr>Safety-related Phase Requirements</vt:lpstr>
      <vt:lpstr>Incremental Implementation Stages</vt:lpstr>
      <vt:lpstr>Barebones</vt:lpstr>
      <vt:lpstr>Tactical</vt:lpstr>
      <vt:lpstr>Tracked</vt:lpstr>
      <vt:lpstr>Managed</vt:lpstr>
      <vt:lpstr>Mature</vt:lpstr>
      <vt:lpstr>Supply Chain Activities</vt:lpstr>
      <vt:lpstr>Evaluating Your Status</vt:lpstr>
      <vt:lpstr>Mapping Your Status</vt:lpstr>
      <vt:lpstr>Summary</vt:lpstr>
      <vt:lpstr>AVCDL on GitHub</vt:lpstr>
      <vt:lpstr>References</vt:lpstr>
    </vt:vector>
  </TitlesOfParts>
  <Manager/>
  <Company>Motional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Incremental AVCDL Adoption</dc:title>
  <dc:subject>AVCDL adoption</dc:subject>
  <dc:creator>Charles Wilson</dc:creator>
  <cp:keywords>cybersecurity, incremental lifecycle adoption</cp:keywords>
  <dc:description>This work was originally created by Motional and is licensed under the Creative Commons Attribution-Share Alike (CC BY-SA-4.0) License.
https://creativecommons.org/licenses/by/4.0/legalcode
</dc:description>
  <cp:lastModifiedBy>Charles Wilson</cp:lastModifiedBy>
  <cp:revision>140</cp:revision>
  <cp:lastPrinted>2023-09-15T13:24:04Z</cp:lastPrinted>
  <dcterms:modified xsi:type="dcterms:W3CDTF">2026-01-13T20:49:09Z</dcterms:modified>
  <cp:category>cybersecurity</cp:category>
</cp:coreProperties>
</file>