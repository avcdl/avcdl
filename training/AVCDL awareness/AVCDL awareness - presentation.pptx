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2.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31"/>
  </p:notesMasterIdLst>
  <p:sldIdLst>
    <p:sldId id="256" r:id="rId4"/>
    <p:sldId id="293" r:id="rId5"/>
    <p:sldId id="449" r:id="rId6"/>
    <p:sldId id="278" r:id="rId7"/>
    <p:sldId id="277" r:id="rId8"/>
    <p:sldId id="380" r:id="rId9"/>
    <p:sldId id="365" r:id="rId10"/>
    <p:sldId id="426" r:id="rId11"/>
    <p:sldId id="428" r:id="rId12"/>
    <p:sldId id="411" r:id="rId13"/>
    <p:sldId id="430" r:id="rId14"/>
    <p:sldId id="459" r:id="rId15"/>
    <p:sldId id="398" r:id="rId16"/>
    <p:sldId id="366" r:id="rId17"/>
    <p:sldId id="399" r:id="rId18"/>
    <p:sldId id="473" r:id="rId19"/>
    <p:sldId id="476" r:id="rId20"/>
    <p:sldId id="474" r:id="rId21"/>
    <p:sldId id="475" r:id="rId22"/>
    <p:sldId id="308" r:id="rId23"/>
    <p:sldId id="300" r:id="rId24"/>
    <p:sldId id="385" r:id="rId25"/>
    <p:sldId id="472" r:id="rId26"/>
    <p:sldId id="283" r:id="rId27"/>
    <p:sldId id="461" r:id="rId28"/>
    <p:sldId id="368" r:id="rId29"/>
    <p:sldId id="287" r:id="rId30"/>
  </p:sldIdLst>
  <p:sldSz cx="12188825" cy="6858000"/>
  <p:notesSz cx="6858000" cy="9144000"/>
  <p:embeddedFontLst>
    <p:embeddedFont>
      <p:font typeface="Merriweather Sans" pitchFamily="2" charset="77"/>
      <p:regular r:id="rId32"/>
      <p:bold r:id="rId33"/>
      <p:italic r:id="rId34"/>
      <p:boldItalic r:id="rId35"/>
    </p:embeddedFont>
    <p:embeddedFont>
      <p:font typeface="Poppins Medium" panose="00000600000000000000" pitchFamily="2" charset="77"/>
      <p:regular r:id="rId36"/>
      <p:bold r:id="rId37"/>
      <p:italic r:id="rId38"/>
      <p:boldItalic r:id="rId39"/>
    </p:embeddedFont>
    <p:embeddedFont>
      <p:font typeface="Roboto" panose="02000000000000000000" pitchFamily="2" charset="0"/>
      <p:regular r:id="rId40"/>
      <p:bold r:id="rId41"/>
      <p:italic r:id="rId42"/>
      <p:boldItalic r:id="rId43"/>
    </p:embeddedFont>
    <p:embeddedFont>
      <p:font typeface="Roboto Light" panose="02000000000000000000" pitchFamily="2" charset="0"/>
      <p:regular r:id="rId44"/>
      <p:bold r:id="rId45"/>
      <p:italic r:id="rId46"/>
      <p:boldItalic r:id="rId47"/>
    </p:embeddedFont>
    <p:embeddedFont>
      <p:font typeface="Roboto Medium" panose="02000000000000000000" pitchFamily="2"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0A14"/>
    <a:srgbClr val="0000FF"/>
    <a:srgbClr val="FFE6CC"/>
    <a:srgbClr val="FFFFFF"/>
    <a:srgbClr val="FFF2CC"/>
    <a:srgbClr val="CCFFCC"/>
    <a:srgbClr val="FFFAB2"/>
    <a:srgbClr val="FDFFE0"/>
    <a:srgbClr val="99CCFF"/>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90"/>
    <p:restoredTop sz="65739"/>
  </p:normalViewPr>
  <p:slideViewPr>
    <p:cSldViewPr snapToGrid="0">
      <p:cViewPr varScale="1">
        <p:scale>
          <a:sx n="128" d="100"/>
          <a:sy n="128" d="100"/>
        </p:scale>
        <p:origin x="3360" y="168"/>
      </p:cViewPr>
      <p:guideLst>
        <p:guide orient="horz" pos="2160"/>
        <p:guide pos="3839"/>
        <p:guide orient="horz" pos="3945"/>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8.fntdata"/><Relationship Id="rId21" Type="http://schemas.openxmlformats.org/officeDocument/2006/relationships/slide" Target="slides/slide18.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font" Target="fonts/font19.fntdata"/><Relationship Id="rId55"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8" Type="http://schemas.openxmlformats.org/officeDocument/2006/relationships/slide" Target="slides/slide5.xml"/><Relationship Id="rId51" Type="http://schemas.openxmlformats.org/officeDocument/2006/relationships/font" Target="fonts/font20.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7.xml"/><Relationship Id="rId41" Type="http://schemas.openxmlformats.org/officeDocument/2006/relationships/font" Target="fonts/font10.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5.fntdata"/><Relationship Id="rId49"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is an introduction of the AVCDL for non-cybersecurity individuals.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solidFill>
                <a:srgbClr val="1D1C1D"/>
              </a:solidFill>
              <a:effectLst/>
              <a:latin typeface="Arial" panose="020B0604020202020204" pitchFamily="34" charset="0"/>
            </a:endParaRPr>
          </a:p>
          <a:p>
            <a:pPr marL="0" lvl="0" indent="0" algn="l" rtl="0">
              <a:spcBef>
                <a:spcPts val="0"/>
              </a:spcBef>
              <a:spcAft>
                <a:spcPts val="0"/>
              </a:spcAft>
              <a:buNone/>
            </a:pPr>
            <a:r>
              <a:rPr lang="en-US" dirty="0"/>
              <a:t>The AVCDL is a cybersecurity development lifecycle designed to address the needs of safety-critical cyber-physical systems such as those in the automotive industry where in recent years we've seen the introduction of increasingly sophisticated computer-based systems.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has led to the creation of a number technical and regulatory standards intended to address the cybersecurity concerns these systems present.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Most notably are ISO/SAE 21434 related to cybersecurity engineering for road vehicles and UN R155 regarding road vehicle cybersecurity.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take a moment to look at the greater cybersecurity standards and regulations ecosystem.</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302815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Here's a view of the cybersecurity standards and regulations ecosystem.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There's a lot going on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blue, we have technical standards.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relate to what needs to happen from an engineering standpoint.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white are activities that we need to do during the creation of the products.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Shown here are United Nations regulations.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in gray we have future regulation currently under development.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Starting from the bottom, we have the ISO 9000 series which is basically the QMS and related document management system elements.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Atop that, we have two standards that related to systems and software engineering.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 we get to the cybersecurity blocks within the automotive space, dealing with cybersecurity engineering and software update.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two have corresponding UN regulations for the cybersecurity management system and the software update management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Later regulations are dependent on the earlier ones.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so, the one for the auto lane keeping system, R157 requires that you conform to R155 and R156.</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the same is true with the proposed European Union proposal, which will probably be rolled into the UN regulations in the future for autonomous driving systems.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proliferation of standards and regulations is the problem that the AVCDL is trying to deal with and avoid.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AVCDL provides a set of manageable, comprehensible activities from the standpoint of development, project management and safety that fulfill all the various requirements and regulations without the need for getting into the weeds of the specifics of ISO, SAE, or UN language.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Let's take a step back now and ask ourselves what is a lifecycle?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9364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a:extLst>
            <a:ext uri="{FF2B5EF4-FFF2-40B4-BE49-F238E27FC236}">
              <a16:creationId xmlns:a16="http://schemas.microsoft.com/office/drawing/2014/main" id="{31C0EA30-B1F1-B919-1A29-5A8B07E94939}"/>
            </a:ext>
          </a:extLst>
        </p:cNvPr>
        <p:cNvGrpSpPr/>
        <p:nvPr/>
      </p:nvGrpSpPr>
      <p:grpSpPr>
        <a:xfrm>
          <a:off x="0" y="0"/>
          <a:ext cx="0" cy="0"/>
          <a:chOff x="0" y="0"/>
          <a:chExt cx="0" cy="0"/>
        </a:xfrm>
      </p:grpSpPr>
      <p:sp>
        <p:nvSpPr>
          <p:cNvPr id="875" name="Google Shape;875;gbd8f7373d4_0_397:notes">
            <a:extLst>
              <a:ext uri="{FF2B5EF4-FFF2-40B4-BE49-F238E27FC236}">
                <a16:creationId xmlns:a16="http://schemas.microsoft.com/office/drawing/2014/main" id="{C2756581-6A12-CA4A-C13B-60EA50D5C77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a:extLst>
              <a:ext uri="{FF2B5EF4-FFF2-40B4-BE49-F238E27FC236}">
                <a16:creationId xmlns:a16="http://schemas.microsoft.com/office/drawing/2014/main" id="{C9D638E5-8C42-00FD-19D5-32B74D9174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lvl="0" indent="0" algn="l" rtl="0">
              <a:spcBef>
                <a:spcPts val="0"/>
              </a:spcBef>
              <a:spcAft>
                <a:spcPts val="0"/>
              </a:spcAft>
              <a:buNone/>
            </a:pPr>
            <a:r>
              <a:rPr lang="en-US" dirty="0"/>
              <a:t>To understand a lifecycle, it's important to first organize the space that the lifecycle occupies.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 start with policy because policy tells us why we do things.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Policies motivate our actions.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next level down are processes.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These are the what, who, and when that allow us to implement those policies.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Finally, we have procedures. These are the how.</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Procedures are very specific. They take a generic process and provide concrete steps as to how to implement it.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[break]</a:t>
            </a:r>
          </a:p>
          <a:p>
            <a:pPr marL="0" lvl="0" indent="0" algn="l" rtl="0">
              <a:spcBef>
                <a:spcPts val="0"/>
              </a:spcBef>
              <a:spcAft>
                <a:spcPts val="0"/>
              </a:spcAft>
              <a:buNone/>
            </a:pPr>
            <a:endParaRPr lang="en-US" dirty="0"/>
          </a:p>
          <a:p>
            <a:pPr marL="0" lvl="0" indent="0" algn="l" rtl="0">
              <a:spcBef>
                <a:spcPts val="0"/>
              </a:spcBef>
              <a:spcAft>
                <a:spcPts val="0"/>
              </a:spcAft>
              <a:buNone/>
            </a:pPr>
            <a:r>
              <a:rPr lang="en-US" strike="sngStrike" dirty="0"/>
              <a:t>A lifecycle is the collection of processes and can be applied across multiple different domains and allows us to have dependencies that go across the entirety of the supply chain.</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Note that procedures are not part of the lifecycle, because they are specific and unique to each organization implementing the processes.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294794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a:extLst>
            <a:ext uri="{FF2B5EF4-FFF2-40B4-BE49-F238E27FC236}">
              <a16:creationId xmlns:a16="http://schemas.microsoft.com/office/drawing/2014/main" id="{BF044D7A-5ABC-DF7C-149E-2704A8153968}"/>
            </a:ext>
          </a:extLst>
        </p:cNvPr>
        <p:cNvGrpSpPr/>
        <p:nvPr/>
      </p:nvGrpSpPr>
      <p:grpSpPr>
        <a:xfrm>
          <a:off x="0" y="0"/>
          <a:ext cx="0" cy="0"/>
          <a:chOff x="0" y="0"/>
          <a:chExt cx="0" cy="0"/>
        </a:xfrm>
      </p:grpSpPr>
      <p:sp>
        <p:nvSpPr>
          <p:cNvPr id="875" name="Google Shape;875;gbd8f7373d4_0_397:notes">
            <a:extLst>
              <a:ext uri="{FF2B5EF4-FFF2-40B4-BE49-F238E27FC236}">
                <a16:creationId xmlns:a16="http://schemas.microsoft.com/office/drawing/2014/main" id="{E56D924F-1A92-4347-DB26-DD4E5FBAFBA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a:extLst>
              <a:ext uri="{FF2B5EF4-FFF2-40B4-BE49-F238E27FC236}">
                <a16:creationId xmlns:a16="http://schemas.microsoft.com/office/drawing/2014/main" id="{4AE2DC40-D299-E85F-1FB5-FD6C0B9779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strike="sngStrike" dirty="0"/>
              <a:t>To understand a lifecycle, it's important to first organize the space that the lifecycle occupies.</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We start with policy because policy tells us why we do things.</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Policies motivate our actions.</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The next level down are processes.</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These are the what, who, and when that allow us to implement those policies.</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Finally, we have procedures. These are the how.</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Procedures are very specific. They take a generic process and provide concrete steps as to how to implement it.</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[break]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lifecycle is the collection of processes and can be applied across multiple different domains and allows us to have dependencies that go across the entirety of the supply chain.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Note that procedures are not part of the lifecycle, because they are specific and unique to each organization implementing the processes.</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35898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Although the AVCDL addresses the requirements of ISO/SAE 21434 and UN R155 it's not tied to those specifically.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What we're achieving is compliance, not conformance to make this flexible and not have to return to it every time someone produces a new standard.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AVCDL takes into consideration two distinct groups of fundamental references.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first are the ones that we've mentioned before.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in that collection is also iso 26262 for safety.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 the other half of the equation, we have engineering principles and for that, we look to things like Microsoft's security development lifecycle and the best practices that have come out of NIST and were informed by the qualifications for people who do cybersecurity activities.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it's this collection of material that has allowed us to create a life cycle which will fulfill all the needs that we have for standards of regulations, but also works with best practices and integrates cleanly.</a:t>
            </a:r>
          </a:p>
        </p:txBody>
      </p:sp>
    </p:spTree>
    <p:extLst>
      <p:ext uri="{BB962C8B-B14F-4D97-AF65-F5344CB8AC3E}">
        <p14:creationId xmlns:p14="http://schemas.microsoft.com/office/powerpoint/2010/main" val="1322699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Here's an overview diagram of the AVCDL framework itself.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has roughly 70 processes spread across eight phases.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These are foundation, requirements, design, implementation, verification, release, operation, and decommissioning.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They’re collected into three groups.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first, the foundation phase contains those processes we do across the entirety of the product line.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established these processes once and apply to every project.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For instance, when you're talking about roles and responsibilities, those on a product-by-product basis.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same is true for the overall requirements, tool chain support, or incident response.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next group contain the inter-developmental phases.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These are the build-the-product phases. They follow the same general pattern as a standard development lifecycle where we have requirements, design, implementation, verification and release phases.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Finally, the post-developmental phases include operation and decommissioning.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is where we're handling the product once it’s been released.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it's also where we handle retiring the product, whether permanently or for RMA. We have to consider the cybersecurity standpoint, including the organizational IP and cryptographic materials in the device. This is regardless of whether we need to send it back to a supplier for repair or retire it from service.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Taken together, these phases and processes represent the totality of the product lifecycle from a cybersecurity perspective.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83445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Here's an overview diagram of the AVCDL framework itself.</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It has roughly 70 processes spread across eight phases.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These are foundation, requirements, design, implementation, verification, release, operation, and decommissioning.</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They’re collected into three groups.</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first, the foundation phase contains those processes we do across the entirety of the product line.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established these processes once and apply to every project.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For instance, when you're talking about roles and responsibilities, those on a product-by-product basis.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same is true for the overall requirements, tool chain support, or incident response.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next group contain the inter-developmental phases.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These are the build-the-product phases. They follow the same general pattern as a standard development lifecycle where we have requirements, design, implementation, verification and release phases.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Finally, the post-developmental phases include operation and decommissioning.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is where we're handling the product once it’s been released.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it's also where we handle retiring the product, whether permanently or for RMA. We have to consider the cybersecurity standpoint, including the organizational IP and cryptographic materials in the device. This is regardless of whether we need to send it back to a supplier for repair or retire it from service.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Taken together, these phases and processes represent the totality of the product lifecycle from a cybersecurity perspective.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28201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Here's an overview diagram of the AVCDL framework itself.</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It has roughly 70 processes spread across eight phases.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These are foundation, requirements, design, implementation, verification, release, operation, and decommissioning.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They’re collected into three groups.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The first, the foundation phase contains those processes we do across the entirety of the product line.</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We established these processes once and apply to every project.</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For instance, when you're talking about roles and responsibilities, those on a product-by-product basis.</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The same is true for the overall requirements, tool chain support, or incident response.</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next group contain the inter-developmental phases.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These are the build-the-product phases. They follow the same general pattern as a standard development lifecycle where we have requirements, design, implementation, verification and release phases.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Finally, the post-developmental phases include operation and decommissioning.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is where we're handling the product once it’s been released.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it's also where we handle retiring the product, whether permanently or for RMA. We have to consider the cybersecurity standpoint, including the organizational IP and cryptographic materials in the device. This is regardless of whether we need to send it back to a supplier for repair or retire it from service.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Taken together, these phases and processes represent the totality of the product lifecycle from a cybersecurity perspective.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89545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Here's an overview diagram of the AVCDL framework itself.</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It has roughly 70 processes spread across eight phases.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These are foundation, requirements, design, implementation, verification, release, operation, and decommissioning.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They’re collected into three groups.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first, the foundation phase contains those processes we do across the entirety of the product line.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established these processes once and apply to every project.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For instance, when you're talking about roles and responsibilities, those on a product-by-product basis.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same is true for the overall requirements, tool chain support, or incident response.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The next group contain the inter-developmental phases.</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These are the build-the-product phases. They follow the same general pattern as a standard development lifecycle where we have requirements, design, implementation, verification and release phases.</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Finally, the post-developmental phases include operation and decommissioning.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is where we're handling the product once it’s been released.</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it's also where we handle retiring the product, whether permanently or for RMA. We have to consider the cybersecurity standpoint, including the organizational IP and cryptographic materials in the device. This is regardless of whether we need to send it back to a supplier for repair or retire it from service.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Taken together, these phases and processes represent the totality of the product lifecycle from a cybersecurity perspective.</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35049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Here's an overview diagram of the AVCDL framework itself.</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It has roughly 70 processes spread across eight phases.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These are foundation, requirements, design, implementation, verification, release, operation, and decommissioning.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They’re collected into three groups.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first, the foundation phase contains those processes we do across the entirety of the product line.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established these processes once and apply to every project.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For instance, when you're talking about roles and responsibilities, those on a product-by-product basis.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same is true for the overall requirements, tool chain support, or incident response.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 next group contain the inter-developmental phases.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These are the build-the-product phases. They follow the same general pattern as a standard development lifecycle where we have requirements, design, implementation, verification and release phases.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Finally, the post-developmental phases include operation and decommissioning.</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This is where we're handling the product once it’s been released.</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And it's also where we handle retiring the product, whether permanently or for RMA. We have to consider the cybersecurity standpoint, including the organizational IP and cryptographic materials in the device. This is regardless of whether we need to send it back to a supplier for repair or retire it from service.</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Taken together, these phases and processes represent the totality of the product lifecycle from a cybersecurity perspective.</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155510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92C085F-76AC-50DC-A7FE-437EEA05781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CCD2BFBB-A19A-2381-CA50-18942D5FD38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D0378383-C7D2-4057-B40C-7DB7FE7B0B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might look at the AVCDL and think that there are a lot of activities there.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Do we really need all these activities to ensure cybersecurity for the product?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That's a good question.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Let's look at two areas that we think about in a realm known as defense-in-depth that we base our choice for cybersecurity activities 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 design deficiencies and implementation defects.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 classic way to approach cybersecurity within a product is by assessing the product after it's built. This can be done using penetration testing or earlier on in the development process with extensions to what would normally be considered compiler features such as static and dynamic analysis, as well as more sophisticated after-the-fact testing, such as using the analog to unit testing that being fuzz testing.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Additionally, you can have secure code reviews alongside of traditional functional code reviews.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All these activities address implementation defects.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These are where the system itself has implemented cybersecurity related elements incorrectly.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 more sophisticated approach allows us to address design deficiencies where the elements of the system were not designed taking cybersecurity into consideration.</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Here, we use activities like security design reviews, attack surface analysis and threat modeling.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You'll notice that there're duals of these last two activities in the verification phase where we perform a threat modeling review and an attack surface analysis review.</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allows us to ensure that the deficiencies identified in the design phase were in fact addressed by the time we get to the verification phase.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It's the combination of these two approaches addressing both the design deficiencies and the implementation defects that give us the highest level of certainty that we've managed to attain sufficient cybersecurity rigor.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159441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One might look at the AVCDL and think that there are a lot of activities there.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Do we really need all these activities to ensure cybersecurity for the product?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That's a good question.</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Let's look at two areas that we think about in a realm known as defense-in-depth that we base our choice for cybersecurity activities on.</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These are design deficiencies and implementation defects.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classic way to approach cybersecurity within a product is by assessing the product after it's built. This can be done using penetration testing or earlier on in the development process with extensions to what would normally be considered compiler features such as static and dynamic analysis, as well as more sophisticated after-the-fact testing, such as using the analog to unit testing that being fuzz testing.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you can have secure code reviews alongside of traditional functional code reviews.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All these activities address implementation defects.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 where the system itself has implemented cybersecurity related elements incorrectly.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 more sophisticated approach allows us to address design deficiencies where the elements of the system were not designed taking cybersecurity into consideration.</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Here, we use activities like security design reviews, attack surface analysis and threat modeling.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You'll notice that there're duals of these last two activities in the verification phase where we perform a threat modeling review and an attack surface analysis review.</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allows us to ensure that the deficiencies identified in the design phase were in fact addressed by the time we get to the verification phase.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It's the combination of these two approaches addressing both the design deficiencies and the implementation defects that give us the highest level of certainty that we've managed to attain sufficient cybersecurity rigor.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968175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One might look at the AVCDL and think that there are a lot of activities there.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Do we really need all these activities to ensure cybersecurity for the product?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That's a good question.</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Let's look at two areas that we think about in a realm known as defense-in-depth that we base our choice for cybersecurity activities on.</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These are design deficiencies and implementation defects.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 classic way to approach cybersecurity within a product is by assessing the product after it's built. This can be done using penetration testing or earlier on in the development process with extensions to what would normally be considered compiler features such as static and dynamic analysis, as well as more sophisticated after-the-fact testing, such as using the analog to unit testing that being fuzz testing.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Additionally, you can have secure code reviews alongside of traditional functional code reviews.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All these activities address implementation defects.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These are where the system itself has implemented cybersecurity related elements incorrectly.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more sophisticated approach allows us to address design deficiencies where the elements of the system were not designed taking cybersecurity into consideration.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we use activities like security design reviews, attack surface analysis and threat modeling.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You'll notice that there're duals of these last two activities in the verification phase where we perform a threat modeling review and an attack surface analysis review.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allows us to ensure that the deficiencies identified in the design phase were in fact addressed by the time we get to the verification phase.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It's the combination of these two approaches addressing both the design deficiencies and the implementation defects that give us the highest level of certainty that we've managed to attain sufficient cybersecurity rigor.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913222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One might look at the AVCDL and think that there are a lot of activities there.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Do we really need all these activities to ensure cybersecurity for the product?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That's a good question.</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Let's look at two areas that we think about in a realm known as defense-in-depth that we base our choice for cybersecurity activities on.</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These are design deficiencies and implementation defects.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 classic way to approach cybersecurity within a product is by assessing the product after it's built. This can be done using penetration testing or earlier on in the development process with extensions to what would normally be considered compiler features such as static and dynamic analysis, as well as more sophisticated after-the-fact testing, such as using the analog to unit testing that being fuzz testing.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Additionally, you can have secure code reviews alongside of traditional functional code reviews.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All these activities address implementation defects.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These are where the system itself has implemented cybersecurity related elements incorrectly.</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 more sophisticated approach allows us to address design deficiencies where the elements of the system were not designed taking cybersecurity into consideration.</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Here, we use activities like security design reviews, attack surface analysis and threat modeling.</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You'll notice that there're duals of these last two activities in the verification phase where we perform a threat modeling review and an attack surface analysis review.</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allows us to ensure that the deficiencies identified in the design phase were in fact addressed by the time we get to the verification phase.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the combination of these two approaches addressing both the design deficiencies and the implementation defects that give us the highest level of certainty that we've managed to attain sufficient cybersecurity rigor.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563299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a:extLst>
            <a:ext uri="{FF2B5EF4-FFF2-40B4-BE49-F238E27FC236}">
              <a16:creationId xmlns:a16="http://schemas.microsoft.com/office/drawing/2014/main" id="{04087102-BD68-E125-5199-EF73C94FBBC3}"/>
            </a:ext>
          </a:extLst>
        </p:cNvPr>
        <p:cNvGrpSpPr/>
        <p:nvPr/>
      </p:nvGrpSpPr>
      <p:grpSpPr>
        <a:xfrm>
          <a:off x="0" y="0"/>
          <a:ext cx="0" cy="0"/>
          <a:chOff x="0" y="0"/>
          <a:chExt cx="0" cy="0"/>
        </a:xfrm>
      </p:grpSpPr>
      <p:sp>
        <p:nvSpPr>
          <p:cNvPr id="883" name="Google Shape;883;g9be77bb27e_0_84:notes">
            <a:extLst>
              <a:ext uri="{FF2B5EF4-FFF2-40B4-BE49-F238E27FC236}">
                <a16:creationId xmlns:a16="http://schemas.microsoft.com/office/drawing/2014/main" id="{E8D7D64D-79E5-9CD2-E2EF-B4A8085CDDD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4" name="Google Shape;884;g9be77bb27e_0_84:notes">
            <a:extLst>
              <a:ext uri="{FF2B5EF4-FFF2-40B4-BE49-F238E27FC236}">
                <a16:creationId xmlns:a16="http://schemas.microsoft.com/office/drawing/2014/main" id="{F91D51D9-B0E5-197E-3228-C6235DF362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solidFill>
                  <a:srgbClr val="1D1C1D"/>
                </a:solidFill>
                <a:effectLst/>
                <a:latin typeface="Arial" panose="020B0604020202020204" pitchFamily="34" charset="0"/>
              </a:rPr>
              <a:t>This dual approach of looking at deficiencies separately from defects also has the advantage that it is far more cost effective to find and correct issues early on.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solidFill>
                <a:srgbClr val="1D1C1D"/>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solidFill>
                  <a:srgbClr val="1D1C1D"/>
                </a:solidFill>
                <a:effectLst/>
                <a:latin typeface="Arial" panose="020B0604020202020204" pitchFamily="34" charset="0"/>
              </a:rPr>
              <a:t>As opposed to later, as illustrated here in these two overlays, one was done in 1976 and the other in 1995 estimating the cost of mitigating a discovered defect in the code.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solidFill>
                <a:srgbClr val="1D1C1D"/>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solidFill>
                  <a:srgbClr val="1D1C1D"/>
                </a:solidFill>
                <a:effectLst/>
                <a:latin typeface="Arial" panose="020B0604020202020204" pitchFamily="34" charset="0"/>
              </a:rPr>
              <a:t>And as you can see the 1995 data, which is far more in depth in terms of the the material they had to draw on.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solidFill>
                <a:srgbClr val="1D1C1D"/>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solidFill>
                  <a:srgbClr val="1D1C1D"/>
                </a:solidFill>
                <a:effectLst/>
                <a:latin typeface="Arial" panose="020B0604020202020204" pitchFamily="34" charset="0"/>
              </a:rPr>
              <a:t>if we're fixing things in the implementation and verification phase, we are spending, you know, 100 to 500.</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solidFill>
                <a:srgbClr val="1D1C1D"/>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solidFill>
                  <a:srgbClr val="1D1C1D"/>
                </a:solidFill>
                <a:effectLst/>
                <a:latin typeface="Arial" panose="020B0604020202020204" pitchFamily="34" charset="0"/>
              </a:rPr>
              <a:t>And by the time we get out to of the release product, nearly 900 times the amount that we would have spent had we made the correction in the design phase.</a:t>
            </a:r>
            <a:endParaRPr lang="en-US" dirty="0"/>
          </a:p>
        </p:txBody>
      </p:sp>
    </p:spTree>
    <p:extLst>
      <p:ext uri="{BB962C8B-B14F-4D97-AF65-F5344CB8AC3E}">
        <p14:creationId xmlns:p14="http://schemas.microsoft.com/office/powerpoint/2010/main" val="2591550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FD03903-CB79-5A4C-6203-F956AA5ABCB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7F1AEE8-55CB-9A9C-8A8E-57F229DC124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14DE4FE-E72C-0E3E-952A-595BC15D6E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Let's take a moment to talk about implementation methodologies.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Some people look at this rectilinear representation of the AVCDL framework and say, well that that's a waterfall implementation.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reality, this representation was chosen because it is the most compact way to present the information showing the different phases, their processes, and how they are grouped together.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not a statement about implementation methodology.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fact, the AVCDL is implementation methodology neutral.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an important point because in any highly complex system, such as an autonomous vehicle, there are dozens of components, produced by multiple suppliers, each with their own development processes and implementation methodology. It’s critical to be able to align cybersecurity activities regardless of the particular implementation methodology being used.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we'll look at two specific methodologies which the AVCDL addresses directly.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24680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458C6E7-41FA-A9D1-F906-B4ED9449834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CDCEAEF5-BD90-3050-B71F-06C90587BCF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90FAB043-8B73-6DC3-1EDA-CD0A603FB2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first methodology is most heavily used by safety groups.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the V-model implementation methodology.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see it realized in ASPICE and the like. ISO 26262 also leans into this model.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 explanation of how the AVCDL accommodates the V-model is explained in an elaboration document titled Understanding Verification and Validation in an AVCDL Context.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141724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A46395B-2FA9-9214-3BCC-EF53EA36336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CCD73FE-A927-44EB-7376-B4EADC550F4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5AEEFF51-A01E-CAB5-F104-D2FC1EE53D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second implementation methodology of note is one which has become a favorite of development, that is the cyclic implementation methodology.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methodology has actually been around for quite some time. It’s short-cycled and iterative in approach. Two specific realizations are spiral and agile.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What we see here is how the AVCDL framework could be visualized in such an implementation.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There's an elaboration document, Understanding Cybersecurity Risk Freshness in an AVCDL Context, which covers the implications of the cyclic implementation methodology and the feedback loops that go with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291046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An important element provided by all AVCDL processes is a workflow diagram like the one shown here.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From the standpoint of project management, this is a useful and important source of information as it enables them to know what individuals and resources will be required, what activities will be undertaken, what outputs, and what reports will be generated by the process.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In this case, what we're looking at is the threat modeling process.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Within this process, we undertake three distinct activities, threat model creation, threat model analysis, and threat candidate triage.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As you can see, we call out the actors, inputs, outputs, and reports.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Additionally, we have optional feedback that may lead to updating the threat model itself.</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Once the triage activity is complete, the final artifact is fed into a common threat ranking process.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 documents that include these workflows provide detailed explanations about these activities and what motivates them.</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They also provide information about the artifacts and reports, and how they're structured.</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All this information is critical to being able to plan and schedule these activities, and also to coordinate the dependencies between groups and for the process overall.</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10505606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As you might imagine covering an entire cybersecurity development lifecycle requires a lot of explanation.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AVCDL doesn't simply provide a single huge tome to do so.</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broken up into many different pieces allowing for both incremental adoption and for focused learning.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primary document covers the basics of the AVCDL, how it was constructed, what the various goals of the AVCDL are, the requirements for various cybersecurity roles referenced, as well as how each of the phases decomposes into a set of processes.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[break]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set of secondary and elaboration documents covers each of these processes in detail and provides additional material that help understanding the processes and specific concepts that are used within the AVCDL.</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[break]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There's also a set of templates and working materials to assist cybersecurity SMEs in performing the various activities necessary to implement the lifecycle.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[break]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Additionally, it's important to consider that the supply chain is a critical part of cybersecurity engineering.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[break]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And so, there's a set of documents dedicated strictly to the supply chain, including creation of the cybersecurity interface agreement and a set of templates to assist in that process.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[break]</a:t>
            </a:r>
          </a:p>
          <a:p>
            <a:pPr marL="0" lvl="0" indent="0" algn="l" rtl="0">
              <a:spcBef>
                <a:spcPts val="0"/>
              </a:spcBef>
              <a:spcAft>
                <a:spcPts val="0"/>
              </a:spcAft>
              <a:buNone/>
            </a:pPr>
            <a:endParaRPr lang="en-US" dirty="0"/>
          </a:p>
          <a:p>
            <a:pPr marL="0" lvl="0" indent="0" algn="l" rtl="0">
              <a:spcBef>
                <a:spcPts val="0"/>
              </a:spcBef>
              <a:spcAft>
                <a:spcPts val="0"/>
              </a:spcAft>
              <a:buNone/>
            </a:pPr>
            <a:r>
              <a:rPr lang="en-US" strike="sngStrike" dirty="0"/>
              <a:t>Finally, there is a set of introductory blog posts created to give individuals who don't work in cybersecurity an understanding of various concepts that cybersecurity relies upon to accomplish its mission.</a:t>
            </a:r>
          </a:p>
          <a:p>
            <a:pPr marL="0" lvl="0" indent="0" algn="l" rtl="0">
              <a:spcBef>
                <a:spcPts val="0"/>
              </a:spcBef>
              <a:spcAft>
                <a:spcPts val="0"/>
              </a:spcAft>
              <a:buNone/>
            </a:pPr>
            <a:endParaRPr lang="en-US" strike="sngStrike"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3195906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strike="sngStrike" dirty="0"/>
              <a:t>As you might imagine covering an entire cybersecurity development lifecycle requires a lot of explanation.</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The AVCDL doesn't simply provide a single huge tome to do so.</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It's broken up into many different pieces allowing for both incremental adoption and for focused learning.</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The primary document covers the basics of the AVCDL, how it was constructed, what the various goals of the AVCDL are, the requirements for various cybersecurity roles referenced, as well as how each of the phases decomposes into a set of processes.</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[break]</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A set of secondary and elaboration documents covers each of these processes in detail and provides additional material that help understanding the processes and specific concepts that are used within the AVCDL.</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[break]</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There's also a set of templates and working materials to assist cybersecurity SMEs in performing the various activities necessary to implement the lifecycle.</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[break]</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Additionally, it's important to consider that the supply chain is a critical part of cybersecurity engineering.</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[break]</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And so, there's a set of documents dedicated strictly to the supply chain, including creation of the cybersecurity interface agreement and a set of templates to assist in that process.</a:t>
            </a:r>
          </a:p>
          <a:p>
            <a:pPr marL="0" lvl="0" indent="0" algn="l" rtl="0">
              <a:spcBef>
                <a:spcPts val="0"/>
              </a:spcBef>
              <a:spcAft>
                <a:spcPts val="0"/>
              </a:spcAft>
              <a:buNone/>
            </a:pPr>
            <a:endParaRPr lang="en-US" strike="sngStrike" dirty="0"/>
          </a:p>
          <a:p>
            <a:pPr marL="0" lvl="0" indent="0" algn="l" rtl="0">
              <a:spcBef>
                <a:spcPts val="0"/>
              </a:spcBef>
              <a:spcAft>
                <a:spcPts val="0"/>
              </a:spcAft>
              <a:buNone/>
            </a:pPr>
            <a:r>
              <a:rPr lang="en-US" strike="sngStrike" dirty="0"/>
              <a:t>[break]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Finally, there is a set of introductory blog posts created to give individuals who don't work in cybersecurity an understanding of various concepts that cybersecurity relies upon to accomplish its mission.</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9494257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E88938F-179A-BA7F-30E4-5D1EAFD102B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2AA866D6-2992-0CBA-8EBF-3600CAC1B49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CA94276-C3FB-DD00-7046-4F161D6092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AVCDL has been assessed for compliance with both ISO/SAE 21434 and UN R155.</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assessment was done by TÜV SÜD and you can see here the letters of assessment which are included in the AVCDL document set.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was a line-by-line assessment of the AVCDL to ensure that if used that all the requirements of both 21434 and R155 would be met.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Having knowledge that the AVCDL satisfies both the standard and regulation, gives any organization a leg up when it comes product certification. Knowing that the path they're going to take has been validated greatly improves the likelihood of success.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505679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set of training videos have been created to cover various aspects of the AVCDL that follow the training path found in the AVCDL primary document.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of the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here are references used in the construction of this presentation.</a:t>
            </a:r>
          </a:p>
        </p:txBody>
      </p:sp>
    </p:spTree>
    <p:extLst>
      <p:ext uri="{BB962C8B-B14F-4D97-AF65-F5344CB8AC3E}">
        <p14:creationId xmlns:p14="http://schemas.microsoft.com/office/powerpoint/2010/main" val="4667727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(carry over to fit time)</a:t>
            </a:r>
          </a:p>
        </p:txBody>
      </p:sp>
    </p:spTree>
    <p:extLst>
      <p:ext uri="{BB962C8B-B14F-4D97-AF65-F5344CB8AC3E}">
        <p14:creationId xmlns:p14="http://schemas.microsoft.com/office/powerpoint/2010/main" val="735936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514601" y="6212114"/>
            <a:ext cx="921879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Subhead | Title">
  <p:cSld name="1_WHITE Subhead | Title">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455623" y="731522"/>
            <a:ext cx="8915583"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5"/>
          <p:cNvSpPr txBox="1">
            <a:spLocks noGrp="1"/>
          </p:cNvSpPr>
          <p:nvPr>
            <p:ph type="subTitle" idx="1"/>
          </p:nvPr>
        </p:nvSpPr>
        <p:spPr>
          <a:xfrm>
            <a:off x="455669" y="457200"/>
            <a:ext cx="8915492" cy="228600"/>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algn="l">
              <a:spcBef>
                <a:spcPts val="600"/>
              </a:spcBef>
              <a:spcAft>
                <a:spcPts val="0"/>
              </a:spcAft>
              <a:buClr>
                <a:schemeClr val="dk1"/>
              </a:buClr>
              <a:buSzPts val="1800"/>
              <a:buFont typeface="Roboto Medium"/>
              <a:buNone/>
              <a:defRPr>
                <a:latin typeface="Roboto Medium"/>
                <a:ea typeface="Roboto Medium"/>
                <a:cs typeface="Roboto Medium"/>
                <a:sym typeface="Roboto Medium"/>
              </a:defRPr>
            </a:lvl2pPr>
            <a:lvl3pPr lvl="2" algn="l">
              <a:spcBef>
                <a:spcPts val="600"/>
              </a:spcBef>
              <a:spcAft>
                <a:spcPts val="0"/>
              </a:spcAft>
              <a:buClr>
                <a:schemeClr val="dk1"/>
              </a:buClr>
              <a:buSzPts val="1600"/>
              <a:buFont typeface="Roboto Medium"/>
              <a:buNone/>
              <a:defRPr>
                <a:latin typeface="Roboto Medium"/>
                <a:ea typeface="Roboto Medium"/>
                <a:cs typeface="Roboto Medium"/>
                <a:sym typeface="Roboto Medium"/>
              </a:defRPr>
            </a:lvl3pPr>
            <a:lvl4pPr lvl="3" algn="l">
              <a:spcBef>
                <a:spcPts val="300"/>
              </a:spcBef>
              <a:spcAft>
                <a:spcPts val="0"/>
              </a:spcAft>
              <a:buClr>
                <a:schemeClr val="dk1"/>
              </a:buClr>
              <a:buSzPts val="1400"/>
              <a:buFont typeface="Roboto Medium"/>
              <a:buNone/>
              <a:defRPr>
                <a:latin typeface="Roboto Medium"/>
                <a:ea typeface="Roboto Medium"/>
                <a:cs typeface="Roboto Medium"/>
                <a:sym typeface="Roboto Medium"/>
              </a:defRPr>
            </a:lvl4pPr>
            <a:lvl5pPr lvl="4" algn="l">
              <a:spcBef>
                <a:spcPts val="300"/>
              </a:spcBef>
              <a:spcAft>
                <a:spcPts val="0"/>
              </a:spcAft>
              <a:buClr>
                <a:schemeClr val="dk1"/>
              </a:buClr>
              <a:buSzPts val="1200"/>
              <a:buFont typeface="Roboto Medium"/>
              <a:buNone/>
              <a:defRPr>
                <a:latin typeface="Roboto Medium"/>
                <a:ea typeface="Roboto Medium"/>
                <a:cs typeface="Roboto Medium"/>
                <a:sym typeface="Roboto Medium"/>
              </a:defRPr>
            </a:lvl5pPr>
            <a:lvl6pPr lvl="5"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6pPr>
            <a:lvl7pPr lvl="6"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7pPr>
            <a:lvl8pPr lvl="7"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8pPr>
            <a:lvl9pPr lvl="8"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9pPr>
          </a:lstStyle>
          <a:p>
            <a:endParaRPr/>
          </a:p>
        </p:txBody>
      </p:sp>
      <p:sp>
        <p:nvSpPr>
          <p:cNvPr id="62" name="Google Shape;62;p15"/>
          <p:cNvSpPr txBox="1">
            <a:spLocks noGrp="1"/>
          </p:cNvSpPr>
          <p:nvPr>
            <p:ph type="sldNum" idx="12"/>
          </p:nvPr>
        </p:nvSpPr>
        <p:spPr>
          <a:xfrm>
            <a:off x="11438967" y="6400800"/>
            <a:ext cx="294603" cy="228600"/>
          </a:xfrm>
          <a:prstGeom prst="rect">
            <a:avLst/>
          </a:prstGeom>
          <a:noFill/>
          <a:ln>
            <a:noFill/>
          </a:ln>
        </p:spPr>
        <p:txBody>
          <a:bodyPr spcFirstLastPara="1" wrap="square" lIns="0" tIns="0" rIns="0" bIns="0" anchor="b" anchorCtr="0">
            <a:noAutofit/>
          </a:bodyPr>
          <a:lstStyle>
            <a:lvl1pPr marL="0" marR="0" lvl="0"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1pPr>
            <a:lvl2pPr marL="0" marR="0" lvl="1"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2pPr>
            <a:lvl3pPr marL="0" marR="0" lvl="2"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3pPr>
            <a:lvl4pPr marL="0" marR="0" lvl="3"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4pPr>
            <a:lvl5pPr marL="0" marR="0" lvl="4"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5pPr>
            <a:lvl6pPr marL="0" marR="0" lvl="5"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6pPr>
            <a:lvl7pPr marL="0" marR="0" lvl="6"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7pPr>
            <a:lvl8pPr marL="0" marR="0" lvl="7"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8pPr>
            <a:lvl9pPr marL="0" marR="0" lvl="8"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9pPr>
          </a:lstStyle>
          <a:p>
            <a:fld id="{00000000-1234-1234-1234-123412341234}" type="slidenum">
              <a:rPr lang="en" smtClean="0"/>
              <a:pPr/>
              <a:t>‹#›</a:t>
            </a:fld>
            <a:endParaRPr lang="en"/>
          </a:p>
        </p:txBody>
      </p:sp>
      <p:pic>
        <p:nvPicPr>
          <p:cNvPr id="63" name="Google Shape;63;p15"/>
          <p:cNvPicPr preferRelativeResize="0"/>
          <p:nvPr/>
        </p:nvPicPr>
        <p:blipFill rotWithShape="1">
          <a:blip r:embed="rId2">
            <a:alphaModFix/>
          </a:blip>
          <a:srcRect/>
          <a:stretch/>
        </p:blipFill>
        <p:spPr>
          <a:xfrm>
            <a:off x="455631" y="6262542"/>
            <a:ext cx="685801" cy="352697"/>
          </a:xfrm>
          <a:prstGeom prst="rect">
            <a:avLst/>
          </a:prstGeom>
          <a:noFill/>
          <a:ln>
            <a:noFill/>
          </a:ln>
        </p:spPr>
      </p:pic>
      <p:sp>
        <p:nvSpPr>
          <p:cNvPr id="64" name="Google Shape;64;p15"/>
          <p:cNvSpPr txBox="1"/>
          <p:nvPr/>
        </p:nvSpPr>
        <p:spPr>
          <a:xfrm>
            <a:off x="8194435" y="6400800"/>
            <a:ext cx="3244534" cy="228600"/>
          </a:xfrm>
          <a:prstGeom prst="rect">
            <a:avLst/>
          </a:prstGeom>
          <a:noFill/>
          <a:ln>
            <a:noFill/>
          </a:ln>
        </p:spPr>
        <p:txBody>
          <a:bodyPr spcFirstLastPara="1" wrap="square" lIns="91426" tIns="91426" rIns="91426" bIns="91426" anchor="t" anchorCtr="0">
            <a:noAutofit/>
          </a:bodyPr>
          <a:lstStyle/>
          <a:p>
            <a:pPr marL="0" marR="0" lvl="0" indent="0" algn="r" rtl="0">
              <a:spcBef>
                <a:spcPts val="0"/>
              </a:spcBef>
              <a:spcAft>
                <a:spcPts val="0"/>
              </a:spcAft>
              <a:buClr>
                <a:schemeClr val="dk1"/>
              </a:buClr>
              <a:buSzPts val="1000"/>
              <a:buFont typeface="Roboto"/>
              <a:buNone/>
            </a:pPr>
            <a:r>
              <a:rPr lang="en" sz="1000" b="0" i="0" u="none" strike="noStrike" cap="none">
                <a:solidFill>
                  <a:schemeClr val="dk1"/>
                </a:solidFill>
                <a:latin typeface="Roboto"/>
                <a:ea typeface="Roboto"/>
                <a:cs typeface="Roboto"/>
                <a:sym typeface="Roboto"/>
              </a:rPr>
              <a:t>Proprietary &amp; Confidential - For Internal Use Only</a:t>
            </a:r>
            <a:endParaRPr sz="1000" b="0" i="0" u="none" strike="noStrike" cap="none">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ver A">
  <p:cSld name="Cover A">
    <p:bg>
      <p:bgPr>
        <a:solidFill>
          <a:schemeClr val="lt1"/>
        </a:solidFill>
        <a:effectLst/>
      </p:bgPr>
    </p:bg>
    <p:spTree>
      <p:nvGrpSpPr>
        <p:cNvPr id="1" name="Shape 65"/>
        <p:cNvGrpSpPr/>
        <p:nvPr/>
      </p:nvGrpSpPr>
      <p:grpSpPr>
        <a:xfrm>
          <a:off x="0" y="0"/>
          <a:ext cx="0" cy="0"/>
          <a:chOff x="0" y="0"/>
          <a:chExt cx="0" cy="0"/>
        </a:xfrm>
      </p:grpSpPr>
      <p:sp>
        <p:nvSpPr>
          <p:cNvPr id="66" name="Google Shape;66;p16"/>
          <p:cNvSpPr/>
          <p:nvPr/>
        </p:nvSpPr>
        <p:spPr>
          <a:xfrm>
            <a:off x="0" y="0"/>
            <a:ext cx="12188950" cy="6858000"/>
          </a:xfrm>
          <a:prstGeom prst="rect">
            <a:avLst/>
          </a:prstGeom>
          <a:gradFill>
            <a:gsLst>
              <a:gs pos="0">
                <a:schemeClr val="accent1"/>
              </a:gs>
              <a:gs pos="57000">
                <a:srgbClr val="9299F4"/>
              </a:gs>
              <a:gs pos="100000">
                <a:schemeClr val="lt2"/>
              </a:gs>
            </a:gsLst>
            <a:lin ang="18600000"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a:solidFill>
                <a:schemeClr val="lt1"/>
              </a:solidFill>
              <a:latin typeface="Roboto"/>
              <a:ea typeface="Roboto"/>
              <a:cs typeface="Roboto"/>
              <a:sym typeface="Roboto"/>
            </a:endParaRPr>
          </a:p>
        </p:txBody>
      </p:sp>
      <p:sp>
        <p:nvSpPr>
          <p:cNvPr id="67" name="Google Shape;67;p16"/>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8" name="Google Shape;68;p16"/>
          <p:cNvSpPr txBox="1">
            <a:spLocks noGrp="1"/>
          </p:cNvSpPr>
          <p:nvPr>
            <p:ph type="body" idx="1"/>
          </p:nvPr>
        </p:nvSpPr>
        <p:spPr>
          <a:xfrm>
            <a:off x="3634833" y="493103"/>
            <a:ext cx="1985440" cy="332089"/>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69" name="Google Shape;69;p16"/>
          <p:cNvSpPr txBox="1">
            <a:spLocks noGrp="1"/>
          </p:cNvSpPr>
          <p:nvPr>
            <p:ph type="body" idx="3"/>
          </p:nvPr>
        </p:nvSpPr>
        <p:spPr>
          <a:xfrm>
            <a:off x="455617" y="4476386"/>
            <a:ext cx="5164657" cy="1655956"/>
          </a:xfrm>
          <a:prstGeom prst="rect">
            <a:avLst/>
          </a:prstGeom>
          <a:noFill/>
          <a:ln>
            <a:noFill/>
          </a:ln>
        </p:spPr>
        <p:txBody>
          <a:bodyPr spcFirstLastPara="1" wrap="square" lIns="0" tIns="0" rIns="0" bIns="0" anchor="b" anchorCtr="0">
            <a:noAutofit/>
          </a:bodyPr>
          <a:lstStyle>
            <a:lvl1pPr marL="457207" lvl="0" indent="-228604" algn="l">
              <a:lnSpc>
                <a:spcPct val="90000"/>
              </a:lnSpc>
              <a:spcBef>
                <a:spcPts val="0"/>
              </a:spcBef>
              <a:spcAft>
                <a:spcPts val="0"/>
              </a:spcAft>
              <a:buClr>
                <a:schemeClr val="lt1"/>
              </a:buClr>
              <a:buSzPts val="5400"/>
              <a:buFont typeface="Roboto Medium"/>
              <a:buNone/>
              <a:defRPr sz="5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70" name="Google Shape;70;p16"/>
          <p:cNvSpPr txBox="1">
            <a:spLocks noGrp="1"/>
          </p:cNvSpPr>
          <p:nvPr>
            <p:ph type="body" idx="4"/>
          </p:nvPr>
        </p:nvSpPr>
        <p:spPr>
          <a:xfrm>
            <a:off x="455617" y="6149897"/>
            <a:ext cx="5164657" cy="419100"/>
          </a:xfrm>
          <a:prstGeom prst="rect">
            <a:avLst/>
          </a:prstGeom>
          <a:noFill/>
          <a:ln>
            <a:noFill/>
          </a:ln>
        </p:spPr>
        <p:txBody>
          <a:bodyPr spcFirstLastPara="1" wrap="square" lIns="0" tIns="0" rIns="0" bIns="0" anchor="t" anchorCtr="0">
            <a:noAutofit/>
          </a:bodyPr>
          <a:lstStyle>
            <a:lvl1pPr marL="457207" lvl="0" indent="-228604" algn="l">
              <a:spcBef>
                <a:spcPts val="0"/>
              </a:spcBef>
              <a:spcAft>
                <a:spcPts val="0"/>
              </a:spcAft>
              <a:buClr>
                <a:schemeClr val="lt1"/>
              </a:buClr>
              <a:buSzPts val="2000"/>
              <a:buFont typeface="Roboto"/>
              <a:buNone/>
              <a:defRPr sz="2000" b="0" i="0">
                <a:solidFill>
                  <a:schemeClr val="lt1"/>
                </a:solidFill>
                <a:latin typeface="Roboto"/>
                <a:ea typeface="Roboto"/>
                <a:cs typeface="Roboto"/>
                <a:sym typeface="Roboto"/>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71" name="Google Shape;71;p16" descr="A picture containing drawing&#10;&#10;Description automatically generated"/>
          <p:cNvPicPr preferRelativeResize="0"/>
          <p:nvPr/>
        </p:nvPicPr>
        <p:blipFill rotWithShape="1">
          <a:blip r:embed="rId2">
            <a:alphaModFix/>
          </a:blip>
          <a:srcRect/>
          <a:stretch/>
        </p:blipFill>
        <p:spPr>
          <a:xfrm>
            <a:off x="455618" y="457200"/>
            <a:ext cx="1222240" cy="914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ver B">
  <p:cSld name="Cover B">
    <p:bg>
      <p:bgPr>
        <a:solidFill>
          <a:schemeClr val="dk2"/>
        </a:solidFill>
        <a:effectLst/>
      </p:bgPr>
    </p:bg>
    <p:spTree>
      <p:nvGrpSpPr>
        <p:cNvPr id="1" name="Shape 72"/>
        <p:cNvGrpSpPr/>
        <p:nvPr/>
      </p:nvGrpSpPr>
      <p:grpSpPr>
        <a:xfrm>
          <a:off x="0" y="0"/>
          <a:ext cx="0" cy="0"/>
          <a:chOff x="0" y="0"/>
          <a:chExt cx="0" cy="0"/>
        </a:xfrm>
      </p:grpSpPr>
      <p:sp>
        <p:nvSpPr>
          <p:cNvPr id="73" name="Google Shape;73;p17"/>
          <p:cNvSpPr txBox="1">
            <a:spLocks noGrp="1"/>
          </p:cNvSpPr>
          <p:nvPr>
            <p:ph type="body" idx="1"/>
          </p:nvPr>
        </p:nvSpPr>
        <p:spPr>
          <a:xfrm>
            <a:off x="3634833" y="493100"/>
            <a:ext cx="4572046" cy="146304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74" name="Google Shape;74;p17"/>
          <p:cNvSpPr txBox="1">
            <a:spLocks noGrp="1"/>
          </p:cNvSpPr>
          <p:nvPr>
            <p:ph type="body" idx="2"/>
          </p:nvPr>
        </p:nvSpPr>
        <p:spPr>
          <a:xfrm>
            <a:off x="455618" y="2436582"/>
            <a:ext cx="11277716" cy="1984839"/>
          </a:xfrm>
          <a:prstGeom prst="rect">
            <a:avLst/>
          </a:prstGeom>
          <a:noFill/>
          <a:ln>
            <a:noFill/>
          </a:ln>
        </p:spPr>
        <p:txBody>
          <a:bodyPr spcFirstLastPara="1" wrap="square" lIns="0" tIns="0" rIns="0" bIns="0" anchor="t" anchorCtr="0">
            <a:noAutofit/>
          </a:bodyPr>
          <a:lstStyle>
            <a:lvl1pPr marL="457207" lvl="0" indent="-228604" algn="l">
              <a:lnSpc>
                <a:spcPct val="70000"/>
              </a:lnSpc>
              <a:spcBef>
                <a:spcPts val="0"/>
              </a:spcBef>
              <a:spcAft>
                <a:spcPts val="0"/>
              </a:spcAft>
              <a:buClr>
                <a:schemeClr val="lt1"/>
              </a:buClr>
              <a:buSzPts val="12500"/>
              <a:buFont typeface="Roboto"/>
              <a:buNone/>
              <a:defRPr sz="12501" b="0" i="0" cap="none">
                <a:solidFill>
                  <a:schemeClr val="lt1"/>
                </a:solidFill>
                <a:latin typeface="Roboto"/>
                <a:ea typeface="Roboto"/>
                <a:cs typeface="Roboto"/>
                <a:sym typeface="Roboto"/>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75" name="Google Shape;75;p17" descr="A picture containing drawing&#10;&#10;Description automatically generated"/>
          <p:cNvPicPr preferRelativeResize="0"/>
          <p:nvPr/>
        </p:nvPicPr>
        <p:blipFill rotWithShape="1">
          <a:blip r:embed="rId2">
            <a:alphaModFix/>
          </a:blip>
          <a:srcRect/>
          <a:stretch/>
        </p:blipFill>
        <p:spPr>
          <a:xfrm>
            <a:off x="455618" y="457200"/>
            <a:ext cx="1222240" cy="914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ver C">
  <p:cSld name="Cover C">
    <p:bg>
      <p:bgPr>
        <a:solidFill>
          <a:srgbClr val="030A14"/>
        </a:solidFill>
        <a:effectLst/>
      </p:bgPr>
    </p:bg>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455618" y="2364060"/>
            <a:ext cx="8915492" cy="4033258"/>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8" name="Google Shape;78;p18" descr="A close up of a logo&#10;&#10;Description automatically generated"/>
          <p:cNvPicPr preferRelativeResize="0"/>
          <p:nvPr/>
        </p:nvPicPr>
        <p:blipFill rotWithShape="1">
          <a:blip r:embed="rId2">
            <a:alphaModFix/>
          </a:blip>
          <a:srcRect/>
          <a:stretch/>
        </p:blipFill>
        <p:spPr>
          <a:xfrm>
            <a:off x="3231420" y="18820"/>
            <a:ext cx="8501825" cy="6858000"/>
          </a:xfrm>
          <a:prstGeom prst="rect">
            <a:avLst/>
          </a:prstGeom>
          <a:noFill/>
          <a:ln>
            <a:noFill/>
          </a:ln>
        </p:spPr>
      </p:pic>
      <p:sp>
        <p:nvSpPr>
          <p:cNvPr id="79" name="Google Shape;79;p18"/>
          <p:cNvSpPr txBox="1">
            <a:spLocks noGrp="1"/>
          </p:cNvSpPr>
          <p:nvPr>
            <p:ph type="body" idx="1"/>
          </p:nvPr>
        </p:nvSpPr>
        <p:spPr>
          <a:xfrm>
            <a:off x="9747892" y="3262957"/>
            <a:ext cx="1985440" cy="332089"/>
          </a:xfrm>
          <a:prstGeom prst="rect">
            <a:avLst/>
          </a:prstGeom>
          <a:noFill/>
          <a:ln>
            <a:noFill/>
          </a:ln>
        </p:spPr>
        <p:txBody>
          <a:bodyPr spcFirstLastPara="1" wrap="square" lIns="0" tIns="0" rIns="0" bIns="0" anchor="ctr" anchorCtr="0">
            <a:noAutofit/>
          </a:bodyPr>
          <a:lstStyle>
            <a:lvl1pPr marL="457207" lvl="0" indent="-228604" algn="r">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80" name="Google Shape;80;p18" descr="A picture containing drawing&#10;&#10;Description automatically generated"/>
          <p:cNvPicPr preferRelativeResize="0"/>
          <p:nvPr/>
        </p:nvPicPr>
        <p:blipFill rotWithShape="1">
          <a:blip r:embed="rId3">
            <a:alphaModFix/>
          </a:blip>
          <a:srcRect/>
          <a:stretch/>
        </p:blipFill>
        <p:spPr>
          <a:xfrm>
            <a:off x="455618" y="457200"/>
            <a:ext cx="1222240" cy="914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ver D">
  <p:cSld name="Cover D">
    <p:bg>
      <p:bgPr>
        <a:solidFill>
          <a:schemeClr val="lt2"/>
        </a:solidFill>
        <a:effectLst/>
      </p:bgPr>
    </p:bg>
    <p:spTree>
      <p:nvGrpSpPr>
        <p:cNvPr id="1" name="Shape 81"/>
        <p:cNvGrpSpPr/>
        <p:nvPr/>
      </p:nvGrpSpPr>
      <p:grpSpPr>
        <a:xfrm>
          <a:off x="0" y="0"/>
          <a:ext cx="0" cy="0"/>
          <a:chOff x="0" y="0"/>
          <a:chExt cx="0" cy="0"/>
        </a:xfrm>
      </p:grpSpPr>
      <p:sp>
        <p:nvSpPr>
          <p:cNvPr id="82" name="Google Shape;82;p19"/>
          <p:cNvSpPr txBox="1">
            <a:spLocks noGrp="1"/>
          </p:cNvSpPr>
          <p:nvPr>
            <p:ph type="title"/>
          </p:nvPr>
        </p:nvSpPr>
        <p:spPr>
          <a:xfrm>
            <a:off x="1636729" y="2586976"/>
            <a:ext cx="8915492" cy="1684051"/>
          </a:xfrm>
          <a:prstGeom prst="rect">
            <a:avLst/>
          </a:prstGeom>
          <a:noFill/>
          <a:ln>
            <a:noFill/>
          </a:ln>
        </p:spPr>
        <p:txBody>
          <a:bodyPr spcFirstLastPara="1" wrap="square" lIns="0" tIns="0" rIns="0" bIns="0" anchor="ctr" anchorCtr="0">
            <a:noAutofit/>
          </a:bodyPr>
          <a:lstStyle>
            <a:lvl1pPr lvl="0" algn="ctr">
              <a:lnSpc>
                <a:spcPct val="70000"/>
              </a:lnSpc>
              <a:spcBef>
                <a:spcPts val="0"/>
              </a:spcBef>
              <a:spcAft>
                <a:spcPts val="0"/>
              </a:spcAft>
              <a:buClr>
                <a:schemeClr val="accent2"/>
              </a:buClr>
              <a:buSzPts val="11500"/>
              <a:buFont typeface="Roboto Light"/>
              <a:buNone/>
              <a:defRPr sz="11500" b="0" i="0" cap="none">
                <a:solidFill>
                  <a:schemeClr val="accent2"/>
                </a:solidFill>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3" name="Google Shape;83;p19" descr="A picture containing drawing&#10;&#10;Description automatically generated"/>
          <p:cNvPicPr preferRelativeResize="0"/>
          <p:nvPr/>
        </p:nvPicPr>
        <p:blipFill rotWithShape="1">
          <a:blip r:embed="rId2">
            <a:alphaModFix/>
          </a:blip>
          <a:srcRect/>
          <a:stretch/>
        </p:blipFill>
        <p:spPr>
          <a:xfrm>
            <a:off x="455618" y="457200"/>
            <a:ext cx="1222240" cy="914400"/>
          </a:xfrm>
          <a:prstGeom prst="rect">
            <a:avLst/>
          </a:prstGeom>
          <a:noFill/>
          <a:ln>
            <a:noFill/>
          </a:ln>
        </p:spPr>
      </p:pic>
      <p:sp>
        <p:nvSpPr>
          <p:cNvPr id="84" name="Google Shape;84;p19"/>
          <p:cNvSpPr txBox="1">
            <a:spLocks noGrp="1"/>
          </p:cNvSpPr>
          <p:nvPr>
            <p:ph type="body" idx="1"/>
          </p:nvPr>
        </p:nvSpPr>
        <p:spPr>
          <a:xfrm>
            <a:off x="8990106" y="6123247"/>
            <a:ext cx="2743228" cy="332089"/>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ver E">
  <p:cSld name="Cover E">
    <p:spTree>
      <p:nvGrpSpPr>
        <p:cNvPr id="1" name="Shape 85"/>
        <p:cNvGrpSpPr/>
        <p:nvPr/>
      </p:nvGrpSpPr>
      <p:grpSpPr>
        <a:xfrm>
          <a:off x="0" y="0"/>
          <a:ext cx="0" cy="0"/>
          <a:chOff x="0" y="0"/>
          <a:chExt cx="0" cy="0"/>
        </a:xfrm>
      </p:grpSpPr>
      <p:sp>
        <p:nvSpPr>
          <p:cNvPr id="86" name="Google Shape;86;p20"/>
          <p:cNvSpPr>
            <a:spLocks noGrp="1"/>
          </p:cNvSpPr>
          <p:nvPr>
            <p:ph type="pic" idx="2"/>
          </p:nvPr>
        </p:nvSpPr>
        <p:spPr>
          <a:xfrm>
            <a:off x="1" y="0"/>
            <a:ext cx="1218895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7" name="Google Shape;87;p20"/>
          <p:cNvSpPr txBox="1">
            <a:spLocks noGrp="1"/>
          </p:cNvSpPr>
          <p:nvPr>
            <p:ph type="title"/>
          </p:nvPr>
        </p:nvSpPr>
        <p:spPr>
          <a:xfrm>
            <a:off x="3390006" y="2921624"/>
            <a:ext cx="8343325" cy="3021976"/>
          </a:xfrm>
          <a:prstGeom prst="rect">
            <a:avLst/>
          </a:prstGeom>
          <a:noFill/>
          <a:ln>
            <a:noFill/>
          </a:ln>
        </p:spPr>
        <p:txBody>
          <a:bodyPr spcFirstLastPara="1" wrap="square" lIns="0" tIns="0" rIns="0" bIns="0" anchor="b" anchorCtr="0">
            <a:noAutofit/>
          </a:bodyPr>
          <a:lstStyle>
            <a:lvl1pPr lvl="0" algn="r">
              <a:lnSpc>
                <a:spcPct val="80000"/>
              </a:lnSpc>
              <a:spcBef>
                <a:spcPts val="0"/>
              </a:spcBef>
              <a:spcAft>
                <a:spcPts val="0"/>
              </a:spcAft>
              <a:buClr>
                <a:schemeClr val="lt1"/>
              </a:buClr>
              <a:buSzPts val="11000"/>
              <a:buFont typeface="Roboto Light"/>
              <a:buNone/>
              <a:defRPr sz="11000" b="0" i="0" cap="none">
                <a:solidFill>
                  <a:schemeClr val="lt1"/>
                </a:solidFill>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20"/>
          <p:cNvSpPr txBox="1">
            <a:spLocks noGrp="1"/>
          </p:cNvSpPr>
          <p:nvPr>
            <p:ph type="body" idx="1"/>
          </p:nvPr>
        </p:nvSpPr>
        <p:spPr>
          <a:xfrm>
            <a:off x="8990106" y="6123247"/>
            <a:ext cx="2743228" cy="332089"/>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89" name="Google Shape;89;p20"/>
          <p:cNvSpPr txBox="1">
            <a:spLocks noGrp="1"/>
          </p:cNvSpPr>
          <p:nvPr>
            <p:ph type="body" idx="3"/>
          </p:nvPr>
        </p:nvSpPr>
        <p:spPr>
          <a:xfrm>
            <a:off x="455617" y="5613708"/>
            <a:ext cx="5164657" cy="419100"/>
          </a:xfrm>
          <a:prstGeom prst="rect">
            <a:avLst/>
          </a:prstGeom>
          <a:noFill/>
          <a:ln>
            <a:noFill/>
          </a:ln>
        </p:spPr>
        <p:txBody>
          <a:bodyPr spcFirstLastPara="1" wrap="square" lIns="0" tIns="0" rIns="0" bIns="0" anchor="b" anchorCtr="0">
            <a:noAutofit/>
          </a:bodyPr>
          <a:lstStyle>
            <a:lvl1pPr marL="457207" lvl="0" indent="-228604" algn="l">
              <a:spcBef>
                <a:spcPts val="0"/>
              </a:spcBef>
              <a:spcAft>
                <a:spcPts val="0"/>
              </a:spcAft>
              <a:buClr>
                <a:schemeClr val="lt1"/>
              </a:buClr>
              <a:buSzPts val="2000"/>
              <a:buFont typeface="Roboto"/>
              <a:buNone/>
              <a:defRPr sz="2000" b="0" i="0">
                <a:solidFill>
                  <a:schemeClr val="lt1"/>
                </a:solidFill>
                <a:latin typeface="Roboto"/>
                <a:ea typeface="Roboto"/>
                <a:cs typeface="Roboto"/>
                <a:sym typeface="Roboto"/>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90" name="Google Shape;90;p20" descr="A picture containing drawing&#10;&#10;Description automatically generated"/>
          <p:cNvPicPr preferRelativeResize="0"/>
          <p:nvPr/>
        </p:nvPicPr>
        <p:blipFill rotWithShape="1">
          <a:blip r:embed="rId2">
            <a:alphaModFix/>
          </a:blip>
          <a:srcRect b="31356"/>
          <a:stretch/>
        </p:blipFill>
        <p:spPr>
          <a:xfrm>
            <a:off x="455618" y="457202"/>
            <a:ext cx="1222254" cy="62768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Divider A Image">
  <p:cSld name="Divider A Image">
    <p:spTree>
      <p:nvGrpSpPr>
        <p:cNvPr id="1" name="Shape 91"/>
        <p:cNvGrpSpPr/>
        <p:nvPr/>
      </p:nvGrpSpPr>
      <p:grpSpPr>
        <a:xfrm>
          <a:off x="0" y="0"/>
          <a:ext cx="0" cy="0"/>
          <a:chOff x="0" y="0"/>
          <a:chExt cx="0" cy="0"/>
        </a:xfrm>
      </p:grpSpPr>
      <p:sp>
        <p:nvSpPr>
          <p:cNvPr id="92" name="Google Shape;92;p21"/>
          <p:cNvSpPr>
            <a:spLocks noGrp="1"/>
          </p:cNvSpPr>
          <p:nvPr>
            <p:ph type="pic" idx="2"/>
          </p:nvPr>
        </p:nvSpPr>
        <p:spPr>
          <a:xfrm>
            <a:off x="1" y="0"/>
            <a:ext cx="1218895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93" name="Google Shape;93;p21"/>
          <p:cNvSpPr txBox="1">
            <a:spLocks noGrp="1"/>
          </p:cNvSpPr>
          <p:nvPr>
            <p:ph type="title"/>
          </p:nvPr>
        </p:nvSpPr>
        <p:spPr>
          <a:xfrm>
            <a:off x="455618" y="3166730"/>
            <a:ext cx="8915492" cy="524543"/>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4000"/>
              <a:buFont typeface="Roboto Medium"/>
              <a:buNone/>
              <a:defRPr sz="40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1"/>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95" name="Google Shape;95;p2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Divider B">
  <p:cSld name="Divider B">
    <p:bg>
      <p:bgPr>
        <a:solidFill>
          <a:schemeClr val="lt2"/>
        </a:solidFill>
        <a:effectLst/>
      </p:bgPr>
    </p:bg>
    <p:spTree>
      <p:nvGrpSpPr>
        <p:cNvPr id="1" name="Shape 96"/>
        <p:cNvGrpSpPr/>
        <p:nvPr/>
      </p:nvGrpSpPr>
      <p:grpSpPr>
        <a:xfrm>
          <a:off x="0" y="0"/>
          <a:ext cx="0" cy="0"/>
          <a:chOff x="0" y="0"/>
          <a:chExt cx="0" cy="0"/>
        </a:xfrm>
      </p:grpSpPr>
      <p:pic>
        <p:nvPicPr>
          <p:cNvPr id="97" name="Google Shape;97;p22" descr="A close up of a logo&#10;&#10;Description automatically generated"/>
          <p:cNvPicPr preferRelativeResize="0"/>
          <p:nvPr/>
        </p:nvPicPr>
        <p:blipFill rotWithShape="1">
          <a:blip r:embed="rId2">
            <a:alphaModFix/>
          </a:blip>
          <a:srcRect l="956" t="1279" r="624" b="279"/>
          <a:stretch/>
        </p:blipFill>
        <p:spPr>
          <a:xfrm>
            <a:off x="0" y="0"/>
            <a:ext cx="12188825" cy="6858000"/>
          </a:xfrm>
          <a:prstGeom prst="rect">
            <a:avLst/>
          </a:prstGeom>
          <a:noFill/>
          <a:ln>
            <a:noFill/>
          </a:ln>
        </p:spPr>
      </p:pic>
      <p:sp>
        <p:nvSpPr>
          <p:cNvPr id="98" name="Google Shape;98;p22"/>
          <p:cNvSpPr txBox="1">
            <a:spLocks noGrp="1"/>
          </p:cNvSpPr>
          <p:nvPr>
            <p:ph type="title"/>
          </p:nvPr>
        </p:nvSpPr>
        <p:spPr>
          <a:xfrm>
            <a:off x="455618" y="3166730"/>
            <a:ext cx="8915492" cy="524543"/>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4000"/>
              <a:buFont typeface="Roboto Medium"/>
              <a:buNone/>
              <a:defRPr sz="40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99" name="Google Shape;99;p22" descr="A picture containing drawing&#10;&#10;Description automatically generated"/>
          <p:cNvPicPr preferRelativeResize="0"/>
          <p:nvPr/>
        </p:nvPicPr>
        <p:blipFill rotWithShape="1">
          <a:blip r:embed="rId3">
            <a:alphaModFix/>
          </a:blip>
          <a:srcRect/>
          <a:stretch/>
        </p:blipFill>
        <p:spPr>
          <a:xfrm>
            <a:off x="455619" y="6267099"/>
            <a:ext cx="685800" cy="353616"/>
          </a:xfrm>
          <a:prstGeom prst="rect">
            <a:avLst/>
          </a:prstGeom>
          <a:noFill/>
          <a:ln>
            <a:noFill/>
          </a:ln>
        </p:spPr>
      </p:pic>
      <p:sp>
        <p:nvSpPr>
          <p:cNvPr id="100" name="Google Shape;100;p22"/>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Divider C">
  <p:cSld name="Divider C">
    <p:spTree>
      <p:nvGrpSpPr>
        <p:cNvPr id="1" name="Shape 101"/>
        <p:cNvGrpSpPr/>
        <p:nvPr/>
      </p:nvGrpSpPr>
      <p:grpSpPr>
        <a:xfrm>
          <a:off x="0" y="0"/>
          <a:ext cx="0" cy="0"/>
          <a:chOff x="0" y="0"/>
          <a:chExt cx="0" cy="0"/>
        </a:xfrm>
      </p:grpSpPr>
      <p:sp>
        <p:nvSpPr>
          <p:cNvPr id="102" name="Google Shape;102;p23"/>
          <p:cNvSpPr/>
          <p:nvPr/>
        </p:nvSpPr>
        <p:spPr>
          <a:xfrm>
            <a:off x="0" y="0"/>
            <a:ext cx="12188950" cy="6858000"/>
          </a:xfrm>
          <a:prstGeom prst="rect">
            <a:avLst/>
          </a:prstGeom>
          <a:gradFill>
            <a:gsLst>
              <a:gs pos="0">
                <a:schemeClr val="accent1"/>
              </a:gs>
              <a:gs pos="63000">
                <a:srgbClr val="9299F4"/>
              </a:gs>
              <a:gs pos="100000">
                <a:schemeClr val="lt2"/>
              </a:gs>
            </a:gsLst>
            <a:lin ang="13800001"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a:solidFill>
                <a:schemeClr val="lt1"/>
              </a:solidFill>
              <a:latin typeface="Roboto"/>
              <a:ea typeface="Roboto"/>
              <a:cs typeface="Roboto"/>
              <a:sym typeface="Roboto"/>
            </a:endParaRPr>
          </a:p>
        </p:txBody>
      </p:sp>
      <p:sp>
        <p:nvSpPr>
          <p:cNvPr id="103" name="Google Shape;103;p23"/>
          <p:cNvSpPr txBox="1">
            <a:spLocks noGrp="1"/>
          </p:cNvSpPr>
          <p:nvPr>
            <p:ph type="title"/>
          </p:nvPr>
        </p:nvSpPr>
        <p:spPr>
          <a:xfrm>
            <a:off x="455618" y="460683"/>
            <a:ext cx="8915492" cy="48696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9800"/>
              <a:buFont typeface="Roboto Light"/>
              <a:buNone/>
              <a:defRPr sz="9800" b="0" i="0">
                <a:solidFill>
                  <a:schemeClr val="lt1"/>
                </a:solidFill>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4" name="Google Shape;104;p23" descr="A picture containing drawing&#10;&#10;Description automatically generated"/>
          <p:cNvPicPr preferRelativeResize="0"/>
          <p:nvPr/>
        </p:nvPicPr>
        <p:blipFill rotWithShape="1">
          <a:blip r:embed="rId2">
            <a:alphaModFix/>
          </a:blip>
          <a:srcRect/>
          <a:stretch/>
        </p:blipFill>
        <p:spPr>
          <a:xfrm>
            <a:off x="455619" y="6264209"/>
            <a:ext cx="685800" cy="353616"/>
          </a:xfrm>
          <a:prstGeom prst="rect">
            <a:avLst/>
          </a:prstGeom>
          <a:noFill/>
          <a:ln>
            <a:noFill/>
          </a:ln>
        </p:spPr>
      </p:pic>
      <p:sp>
        <p:nvSpPr>
          <p:cNvPr id="105" name="Google Shape;105;p23"/>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106"/>
        <p:cNvGrpSpPr/>
        <p:nvPr/>
      </p:nvGrpSpPr>
      <p:grpSpPr>
        <a:xfrm>
          <a:off x="0" y="0"/>
          <a:ext cx="0" cy="0"/>
          <a:chOff x="0" y="0"/>
          <a:chExt cx="0" cy="0"/>
        </a:xfrm>
      </p:grpSpPr>
      <p:sp>
        <p:nvSpPr>
          <p:cNvPr id="107" name="Google Shape;107;p24"/>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24"/>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09" name="Google Shape;109;p24"/>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10" name="Google Shape;110;p2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WHITE 2Col Title | Text">
  <p:cSld name="WHITE 2Col Title | Text">
    <p:spTree>
      <p:nvGrpSpPr>
        <p:cNvPr id="1" name="Shape 111"/>
        <p:cNvGrpSpPr/>
        <p:nvPr/>
      </p:nvGrpSpPr>
      <p:grpSpPr>
        <a:xfrm>
          <a:off x="0" y="0"/>
          <a:ext cx="0" cy="0"/>
          <a:chOff x="0" y="0"/>
          <a:chExt cx="0" cy="0"/>
        </a:xfrm>
      </p:grpSpPr>
      <p:sp>
        <p:nvSpPr>
          <p:cNvPr id="112" name="Google Shape;112;p25"/>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 name="Google Shape;113;p25"/>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14" name="Google Shape;114;p25"/>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15" name="Google Shape;115;p25"/>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16" name="Google Shape;116;p2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WHITE 1Col Title | Text | Small Image">
  <p:cSld name="WHITE 1Col Title | Text | Small Image">
    <p:spTree>
      <p:nvGrpSpPr>
        <p:cNvPr id="1" name="Shape 117"/>
        <p:cNvGrpSpPr/>
        <p:nvPr/>
      </p:nvGrpSpPr>
      <p:grpSpPr>
        <a:xfrm>
          <a:off x="0" y="0"/>
          <a:ext cx="0" cy="0"/>
          <a:chOff x="0" y="0"/>
          <a:chExt cx="0" cy="0"/>
        </a:xfrm>
      </p:grpSpPr>
      <p:sp>
        <p:nvSpPr>
          <p:cNvPr id="118" name="Google Shape;118;p26"/>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26"/>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20" name="Google Shape;120;p26"/>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21" name="Google Shape;121;p26"/>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22" name="Google Shape;122;p2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WHITE 1Col Title | Text | HP Image">
  <p:cSld name="WHITE 1Col Title | Text | HP Image">
    <p:spTree>
      <p:nvGrpSpPr>
        <p:cNvPr id="1" name="Shape 123"/>
        <p:cNvGrpSpPr/>
        <p:nvPr/>
      </p:nvGrpSpPr>
      <p:grpSpPr>
        <a:xfrm>
          <a:off x="0" y="0"/>
          <a:ext cx="0" cy="0"/>
          <a:chOff x="0" y="0"/>
          <a:chExt cx="0" cy="0"/>
        </a:xfrm>
      </p:grpSpPr>
      <p:sp>
        <p:nvSpPr>
          <p:cNvPr id="124" name="Google Shape;124;p27"/>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25" name="Google Shape;125;p27"/>
          <p:cNvSpPr txBox="1">
            <a:spLocks noGrp="1"/>
          </p:cNvSpPr>
          <p:nvPr>
            <p:ph type="title"/>
          </p:nvPr>
        </p:nvSpPr>
        <p:spPr>
          <a:xfrm>
            <a:off x="455619" y="48165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27"/>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27" name="Google Shape;127;p27"/>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28" name="Google Shape;128;p2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WHITE Title">
  <p:cSld name="WHITE Title">
    <p:spTree>
      <p:nvGrpSpPr>
        <p:cNvPr id="1" name="Shape 129"/>
        <p:cNvGrpSpPr/>
        <p:nvPr/>
      </p:nvGrpSpPr>
      <p:grpSpPr>
        <a:xfrm>
          <a:off x="0" y="0"/>
          <a:ext cx="0" cy="0"/>
          <a:chOff x="0" y="0"/>
          <a:chExt cx="0" cy="0"/>
        </a:xfrm>
      </p:grpSpPr>
      <p:sp>
        <p:nvSpPr>
          <p:cNvPr id="130" name="Google Shape;130;p28"/>
          <p:cNvSpPr txBox="1">
            <a:spLocks noGrp="1"/>
          </p:cNvSpPr>
          <p:nvPr>
            <p:ph type="title"/>
          </p:nvPr>
        </p:nvSpPr>
        <p:spPr>
          <a:xfrm>
            <a:off x="455618" y="480449"/>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28"/>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32" name="Google Shape;132;p2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WHITE 1Col Subhead | Title | Text">
  <p:cSld name="WHITE 1Col Subhead | Title | Text">
    <p:spTree>
      <p:nvGrpSpPr>
        <p:cNvPr id="1" name="Shape 133"/>
        <p:cNvGrpSpPr/>
        <p:nvPr/>
      </p:nvGrpSpPr>
      <p:grpSpPr>
        <a:xfrm>
          <a:off x="0" y="0"/>
          <a:ext cx="0" cy="0"/>
          <a:chOff x="0" y="0"/>
          <a:chExt cx="0" cy="0"/>
        </a:xfrm>
      </p:grpSpPr>
      <p:sp>
        <p:nvSpPr>
          <p:cNvPr id="134" name="Google Shape;134;p29"/>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29"/>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36" name="Google Shape;136;p29"/>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37" name="Google Shape;137;p29"/>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38" name="Google Shape;138;p2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WHITE 2Col Subhead | Title | Text">
  <p:cSld name="WHITE 2Col Subhead | Title | Text">
    <p:spTree>
      <p:nvGrpSpPr>
        <p:cNvPr id="1" name="Shape 139"/>
        <p:cNvGrpSpPr/>
        <p:nvPr/>
      </p:nvGrpSpPr>
      <p:grpSpPr>
        <a:xfrm>
          <a:off x="0" y="0"/>
          <a:ext cx="0" cy="0"/>
          <a:chOff x="0" y="0"/>
          <a:chExt cx="0" cy="0"/>
        </a:xfrm>
      </p:grpSpPr>
      <p:sp>
        <p:nvSpPr>
          <p:cNvPr id="140" name="Google Shape;140;p30"/>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30"/>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2" name="Google Shape;142;p30"/>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3" name="Google Shape;143;p30"/>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4" name="Google Shape;144;p30"/>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45" name="Google Shape;145;p3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WHITE Subhead | Title | Text | Image">
  <p:cSld name="WHITE Subhead | Title | Text | Image">
    <p:spTree>
      <p:nvGrpSpPr>
        <p:cNvPr id="1" name="Shape 146"/>
        <p:cNvGrpSpPr/>
        <p:nvPr/>
      </p:nvGrpSpPr>
      <p:grpSpPr>
        <a:xfrm>
          <a:off x="0" y="0"/>
          <a:ext cx="0" cy="0"/>
          <a:chOff x="0" y="0"/>
          <a:chExt cx="0" cy="0"/>
        </a:xfrm>
      </p:grpSpPr>
      <p:sp>
        <p:nvSpPr>
          <p:cNvPr id="147" name="Google Shape;147;p31"/>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8" name="Google Shape;148;p31"/>
          <p:cNvSpPr txBox="1">
            <a:spLocks noGrp="1"/>
          </p:cNvSpPr>
          <p:nvPr>
            <p:ph type="body" idx="1"/>
          </p:nvPr>
        </p:nvSpPr>
        <p:spPr>
          <a:xfrm>
            <a:off x="455618" y="2971800"/>
            <a:ext cx="5638858"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9" name="Google Shape;149;p31"/>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50" name="Google Shape;150;p31"/>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51" name="Google Shape;151;p31"/>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52" name="Google Shape;152;p3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WHITE Subhead | Title | Text | HP Image">
  <p:cSld name="WHITE Subhead | Title | Text | HP Image">
    <p:spTree>
      <p:nvGrpSpPr>
        <p:cNvPr id="1" name="Shape 153"/>
        <p:cNvGrpSpPr/>
        <p:nvPr/>
      </p:nvGrpSpPr>
      <p:grpSpPr>
        <a:xfrm>
          <a:off x="0" y="0"/>
          <a:ext cx="0" cy="0"/>
          <a:chOff x="0" y="0"/>
          <a:chExt cx="0" cy="0"/>
        </a:xfrm>
      </p:grpSpPr>
      <p:sp>
        <p:nvSpPr>
          <p:cNvPr id="154" name="Google Shape;154;p32"/>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55" name="Google Shape;155;p32"/>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 name="Google Shape;156;p32"/>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57" name="Google Shape;157;p32"/>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58" name="Google Shape;158;p32"/>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59" name="Google Shape;159;p3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WHITE Subhead | Title">
  <p:cSld name="WHITE Subhead | Title">
    <p:spTree>
      <p:nvGrpSpPr>
        <p:cNvPr id="1" name="Shape 160"/>
        <p:cNvGrpSpPr/>
        <p:nvPr/>
      </p:nvGrpSpPr>
      <p:grpSpPr>
        <a:xfrm>
          <a:off x="0" y="0"/>
          <a:ext cx="0" cy="0"/>
          <a:chOff x="0" y="0"/>
          <a:chExt cx="0" cy="0"/>
        </a:xfrm>
      </p:grpSpPr>
      <p:sp>
        <p:nvSpPr>
          <p:cNvPr id="161" name="Google Shape;161;p33"/>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33"/>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63" name="Google Shape;163;p33"/>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64" name="Google Shape;164;p3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WHITE 1Col Title | Subhead | Text">
  <p:cSld name="WHITE 1Col Title | Subhead | Text">
    <p:spTree>
      <p:nvGrpSpPr>
        <p:cNvPr id="1" name="Shape 165"/>
        <p:cNvGrpSpPr/>
        <p:nvPr/>
      </p:nvGrpSpPr>
      <p:grpSpPr>
        <a:xfrm>
          <a:off x="0" y="0"/>
          <a:ext cx="0" cy="0"/>
          <a:chOff x="0" y="0"/>
          <a:chExt cx="0" cy="0"/>
        </a:xfrm>
      </p:grpSpPr>
      <p:sp>
        <p:nvSpPr>
          <p:cNvPr id="166" name="Google Shape;166;p34"/>
          <p:cNvSpPr txBox="1">
            <a:spLocks noGrp="1"/>
          </p:cNvSpPr>
          <p:nvPr>
            <p:ph type="title"/>
          </p:nvPr>
        </p:nvSpPr>
        <p:spPr>
          <a:xfrm>
            <a:off x="455618" y="47549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7" name="Google Shape;167;p34"/>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68" name="Google Shape;168;p34"/>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69" name="Google Shape;169;p34"/>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70" name="Google Shape;170;p3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WHITE 2Col Title | Subhead | Text">
  <p:cSld name="WHITE 2Col Title | Subhead | Text">
    <p:spTree>
      <p:nvGrpSpPr>
        <p:cNvPr id="1" name="Shape 171"/>
        <p:cNvGrpSpPr/>
        <p:nvPr/>
      </p:nvGrpSpPr>
      <p:grpSpPr>
        <a:xfrm>
          <a:off x="0" y="0"/>
          <a:ext cx="0" cy="0"/>
          <a:chOff x="0" y="0"/>
          <a:chExt cx="0" cy="0"/>
        </a:xfrm>
      </p:grpSpPr>
      <p:sp>
        <p:nvSpPr>
          <p:cNvPr id="172" name="Google Shape;172;p35"/>
          <p:cNvSpPr txBox="1">
            <a:spLocks noGrp="1"/>
          </p:cNvSpPr>
          <p:nvPr>
            <p:ph type="title"/>
          </p:nvPr>
        </p:nvSpPr>
        <p:spPr>
          <a:xfrm>
            <a:off x="455618" y="47270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35"/>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74" name="Google Shape;174;p35"/>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75" name="Google Shape;175;p35"/>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76" name="Google Shape;176;p35"/>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77" name="Google Shape;177;p3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WHITE Title | Subhead | Text | Image">
  <p:cSld name="WHITE Title | Subhead | Text | Image">
    <p:spTree>
      <p:nvGrpSpPr>
        <p:cNvPr id="1" name="Shape 178"/>
        <p:cNvGrpSpPr/>
        <p:nvPr/>
      </p:nvGrpSpPr>
      <p:grpSpPr>
        <a:xfrm>
          <a:off x="0" y="0"/>
          <a:ext cx="0" cy="0"/>
          <a:chOff x="0" y="0"/>
          <a:chExt cx="0" cy="0"/>
        </a:xfrm>
      </p:grpSpPr>
      <p:sp>
        <p:nvSpPr>
          <p:cNvPr id="179" name="Google Shape;179;p36"/>
          <p:cNvSpPr txBox="1">
            <a:spLocks noGrp="1"/>
          </p:cNvSpPr>
          <p:nvPr>
            <p:ph type="title"/>
          </p:nvPr>
        </p:nvSpPr>
        <p:spPr>
          <a:xfrm>
            <a:off x="455618" y="47270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0" name="Google Shape;180;p36"/>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81" name="Google Shape;181;p36"/>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82" name="Google Shape;182;p36"/>
          <p:cNvSpPr txBox="1">
            <a:spLocks noGrp="1"/>
          </p:cNvSpPr>
          <p:nvPr>
            <p:ph type="body" idx="3"/>
          </p:nvPr>
        </p:nvSpPr>
        <p:spPr>
          <a:xfrm>
            <a:off x="455618" y="877824"/>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83" name="Google Shape;183;p36"/>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84" name="Google Shape;184;p3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WHITE Title | Subhead | Text | HP Image">
  <p:cSld name="WHITE Title | Subhead | Text | HP Image">
    <p:spTree>
      <p:nvGrpSpPr>
        <p:cNvPr id="1" name="Shape 185"/>
        <p:cNvGrpSpPr/>
        <p:nvPr/>
      </p:nvGrpSpPr>
      <p:grpSpPr>
        <a:xfrm>
          <a:off x="0" y="0"/>
          <a:ext cx="0" cy="0"/>
          <a:chOff x="0" y="0"/>
          <a:chExt cx="0" cy="0"/>
        </a:xfrm>
      </p:grpSpPr>
      <p:sp>
        <p:nvSpPr>
          <p:cNvPr id="186" name="Google Shape;186;p37"/>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87" name="Google Shape;187;p37"/>
          <p:cNvSpPr txBox="1">
            <a:spLocks noGrp="1"/>
          </p:cNvSpPr>
          <p:nvPr>
            <p:ph type="title"/>
          </p:nvPr>
        </p:nvSpPr>
        <p:spPr>
          <a:xfrm>
            <a:off x="455618" y="472700"/>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8" name="Google Shape;188;p37"/>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89" name="Google Shape;189;p37"/>
          <p:cNvSpPr txBox="1">
            <a:spLocks noGrp="1"/>
          </p:cNvSpPr>
          <p:nvPr>
            <p:ph type="body" idx="3"/>
          </p:nvPr>
        </p:nvSpPr>
        <p:spPr>
          <a:xfrm>
            <a:off x="455619" y="877824"/>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90" name="Google Shape;190;p37"/>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91" name="Google Shape;191;p3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WHITE Title | Subhead">
  <p:cSld name="WHITE Title | Subhead">
    <p:spTree>
      <p:nvGrpSpPr>
        <p:cNvPr id="1" name="Shape 192"/>
        <p:cNvGrpSpPr/>
        <p:nvPr/>
      </p:nvGrpSpPr>
      <p:grpSpPr>
        <a:xfrm>
          <a:off x="0" y="0"/>
          <a:ext cx="0" cy="0"/>
          <a:chOff x="0" y="0"/>
          <a:chExt cx="0" cy="0"/>
        </a:xfrm>
      </p:grpSpPr>
      <p:sp>
        <p:nvSpPr>
          <p:cNvPr id="193" name="Google Shape;193;p38"/>
          <p:cNvSpPr txBox="1">
            <a:spLocks noGrp="1"/>
          </p:cNvSpPr>
          <p:nvPr>
            <p:ph type="title"/>
          </p:nvPr>
        </p:nvSpPr>
        <p:spPr>
          <a:xfrm>
            <a:off x="455618" y="47270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4" name="Google Shape;194;p38"/>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95" name="Google Shape;195;p38"/>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96" name="Google Shape;196;p3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WHITE Blank">
  <p:cSld name="WHITE Blank">
    <p:spTree>
      <p:nvGrpSpPr>
        <p:cNvPr id="1" name="Shape 197"/>
        <p:cNvGrpSpPr/>
        <p:nvPr/>
      </p:nvGrpSpPr>
      <p:grpSpPr>
        <a:xfrm>
          <a:off x="0" y="0"/>
          <a:ext cx="0" cy="0"/>
          <a:chOff x="0" y="0"/>
          <a:chExt cx="0" cy="0"/>
        </a:xfrm>
      </p:grpSpPr>
      <p:sp>
        <p:nvSpPr>
          <p:cNvPr id="198" name="Google Shape;198;p39"/>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99" name="Google Shape;199;p3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NAVY 1Col Title | Text">
  <p:cSld name="NAVY 1Col Title | Text">
    <p:bg>
      <p:bgPr>
        <a:solidFill>
          <a:srgbClr val="030A14"/>
        </a:solidFill>
        <a:effectLst/>
      </p:bgPr>
    </p:bg>
    <p:spTree>
      <p:nvGrpSpPr>
        <p:cNvPr id="1" name="Shape 200"/>
        <p:cNvGrpSpPr/>
        <p:nvPr/>
      </p:nvGrpSpPr>
      <p:grpSpPr>
        <a:xfrm>
          <a:off x="0" y="0"/>
          <a:ext cx="0" cy="0"/>
          <a:chOff x="0" y="0"/>
          <a:chExt cx="0" cy="0"/>
        </a:xfrm>
      </p:grpSpPr>
      <p:sp>
        <p:nvSpPr>
          <p:cNvPr id="201" name="Google Shape;201;p40"/>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2" name="Google Shape;202;p40"/>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03" name="Google Shape;203;p40"/>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04" name="Google Shape;204;p4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NAVY 2Col Title | Text">
  <p:cSld name="NAVY 2Col Title | Text">
    <p:bg>
      <p:bgPr>
        <a:solidFill>
          <a:srgbClr val="030A14"/>
        </a:solidFill>
        <a:effectLst/>
      </p:bgPr>
    </p:bg>
    <p:spTree>
      <p:nvGrpSpPr>
        <p:cNvPr id="1" name="Shape 205"/>
        <p:cNvGrpSpPr/>
        <p:nvPr/>
      </p:nvGrpSpPr>
      <p:grpSpPr>
        <a:xfrm>
          <a:off x="0" y="0"/>
          <a:ext cx="0" cy="0"/>
          <a:chOff x="0" y="0"/>
          <a:chExt cx="0" cy="0"/>
        </a:xfrm>
      </p:grpSpPr>
      <p:sp>
        <p:nvSpPr>
          <p:cNvPr id="206" name="Google Shape;206;p41"/>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7" name="Google Shape;207;p41"/>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08" name="Google Shape;208;p41"/>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09" name="Google Shape;209;p41"/>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10" name="Google Shape;210;p4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NAVY Title | Text | Image">
  <p:cSld name="NAVY Title | Text | Image">
    <p:bg>
      <p:bgPr>
        <a:solidFill>
          <a:srgbClr val="030A14"/>
        </a:solidFill>
        <a:effectLst/>
      </p:bgPr>
    </p:bg>
    <p:spTree>
      <p:nvGrpSpPr>
        <p:cNvPr id="1" name="Shape 211"/>
        <p:cNvGrpSpPr/>
        <p:nvPr/>
      </p:nvGrpSpPr>
      <p:grpSpPr>
        <a:xfrm>
          <a:off x="0" y="0"/>
          <a:ext cx="0" cy="0"/>
          <a:chOff x="0" y="0"/>
          <a:chExt cx="0" cy="0"/>
        </a:xfrm>
      </p:grpSpPr>
      <p:sp>
        <p:nvSpPr>
          <p:cNvPr id="212" name="Google Shape;212;p42"/>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42"/>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14" name="Google Shape;214;p42"/>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15" name="Google Shape;215;p42"/>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16" name="Google Shape;216;p4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AVY Title | Text | HP Image">
  <p:cSld name="NAVY Title | Text | HP Image">
    <p:bg>
      <p:bgPr>
        <a:solidFill>
          <a:srgbClr val="030A14"/>
        </a:solidFill>
        <a:effectLst/>
      </p:bgPr>
    </p:bg>
    <p:spTree>
      <p:nvGrpSpPr>
        <p:cNvPr id="1" name="Shape 217"/>
        <p:cNvGrpSpPr/>
        <p:nvPr/>
      </p:nvGrpSpPr>
      <p:grpSpPr>
        <a:xfrm>
          <a:off x="0" y="0"/>
          <a:ext cx="0" cy="0"/>
          <a:chOff x="0" y="0"/>
          <a:chExt cx="0" cy="0"/>
        </a:xfrm>
      </p:grpSpPr>
      <p:sp>
        <p:nvSpPr>
          <p:cNvPr id="218" name="Google Shape;218;p43"/>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19" name="Google Shape;219;p43"/>
          <p:cNvSpPr txBox="1">
            <a:spLocks noGrp="1"/>
          </p:cNvSpPr>
          <p:nvPr>
            <p:ph type="title"/>
          </p:nvPr>
        </p:nvSpPr>
        <p:spPr>
          <a:xfrm>
            <a:off x="455618" y="491681"/>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0" name="Google Shape;220;p43"/>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21" name="Google Shape;221;p43"/>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22" name="Google Shape;222;p4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NAVY Title">
  <p:cSld name="NAVY Title">
    <p:bg>
      <p:bgPr>
        <a:solidFill>
          <a:srgbClr val="030A14"/>
        </a:solidFill>
        <a:effectLst/>
      </p:bgPr>
    </p:bg>
    <p:spTree>
      <p:nvGrpSpPr>
        <p:cNvPr id="1" name="Shape 223"/>
        <p:cNvGrpSpPr/>
        <p:nvPr/>
      </p:nvGrpSpPr>
      <p:grpSpPr>
        <a:xfrm>
          <a:off x="0" y="0"/>
          <a:ext cx="0" cy="0"/>
          <a:chOff x="0" y="0"/>
          <a:chExt cx="0" cy="0"/>
        </a:xfrm>
      </p:grpSpPr>
      <p:sp>
        <p:nvSpPr>
          <p:cNvPr id="224" name="Google Shape;224;p44"/>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5" name="Google Shape;225;p44"/>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26" name="Google Shape;226;p4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NAVY 1Col Subhead | Title | Text">
  <p:cSld name="NAVY 1Col Subhead | Title | Text">
    <p:bg>
      <p:bgPr>
        <a:solidFill>
          <a:srgbClr val="030A14"/>
        </a:solidFill>
        <a:effectLst/>
      </p:bgPr>
    </p:bg>
    <p:spTree>
      <p:nvGrpSpPr>
        <p:cNvPr id="1" name="Shape 227"/>
        <p:cNvGrpSpPr/>
        <p:nvPr/>
      </p:nvGrpSpPr>
      <p:grpSpPr>
        <a:xfrm>
          <a:off x="0" y="0"/>
          <a:ext cx="0" cy="0"/>
          <a:chOff x="0" y="0"/>
          <a:chExt cx="0" cy="0"/>
        </a:xfrm>
      </p:grpSpPr>
      <p:sp>
        <p:nvSpPr>
          <p:cNvPr id="228" name="Google Shape;228;p45"/>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9" name="Google Shape;229;p45"/>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0" name="Google Shape;230;p45"/>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1" name="Google Shape;231;p45"/>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32" name="Google Shape;232;p4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NAVY 2Col Subhead | Title | Text">
  <p:cSld name="NAVY 2Col Subhead | Title | Text">
    <p:bg>
      <p:bgPr>
        <a:solidFill>
          <a:srgbClr val="030A14"/>
        </a:solidFill>
        <a:effectLst/>
      </p:bgPr>
    </p:bg>
    <p:spTree>
      <p:nvGrpSpPr>
        <p:cNvPr id="1" name="Shape 233"/>
        <p:cNvGrpSpPr/>
        <p:nvPr/>
      </p:nvGrpSpPr>
      <p:grpSpPr>
        <a:xfrm>
          <a:off x="0" y="0"/>
          <a:ext cx="0" cy="0"/>
          <a:chOff x="0" y="0"/>
          <a:chExt cx="0" cy="0"/>
        </a:xfrm>
      </p:grpSpPr>
      <p:sp>
        <p:nvSpPr>
          <p:cNvPr id="234" name="Google Shape;234;p46"/>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5" name="Google Shape;235;p46"/>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6" name="Google Shape;236;p46"/>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7" name="Google Shape;237;p46"/>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8" name="Google Shape;238;p46"/>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39" name="Google Shape;239;p4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NAVY Subhead | Title | Text | Image">
  <p:cSld name="NAVY Subhead | Title | Text | Image">
    <p:bg>
      <p:bgPr>
        <a:solidFill>
          <a:srgbClr val="030A14"/>
        </a:solidFill>
        <a:effectLst/>
      </p:bgPr>
    </p:bg>
    <p:spTree>
      <p:nvGrpSpPr>
        <p:cNvPr id="1" name="Shape 240"/>
        <p:cNvGrpSpPr/>
        <p:nvPr/>
      </p:nvGrpSpPr>
      <p:grpSpPr>
        <a:xfrm>
          <a:off x="0" y="0"/>
          <a:ext cx="0" cy="0"/>
          <a:chOff x="0" y="0"/>
          <a:chExt cx="0" cy="0"/>
        </a:xfrm>
      </p:grpSpPr>
      <p:sp>
        <p:nvSpPr>
          <p:cNvPr id="241" name="Google Shape;241;p47"/>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2" name="Google Shape;242;p47"/>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43" name="Google Shape;243;p47"/>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44" name="Google Shape;244;p47"/>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45" name="Google Shape;245;p47"/>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46" name="Google Shape;246;p4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NAVY Subhead | Title | Text | HP Image">
  <p:cSld name="NAVY Subhead | Title | Text | HP Image">
    <p:bg>
      <p:bgPr>
        <a:solidFill>
          <a:srgbClr val="030A14"/>
        </a:solidFill>
        <a:effectLst/>
      </p:bgPr>
    </p:bg>
    <p:spTree>
      <p:nvGrpSpPr>
        <p:cNvPr id="1" name="Shape 247"/>
        <p:cNvGrpSpPr/>
        <p:nvPr/>
      </p:nvGrpSpPr>
      <p:grpSpPr>
        <a:xfrm>
          <a:off x="0" y="0"/>
          <a:ext cx="0" cy="0"/>
          <a:chOff x="0" y="0"/>
          <a:chExt cx="0" cy="0"/>
        </a:xfrm>
      </p:grpSpPr>
      <p:sp>
        <p:nvSpPr>
          <p:cNvPr id="248" name="Google Shape;248;p48"/>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49" name="Google Shape;249;p48"/>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0" name="Google Shape;250;p48"/>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51" name="Google Shape;251;p48"/>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52" name="Google Shape;252;p48"/>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53" name="Google Shape;253;p4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NAVY Subhead | Title">
  <p:cSld name="NAVY Subhead | Title">
    <p:bg>
      <p:bgPr>
        <a:solidFill>
          <a:srgbClr val="030A14"/>
        </a:solidFill>
        <a:effectLst/>
      </p:bgPr>
    </p:bg>
    <p:spTree>
      <p:nvGrpSpPr>
        <p:cNvPr id="1" name="Shape 254"/>
        <p:cNvGrpSpPr/>
        <p:nvPr/>
      </p:nvGrpSpPr>
      <p:grpSpPr>
        <a:xfrm>
          <a:off x="0" y="0"/>
          <a:ext cx="0" cy="0"/>
          <a:chOff x="0" y="0"/>
          <a:chExt cx="0" cy="0"/>
        </a:xfrm>
      </p:grpSpPr>
      <p:sp>
        <p:nvSpPr>
          <p:cNvPr id="255" name="Google Shape;255;p49"/>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6" name="Google Shape;256;p49"/>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57" name="Google Shape;257;p49"/>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58" name="Google Shape;258;p4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NAVY 1Col Title | Subhead | Text">
  <p:cSld name="NAVY 1Col Title | Subhead | Text">
    <p:bg>
      <p:bgPr>
        <a:solidFill>
          <a:srgbClr val="030A14"/>
        </a:solidFill>
        <a:effectLst/>
      </p:bgPr>
    </p:bg>
    <p:spTree>
      <p:nvGrpSpPr>
        <p:cNvPr id="1" name="Shape 259"/>
        <p:cNvGrpSpPr/>
        <p:nvPr/>
      </p:nvGrpSpPr>
      <p:grpSpPr>
        <a:xfrm>
          <a:off x="0" y="0"/>
          <a:ext cx="0" cy="0"/>
          <a:chOff x="0" y="0"/>
          <a:chExt cx="0" cy="0"/>
        </a:xfrm>
      </p:grpSpPr>
      <p:sp>
        <p:nvSpPr>
          <p:cNvPr id="260" name="Google Shape;260;p50"/>
          <p:cNvSpPr txBox="1">
            <a:spLocks noGrp="1"/>
          </p:cNvSpPr>
          <p:nvPr>
            <p:ph type="title"/>
          </p:nvPr>
        </p:nvSpPr>
        <p:spPr>
          <a:xfrm>
            <a:off x="455618" y="491681"/>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1" name="Google Shape;261;p50"/>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2" name="Google Shape;262;p50"/>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3" name="Google Shape;263;p50"/>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64" name="Google Shape;264;p5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NAVY 2Col Title | Subhead | Text">
  <p:cSld name="NAVY 2Col Title | Subhead | Text">
    <p:bg>
      <p:bgPr>
        <a:solidFill>
          <a:srgbClr val="030A14"/>
        </a:solidFill>
        <a:effectLst/>
      </p:bgPr>
    </p:bg>
    <p:spTree>
      <p:nvGrpSpPr>
        <p:cNvPr id="1" name="Shape 265"/>
        <p:cNvGrpSpPr/>
        <p:nvPr/>
      </p:nvGrpSpPr>
      <p:grpSpPr>
        <a:xfrm>
          <a:off x="0" y="0"/>
          <a:ext cx="0" cy="0"/>
          <a:chOff x="0" y="0"/>
          <a:chExt cx="0" cy="0"/>
        </a:xfrm>
      </p:grpSpPr>
      <p:sp>
        <p:nvSpPr>
          <p:cNvPr id="266" name="Google Shape;266;p51"/>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7" name="Google Shape;267;p51"/>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8" name="Google Shape;268;p51"/>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9" name="Google Shape;269;p51"/>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70" name="Google Shape;270;p51"/>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71" name="Google Shape;271;p5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NAVY 1Col Title | Subhead | Text | Image">
  <p:cSld name="NAVY 1Col Title | Subhead | Text | Image">
    <p:bg>
      <p:bgPr>
        <a:solidFill>
          <a:srgbClr val="030A14"/>
        </a:solidFill>
        <a:effectLst/>
      </p:bgPr>
    </p:bg>
    <p:spTree>
      <p:nvGrpSpPr>
        <p:cNvPr id="1" name="Shape 272"/>
        <p:cNvGrpSpPr/>
        <p:nvPr/>
      </p:nvGrpSpPr>
      <p:grpSpPr>
        <a:xfrm>
          <a:off x="0" y="0"/>
          <a:ext cx="0" cy="0"/>
          <a:chOff x="0" y="0"/>
          <a:chExt cx="0" cy="0"/>
        </a:xfrm>
      </p:grpSpPr>
      <p:sp>
        <p:nvSpPr>
          <p:cNvPr id="273" name="Google Shape;273;p52"/>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4" name="Google Shape;274;p52"/>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75" name="Google Shape;275;p52"/>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76" name="Google Shape;276;p52"/>
          <p:cNvSpPr txBox="1">
            <a:spLocks noGrp="1"/>
          </p:cNvSpPr>
          <p:nvPr>
            <p:ph type="body" idx="3"/>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77" name="Google Shape;277;p52"/>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78" name="Google Shape;278;p5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NAVY Title | Subhead | Text | HP Image">
  <p:cSld name="NAVY Title | Subhead | Text | HP Image">
    <p:bg>
      <p:bgPr>
        <a:solidFill>
          <a:srgbClr val="030A14"/>
        </a:solidFill>
        <a:effectLst/>
      </p:bgPr>
    </p:bg>
    <p:spTree>
      <p:nvGrpSpPr>
        <p:cNvPr id="1" name="Shape 279"/>
        <p:cNvGrpSpPr/>
        <p:nvPr/>
      </p:nvGrpSpPr>
      <p:grpSpPr>
        <a:xfrm>
          <a:off x="0" y="0"/>
          <a:ext cx="0" cy="0"/>
          <a:chOff x="0" y="0"/>
          <a:chExt cx="0" cy="0"/>
        </a:xfrm>
      </p:grpSpPr>
      <p:sp>
        <p:nvSpPr>
          <p:cNvPr id="280" name="Google Shape;280;p53"/>
          <p:cNvSpPr>
            <a:spLocks noGrp="1"/>
          </p:cNvSpPr>
          <p:nvPr>
            <p:ph type="pic" idx="2"/>
          </p:nvPr>
        </p:nvSpPr>
        <p:spPr>
          <a:xfrm>
            <a:off x="6094475" y="359"/>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81" name="Google Shape;281;p53"/>
          <p:cNvSpPr txBox="1">
            <a:spLocks noGrp="1"/>
          </p:cNvSpPr>
          <p:nvPr>
            <p:ph type="title"/>
          </p:nvPr>
        </p:nvSpPr>
        <p:spPr>
          <a:xfrm>
            <a:off x="455618" y="503696"/>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2" name="Google Shape;282;p53"/>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83" name="Google Shape;283;p53"/>
          <p:cNvSpPr txBox="1">
            <a:spLocks noGrp="1"/>
          </p:cNvSpPr>
          <p:nvPr>
            <p:ph type="body" idx="3"/>
          </p:nvPr>
        </p:nvSpPr>
        <p:spPr>
          <a:xfrm>
            <a:off x="455619" y="868681"/>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84" name="Google Shape;284;p53"/>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85" name="Google Shape;285;p5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NAVY Title | Subhead">
  <p:cSld name="NAVY Title | Subhead">
    <p:bg>
      <p:bgPr>
        <a:solidFill>
          <a:srgbClr val="030A14"/>
        </a:solidFill>
        <a:effectLst/>
      </p:bgPr>
    </p:bg>
    <p:spTree>
      <p:nvGrpSpPr>
        <p:cNvPr id="1" name="Shape 286"/>
        <p:cNvGrpSpPr/>
        <p:nvPr/>
      </p:nvGrpSpPr>
      <p:grpSpPr>
        <a:xfrm>
          <a:off x="0" y="0"/>
          <a:ext cx="0" cy="0"/>
          <a:chOff x="0" y="0"/>
          <a:chExt cx="0" cy="0"/>
        </a:xfrm>
      </p:grpSpPr>
      <p:sp>
        <p:nvSpPr>
          <p:cNvPr id="287" name="Google Shape;287;p54"/>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8" name="Google Shape;288;p54"/>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89" name="Google Shape;289;p54"/>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90" name="Google Shape;290;p5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NAVY Blank">
  <p:cSld name="NAVY Blank">
    <p:bg>
      <p:bgPr>
        <a:solidFill>
          <a:srgbClr val="030A14"/>
        </a:solidFill>
        <a:effectLst/>
      </p:bgPr>
    </p:bg>
    <p:spTree>
      <p:nvGrpSpPr>
        <p:cNvPr id="1" name="Shape 291"/>
        <p:cNvGrpSpPr/>
        <p:nvPr/>
      </p:nvGrpSpPr>
      <p:grpSpPr>
        <a:xfrm>
          <a:off x="0" y="0"/>
          <a:ext cx="0" cy="0"/>
          <a:chOff x="0" y="0"/>
          <a:chExt cx="0" cy="0"/>
        </a:xfrm>
      </p:grpSpPr>
      <p:sp>
        <p:nvSpPr>
          <p:cNvPr id="292" name="Google Shape;292;p55"/>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93" name="Google Shape;293;p5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HYUNDAI  1Col Title | Text">
  <p:cSld name="HYUNDAI  1Col Title | Text">
    <p:bg>
      <p:bgPr>
        <a:solidFill>
          <a:schemeClr val="dk2"/>
        </a:solidFill>
        <a:effectLst/>
      </p:bgPr>
    </p:bg>
    <p:spTree>
      <p:nvGrpSpPr>
        <p:cNvPr id="1" name="Shape 294"/>
        <p:cNvGrpSpPr/>
        <p:nvPr/>
      </p:nvGrpSpPr>
      <p:grpSpPr>
        <a:xfrm>
          <a:off x="0" y="0"/>
          <a:ext cx="0" cy="0"/>
          <a:chOff x="0" y="0"/>
          <a:chExt cx="0" cy="0"/>
        </a:xfrm>
      </p:grpSpPr>
      <p:sp>
        <p:nvSpPr>
          <p:cNvPr id="295" name="Google Shape;295;p56"/>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6" name="Google Shape;296;p56"/>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97" name="Google Shape;297;p56"/>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98" name="Google Shape;298;p5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HYUNDAI  2Col Title | Text">
  <p:cSld name="HYUNDAI  2Col Title | Text">
    <p:bg>
      <p:bgPr>
        <a:solidFill>
          <a:schemeClr val="dk2"/>
        </a:solidFill>
        <a:effectLst/>
      </p:bgPr>
    </p:bg>
    <p:spTree>
      <p:nvGrpSpPr>
        <p:cNvPr id="1" name="Shape 299"/>
        <p:cNvGrpSpPr/>
        <p:nvPr/>
      </p:nvGrpSpPr>
      <p:grpSpPr>
        <a:xfrm>
          <a:off x="0" y="0"/>
          <a:ext cx="0" cy="0"/>
          <a:chOff x="0" y="0"/>
          <a:chExt cx="0" cy="0"/>
        </a:xfrm>
      </p:grpSpPr>
      <p:sp>
        <p:nvSpPr>
          <p:cNvPr id="300" name="Google Shape;300;p57"/>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57"/>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02" name="Google Shape;302;p57"/>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03" name="Google Shape;303;p5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
        <p:nvSpPr>
          <p:cNvPr id="304" name="Google Shape;304;p57"/>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HYUNDAI Title | Text | Image">
  <p:cSld name="HYUNDAI Title | Text | Image">
    <p:bg>
      <p:bgPr>
        <a:solidFill>
          <a:schemeClr val="dk2"/>
        </a:solidFill>
        <a:effectLst/>
      </p:bgPr>
    </p:bg>
    <p:spTree>
      <p:nvGrpSpPr>
        <p:cNvPr id="1" name="Shape 305"/>
        <p:cNvGrpSpPr/>
        <p:nvPr/>
      </p:nvGrpSpPr>
      <p:grpSpPr>
        <a:xfrm>
          <a:off x="0" y="0"/>
          <a:ext cx="0" cy="0"/>
          <a:chOff x="0" y="0"/>
          <a:chExt cx="0" cy="0"/>
        </a:xfrm>
      </p:grpSpPr>
      <p:sp>
        <p:nvSpPr>
          <p:cNvPr id="306" name="Google Shape;306;p58"/>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7" name="Google Shape;307;p58"/>
          <p:cNvSpPr txBox="1">
            <a:spLocks noGrp="1"/>
          </p:cNvSpPr>
          <p:nvPr>
            <p:ph type="body" idx="1"/>
          </p:nvPr>
        </p:nvSpPr>
        <p:spPr>
          <a:xfrm>
            <a:off x="455618" y="2971800"/>
            <a:ext cx="5638858"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08" name="Google Shape;308;p58"/>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09" name="Google Shape;309;p58"/>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10" name="Google Shape;310;p5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HYUNDAI  Title | Text | HP Image">
  <p:cSld name="HYUNDAI  Title | Text | HP Image">
    <p:bg>
      <p:bgPr>
        <a:solidFill>
          <a:schemeClr val="dk2"/>
        </a:solidFill>
        <a:effectLst/>
      </p:bgPr>
    </p:bg>
    <p:spTree>
      <p:nvGrpSpPr>
        <p:cNvPr id="1" name="Shape 311"/>
        <p:cNvGrpSpPr/>
        <p:nvPr/>
      </p:nvGrpSpPr>
      <p:grpSpPr>
        <a:xfrm>
          <a:off x="0" y="0"/>
          <a:ext cx="0" cy="0"/>
          <a:chOff x="0" y="0"/>
          <a:chExt cx="0" cy="0"/>
        </a:xfrm>
      </p:grpSpPr>
      <p:sp>
        <p:nvSpPr>
          <p:cNvPr id="312" name="Google Shape;312;p59"/>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13" name="Google Shape;313;p59"/>
          <p:cNvSpPr txBox="1">
            <a:spLocks noGrp="1"/>
          </p:cNvSpPr>
          <p:nvPr>
            <p:ph type="title"/>
          </p:nvPr>
        </p:nvSpPr>
        <p:spPr>
          <a:xfrm>
            <a:off x="455618" y="491681"/>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4" name="Google Shape;314;p59"/>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15" name="Google Shape;315;p59"/>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16" name="Google Shape;316;p5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HYUNDAI  Title">
  <p:cSld name="HYUNDAI  Title">
    <p:bg>
      <p:bgPr>
        <a:solidFill>
          <a:schemeClr val="dk2"/>
        </a:solidFill>
        <a:effectLst/>
      </p:bgPr>
    </p:bg>
    <p:spTree>
      <p:nvGrpSpPr>
        <p:cNvPr id="1" name="Shape 317"/>
        <p:cNvGrpSpPr/>
        <p:nvPr/>
      </p:nvGrpSpPr>
      <p:grpSpPr>
        <a:xfrm>
          <a:off x="0" y="0"/>
          <a:ext cx="0" cy="0"/>
          <a:chOff x="0" y="0"/>
          <a:chExt cx="0" cy="0"/>
        </a:xfrm>
      </p:grpSpPr>
      <p:sp>
        <p:nvSpPr>
          <p:cNvPr id="318" name="Google Shape;318;p60"/>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9" name="Google Shape;319;p60"/>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20" name="Google Shape;320;p6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HYUNDAI  1Col Subhead | Title | Text">
  <p:cSld name="HYUNDAI  1Col Subhead | Title | Text">
    <p:bg>
      <p:bgPr>
        <a:solidFill>
          <a:schemeClr val="dk2"/>
        </a:solidFill>
        <a:effectLst/>
      </p:bgPr>
    </p:bg>
    <p:spTree>
      <p:nvGrpSpPr>
        <p:cNvPr id="1" name="Shape 321"/>
        <p:cNvGrpSpPr/>
        <p:nvPr/>
      </p:nvGrpSpPr>
      <p:grpSpPr>
        <a:xfrm>
          <a:off x="0" y="0"/>
          <a:ext cx="0" cy="0"/>
          <a:chOff x="0" y="0"/>
          <a:chExt cx="0" cy="0"/>
        </a:xfrm>
      </p:grpSpPr>
      <p:sp>
        <p:nvSpPr>
          <p:cNvPr id="322" name="Google Shape;322;p61"/>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3" name="Google Shape;323;p61"/>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24" name="Google Shape;324;p61"/>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25" name="Google Shape;325;p61"/>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26" name="Google Shape;326;p6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HYUNDAI 2Col Subhead | Title | Text">
  <p:cSld name="HYUNDAI 2Col Subhead | Title | Text">
    <p:bg>
      <p:bgPr>
        <a:solidFill>
          <a:schemeClr val="dk2"/>
        </a:solidFill>
        <a:effectLst/>
      </p:bgPr>
    </p:bg>
    <p:spTree>
      <p:nvGrpSpPr>
        <p:cNvPr id="1" name="Shape 327"/>
        <p:cNvGrpSpPr/>
        <p:nvPr/>
      </p:nvGrpSpPr>
      <p:grpSpPr>
        <a:xfrm>
          <a:off x="0" y="0"/>
          <a:ext cx="0" cy="0"/>
          <a:chOff x="0" y="0"/>
          <a:chExt cx="0" cy="0"/>
        </a:xfrm>
      </p:grpSpPr>
      <p:sp>
        <p:nvSpPr>
          <p:cNvPr id="328" name="Google Shape;328;p62"/>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9" name="Google Shape;329;p62"/>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0" name="Google Shape;330;p62"/>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1" name="Google Shape;331;p62"/>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32" name="Google Shape;332;p6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
        <p:nvSpPr>
          <p:cNvPr id="333" name="Google Shape;333;p62"/>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HYUNDAI  Subhead | Title | Text | Image">
  <p:cSld name="HYUNDAI  Subhead | Title | Text | Image">
    <p:bg>
      <p:bgPr>
        <a:solidFill>
          <a:schemeClr val="dk2"/>
        </a:solidFill>
        <a:effectLst/>
      </p:bgPr>
    </p:bg>
    <p:spTree>
      <p:nvGrpSpPr>
        <p:cNvPr id="1" name="Shape 334"/>
        <p:cNvGrpSpPr/>
        <p:nvPr/>
      </p:nvGrpSpPr>
      <p:grpSpPr>
        <a:xfrm>
          <a:off x="0" y="0"/>
          <a:ext cx="0" cy="0"/>
          <a:chOff x="0" y="0"/>
          <a:chExt cx="0" cy="0"/>
        </a:xfrm>
      </p:grpSpPr>
      <p:sp>
        <p:nvSpPr>
          <p:cNvPr id="335" name="Google Shape;335;p63"/>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6" name="Google Shape;336;p63"/>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7" name="Google Shape;337;p63"/>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38" name="Google Shape;338;p63"/>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9" name="Google Shape;339;p63"/>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40" name="Google Shape;340;p6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HYUNDAI  Subhead | Title | Text | HP Image">
  <p:cSld name="HYUNDAI  Subhead | Title | Text | HP Image">
    <p:bg>
      <p:bgPr>
        <a:solidFill>
          <a:schemeClr val="dk2"/>
        </a:solidFill>
        <a:effectLst/>
      </p:bgPr>
    </p:bg>
    <p:spTree>
      <p:nvGrpSpPr>
        <p:cNvPr id="1" name="Shape 341"/>
        <p:cNvGrpSpPr/>
        <p:nvPr/>
      </p:nvGrpSpPr>
      <p:grpSpPr>
        <a:xfrm>
          <a:off x="0" y="0"/>
          <a:ext cx="0" cy="0"/>
          <a:chOff x="0" y="0"/>
          <a:chExt cx="0" cy="0"/>
        </a:xfrm>
      </p:grpSpPr>
      <p:sp>
        <p:nvSpPr>
          <p:cNvPr id="342" name="Google Shape;342;p64"/>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43" name="Google Shape;343;p64"/>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4" name="Google Shape;344;p64"/>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45" name="Google Shape;345;p64"/>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46" name="Google Shape;346;p64"/>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47" name="Google Shape;347;p6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HYUNDAI  Subhead | Title">
  <p:cSld name="HYUNDAI  Subhead | Title">
    <p:bg>
      <p:bgPr>
        <a:solidFill>
          <a:schemeClr val="dk2"/>
        </a:solidFill>
        <a:effectLst/>
      </p:bgPr>
    </p:bg>
    <p:spTree>
      <p:nvGrpSpPr>
        <p:cNvPr id="1" name="Shape 348"/>
        <p:cNvGrpSpPr/>
        <p:nvPr/>
      </p:nvGrpSpPr>
      <p:grpSpPr>
        <a:xfrm>
          <a:off x="0" y="0"/>
          <a:ext cx="0" cy="0"/>
          <a:chOff x="0" y="0"/>
          <a:chExt cx="0" cy="0"/>
        </a:xfrm>
      </p:grpSpPr>
      <p:sp>
        <p:nvSpPr>
          <p:cNvPr id="349" name="Google Shape;349;p65"/>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0" name="Google Shape;350;p65"/>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51" name="Google Shape;351;p65"/>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52" name="Google Shape;352;p6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HYUNDAI  1Col Title | Subhead | Text">
  <p:cSld name="HYUNDAI  1Col Title | Subhead | Text">
    <p:bg>
      <p:bgPr>
        <a:solidFill>
          <a:schemeClr val="dk2"/>
        </a:solidFill>
        <a:effectLst/>
      </p:bgPr>
    </p:bg>
    <p:spTree>
      <p:nvGrpSpPr>
        <p:cNvPr id="1" name="Shape 353"/>
        <p:cNvGrpSpPr/>
        <p:nvPr/>
      </p:nvGrpSpPr>
      <p:grpSpPr>
        <a:xfrm>
          <a:off x="0" y="0"/>
          <a:ext cx="0" cy="0"/>
          <a:chOff x="0" y="0"/>
          <a:chExt cx="0" cy="0"/>
        </a:xfrm>
      </p:grpSpPr>
      <p:sp>
        <p:nvSpPr>
          <p:cNvPr id="354" name="Google Shape;354;p66"/>
          <p:cNvSpPr txBox="1">
            <a:spLocks noGrp="1"/>
          </p:cNvSpPr>
          <p:nvPr>
            <p:ph type="title"/>
          </p:nvPr>
        </p:nvSpPr>
        <p:spPr>
          <a:xfrm>
            <a:off x="455618" y="491681"/>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5" name="Google Shape;355;p66"/>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56" name="Google Shape;356;p66"/>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57" name="Google Shape;357;p66"/>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58" name="Google Shape;358;p6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HYUNDAI  2Col Title | Subhead | Text">
  <p:cSld name="HYUNDAI  2Col Title | Subhead | Text">
    <p:bg>
      <p:bgPr>
        <a:solidFill>
          <a:schemeClr val="dk2"/>
        </a:solidFill>
        <a:effectLst/>
      </p:bgPr>
    </p:bg>
    <p:spTree>
      <p:nvGrpSpPr>
        <p:cNvPr id="1" name="Shape 359"/>
        <p:cNvGrpSpPr/>
        <p:nvPr/>
      </p:nvGrpSpPr>
      <p:grpSpPr>
        <a:xfrm>
          <a:off x="0" y="0"/>
          <a:ext cx="0" cy="0"/>
          <a:chOff x="0" y="0"/>
          <a:chExt cx="0" cy="0"/>
        </a:xfrm>
      </p:grpSpPr>
      <p:sp>
        <p:nvSpPr>
          <p:cNvPr id="360" name="Google Shape;360;p67"/>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1" name="Google Shape;361;p67"/>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62" name="Google Shape;362;p67"/>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63" name="Google Shape;363;p67"/>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64" name="Google Shape;364;p6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
        <p:nvSpPr>
          <p:cNvPr id="365" name="Google Shape;365;p67"/>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HYUNDAI  1Col Title | Subhead | Text | Image">
  <p:cSld name="HYUNDAI  1Col Title | Subhead | Text | Image">
    <p:bg>
      <p:bgPr>
        <a:solidFill>
          <a:schemeClr val="dk2"/>
        </a:solidFill>
        <a:effectLst/>
      </p:bgPr>
    </p:bg>
    <p:spTree>
      <p:nvGrpSpPr>
        <p:cNvPr id="1" name="Shape 366"/>
        <p:cNvGrpSpPr/>
        <p:nvPr/>
      </p:nvGrpSpPr>
      <p:grpSpPr>
        <a:xfrm>
          <a:off x="0" y="0"/>
          <a:ext cx="0" cy="0"/>
          <a:chOff x="0" y="0"/>
          <a:chExt cx="0" cy="0"/>
        </a:xfrm>
      </p:grpSpPr>
      <p:sp>
        <p:nvSpPr>
          <p:cNvPr id="367" name="Google Shape;367;p68"/>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8" name="Google Shape;368;p68"/>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69" name="Google Shape;369;p68"/>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70" name="Google Shape;370;p68"/>
          <p:cNvSpPr txBox="1">
            <a:spLocks noGrp="1"/>
          </p:cNvSpPr>
          <p:nvPr>
            <p:ph type="body" idx="3"/>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71" name="Google Shape;371;p68"/>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72" name="Google Shape;372;p6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HYUNDAI  Title | Subhead | Text | HP Image">
  <p:cSld name="HYUNDAI  Title | Subhead | Text | HP Image">
    <p:bg>
      <p:bgPr>
        <a:solidFill>
          <a:schemeClr val="dk2"/>
        </a:solidFill>
        <a:effectLst/>
      </p:bgPr>
    </p:bg>
    <p:spTree>
      <p:nvGrpSpPr>
        <p:cNvPr id="1" name="Shape 373"/>
        <p:cNvGrpSpPr/>
        <p:nvPr/>
      </p:nvGrpSpPr>
      <p:grpSpPr>
        <a:xfrm>
          <a:off x="0" y="0"/>
          <a:ext cx="0" cy="0"/>
          <a:chOff x="0" y="0"/>
          <a:chExt cx="0" cy="0"/>
        </a:xfrm>
      </p:grpSpPr>
      <p:sp>
        <p:nvSpPr>
          <p:cNvPr id="374" name="Google Shape;374;p69"/>
          <p:cNvSpPr>
            <a:spLocks noGrp="1"/>
          </p:cNvSpPr>
          <p:nvPr>
            <p:ph type="pic" idx="2"/>
          </p:nvPr>
        </p:nvSpPr>
        <p:spPr>
          <a:xfrm>
            <a:off x="6094475" y="359"/>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75" name="Google Shape;375;p69"/>
          <p:cNvSpPr txBox="1">
            <a:spLocks noGrp="1"/>
          </p:cNvSpPr>
          <p:nvPr>
            <p:ph type="title"/>
          </p:nvPr>
        </p:nvSpPr>
        <p:spPr>
          <a:xfrm>
            <a:off x="455618" y="503696"/>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6" name="Google Shape;376;p69"/>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77" name="Google Shape;377;p69"/>
          <p:cNvSpPr txBox="1">
            <a:spLocks noGrp="1"/>
          </p:cNvSpPr>
          <p:nvPr>
            <p:ph type="body" idx="3"/>
          </p:nvPr>
        </p:nvSpPr>
        <p:spPr>
          <a:xfrm>
            <a:off x="455619" y="868681"/>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78" name="Google Shape;378;p69"/>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79" name="Google Shape;379;p6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HYUNDAI  Title | Subhead">
  <p:cSld name="HYUNDAI  Title | Subhead">
    <p:bg>
      <p:bgPr>
        <a:solidFill>
          <a:schemeClr val="dk2"/>
        </a:solidFill>
        <a:effectLst/>
      </p:bgPr>
    </p:bg>
    <p:spTree>
      <p:nvGrpSpPr>
        <p:cNvPr id="1" name="Shape 380"/>
        <p:cNvGrpSpPr/>
        <p:nvPr/>
      </p:nvGrpSpPr>
      <p:grpSpPr>
        <a:xfrm>
          <a:off x="0" y="0"/>
          <a:ext cx="0" cy="0"/>
          <a:chOff x="0" y="0"/>
          <a:chExt cx="0" cy="0"/>
        </a:xfrm>
      </p:grpSpPr>
      <p:sp>
        <p:nvSpPr>
          <p:cNvPr id="381" name="Google Shape;381;p70"/>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2" name="Google Shape;382;p70"/>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83" name="Google Shape;383;p70"/>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84" name="Google Shape;384;p7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HYUNDAI  Blank">
  <p:cSld name="HYUNDAI  Blank">
    <p:bg>
      <p:bgPr>
        <a:solidFill>
          <a:schemeClr val="dk2"/>
        </a:solidFill>
        <a:effectLst/>
      </p:bgPr>
    </p:bg>
    <p:spTree>
      <p:nvGrpSpPr>
        <p:cNvPr id="1" name="Shape 385"/>
        <p:cNvGrpSpPr/>
        <p:nvPr/>
      </p:nvGrpSpPr>
      <p:grpSpPr>
        <a:xfrm>
          <a:off x="0" y="0"/>
          <a:ext cx="0" cy="0"/>
          <a:chOff x="0" y="0"/>
          <a:chExt cx="0" cy="0"/>
        </a:xfrm>
      </p:grpSpPr>
      <p:sp>
        <p:nvSpPr>
          <p:cNvPr id="386" name="Google Shape;386;p71"/>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87" name="Google Shape;387;p7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SEAGLASS 1Col Title | Text">
  <p:cSld name="SEAGLASS 1Col Title | Text">
    <p:bg>
      <p:bgPr>
        <a:solidFill>
          <a:schemeClr val="accent3"/>
        </a:solidFill>
        <a:effectLst/>
      </p:bgPr>
    </p:bg>
    <p:spTree>
      <p:nvGrpSpPr>
        <p:cNvPr id="1" name="Shape 388"/>
        <p:cNvGrpSpPr/>
        <p:nvPr/>
      </p:nvGrpSpPr>
      <p:grpSpPr>
        <a:xfrm>
          <a:off x="0" y="0"/>
          <a:ext cx="0" cy="0"/>
          <a:chOff x="0" y="0"/>
          <a:chExt cx="0" cy="0"/>
        </a:xfrm>
      </p:grpSpPr>
      <p:sp>
        <p:nvSpPr>
          <p:cNvPr id="389" name="Google Shape;389;p72"/>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0" name="Google Shape;390;p72"/>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91" name="Google Shape;391;p72"/>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92" name="Google Shape;392;p72"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SEAGLASS 2Col Title | Text">
  <p:cSld name="SEAGLASS 2Col Title | Text">
    <p:bg>
      <p:bgPr>
        <a:solidFill>
          <a:schemeClr val="accent3"/>
        </a:solidFill>
        <a:effectLst/>
      </p:bgPr>
    </p:bg>
    <p:spTree>
      <p:nvGrpSpPr>
        <p:cNvPr id="1" name="Shape 393"/>
        <p:cNvGrpSpPr/>
        <p:nvPr/>
      </p:nvGrpSpPr>
      <p:grpSpPr>
        <a:xfrm>
          <a:off x="0" y="0"/>
          <a:ext cx="0" cy="0"/>
          <a:chOff x="0" y="0"/>
          <a:chExt cx="0" cy="0"/>
        </a:xfrm>
      </p:grpSpPr>
      <p:sp>
        <p:nvSpPr>
          <p:cNvPr id="394" name="Google Shape;394;p7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5" name="Google Shape;395;p73"/>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96" name="Google Shape;396;p73"/>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97" name="Google Shape;397;p73"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
        <p:nvSpPr>
          <p:cNvPr id="398" name="Google Shape;398;p73"/>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SEAGLASS Title | Text | Image">
  <p:cSld name="SEAGLASS Title | Text | Image">
    <p:bg>
      <p:bgPr>
        <a:solidFill>
          <a:schemeClr val="accent3"/>
        </a:solidFill>
        <a:effectLst/>
      </p:bgPr>
    </p:bg>
    <p:spTree>
      <p:nvGrpSpPr>
        <p:cNvPr id="1" name="Shape 399"/>
        <p:cNvGrpSpPr/>
        <p:nvPr/>
      </p:nvGrpSpPr>
      <p:grpSpPr>
        <a:xfrm>
          <a:off x="0" y="0"/>
          <a:ext cx="0" cy="0"/>
          <a:chOff x="0" y="0"/>
          <a:chExt cx="0" cy="0"/>
        </a:xfrm>
      </p:grpSpPr>
      <p:sp>
        <p:nvSpPr>
          <p:cNvPr id="400" name="Google Shape;400;p74"/>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1" name="Google Shape;401;p74"/>
          <p:cNvSpPr txBox="1">
            <a:spLocks noGrp="1"/>
          </p:cNvSpPr>
          <p:nvPr>
            <p:ph type="body" idx="1"/>
          </p:nvPr>
        </p:nvSpPr>
        <p:spPr>
          <a:xfrm>
            <a:off x="455618" y="2971800"/>
            <a:ext cx="5638858"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02" name="Google Shape;402;p74"/>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03" name="Google Shape;403;p74"/>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04" name="Google Shape;404;p74"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SEAGLASS Title | Text | HP Image">
  <p:cSld name="SEAGLASS Title | Text | HP Image">
    <p:bg>
      <p:bgPr>
        <a:solidFill>
          <a:schemeClr val="accent3"/>
        </a:solidFill>
        <a:effectLst/>
      </p:bgPr>
    </p:bg>
    <p:spTree>
      <p:nvGrpSpPr>
        <p:cNvPr id="1" name="Shape 405"/>
        <p:cNvGrpSpPr/>
        <p:nvPr/>
      </p:nvGrpSpPr>
      <p:grpSpPr>
        <a:xfrm>
          <a:off x="0" y="0"/>
          <a:ext cx="0" cy="0"/>
          <a:chOff x="0" y="0"/>
          <a:chExt cx="0" cy="0"/>
        </a:xfrm>
      </p:grpSpPr>
      <p:sp>
        <p:nvSpPr>
          <p:cNvPr id="406" name="Google Shape;406;p75"/>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07" name="Google Shape;407;p75"/>
          <p:cNvSpPr txBox="1">
            <a:spLocks noGrp="1"/>
          </p:cNvSpPr>
          <p:nvPr>
            <p:ph type="title"/>
          </p:nvPr>
        </p:nvSpPr>
        <p:spPr>
          <a:xfrm>
            <a:off x="455618" y="476183"/>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8" name="Google Shape;408;p75"/>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09" name="Google Shape;409;p75"/>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10" name="Google Shape;410;p75"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SEAGLASS Title">
  <p:cSld name="SEAGLASS Title">
    <p:bg>
      <p:bgPr>
        <a:solidFill>
          <a:schemeClr val="accent3"/>
        </a:solidFill>
        <a:effectLst/>
      </p:bgPr>
    </p:bg>
    <p:spTree>
      <p:nvGrpSpPr>
        <p:cNvPr id="1" name="Shape 411"/>
        <p:cNvGrpSpPr/>
        <p:nvPr/>
      </p:nvGrpSpPr>
      <p:grpSpPr>
        <a:xfrm>
          <a:off x="0" y="0"/>
          <a:ext cx="0" cy="0"/>
          <a:chOff x="0" y="0"/>
          <a:chExt cx="0" cy="0"/>
        </a:xfrm>
      </p:grpSpPr>
      <p:sp>
        <p:nvSpPr>
          <p:cNvPr id="412" name="Google Shape;412;p76"/>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3" name="Google Shape;413;p76"/>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14" name="Google Shape;414;p76"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SEAGLASS 1Col Subhead | Title | Text">
  <p:cSld name="SEAGLASS 1Col Subhead | Title | Text">
    <p:bg>
      <p:bgPr>
        <a:solidFill>
          <a:schemeClr val="accent3"/>
        </a:solidFill>
        <a:effectLst/>
      </p:bgPr>
    </p:bg>
    <p:spTree>
      <p:nvGrpSpPr>
        <p:cNvPr id="1" name="Shape 415"/>
        <p:cNvGrpSpPr/>
        <p:nvPr/>
      </p:nvGrpSpPr>
      <p:grpSpPr>
        <a:xfrm>
          <a:off x="0" y="0"/>
          <a:ext cx="0" cy="0"/>
          <a:chOff x="0" y="0"/>
          <a:chExt cx="0" cy="0"/>
        </a:xfrm>
      </p:grpSpPr>
      <p:sp>
        <p:nvSpPr>
          <p:cNvPr id="416" name="Google Shape;416;p77"/>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7" name="Google Shape;417;p77"/>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18" name="Google Shape;418;p77"/>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19" name="Google Shape;419;p77"/>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20" name="Google Shape;420;p77"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SEAGLASS 2Col Subhead | Title | Text">
  <p:cSld name="SEAGLASS 2Col Subhead | Title | Text">
    <p:bg>
      <p:bgPr>
        <a:solidFill>
          <a:schemeClr val="accent3"/>
        </a:solidFill>
        <a:effectLst/>
      </p:bgPr>
    </p:bg>
    <p:spTree>
      <p:nvGrpSpPr>
        <p:cNvPr id="1" name="Shape 421"/>
        <p:cNvGrpSpPr/>
        <p:nvPr/>
      </p:nvGrpSpPr>
      <p:grpSpPr>
        <a:xfrm>
          <a:off x="0" y="0"/>
          <a:ext cx="0" cy="0"/>
          <a:chOff x="0" y="0"/>
          <a:chExt cx="0" cy="0"/>
        </a:xfrm>
      </p:grpSpPr>
      <p:sp>
        <p:nvSpPr>
          <p:cNvPr id="422" name="Google Shape;422;p78"/>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3" name="Google Shape;423;p78"/>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24" name="Google Shape;424;p78"/>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25" name="Google Shape;425;p78"/>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26" name="Google Shape;426;p78"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
        <p:nvSpPr>
          <p:cNvPr id="427" name="Google Shape;427;p78"/>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SEAGLASS Subhead | Title | Text | Image">
  <p:cSld name="SEAGLASS Subhead | Title | Text | Image">
    <p:bg>
      <p:bgPr>
        <a:solidFill>
          <a:schemeClr val="accent3"/>
        </a:solidFill>
        <a:effectLst/>
      </p:bgPr>
    </p:bg>
    <p:spTree>
      <p:nvGrpSpPr>
        <p:cNvPr id="1" name="Shape 428"/>
        <p:cNvGrpSpPr/>
        <p:nvPr/>
      </p:nvGrpSpPr>
      <p:grpSpPr>
        <a:xfrm>
          <a:off x="0" y="0"/>
          <a:ext cx="0" cy="0"/>
          <a:chOff x="0" y="0"/>
          <a:chExt cx="0" cy="0"/>
        </a:xfrm>
      </p:grpSpPr>
      <p:sp>
        <p:nvSpPr>
          <p:cNvPr id="429" name="Google Shape;429;p79"/>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0" name="Google Shape;430;p79"/>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31" name="Google Shape;431;p79"/>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32" name="Google Shape;432;p79"/>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33" name="Google Shape;433;p79"/>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34" name="Google Shape;434;p79"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SEAGLASS Subhead | Title | Text | HP Image">
  <p:cSld name="SEAGLASS Subhead | Title | Text | HP Image">
    <p:bg>
      <p:bgPr>
        <a:solidFill>
          <a:schemeClr val="accent3"/>
        </a:solidFill>
        <a:effectLst/>
      </p:bgPr>
    </p:bg>
    <p:spTree>
      <p:nvGrpSpPr>
        <p:cNvPr id="1" name="Shape 435"/>
        <p:cNvGrpSpPr/>
        <p:nvPr/>
      </p:nvGrpSpPr>
      <p:grpSpPr>
        <a:xfrm>
          <a:off x="0" y="0"/>
          <a:ext cx="0" cy="0"/>
          <a:chOff x="0" y="0"/>
          <a:chExt cx="0" cy="0"/>
        </a:xfrm>
      </p:grpSpPr>
      <p:sp>
        <p:nvSpPr>
          <p:cNvPr id="436" name="Google Shape;436;p80"/>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37" name="Google Shape;437;p80"/>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8" name="Google Shape;438;p80"/>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39" name="Google Shape;439;p80"/>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40" name="Google Shape;440;p80"/>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41" name="Google Shape;441;p80"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SEAGLASS Subhead | Title">
  <p:cSld name="SEAGLASS Subhead | Title">
    <p:bg>
      <p:bgPr>
        <a:solidFill>
          <a:schemeClr val="accent3"/>
        </a:solidFill>
        <a:effectLst/>
      </p:bgPr>
    </p:bg>
    <p:spTree>
      <p:nvGrpSpPr>
        <p:cNvPr id="1" name="Shape 442"/>
        <p:cNvGrpSpPr/>
        <p:nvPr/>
      </p:nvGrpSpPr>
      <p:grpSpPr>
        <a:xfrm>
          <a:off x="0" y="0"/>
          <a:ext cx="0" cy="0"/>
          <a:chOff x="0" y="0"/>
          <a:chExt cx="0" cy="0"/>
        </a:xfrm>
      </p:grpSpPr>
      <p:sp>
        <p:nvSpPr>
          <p:cNvPr id="443" name="Google Shape;443;p81"/>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4" name="Google Shape;444;p81"/>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45" name="Google Shape;445;p81"/>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46" name="Google Shape;446;p81"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SEAGLASS 1Col Title | Subhead | Text">
  <p:cSld name="SEAGLASS 1Col Title | Subhead | Text">
    <p:bg>
      <p:bgPr>
        <a:solidFill>
          <a:schemeClr val="accent3"/>
        </a:solidFill>
        <a:effectLst/>
      </p:bgPr>
    </p:bg>
    <p:spTree>
      <p:nvGrpSpPr>
        <p:cNvPr id="1" name="Shape 447"/>
        <p:cNvGrpSpPr/>
        <p:nvPr/>
      </p:nvGrpSpPr>
      <p:grpSpPr>
        <a:xfrm>
          <a:off x="0" y="0"/>
          <a:ext cx="0" cy="0"/>
          <a:chOff x="0" y="0"/>
          <a:chExt cx="0" cy="0"/>
        </a:xfrm>
      </p:grpSpPr>
      <p:sp>
        <p:nvSpPr>
          <p:cNvPr id="448" name="Google Shape;448;p82"/>
          <p:cNvSpPr txBox="1">
            <a:spLocks noGrp="1"/>
          </p:cNvSpPr>
          <p:nvPr>
            <p:ph type="title"/>
          </p:nvPr>
        </p:nvSpPr>
        <p:spPr>
          <a:xfrm>
            <a:off x="455618" y="476183"/>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9" name="Google Shape;449;p82"/>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0" name="Google Shape;450;p82"/>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1" name="Google Shape;451;p82"/>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52" name="Google Shape;452;p82"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SEAGLASS 2Col Title | Subhead | Text">
  <p:cSld name="SEAGLASS 2Col Title | Subhead | Text">
    <p:bg>
      <p:bgPr>
        <a:solidFill>
          <a:schemeClr val="accent3"/>
        </a:solidFill>
        <a:effectLst/>
      </p:bgPr>
    </p:bg>
    <p:spTree>
      <p:nvGrpSpPr>
        <p:cNvPr id="1" name="Shape 453"/>
        <p:cNvGrpSpPr/>
        <p:nvPr/>
      </p:nvGrpSpPr>
      <p:grpSpPr>
        <a:xfrm>
          <a:off x="0" y="0"/>
          <a:ext cx="0" cy="0"/>
          <a:chOff x="0" y="0"/>
          <a:chExt cx="0" cy="0"/>
        </a:xfrm>
      </p:grpSpPr>
      <p:sp>
        <p:nvSpPr>
          <p:cNvPr id="454" name="Google Shape;454;p83"/>
          <p:cNvSpPr txBox="1">
            <a:spLocks noGrp="1"/>
          </p:cNvSpPr>
          <p:nvPr>
            <p:ph type="title"/>
          </p:nvPr>
        </p:nvSpPr>
        <p:spPr>
          <a:xfrm>
            <a:off x="455618" y="488198"/>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5" name="Google Shape;455;p83"/>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6" name="Google Shape;456;p83"/>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7" name="Google Shape;457;p83"/>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58" name="Google Shape;458;p83"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
        <p:nvSpPr>
          <p:cNvPr id="459" name="Google Shape;459;p83"/>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SEAGLASS 1Col Title | Subhead | Text | Image">
  <p:cSld name="SEAGLASS 1Col Title | Subhead | Text | Image">
    <p:bg>
      <p:bgPr>
        <a:solidFill>
          <a:schemeClr val="accent3"/>
        </a:solidFill>
        <a:effectLst/>
      </p:bgPr>
    </p:bg>
    <p:spTree>
      <p:nvGrpSpPr>
        <p:cNvPr id="1" name="Shape 460"/>
        <p:cNvGrpSpPr/>
        <p:nvPr/>
      </p:nvGrpSpPr>
      <p:grpSpPr>
        <a:xfrm>
          <a:off x="0" y="0"/>
          <a:ext cx="0" cy="0"/>
          <a:chOff x="0" y="0"/>
          <a:chExt cx="0" cy="0"/>
        </a:xfrm>
      </p:grpSpPr>
      <p:sp>
        <p:nvSpPr>
          <p:cNvPr id="461" name="Google Shape;461;p84"/>
          <p:cNvSpPr txBox="1">
            <a:spLocks noGrp="1"/>
          </p:cNvSpPr>
          <p:nvPr>
            <p:ph type="title"/>
          </p:nvPr>
        </p:nvSpPr>
        <p:spPr>
          <a:xfrm>
            <a:off x="455618" y="488198"/>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2" name="Google Shape;462;p84"/>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63" name="Google Shape;463;p84"/>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64" name="Google Shape;464;p84"/>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65" name="Google Shape;465;p84"/>
          <p:cNvSpPr>
            <a:spLocks noGrp="1"/>
          </p:cNvSpPr>
          <p:nvPr>
            <p:ph type="pic" idx="4"/>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pic>
        <p:nvPicPr>
          <p:cNvPr id="466" name="Google Shape;466;p84"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SEAGLASS Title | Subhead | Text | HP Image">
  <p:cSld name="SEAGLASS Title | Subhead | Text | HP Image">
    <p:bg>
      <p:bgPr>
        <a:solidFill>
          <a:schemeClr val="accent3"/>
        </a:solidFill>
        <a:effectLst/>
      </p:bgPr>
    </p:bg>
    <p:spTree>
      <p:nvGrpSpPr>
        <p:cNvPr id="1" name="Shape 467"/>
        <p:cNvGrpSpPr/>
        <p:nvPr/>
      </p:nvGrpSpPr>
      <p:grpSpPr>
        <a:xfrm>
          <a:off x="0" y="0"/>
          <a:ext cx="0" cy="0"/>
          <a:chOff x="0" y="0"/>
          <a:chExt cx="0" cy="0"/>
        </a:xfrm>
      </p:grpSpPr>
      <p:sp>
        <p:nvSpPr>
          <p:cNvPr id="468" name="Google Shape;468;p85"/>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69" name="Google Shape;469;p85"/>
          <p:cNvSpPr txBox="1">
            <a:spLocks noGrp="1"/>
          </p:cNvSpPr>
          <p:nvPr>
            <p:ph type="title"/>
          </p:nvPr>
        </p:nvSpPr>
        <p:spPr>
          <a:xfrm>
            <a:off x="455618" y="488198"/>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0" name="Google Shape;470;p85"/>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71" name="Google Shape;471;p85"/>
          <p:cNvSpPr txBox="1">
            <a:spLocks noGrp="1"/>
          </p:cNvSpPr>
          <p:nvPr>
            <p:ph type="body" idx="3"/>
          </p:nvPr>
        </p:nvSpPr>
        <p:spPr>
          <a:xfrm>
            <a:off x="455619" y="868681"/>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72" name="Google Shape;472;p85"/>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73" name="Google Shape;473;p85"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SEAGLASS Title | Subhead">
  <p:cSld name="SEAGLASS Title | Subhead">
    <p:bg>
      <p:bgPr>
        <a:solidFill>
          <a:schemeClr val="accent3"/>
        </a:solidFill>
        <a:effectLst/>
      </p:bgPr>
    </p:bg>
    <p:spTree>
      <p:nvGrpSpPr>
        <p:cNvPr id="1" name="Shape 474"/>
        <p:cNvGrpSpPr/>
        <p:nvPr/>
      </p:nvGrpSpPr>
      <p:grpSpPr>
        <a:xfrm>
          <a:off x="0" y="0"/>
          <a:ext cx="0" cy="0"/>
          <a:chOff x="0" y="0"/>
          <a:chExt cx="0" cy="0"/>
        </a:xfrm>
      </p:grpSpPr>
      <p:sp>
        <p:nvSpPr>
          <p:cNvPr id="475" name="Google Shape;475;p86"/>
          <p:cNvSpPr txBox="1">
            <a:spLocks noGrp="1"/>
          </p:cNvSpPr>
          <p:nvPr>
            <p:ph type="title"/>
          </p:nvPr>
        </p:nvSpPr>
        <p:spPr>
          <a:xfrm>
            <a:off x="455618" y="488198"/>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6" name="Google Shape;476;p86"/>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77" name="Google Shape;477;p86"/>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78" name="Google Shape;478;p86"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SEAGLASS Blank">
  <p:cSld name="SEAGLASS Blank">
    <p:bg>
      <p:bgPr>
        <a:solidFill>
          <a:schemeClr val="accent3"/>
        </a:solidFill>
        <a:effectLst/>
      </p:bgPr>
    </p:bg>
    <p:spTree>
      <p:nvGrpSpPr>
        <p:cNvPr id="1" name="Shape 479"/>
        <p:cNvGrpSpPr/>
        <p:nvPr/>
      </p:nvGrpSpPr>
      <p:grpSpPr>
        <a:xfrm>
          <a:off x="0" y="0"/>
          <a:ext cx="0" cy="0"/>
          <a:chOff x="0" y="0"/>
          <a:chExt cx="0" cy="0"/>
        </a:xfrm>
      </p:grpSpPr>
      <p:sp>
        <p:nvSpPr>
          <p:cNvPr id="480" name="Google Shape;480;p87"/>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81" name="Google Shape;481;p87"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Cover A">
  <p:cSld name="Cover A">
    <p:bg>
      <p:bgPr>
        <a:solidFill>
          <a:schemeClr val="lt1"/>
        </a:solidFill>
        <a:effectLst/>
      </p:bgPr>
    </p:bg>
    <p:spTree>
      <p:nvGrpSpPr>
        <p:cNvPr id="1" name="Shape 491"/>
        <p:cNvGrpSpPr/>
        <p:nvPr/>
      </p:nvGrpSpPr>
      <p:grpSpPr>
        <a:xfrm>
          <a:off x="0" y="0"/>
          <a:ext cx="0" cy="0"/>
          <a:chOff x="0" y="0"/>
          <a:chExt cx="0" cy="0"/>
        </a:xfrm>
      </p:grpSpPr>
      <p:sp>
        <p:nvSpPr>
          <p:cNvPr id="492" name="Google Shape;492;p90"/>
          <p:cNvSpPr/>
          <p:nvPr/>
        </p:nvSpPr>
        <p:spPr>
          <a:xfrm>
            <a:off x="0" y="0"/>
            <a:ext cx="12189000" cy="6858000"/>
          </a:xfrm>
          <a:prstGeom prst="rect">
            <a:avLst/>
          </a:prstGeom>
          <a:gradFill>
            <a:gsLst>
              <a:gs pos="0">
                <a:schemeClr val="accent1"/>
              </a:gs>
              <a:gs pos="57000">
                <a:srgbClr val="9299F4"/>
              </a:gs>
              <a:gs pos="100000">
                <a:schemeClr val="lt2"/>
              </a:gs>
            </a:gsLst>
            <a:lin ang="18599929"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a:ea typeface="Roboto"/>
              <a:cs typeface="Roboto"/>
              <a:sym typeface="Roboto"/>
            </a:endParaRPr>
          </a:p>
        </p:txBody>
      </p:sp>
      <p:sp>
        <p:nvSpPr>
          <p:cNvPr id="493" name="Google Shape;493;p90"/>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pic>
        <p:nvPicPr>
          <p:cNvPr id="494" name="Google Shape;494;p90" descr="A picture containing drawing&#10;&#10;Description automatically generated"/>
          <p:cNvPicPr preferRelativeResize="0"/>
          <p:nvPr/>
        </p:nvPicPr>
        <p:blipFill rotWithShape="1">
          <a:blip r:embed="rId2">
            <a:alphaModFix/>
          </a:blip>
          <a:srcRect/>
          <a:stretch/>
        </p:blipFill>
        <p:spPr>
          <a:xfrm>
            <a:off x="455618" y="457200"/>
            <a:ext cx="1222238" cy="914400"/>
          </a:xfrm>
          <a:prstGeom prst="rect">
            <a:avLst/>
          </a:prstGeom>
          <a:noFill/>
          <a:ln>
            <a:noFill/>
          </a:ln>
        </p:spPr>
      </p:pic>
      <p:sp>
        <p:nvSpPr>
          <p:cNvPr id="495" name="Google Shape;495;p90"/>
          <p:cNvSpPr txBox="1">
            <a:spLocks noGrp="1"/>
          </p:cNvSpPr>
          <p:nvPr>
            <p:ph type="title"/>
          </p:nvPr>
        </p:nvSpPr>
        <p:spPr>
          <a:xfrm>
            <a:off x="455625" y="2931050"/>
            <a:ext cx="5304000" cy="32013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5400"/>
              <a:buNone/>
              <a:defRPr sz="5400">
                <a:solidFill>
                  <a:schemeClr val="lt1"/>
                </a:solidFill>
                <a:latin typeface="Roboto"/>
                <a:ea typeface="Roboto"/>
                <a:cs typeface="Roboto"/>
                <a:sym typeface="Roboto"/>
              </a:defRPr>
            </a:lvl1pPr>
            <a:lvl2pPr lvl="1" rtl="0">
              <a:spcBef>
                <a:spcPts val="0"/>
              </a:spcBef>
              <a:spcAft>
                <a:spcPts val="0"/>
              </a:spcAft>
              <a:buSzPts val="1400"/>
              <a:buNone/>
              <a:defRPr>
                <a:latin typeface="Roboto"/>
                <a:ea typeface="Roboto"/>
                <a:cs typeface="Roboto"/>
                <a:sym typeface="Roboto"/>
              </a:defRPr>
            </a:lvl2pPr>
            <a:lvl3pPr lvl="2" rtl="0">
              <a:spcBef>
                <a:spcPts val="0"/>
              </a:spcBef>
              <a:spcAft>
                <a:spcPts val="0"/>
              </a:spcAft>
              <a:buSzPts val="1400"/>
              <a:buNone/>
              <a:defRPr>
                <a:latin typeface="Roboto"/>
                <a:ea typeface="Roboto"/>
                <a:cs typeface="Roboto"/>
                <a:sym typeface="Roboto"/>
              </a:defRPr>
            </a:lvl3pPr>
            <a:lvl4pPr lvl="3" rtl="0">
              <a:spcBef>
                <a:spcPts val="0"/>
              </a:spcBef>
              <a:spcAft>
                <a:spcPts val="0"/>
              </a:spcAft>
              <a:buSzPts val="1400"/>
              <a:buNone/>
              <a:defRPr>
                <a:latin typeface="Roboto"/>
                <a:ea typeface="Roboto"/>
                <a:cs typeface="Roboto"/>
                <a:sym typeface="Roboto"/>
              </a:defRPr>
            </a:lvl4pPr>
            <a:lvl5pPr lvl="4" rtl="0">
              <a:spcBef>
                <a:spcPts val="0"/>
              </a:spcBef>
              <a:spcAft>
                <a:spcPts val="0"/>
              </a:spcAft>
              <a:buSzPts val="1400"/>
              <a:buNone/>
              <a:defRPr>
                <a:latin typeface="Roboto"/>
                <a:ea typeface="Roboto"/>
                <a:cs typeface="Roboto"/>
                <a:sym typeface="Roboto"/>
              </a:defRPr>
            </a:lvl5pPr>
            <a:lvl6pPr lvl="5" rtl="0">
              <a:spcBef>
                <a:spcPts val="0"/>
              </a:spcBef>
              <a:spcAft>
                <a:spcPts val="0"/>
              </a:spcAft>
              <a:buSzPts val="1400"/>
              <a:buNone/>
              <a:defRPr>
                <a:latin typeface="Roboto"/>
                <a:ea typeface="Roboto"/>
                <a:cs typeface="Roboto"/>
                <a:sym typeface="Roboto"/>
              </a:defRPr>
            </a:lvl6pPr>
            <a:lvl7pPr lvl="6" rtl="0">
              <a:spcBef>
                <a:spcPts val="0"/>
              </a:spcBef>
              <a:spcAft>
                <a:spcPts val="0"/>
              </a:spcAft>
              <a:buSzPts val="1400"/>
              <a:buNone/>
              <a:defRPr>
                <a:latin typeface="Roboto"/>
                <a:ea typeface="Roboto"/>
                <a:cs typeface="Roboto"/>
                <a:sym typeface="Roboto"/>
              </a:defRPr>
            </a:lvl7pPr>
            <a:lvl8pPr lvl="7" rtl="0">
              <a:spcBef>
                <a:spcPts val="0"/>
              </a:spcBef>
              <a:spcAft>
                <a:spcPts val="0"/>
              </a:spcAft>
              <a:buSzPts val="1400"/>
              <a:buNone/>
              <a:defRPr>
                <a:latin typeface="Roboto"/>
                <a:ea typeface="Roboto"/>
                <a:cs typeface="Roboto"/>
                <a:sym typeface="Roboto"/>
              </a:defRPr>
            </a:lvl8pPr>
            <a:lvl9pPr lvl="8" rtl="0">
              <a:spcBef>
                <a:spcPts val="0"/>
              </a:spcBef>
              <a:spcAft>
                <a:spcPts val="0"/>
              </a:spcAft>
              <a:buSzPts val="1400"/>
              <a:buNone/>
              <a:defRPr>
                <a:latin typeface="Roboto"/>
                <a:ea typeface="Roboto"/>
                <a:cs typeface="Roboto"/>
                <a:sym typeface="Roboto"/>
              </a:defRPr>
            </a:lvl9pPr>
          </a:lstStyle>
          <a:p>
            <a:endParaRPr/>
          </a:p>
        </p:txBody>
      </p:sp>
      <p:sp>
        <p:nvSpPr>
          <p:cNvPr id="496" name="Google Shape;496;p90"/>
          <p:cNvSpPr txBox="1">
            <a:spLocks noGrp="1"/>
          </p:cNvSpPr>
          <p:nvPr>
            <p:ph type="subTitle" idx="1"/>
          </p:nvPr>
        </p:nvSpPr>
        <p:spPr>
          <a:xfrm>
            <a:off x="3634834" y="457200"/>
            <a:ext cx="2116199" cy="156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1600"/>
              <a:buNone/>
              <a:defRPr sz="1600">
                <a:solidFill>
                  <a:schemeClr val="lt1"/>
                </a:solidFill>
              </a:defRPr>
            </a:lvl1pPr>
            <a:lvl2pPr lvl="1" rtl="0">
              <a:spcBef>
                <a:spcPts val="600"/>
              </a:spcBef>
              <a:spcAft>
                <a:spcPts val="0"/>
              </a:spcAft>
              <a:buClr>
                <a:schemeClr val="lt1"/>
              </a:buClr>
              <a:buSzPts val="1800"/>
              <a:buNone/>
              <a:defRPr>
                <a:solidFill>
                  <a:schemeClr val="lt1"/>
                </a:solidFill>
              </a:defRPr>
            </a:lvl2pPr>
            <a:lvl3pPr lvl="2" rtl="0">
              <a:spcBef>
                <a:spcPts val="600"/>
              </a:spcBef>
              <a:spcAft>
                <a:spcPts val="0"/>
              </a:spcAft>
              <a:buClr>
                <a:schemeClr val="lt1"/>
              </a:buClr>
              <a:buSzPts val="1600"/>
              <a:buNone/>
              <a:defRPr>
                <a:solidFill>
                  <a:schemeClr val="lt1"/>
                </a:solidFill>
              </a:defRPr>
            </a:lvl3pPr>
            <a:lvl4pPr lvl="3" rtl="0">
              <a:spcBef>
                <a:spcPts val="300"/>
              </a:spcBef>
              <a:spcAft>
                <a:spcPts val="0"/>
              </a:spcAft>
              <a:buClr>
                <a:schemeClr val="lt1"/>
              </a:buClr>
              <a:buSzPts val="1400"/>
              <a:buNone/>
              <a:defRPr>
                <a:solidFill>
                  <a:schemeClr val="lt1"/>
                </a:solidFill>
              </a:defRPr>
            </a:lvl4pPr>
            <a:lvl5pPr lvl="4" rtl="0">
              <a:spcBef>
                <a:spcPts val="300"/>
              </a:spcBef>
              <a:spcAft>
                <a:spcPts val="0"/>
              </a:spcAft>
              <a:buClr>
                <a:schemeClr val="lt1"/>
              </a:buClr>
              <a:buSzPts val="1200"/>
              <a:buNone/>
              <a:defRPr>
                <a:solidFill>
                  <a:schemeClr val="lt1"/>
                </a:solidFill>
              </a:defRPr>
            </a:lvl5pPr>
            <a:lvl6pPr lvl="5" rtl="0">
              <a:spcBef>
                <a:spcPts val="533"/>
              </a:spcBef>
              <a:spcAft>
                <a:spcPts val="0"/>
              </a:spcAft>
              <a:buClr>
                <a:schemeClr val="lt1"/>
              </a:buClr>
              <a:buSzPts val="2666"/>
              <a:buNone/>
              <a:defRPr>
                <a:solidFill>
                  <a:schemeClr val="lt1"/>
                </a:solidFill>
              </a:defRPr>
            </a:lvl6pPr>
            <a:lvl7pPr lvl="6" rtl="0">
              <a:spcBef>
                <a:spcPts val="533"/>
              </a:spcBef>
              <a:spcAft>
                <a:spcPts val="0"/>
              </a:spcAft>
              <a:buClr>
                <a:schemeClr val="lt1"/>
              </a:buClr>
              <a:buSzPts val="2666"/>
              <a:buNone/>
              <a:defRPr>
                <a:solidFill>
                  <a:schemeClr val="lt1"/>
                </a:solidFill>
              </a:defRPr>
            </a:lvl7pPr>
            <a:lvl8pPr lvl="7" rtl="0">
              <a:spcBef>
                <a:spcPts val="533"/>
              </a:spcBef>
              <a:spcAft>
                <a:spcPts val="0"/>
              </a:spcAft>
              <a:buClr>
                <a:schemeClr val="lt1"/>
              </a:buClr>
              <a:buSzPts val="2666"/>
              <a:buNone/>
              <a:defRPr>
                <a:solidFill>
                  <a:schemeClr val="lt1"/>
                </a:solidFill>
              </a:defRPr>
            </a:lvl8pPr>
            <a:lvl9pPr lvl="8" rtl="0">
              <a:spcBef>
                <a:spcPts val="533"/>
              </a:spcBef>
              <a:spcAft>
                <a:spcPts val="0"/>
              </a:spcAft>
              <a:buClr>
                <a:schemeClr val="lt1"/>
              </a:buClr>
              <a:buSzPts val="2666"/>
              <a:buNone/>
              <a:defRPr>
                <a:solidFill>
                  <a:schemeClr val="lt1"/>
                </a:solidFill>
              </a:defRPr>
            </a:lvl9pPr>
          </a:lstStyle>
          <a:p>
            <a:endParaRPr/>
          </a:p>
        </p:txBody>
      </p:sp>
      <p:sp>
        <p:nvSpPr>
          <p:cNvPr id="497" name="Google Shape;497;p90"/>
          <p:cNvSpPr txBox="1">
            <a:spLocks noGrp="1"/>
          </p:cNvSpPr>
          <p:nvPr>
            <p:ph type="subTitle" idx="3"/>
          </p:nvPr>
        </p:nvSpPr>
        <p:spPr>
          <a:xfrm>
            <a:off x="455625" y="6172200"/>
            <a:ext cx="5304000" cy="45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2000"/>
              <a:buNone/>
              <a:defRPr>
                <a:solidFill>
                  <a:schemeClr val="lt1"/>
                </a:solidFill>
              </a:defRPr>
            </a:lvl1pPr>
            <a:lvl2pPr lvl="1" rtl="0">
              <a:spcBef>
                <a:spcPts val="600"/>
              </a:spcBef>
              <a:spcAft>
                <a:spcPts val="0"/>
              </a:spcAft>
              <a:buSzPts val="2000"/>
              <a:buNone/>
              <a:defRPr sz="2000"/>
            </a:lvl2pPr>
            <a:lvl3pPr lvl="2" rtl="0">
              <a:spcBef>
                <a:spcPts val="600"/>
              </a:spcBef>
              <a:spcAft>
                <a:spcPts val="0"/>
              </a:spcAft>
              <a:buSzPts val="2000"/>
              <a:buNone/>
              <a:defRPr sz="2000"/>
            </a:lvl3pPr>
            <a:lvl4pPr lvl="3" rtl="0">
              <a:spcBef>
                <a:spcPts val="300"/>
              </a:spcBef>
              <a:spcAft>
                <a:spcPts val="0"/>
              </a:spcAft>
              <a:buSzPts val="2000"/>
              <a:buNone/>
              <a:defRPr sz="2000"/>
            </a:lvl4pPr>
            <a:lvl5pPr lvl="4" rtl="0">
              <a:spcBef>
                <a:spcPts val="300"/>
              </a:spcBef>
              <a:spcAft>
                <a:spcPts val="0"/>
              </a:spcAft>
              <a:buSzPts val="2000"/>
              <a:buNone/>
              <a:defRPr sz="2000"/>
            </a:lvl5pPr>
            <a:lvl6pPr lvl="5" rtl="0">
              <a:spcBef>
                <a:spcPts val="533"/>
              </a:spcBef>
              <a:spcAft>
                <a:spcPts val="0"/>
              </a:spcAft>
              <a:buSzPts val="2000"/>
              <a:buNone/>
              <a:defRPr sz="2000"/>
            </a:lvl6pPr>
            <a:lvl7pPr lvl="6" rtl="0">
              <a:spcBef>
                <a:spcPts val="533"/>
              </a:spcBef>
              <a:spcAft>
                <a:spcPts val="0"/>
              </a:spcAft>
              <a:buSzPts val="2000"/>
              <a:buNone/>
              <a:defRPr sz="2000"/>
            </a:lvl7pPr>
            <a:lvl8pPr lvl="7" rtl="0">
              <a:spcBef>
                <a:spcPts val="533"/>
              </a:spcBef>
              <a:spcAft>
                <a:spcPts val="0"/>
              </a:spcAft>
              <a:buSzPts val="2000"/>
              <a:buNone/>
              <a:defRPr sz="2000"/>
            </a:lvl8pPr>
            <a:lvl9pPr lvl="8" rtl="0">
              <a:spcBef>
                <a:spcPts val="533"/>
              </a:spcBef>
              <a:spcAft>
                <a:spcPts val="0"/>
              </a:spcAft>
              <a:buSzPts val="2000"/>
              <a:buNone/>
              <a:defRPr sz="2000"/>
            </a:lvl9pPr>
          </a:lstStyle>
          <a:p>
            <a:endParaRPr/>
          </a:p>
        </p:txBody>
      </p:sp>
      <p:sp>
        <p:nvSpPr>
          <p:cNvPr id="498" name="Google Shape;498;p90"/>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Cover B">
  <p:cSld name="Cover B">
    <p:bg>
      <p:bgPr>
        <a:solidFill>
          <a:schemeClr val="dk2"/>
        </a:solidFill>
        <a:effectLst/>
      </p:bgPr>
    </p:bg>
    <p:spTree>
      <p:nvGrpSpPr>
        <p:cNvPr id="1" name="Shape 499"/>
        <p:cNvGrpSpPr/>
        <p:nvPr/>
      </p:nvGrpSpPr>
      <p:grpSpPr>
        <a:xfrm>
          <a:off x="0" y="0"/>
          <a:ext cx="0" cy="0"/>
          <a:chOff x="0" y="0"/>
          <a:chExt cx="0" cy="0"/>
        </a:xfrm>
      </p:grpSpPr>
      <p:pic>
        <p:nvPicPr>
          <p:cNvPr id="500" name="Google Shape;500;p91" descr="A picture containing drawing&#10;&#10;Description automatically generated"/>
          <p:cNvPicPr preferRelativeResize="0"/>
          <p:nvPr/>
        </p:nvPicPr>
        <p:blipFill rotWithShape="1">
          <a:blip r:embed="rId2">
            <a:alphaModFix/>
          </a:blip>
          <a:srcRect/>
          <a:stretch/>
        </p:blipFill>
        <p:spPr>
          <a:xfrm>
            <a:off x="455618" y="457200"/>
            <a:ext cx="1222238" cy="914400"/>
          </a:xfrm>
          <a:prstGeom prst="rect">
            <a:avLst/>
          </a:prstGeom>
          <a:noFill/>
          <a:ln>
            <a:noFill/>
          </a:ln>
        </p:spPr>
      </p:pic>
      <p:sp>
        <p:nvSpPr>
          <p:cNvPr id="501" name="Google Shape;501;p91"/>
          <p:cNvSpPr txBox="1">
            <a:spLocks noGrp="1"/>
          </p:cNvSpPr>
          <p:nvPr>
            <p:ph type="subTitle" idx="1"/>
          </p:nvPr>
        </p:nvSpPr>
        <p:spPr>
          <a:xfrm>
            <a:off x="3634820" y="457200"/>
            <a:ext cx="3330301" cy="156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1600"/>
              <a:buNone/>
              <a:defRPr sz="1600">
                <a:solidFill>
                  <a:schemeClr val="lt1"/>
                </a:solidFill>
              </a:defRPr>
            </a:lvl1pPr>
            <a:lvl2pPr lvl="1" rtl="0">
              <a:spcBef>
                <a:spcPts val="600"/>
              </a:spcBef>
              <a:spcAft>
                <a:spcPts val="0"/>
              </a:spcAft>
              <a:buClr>
                <a:schemeClr val="lt1"/>
              </a:buClr>
              <a:buSzPts val="1800"/>
              <a:buNone/>
              <a:defRPr>
                <a:solidFill>
                  <a:schemeClr val="lt1"/>
                </a:solidFill>
              </a:defRPr>
            </a:lvl2pPr>
            <a:lvl3pPr lvl="2" rtl="0">
              <a:spcBef>
                <a:spcPts val="600"/>
              </a:spcBef>
              <a:spcAft>
                <a:spcPts val="0"/>
              </a:spcAft>
              <a:buClr>
                <a:schemeClr val="lt1"/>
              </a:buClr>
              <a:buSzPts val="1600"/>
              <a:buNone/>
              <a:defRPr>
                <a:solidFill>
                  <a:schemeClr val="lt1"/>
                </a:solidFill>
              </a:defRPr>
            </a:lvl3pPr>
            <a:lvl4pPr lvl="3" rtl="0">
              <a:spcBef>
                <a:spcPts val="300"/>
              </a:spcBef>
              <a:spcAft>
                <a:spcPts val="0"/>
              </a:spcAft>
              <a:buClr>
                <a:schemeClr val="lt1"/>
              </a:buClr>
              <a:buSzPts val="1400"/>
              <a:buNone/>
              <a:defRPr>
                <a:solidFill>
                  <a:schemeClr val="lt1"/>
                </a:solidFill>
              </a:defRPr>
            </a:lvl4pPr>
            <a:lvl5pPr lvl="4" rtl="0">
              <a:spcBef>
                <a:spcPts val="300"/>
              </a:spcBef>
              <a:spcAft>
                <a:spcPts val="0"/>
              </a:spcAft>
              <a:buClr>
                <a:schemeClr val="lt1"/>
              </a:buClr>
              <a:buSzPts val="1200"/>
              <a:buNone/>
              <a:defRPr>
                <a:solidFill>
                  <a:schemeClr val="lt1"/>
                </a:solidFill>
              </a:defRPr>
            </a:lvl5pPr>
            <a:lvl6pPr lvl="5" rtl="0">
              <a:spcBef>
                <a:spcPts val="533"/>
              </a:spcBef>
              <a:spcAft>
                <a:spcPts val="0"/>
              </a:spcAft>
              <a:buClr>
                <a:schemeClr val="lt1"/>
              </a:buClr>
              <a:buSzPts val="2666"/>
              <a:buNone/>
              <a:defRPr>
                <a:solidFill>
                  <a:schemeClr val="lt1"/>
                </a:solidFill>
              </a:defRPr>
            </a:lvl6pPr>
            <a:lvl7pPr lvl="6" rtl="0">
              <a:spcBef>
                <a:spcPts val="533"/>
              </a:spcBef>
              <a:spcAft>
                <a:spcPts val="0"/>
              </a:spcAft>
              <a:buClr>
                <a:schemeClr val="lt1"/>
              </a:buClr>
              <a:buSzPts val="2666"/>
              <a:buNone/>
              <a:defRPr>
                <a:solidFill>
                  <a:schemeClr val="lt1"/>
                </a:solidFill>
              </a:defRPr>
            </a:lvl7pPr>
            <a:lvl8pPr lvl="7" rtl="0">
              <a:spcBef>
                <a:spcPts val="533"/>
              </a:spcBef>
              <a:spcAft>
                <a:spcPts val="0"/>
              </a:spcAft>
              <a:buClr>
                <a:schemeClr val="lt1"/>
              </a:buClr>
              <a:buSzPts val="2666"/>
              <a:buNone/>
              <a:defRPr>
                <a:solidFill>
                  <a:schemeClr val="lt1"/>
                </a:solidFill>
              </a:defRPr>
            </a:lvl8pPr>
            <a:lvl9pPr lvl="8" rtl="0">
              <a:spcBef>
                <a:spcPts val="533"/>
              </a:spcBef>
              <a:spcAft>
                <a:spcPts val="0"/>
              </a:spcAft>
              <a:buClr>
                <a:schemeClr val="lt1"/>
              </a:buClr>
              <a:buSzPts val="2666"/>
              <a:buNone/>
              <a:defRPr>
                <a:solidFill>
                  <a:schemeClr val="lt1"/>
                </a:solidFill>
              </a:defRPr>
            </a:lvl9pPr>
          </a:lstStyle>
          <a:p>
            <a:endParaRPr/>
          </a:p>
        </p:txBody>
      </p:sp>
      <p:sp>
        <p:nvSpPr>
          <p:cNvPr id="502" name="Google Shape;502;p91"/>
          <p:cNvSpPr txBox="1">
            <a:spLocks noGrp="1"/>
          </p:cNvSpPr>
          <p:nvPr>
            <p:ph type="title"/>
          </p:nvPr>
        </p:nvSpPr>
        <p:spPr>
          <a:xfrm>
            <a:off x="455626" y="1593900"/>
            <a:ext cx="11277600" cy="4806900"/>
          </a:xfrm>
          <a:prstGeom prst="rect">
            <a:avLst/>
          </a:prstGeom>
        </p:spPr>
        <p:txBody>
          <a:bodyPr spcFirstLastPara="1" wrap="square" lIns="0" tIns="0" rIns="0" bIns="0" anchor="ctr" anchorCtr="0">
            <a:noAutofit/>
          </a:bodyPr>
          <a:lstStyle>
            <a:lvl1pPr lvl="0" rtl="0">
              <a:lnSpc>
                <a:spcPct val="70000"/>
              </a:lnSpc>
              <a:spcBef>
                <a:spcPts val="0"/>
              </a:spcBef>
              <a:spcAft>
                <a:spcPts val="0"/>
              </a:spcAft>
              <a:buClr>
                <a:schemeClr val="lt1"/>
              </a:buClr>
              <a:buSzPts val="12500"/>
              <a:buFont typeface="Roboto"/>
              <a:buNone/>
              <a:defRPr sz="12501">
                <a:solidFill>
                  <a:schemeClr val="lt1"/>
                </a:solidFill>
                <a:latin typeface="Roboto"/>
                <a:ea typeface="Roboto"/>
                <a:cs typeface="Roboto"/>
                <a:sym typeface="Roboto"/>
              </a:defRPr>
            </a:lvl1pPr>
            <a:lvl2pPr lvl="1" rtl="0">
              <a:spcBef>
                <a:spcPts val="0"/>
              </a:spcBef>
              <a:spcAft>
                <a:spcPts val="0"/>
              </a:spcAft>
              <a:buSzPts val="1400"/>
              <a:buNone/>
              <a:defRPr>
                <a:latin typeface="Roboto"/>
                <a:ea typeface="Roboto"/>
                <a:cs typeface="Roboto"/>
                <a:sym typeface="Roboto"/>
              </a:defRPr>
            </a:lvl2pPr>
            <a:lvl3pPr lvl="2" rtl="0">
              <a:spcBef>
                <a:spcPts val="0"/>
              </a:spcBef>
              <a:spcAft>
                <a:spcPts val="0"/>
              </a:spcAft>
              <a:buSzPts val="1400"/>
              <a:buNone/>
              <a:defRPr>
                <a:latin typeface="Roboto"/>
                <a:ea typeface="Roboto"/>
                <a:cs typeface="Roboto"/>
                <a:sym typeface="Roboto"/>
              </a:defRPr>
            </a:lvl3pPr>
            <a:lvl4pPr lvl="3" rtl="0">
              <a:spcBef>
                <a:spcPts val="0"/>
              </a:spcBef>
              <a:spcAft>
                <a:spcPts val="0"/>
              </a:spcAft>
              <a:buSzPts val="1400"/>
              <a:buNone/>
              <a:defRPr>
                <a:latin typeface="Roboto"/>
                <a:ea typeface="Roboto"/>
                <a:cs typeface="Roboto"/>
                <a:sym typeface="Roboto"/>
              </a:defRPr>
            </a:lvl4pPr>
            <a:lvl5pPr lvl="4" rtl="0">
              <a:spcBef>
                <a:spcPts val="0"/>
              </a:spcBef>
              <a:spcAft>
                <a:spcPts val="0"/>
              </a:spcAft>
              <a:buSzPts val="1400"/>
              <a:buNone/>
              <a:defRPr>
                <a:latin typeface="Roboto"/>
                <a:ea typeface="Roboto"/>
                <a:cs typeface="Roboto"/>
                <a:sym typeface="Roboto"/>
              </a:defRPr>
            </a:lvl5pPr>
            <a:lvl6pPr lvl="5" rtl="0">
              <a:spcBef>
                <a:spcPts val="0"/>
              </a:spcBef>
              <a:spcAft>
                <a:spcPts val="0"/>
              </a:spcAft>
              <a:buSzPts val="1400"/>
              <a:buNone/>
              <a:defRPr>
                <a:latin typeface="Roboto"/>
                <a:ea typeface="Roboto"/>
                <a:cs typeface="Roboto"/>
                <a:sym typeface="Roboto"/>
              </a:defRPr>
            </a:lvl6pPr>
            <a:lvl7pPr lvl="6" rtl="0">
              <a:spcBef>
                <a:spcPts val="0"/>
              </a:spcBef>
              <a:spcAft>
                <a:spcPts val="0"/>
              </a:spcAft>
              <a:buSzPts val="1400"/>
              <a:buNone/>
              <a:defRPr>
                <a:latin typeface="Roboto"/>
                <a:ea typeface="Roboto"/>
                <a:cs typeface="Roboto"/>
                <a:sym typeface="Roboto"/>
              </a:defRPr>
            </a:lvl7pPr>
            <a:lvl8pPr lvl="7" rtl="0">
              <a:spcBef>
                <a:spcPts val="0"/>
              </a:spcBef>
              <a:spcAft>
                <a:spcPts val="0"/>
              </a:spcAft>
              <a:buSzPts val="1400"/>
              <a:buNone/>
              <a:defRPr>
                <a:latin typeface="Roboto"/>
                <a:ea typeface="Roboto"/>
                <a:cs typeface="Roboto"/>
                <a:sym typeface="Roboto"/>
              </a:defRPr>
            </a:lvl8pPr>
            <a:lvl9pPr lvl="8" rtl="0">
              <a:spcBef>
                <a:spcPts val="0"/>
              </a:spcBef>
              <a:spcAft>
                <a:spcPts val="0"/>
              </a:spcAft>
              <a:buSzPts val="1400"/>
              <a:buNone/>
              <a:defRPr>
                <a:latin typeface="Roboto"/>
                <a:ea typeface="Roboto"/>
                <a:cs typeface="Roboto"/>
                <a:sym typeface="Roboto"/>
              </a:defRPr>
            </a:lvl9pPr>
          </a:lstStyle>
          <a:p>
            <a:endParaRPr/>
          </a:p>
        </p:txBody>
      </p:sp>
      <p:sp>
        <p:nvSpPr>
          <p:cNvPr id="503" name="Google Shape;503;p91"/>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Cover C">
  <p:cSld name="Cover C">
    <p:bg>
      <p:bgPr>
        <a:solidFill>
          <a:srgbClr val="030A14"/>
        </a:solidFill>
        <a:effectLst/>
      </p:bgPr>
    </p:bg>
    <p:spTree>
      <p:nvGrpSpPr>
        <p:cNvPr id="1" name="Shape 504"/>
        <p:cNvGrpSpPr/>
        <p:nvPr/>
      </p:nvGrpSpPr>
      <p:grpSpPr>
        <a:xfrm>
          <a:off x="0" y="0"/>
          <a:ext cx="0" cy="0"/>
          <a:chOff x="0" y="0"/>
          <a:chExt cx="0" cy="0"/>
        </a:xfrm>
      </p:grpSpPr>
      <p:sp>
        <p:nvSpPr>
          <p:cNvPr id="505" name="Google Shape;505;p92"/>
          <p:cNvSpPr txBox="1">
            <a:spLocks noGrp="1"/>
          </p:cNvSpPr>
          <p:nvPr>
            <p:ph type="title"/>
          </p:nvPr>
        </p:nvSpPr>
        <p:spPr>
          <a:xfrm>
            <a:off x="455617" y="2364060"/>
            <a:ext cx="8915400" cy="4033200"/>
          </a:xfrm>
          <a:prstGeom prst="rect">
            <a:avLst/>
          </a:prstGeom>
          <a:noFill/>
          <a:ln>
            <a:noFill/>
          </a:ln>
        </p:spPr>
        <p:txBody>
          <a:bodyPr spcFirstLastPara="1" wrap="square" lIns="0" tIns="0" rIns="0" bIns="0" anchor="ctr" anchorCtr="0">
            <a:noAutofit/>
          </a:bodyPr>
          <a:lstStyle>
            <a:lvl1pPr lvl="0" algn="l" rtl="0">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506" name="Google Shape;506;p92" descr="A close up of a logo&#10;&#10;Description automatically generated"/>
          <p:cNvPicPr preferRelativeResize="0"/>
          <p:nvPr/>
        </p:nvPicPr>
        <p:blipFill rotWithShape="1">
          <a:blip r:embed="rId2">
            <a:alphaModFix/>
          </a:blip>
          <a:srcRect/>
          <a:stretch/>
        </p:blipFill>
        <p:spPr>
          <a:xfrm>
            <a:off x="3231420" y="18820"/>
            <a:ext cx="8501825" cy="6858002"/>
          </a:xfrm>
          <a:prstGeom prst="rect">
            <a:avLst/>
          </a:prstGeom>
          <a:noFill/>
          <a:ln>
            <a:noFill/>
          </a:ln>
        </p:spPr>
      </p:pic>
      <p:pic>
        <p:nvPicPr>
          <p:cNvPr id="507" name="Google Shape;507;p92" descr="A picture containing drawing&#10;&#10;Description automatically generated"/>
          <p:cNvPicPr preferRelativeResize="0"/>
          <p:nvPr/>
        </p:nvPicPr>
        <p:blipFill rotWithShape="1">
          <a:blip r:embed="rId3">
            <a:alphaModFix/>
          </a:blip>
          <a:srcRect/>
          <a:stretch/>
        </p:blipFill>
        <p:spPr>
          <a:xfrm>
            <a:off x="455618" y="457200"/>
            <a:ext cx="1222238" cy="914400"/>
          </a:xfrm>
          <a:prstGeom prst="rect">
            <a:avLst/>
          </a:prstGeom>
          <a:noFill/>
          <a:ln>
            <a:noFill/>
          </a:ln>
        </p:spPr>
      </p:pic>
      <p:sp>
        <p:nvSpPr>
          <p:cNvPr id="508" name="Google Shape;508;p92"/>
          <p:cNvSpPr txBox="1">
            <a:spLocks noGrp="1"/>
          </p:cNvSpPr>
          <p:nvPr>
            <p:ph type="subTitle" idx="1"/>
          </p:nvPr>
        </p:nvSpPr>
        <p:spPr>
          <a:xfrm>
            <a:off x="9617152" y="3127275"/>
            <a:ext cx="2116199" cy="641100"/>
          </a:xfrm>
          <a:prstGeom prst="rect">
            <a:avLst/>
          </a:prstGeom>
        </p:spPr>
        <p:txBody>
          <a:bodyPr spcFirstLastPara="1" wrap="square" lIns="0" tIns="0" rIns="0" bIns="0" anchor="ctr" anchorCtr="0">
            <a:noAutofit/>
          </a:bodyPr>
          <a:lstStyle>
            <a:lvl1pPr lvl="0" algn="r" rtl="0">
              <a:spcBef>
                <a:spcPts val="0"/>
              </a:spcBef>
              <a:spcAft>
                <a:spcPts val="0"/>
              </a:spcAft>
              <a:buClr>
                <a:schemeClr val="lt1"/>
              </a:buClr>
              <a:buSzPts val="1600"/>
              <a:buNone/>
              <a:defRPr sz="1600">
                <a:solidFill>
                  <a:schemeClr val="lt1"/>
                </a:solidFill>
              </a:defRPr>
            </a:lvl1pPr>
            <a:lvl2pPr lvl="1" algn="r" rtl="0">
              <a:spcBef>
                <a:spcPts val="600"/>
              </a:spcBef>
              <a:spcAft>
                <a:spcPts val="0"/>
              </a:spcAft>
              <a:buClr>
                <a:schemeClr val="lt1"/>
              </a:buClr>
              <a:buSzPts val="1800"/>
              <a:buNone/>
              <a:defRPr>
                <a:solidFill>
                  <a:schemeClr val="lt1"/>
                </a:solidFill>
              </a:defRPr>
            </a:lvl2pPr>
            <a:lvl3pPr lvl="2" algn="r" rtl="0">
              <a:spcBef>
                <a:spcPts val="600"/>
              </a:spcBef>
              <a:spcAft>
                <a:spcPts val="0"/>
              </a:spcAft>
              <a:buClr>
                <a:schemeClr val="lt1"/>
              </a:buClr>
              <a:buSzPts val="1600"/>
              <a:buNone/>
              <a:defRPr>
                <a:solidFill>
                  <a:schemeClr val="lt1"/>
                </a:solidFill>
              </a:defRPr>
            </a:lvl3pPr>
            <a:lvl4pPr lvl="3" algn="r" rtl="0">
              <a:spcBef>
                <a:spcPts val="300"/>
              </a:spcBef>
              <a:spcAft>
                <a:spcPts val="0"/>
              </a:spcAft>
              <a:buClr>
                <a:schemeClr val="lt1"/>
              </a:buClr>
              <a:buSzPts val="1400"/>
              <a:buNone/>
              <a:defRPr>
                <a:solidFill>
                  <a:schemeClr val="lt1"/>
                </a:solidFill>
              </a:defRPr>
            </a:lvl4pPr>
            <a:lvl5pPr lvl="4" algn="r" rtl="0">
              <a:spcBef>
                <a:spcPts val="300"/>
              </a:spcBef>
              <a:spcAft>
                <a:spcPts val="0"/>
              </a:spcAft>
              <a:buClr>
                <a:schemeClr val="lt1"/>
              </a:buClr>
              <a:buSzPts val="1200"/>
              <a:buNone/>
              <a:defRPr>
                <a:solidFill>
                  <a:schemeClr val="lt1"/>
                </a:solidFill>
              </a:defRPr>
            </a:lvl5pPr>
            <a:lvl6pPr lvl="5" algn="r" rtl="0">
              <a:spcBef>
                <a:spcPts val="533"/>
              </a:spcBef>
              <a:spcAft>
                <a:spcPts val="0"/>
              </a:spcAft>
              <a:buClr>
                <a:schemeClr val="lt1"/>
              </a:buClr>
              <a:buSzPts val="2666"/>
              <a:buNone/>
              <a:defRPr>
                <a:solidFill>
                  <a:schemeClr val="lt1"/>
                </a:solidFill>
              </a:defRPr>
            </a:lvl6pPr>
            <a:lvl7pPr lvl="6" algn="r" rtl="0">
              <a:spcBef>
                <a:spcPts val="533"/>
              </a:spcBef>
              <a:spcAft>
                <a:spcPts val="0"/>
              </a:spcAft>
              <a:buClr>
                <a:schemeClr val="lt1"/>
              </a:buClr>
              <a:buSzPts val="2666"/>
              <a:buNone/>
              <a:defRPr>
                <a:solidFill>
                  <a:schemeClr val="lt1"/>
                </a:solidFill>
              </a:defRPr>
            </a:lvl7pPr>
            <a:lvl8pPr lvl="7" algn="r" rtl="0">
              <a:spcBef>
                <a:spcPts val="533"/>
              </a:spcBef>
              <a:spcAft>
                <a:spcPts val="0"/>
              </a:spcAft>
              <a:buClr>
                <a:schemeClr val="lt1"/>
              </a:buClr>
              <a:buSzPts val="2666"/>
              <a:buNone/>
              <a:defRPr>
                <a:solidFill>
                  <a:schemeClr val="lt1"/>
                </a:solidFill>
              </a:defRPr>
            </a:lvl8pPr>
            <a:lvl9pPr lvl="8" algn="r" rtl="0">
              <a:spcBef>
                <a:spcPts val="533"/>
              </a:spcBef>
              <a:spcAft>
                <a:spcPts val="0"/>
              </a:spcAft>
              <a:buClr>
                <a:schemeClr val="lt1"/>
              </a:buClr>
              <a:buSzPts val="2666"/>
              <a:buNone/>
              <a:defRPr>
                <a:solidFill>
                  <a:schemeClr val="lt1"/>
                </a:solidFill>
              </a:defRPr>
            </a:lvl9pPr>
          </a:lstStyle>
          <a:p>
            <a:endParaRPr/>
          </a:p>
        </p:txBody>
      </p:sp>
      <p:sp>
        <p:nvSpPr>
          <p:cNvPr id="509" name="Google Shape;509;p92"/>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Cover E">
  <p:cSld name="Cover E">
    <p:spTree>
      <p:nvGrpSpPr>
        <p:cNvPr id="1" name="Shape 515"/>
        <p:cNvGrpSpPr/>
        <p:nvPr/>
      </p:nvGrpSpPr>
      <p:grpSpPr>
        <a:xfrm>
          <a:off x="0" y="0"/>
          <a:ext cx="0" cy="0"/>
          <a:chOff x="0" y="0"/>
          <a:chExt cx="0" cy="0"/>
        </a:xfrm>
      </p:grpSpPr>
      <p:sp>
        <p:nvSpPr>
          <p:cNvPr id="516" name="Google Shape;516;p94"/>
          <p:cNvSpPr>
            <a:spLocks noGrp="1"/>
          </p:cNvSpPr>
          <p:nvPr>
            <p:ph type="pic" idx="2"/>
          </p:nvPr>
        </p:nvSpPr>
        <p:spPr>
          <a:xfrm>
            <a:off x="2" y="0"/>
            <a:ext cx="121890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17" name="Google Shape;517;p94"/>
          <p:cNvSpPr txBox="1">
            <a:spLocks noGrp="1"/>
          </p:cNvSpPr>
          <p:nvPr>
            <p:ph type="title"/>
          </p:nvPr>
        </p:nvSpPr>
        <p:spPr>
          <a:xfrm>
            <a:off x="737673" y="2570700"/>
            <a:ext cx="10995600" cy="3021900"/>
          </a:xfrm>
          <a:prstGeom prst="rect">
            <a:avLst/>
          </a:prstGeom>
          <a:noFill/>
          <a:ln>
            <a:noFill/>
          </a:ln>
        </p:spPr>
        <p:txBody>
          <a:bodyPr spcFirstLastPara="1" wrap="square" lIns="0" tIns="0" rIns="0" bIns="0" anchor="b" anchorCtr="0">
            <a:noAutofit/>
          </a:bodyPr>
          <a:lstStyle>
            <a:lvl1pPr lvl="0" algn="r" rtl="0">
              <a:lnSpc>
                <a:spcPct val="80000"/>
              </a:lnSpc>
              <a:spcBef>
                <a:spcPts val="0"/>
              </a:spcBef>
              <a:spcAft>
                <a:spcPts val="0"/>
              </a:spcAft>
              <a:buClr>
                <a:schemeClr val="lt1"/>
              </a:buClr>
              <a:buSzPts val="11000"/>
              <a:buFont typeface="Roboto Light"/>
              <a:buNone/>
              <a:defRPr sz="11000" b="0" i="0" cap="none">
                <a:solidFill>
                  <a:schemeClr val="lt1"/>
                </a:solidFill>
                <a:latin typeface="Roboto Light"/>
                <a:ea typeface="Roboto Light"/>
                <a:cs typeface="Roboto Light"/>
                <a:sym typeface="Roboto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518" name="Google Shape;518;p94" descr="A picture containing drawing&#10;&#10;Description automatically generated"/>
          <p:cNvPicPr preferRelativeResize="0"/>
          <p:nvPr/>
        </p:nvPicPr>
        <p:blipFill rotWithShape="1">
          <a:blip r:embed="rId2">
            <a:alphaModFix/>
          </a:blip>
          <a:srcRect b="31356"/>
          <a:stretch/>
        </p:blipFill>
        <p:spPr>
          <a:xfrm>
            <a:off x="455617" y="457200"/>
            <a:ext cx="1222255" cy="627682"/>
          </a:xfrm>
          <a:prstGeom prst="rect">
            <a:avLst/>
          </a:prstGeom>
          <a:noFill/>
          <a:ln>
            <a:noFill/>
          </a:ln>
        </p:spPr>
      </p:pic>
      <p:sp>
        <p:nvSpPr>
          <p:cNvPr id="519" name="Google Shape;519;p94"/>
          <p:cNvSpPr txBox="1">
            <a:spLocks noGrp="1"/>
          </p:cNvSpPr>
          <p:nvPr>
            <p:ph type="subTitle" idx="1"/>
          </p:nvPr>
        </p:nvSpPr>
        <p:spPr>
          <a:xfrm>
            <a:off x="455625" y="5885950"/>
            <a:ext cx="5304000" cy="45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2000"/>
              <a:buNone/>
              <a:defRPr>
                <a:solidFill>
                  <a:schemeClr val="lt1"/>
                </a:solidFill>
              </a:defRPr>
            </a:lvl1pPr>
            <a:lvl2pPr lvl="1" rtl="0">
              <a:spcBef>
                <a:spcPts val="600"/>
              </a:spcBef>
              <a:spcAft>
                <a:spcPts val="0"/>
              </a:spcAft>
              <a:buSzPts val="2000"/>
              <a:buNone/>
              <a:defRPr sz="2000"/>
            </a:lvl2pPr>
            <a:lvl3pPr lvl="2" rtl="0">
              <a:spcBef>
                <a:spcPts val="600"/>
              </a:spcBef>
              <a:spcAft>
                <a:spcPts val="0"/>
              </a:spcAft>
              <a:buSzPts val="2000"/>
              <a:buNone/>
              <a:defRPr sz="2000"/>
            </a:lvl3pPr>
            <a:lvl4pPr lvl="3" rtl="0">
              <a:spcBef>
                <a:spcPts val="300"/>
              </a:spcBef>
              <a:spcAft>
                <a:spcPts val="0"/>
              </a:spcAft>
              <a:buSzPts val="2000"/>
              <a:buNone/>
              <a:defRPr sz="2000"/>
            </a:lvl4pPr>
            <a:lvl5pPr lvl="4" rtl="0">
              <a:spcBef>
                <a:spcPts val="300"/>
              </a:spcBef>
              <a:spcAft>
                <a:spcPts val="0"/>
              </a:spcAft>
              <a:buSzPts val="2000"/>
              <a:buNone/>
              <a:defRPr sz="2000"/>
            </a:lvl5pPr>
            <a:lvl6pPr lvl="5" rtl="0">
              <a:spcBef>
                <a:spcPts val="533"/>
              </a:spcBef>
              <a:spcAft>
                <a:spcPts val="0"/>
              </a:spcAft>
              <a:buSzPts val="2000"/>
              <a:buNone/>
              <a:defRPr sz="2000"/>
            </a:lvl6pPr>
            <a:lvl7pPr lvl="6" rtl="0">
              <a:spcBef>
                <a:spcPts val="533"/>
              </a:spcBef>
              <a:spcAft>
                <a:spcPts val="0"/>
              </a:spcAft>
              <a:buSzPts val="2000"/>
              <a:buNone/>
              <a:defRPr sz="2000"/>
            </a:lvl7pPr>
            <a:lvl8pPr lvl="7" rtl="0">
              <a:spcBef>
                <a:spcPts val="533"/>
              </a:spcBef>
              <a:spcAft>
                <a:spcPts val="0"/>
              </a:spcAft>
              <a:buSzPts val="2000"/>
              <a:buNone/>
              <a:defRPr sz="2000"/>
            </a:lvl8pPr>
            <a:lvl9pPr lvl="8" rtl="0">
              <a:spcBef>
                <a:spcPts val="533"/>
              </a:spcBef>
              <a:spcAft>
                <a:spcPts val="0"/>
              </a:spcAft>
              <a:buSzPts val="2000"/>
              <a:buNone/>
              <a:defRPr sz="2000"/>
            </a:lvl9pPr>
          </a:lstStyle>
          <a:p>
            <a:endParaRPr/>
          </a:p>
        </p:txBody>
      </p:sp>
      <p:sp>
        <p:nvSpPr>
          <p:cNvPr id="520" name="Google Shape;520;p94"/>
          <p:cNvSpPr txBox="1">
            <a:spLocks noGrp="1"/>
          </p:cNvSpPr>
          <p:nvPr>
            <p:ph type="subTitle" idx="3"/>
          </p:nvPr>
        </p:nvSpPr>
        <p:spPr>
          <a:xfrm>
            <a:off x="9617152" y="5988300"/>
            <a:ext cx="2116199" cy="641100"/>
          </a:xfrm>
          <a:prstGeom prst="rect">
            <a:avLst/>
          </a:prstGeom>
        </p:spPr>
        <p:txBody>
          <a:bodyPr spcFirstLastPara="1" wrap="square" lIns="0" tIns="0" rIns="0" bIns="0" anchor="t" anchorCtr="0">
            <a:noAutofit/>
          </a:bodyPr>
          <a:lstStyle>
            <a:lvl1pPr lvl="0" algn="r" rtl="0">
              <a:spcBef>
                <a:spcPts val="0"/>
              </a:spcBef>
              <a:spcAft>
                <a:spcPts val="0"/>
              </a:spcAft>
              <a:buClr>
                <a:schemeClr val="lt1"/>
              </a:buClr>
              <a:buSzPts val="1600"/>
              <a:buNone/>
              <a:defRPr sz="1600">
                <a:solidFill>
                  <a:schemeClr val="lt1"/>
                </a:solidFill>
              </a:defRPr>
            </a:lvl1pPr>
            <a:lvl2pPr lvl="1" algn="r" rtl="0">
              <a:spcBef>
                <a:spcPts val="600"/>
              </a:spcBef>
              <a:spcAft>
                <a:spcPts val="0"/>
              </a:spcAft>
              <a:buClr>
                <a:schemeClr val="lt1"/>
              </a:buClr>
              <a:buSzPts val="1800"/>
              <a:buNone/>
              <a:defRPr>
                <a:solidFill>
                  <a:schemeClr val="lt1"/>
                </a:solidFill>
              </a:defRPr>
            </a:lvl2pPr>
            <a:lvl3pPr lvl="2" algn="r" rtl="0">
              <a:spcBef>
                <a:spcPts val="600"/>
              </a:spcBef>
              <a:spcAft>
                <a:spcPts val="0"/>
              </a:spcAft>
              <a:buClr>
                <a:schemeClr val="lt1"/>
              </a:buClr>
              <a:buSzPts val="1600"/>
              <a:buNone/>
              <a:defRPr>
                <a:solidFill>
                  <a:schemeClr val="lt1"/>
                </a:solidFill>
              </a:defRPr>
            </a:lvl3pPr>
            <a:lvl4pPr lvl="3" algn="r" rtl="0">
              <a:spcBef>
                <a:spcPts val="300"/>
              </a:spcBef>
              <a:spcAft>
                <a:spcPts val="0"/>
              </a:spcAft>
              <a:buClr>
                <a:schemeClr val="lt1"/>
              </a:buClr>
              <a:buSzPts val="1400"/>
              <a:buNone/>
              <a:defRPr>
                <a:solidFill>
                  <a:schemeClr val="lt1"/>
                </a:solidFill>
              </a:defRPr>
            </a:lvl4pPr>
            <a:lvl5pPr lvl="4" algn="r" rtl="0">
              <a:spcBef>
                <a:spcPts val="300"/>
              </a:spcBef>
              <a:spcAft>
                <a:spcPts val="0"/>
              </a:spcAft>
              <a:buClr>
                <a:schemeClr val="lt1"/>
              </a:buClr>
              <a:buSzPts val="1200"/>
              <a:buNone/>
              <a:defRPr>
                <a:solidFill>
                  <a:schemeClr val="lt1"/>
                </a:solidFill>
              </a:defRPr>
            </a:lvl5pPr>
            <a:lvl6pPr lvl="5" algn="r" rtl="0">
              <a:spcBef>
                <a:spcPts val="533"/>
              </a:spcBef>
              <a:spcAft>
                <a:spcPts val="0"/>
              </a:spcAft>
              <a:buClr>
                <a:schemeClr val="lt1"/>
              </a:buClr>
              <a:buSzPts val="2666"/>
              <a:buNone/>
              <a:defRPr>
                <a:solidFill>
                  <a:schemeClr val="lt1"/>
                </a:solidFill>
              </a:defRPr>
            </a:lvl6pPr>
            <a:lvl7pPr lvl="6" algn="r" rtl="0">
              <a:spcBef>
                <a:spcPts val="533"/>
              </a:spcBef>
              <a:spcAft>
                <a:spcPts val="0"/>
              </a:spcAft>
              <a:buClr>
                <a:schemeClr val="lt1"/>
              </a:buClr>
              <a:buSzPts val="2666"/>
              <a:buNone/>
              <a:defRPr>
                <a:solidFill>
                  <a:schemeClr val="lt1"/>
                </a:solidFill>
              </a:defRPr>
            </a:lvl7pPr>
            <a:lvl8pPr lvl="7" algn="r" rtl="0">
              <a:spcBef>
                <a:spcPts val="533"/>
              </a:spcBef>
              <a:spcAft>
                <a:spcPts val="0"/>
              </a:spcAft>
              <a:buClr>
                <a:schemeClr val="lt1"/>
              </a:buClr>
              <a:buSzPts val="2666"/>
              <a:buNone/>
              <a:defRPr>
                <a:solidFill>
                  <a:schemeClr val="lt1"/>
                </a:solidFill>
              </a:defRPr>
            </a:lvl8pPr>
            <a:lvl9pPr lvl="8" algn="r" rtl="0">
              <a:spcBef>
                <a:spcPts val="533"/>
              </a:spcBef>
              <a:spcAft>
                <a:spcPts val="0"/>
              </a:spcAft>
              <a:buClr>
                <a:schemeClr val="lt1"/>
              </a:buClr>
              <a:buSzPts val="2666"/>
              <a:buNone/>
              <a:defRPr>
                <a:solidFill>
                  <a:schemeClr val="lt1"/>
                </a:solidFill>
              </a:defRPr>
            </a:lvl9pPr>
          </a:lstStyle>
          <a:p>
            <a:endParaRPr/>
          </a:p>
        </p:txBody>
      </p:sp>
      <p:sp>
        <p:nvSpPr>
          <p:cNvPr id="521" name="Google Shape;521;p94"/>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Divider A Image">
  <p:cSld name="Divider A Image">
    <p:spTree>
      <p:nvGrpSpPr>
        <p:cNvPr id="1" name="Shape 522"/>
        <p:cNvGrpSpPr/>
        <p:nvPr/>
      </p:nvGrpSpPr>
      <p:grpSpPr>
        <a:xfrm>
          <a:off x="0" y="0"/>
          <a:ext cx="0" cy="0"/>
          <a:chOff x="0" y="0"/>
          <a:chExt cx="0" cy="0"/>
        </a:xfrm>
      </p:grpSpPr>
      <p:sp>
        <p:nvSpPr>
          <p:cNvPr id="523" name="Google Shape;523;p95"/>
          <p:cNvSpPr>
            <a:spLocks noGrp="1"/>
          </p:cNvSpPr>
          <p:nvPr>
            <p:ph type="pic" idx="2"/>
          </p:nvPr>
        </p:nvSpPr>
        <p:spPr>
          <a:xfrm>
            <a:off x="2" y="0"/>
            <a:ext cx="121890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24" name="Google Shape;524;p95"/>
          <p:cNvSpPr txBox="1">
            <a:spLocks noGrp="1"/>
          </p:cNvSpPr>
          <p:nvPr>
            <p:ph type="title"/>
          </p:nvPr>
        </p:nvSpPr>
        <p:spPr>
          <a:xfrm>
            <a:off x="455617" y="3166728"/>
            <a:ext cx="8915400" cy="524400"/>
          </a:xfrm>
          <a:prstGeom prst="rect">
            <a:avLst/>
          </a:prstGeom>
          <a:noFill/>
          <a:ln>
            <a:noFill/>
          </a:ln>
        </p:spPr>
        <p:txBody>
          <a:bodyPr spcFirstLastPara="1" wrap="square" lIns="0" tIns="0" rIns="0" bIns="0" anchor="ctr" anchorCtr="0">
            <a:noAutofit/>
          </a:bodyPr>
          <a:lstStyle>
            <a:lvl1pPr lvl="0" algn="l" rtl="0">
              <a:lnSpc>
                <a:spcPct val="80000"/>
              </a:lnSpc>
              <a:spcBef>
                <a:spcPts val="0"/>
              </a:spcBef>
              <a:spcAft>
                <a:spcPts val="0"/>
              </a:spcAft>
              <a:buClr>
                <a:schemeClr val="lt1"/>
              </a:buClr>
              <a:buSzPts val="4000"/>
              <a:buFont typeface="Roboto Medium"/>
              <a:buNone/>
              <a:defRPr sz="4000"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25" name="Google Shape;525;p9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526" name="Google Shape;526;p9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27" name="Google Shape;527;p9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Divider B">
  <p:cSld name="Divider B">
    <p:bg>
      <p:bgPr>
        <a:solidFill>
          <a:schemeClr val="lt2"/>
        </a:solidFill>
        <a:effectLst/>
      </p:bgPr>
    </p:bg>
    <p:spTree>
      <p:nvGrpSpPr>
        <p:cNvPr id="1" name="Shape 528"/>
        <p:cNvGrpSpPr/>
        <p:nvPr/>
      </p:nvGrpSpPr>
      <p:grpSpPr>
        <a:xfrm>
          <a:off x="0" y="0"/>
          <a:ext cx="0" cy="0"/>
          <a:chOff x="0" y="0"/>
          <a:chExt cx="0" cy="0"/>
        </a:xfrm>
      </p:grpSpPr>
      <p:pic>
        <p:nvPicPr>
          <p:cNvPr id="529" name="Google Shape;529;p96" descr="A close up of a logo&#10;&#10;Description automatically generated"/>
          <p:cNvPicPr preferRelativeResize="0"/>
          <p:nvPr/>
        </p:nvPicPr>
        <p:blipFill rotWithShape="1">
          <a:blip r:embed="rId2">
            <a:alphaModFix/>
          </a:blip>
          <a:srcRect l="954" t="1279" r="629" b="275"/>
          <a:stretch/>
        </p:blipFill>
        <p:spPr>
          <a:xfrm>
            <a:off x="0" y="0"/>
            <a:ext cx="12188822" cy="6858000"/>
          </a:xfrm>
          <a:prstGeom prst="rect">
            <a:avLst/>
          </a:prstGeom>
          <a:noFill/>
          <a:ln>
            <a:noFill/>
          </a:ln>
        </p:spPr>
      </p:pic>
      <p:sp>
        <p:nvSpPr>
          <p:cNvPr id="530" name="Google Shape;530;p96"/>
          <p:cNvSpPr txBox="1">
            <a:spLocks noGrp="1"/>
          </p:cNvSpPr>
          <p:nvPr>
            <p:ph type="title"/>
          </p:nvPr>
        </p:nvSpPr>
        <p:spPr>
          <a:xfrm>
            <a:off x="455617" y="3166728"/>
            <a:ext cx="8915400" cy="524400"/>
          </a:xfrm>
          <a:prstGeom prst="rect">
            <a:avLst/>
          </a:prstGeom>
          <a:noFill/>
          <a:ln>
            <a:noFill/>
          </a:ln>
        </p:spPr>
        <p:txBody>
          <a:bodyPr spcFirstLastPara="1" wrap="square" lIns="0" tIns="0" rIns="0" bIns="0" anchor="ctr" anchorCtr="0">
            <a:noAutofit/>
          </a:bodyPr>
          <a:lstStyle>
            <a:lvl1pPr lvl="0" algn="l" rtl="0">
              <a:lnSpc>
                <a:spcPct val="80000"/>
              </a:lnSpc>
              <a:spcBef>
                <a:spcPts val="0"/>
              </a:spcBef>
              <a:spcAft>
                <a:spcPts val="0"/>
              </a:spcAft>
              <a:buClr>
                <a:schemeClr val="lt1"/>
              </a:buClr>
              <a:buSzPts val="4000"/>
              <a:buFont typeface="Roboto Medium"/>
              <a:buNone/>
              <a:defRPr sz="4000"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1" name="Google Shape;531;p9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532" name="Google Shape;532;p96"/>
          <p:cNvPicPr preferRelativeResize="0"/>
          <p:nvPr/>
        </p:nvPicPr>
        <p:blipFill>
          <a:blip r:embed="rId3">
            <a:alphaModFix/>
          </a:blip>
          <a:stretch>
            <a:fillRect/>
          </a:stretch>
        </p:blipFill>
        <p:spPr>
          <a:xfrm>
            <a:off x="455626" y="6267555"/>
            <a:ext cx="685801" cy="352697"/>
          </a:xfrm>
          <a:prstGeom prst="rect">
            <a:avLst/>
          </a:prstGeom>
          <a:noFill/>
          <a:ln>
            <a:noFill/>
          </a:ln>
        </p:spPr>
      </p:pic>
      <p:sp>
        <p:nvSpPr>
          <p:cNvPr id="533" name="Google Shape;533;p9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Divider C">
  <p:cSld name="Divider C">
    <p:spTree>
      <p:nvGrpSpPr>
        <p:cNvPr id="1" name="Shape 534"/>
        <p:cNvGrpSpPr/>
        <p:nvPr/>
      </p:nvGrpSpPr>
      <p:grpSpPr>
        <a:xfrm>
          <a:off x="0" y="0"/>
          <a:ext cx="0" cy="0"/>
          <a:chOff x="0" y="0"/>
          <a:chExt cx="0" cy="0"/>
        </a:xfrm>
      </p:grpSpPr>
      <p:sp>
        <p:nvSpPr>
          <p:cNvPr id="535" name="Google Shape;535;p97"/>
          <p:cNvSpPr/>
          <p:nvPr/>
        </p:nvSpPr>
        <p:spPr>
          <a:xfrm>
            <a:off x="0" y="0"/>
            <a:ext cx="12189000" cy="6858000"/>
          </a:xfrm>
          <a:prstGeom prst="rect">
            <a:avLst/>
          </a:prstGeom>
          <a:gradFill>
            <a:gsLst>
              <a:gs pos="0">
                <a:schemeClr val="accent1"/>
              </a:gs>
              <a:gs pos="63000">
                <a:srgbClr val="9299F4"/>
              </a:gs>
              <a:gs pos="100000">
                <a:schemeClr val="lt2"/>
              </a:gs>
            </a:gsLst>
            <a:lin ang="13800146"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a:ea typeface="Roboto"/>
              <a:cs typeface="Roboto"/>
              <a:sym typeface="Roboto"/>
            </a:endParaRPr>
          </a:p>
        </p:txBody>
      </p:sp>
      <p:sp>
        <p:nvSpPr>
          <p:cNvPr id="536" name="Google Shape;536;p97"/>
          <p:cNvSpPr txBox="1">
            <a:spLocks noGrp="1"/>
          </p:cNvSpPr>
          <p:nvPr>
            <p:ph type="title"/>
          </p:nvPr>
        </p:nvSpPr>
        <p:spPr>
          <a:xfrm>
            <a:off x="455617" y="460683"/>
            <a:ext cx="8915400" cy="48696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9800"/>
              <a:buFont typeface="Roboto Light"/>
              <a:buNone/>
              <a:defRPr sz="9800" b="0" i="0">
                <a:solidFill>
                  <a:schemeClr val="lt1"/>
                </a:solidFill>
                <a:latin typeface="Roboto Light"/>
                <a:ea typeface="Roboto Light"/>
                <a:cs typeface="Roboto Light"/>
                <a:sym typeface="Roboto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7" name="Google Shape;537;p9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FFFFFF"/>
                </a:solidFill>
              </a:defRPr>
            </a:lvl1pPr>
            <a:lvl2pPr lvl="1" rtl="0">
              <a:buNone/>
              <a:defRPr sz="1000">
                <a:solidFill>
                  <a:srgbClr val="FFFFFF"/>
                </a:solidFill>
              </a:defRPr>
            </a:lvl2pPr>
            <a:lvl3pPr lvl="2" rtl="0">
              <a:buNone/>
              <a:defRPr sz="1000">
                <a:solidFill>
                  <a:srgbClr val="FFFFFF"/>
                </a:solidFill>
              </a:defRPr>
            </a:lvl3pPr>
            <a:lvl4pPr lvl="3" rtl="0">
              <a:buNone/>
              <a:defRPr sz="1000">
                <a:solidFill>
                  <a:srgbClr val="FFFFFF"/>
                </a:solidFill>
              </a:defRPr>
            </a:lvl4pPr>
            <a:lvl5pPr lvl="4" rtl="0">
              <a:buNone/>
              <a:defRPr sz="1000">
                <a:solidFill>
                  <a:srgbClr val="FFFFFF"/>
                </a:solidFill>
              </a:defRPr>
            </a:lvl5pPr>
            <a:lvl6pPr lvl="5" rtl="0">
              <a:buNone/>
              <a:defRPr sz="1000">
                <a:solidFill>
                  <a:srgbClr val="FFFFFF"/>
                </a:solidFill>
              </a:defRPr>
            </a:lvl6pPr>
            <a:lvl7pPr lvl="6" rtl="0">
              <a:buNone/>
              <a:defRPr sz="1000">
                <a:solidFill>
                  <a:srgbClr val="FFFFFF"/>
                </a:solidFill>
              </a:defRPr>
            </a:lvl7pPr>
            <a:lvl8pPr lvl="7" rtl="0">
              <a:buNone/>
              <a:defRPr sz="1000">
                <a:solidFill>
                  <a:srgbClr val="FFFFFF"/>
                </a:solidFill>
              </a:defRPr>
            </a:lvl8pPr>
            <a:lvl9pPr lvl="8" rtl="0">
              <a:buNone/>
              <a:defRPr sz="1000">
                <a:solidFill>
                  <a:srgbClr val="FFFFFF"/>
                </a:solidFill>
              </a:defRPr>
            </a:lvl9pPr>
          </a:lstStyle>
          <a:p>
            <a:fld id="{00000000-1234-1234-1234-123412341234}" type="slidenum">
              <a:rPr lang="en" smtClean="0"/>
              <a:pPr/>
              <a:t>‹#›</a:t>
            </a:fld>
            <a:endParaRPr lang="en"/>
          </a:p>
        </p:txBody>
      </p:sp>
      <p:pic>
        <p:nvPicPr>
          <p:cNvPr id="538" name="Google Shape;538;p97"/>
          <p:cNvPicPr preferRelativeResize="0"/>
          <p:nvPr/>
        </p:nvPicPr>
        <p:blipFill>
          <a:blip r:embed="rId2">
            <a:alphaModFix/>
          </a:blip>
          <a:stretch>
            <a:fillRect/>
          </a:stretch>
        </p:blipFill>
        <p:spPr>
          <a:xfrm>
            <a:off x="455626" y="6267555"/>
            <a:ext cx="685801" cy="352697"/>
          </a:xfrm>
          <a:prstGeom prst="rect">
            <a:avLst/>
          </a:prstGeom>
          <a:noFill/>
          <a:ln>
            <a:noFill/>
          </a:ln>
        </p:spPr>
      </p:pic>
      <p:sp>
        <p:nvSpPr>
          <p:cNvPr id="539" name="Google Shape;539;p9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WHITE 2Col Title | Text">
  <p:cSld name="WHITE 2Col Title | Text">
    <p:spTree>
      <p:nvGrpSpPr>
        <p:cNvPr id="1" name="Shape 546"/>
        <p:cNvGrpSpPr/>
        <p:nvPr/>
      </p:nvGrpSpPr>
      <p:grpSpPr>
        <a:xfrm>
          <a:off x="0" y="0"/>
          <a:ext cx="0" cy="0"/>
          <a:chOff x="0" y="0"/>
          <a:chExt cx="0" cy="0"/>
        </a:xfrm>
      </p:grpSpPr>
      <p:sp>
        <p:nvSpPr>
          <p:cNvPr id="547" name="Google Shape;547;p99"/>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8" name="Google Shape;548;p99"/>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9" name="Google Shape;549;p99"/>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50" name="Google Shape;550;p9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551" name="Google Shape;551;p9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52" name="Google Shape;552;p9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WHITE 1Col Title | Text | Small Image">
  <p:cSld name="WHITE 1Col Title | Text | Small Image">
    <p:spTree>
      <p:nvGrpSpPr>
        <p:cNvPr id="1" name="Shape 553"/>
        <p:cNvGrpSpPr/>
        <p:nvPr/>
      </p:nvGrpSpPr>
      <p:grpSpPr>
        <a:xfrm>
          <a:off x="0" y="0"/>
          <a:ext cx="0" cy="0"/>
          <a:chOff x="0" y="0"/>
          <a:chExt cx="0" cy="0"/>
        </a:xfrm>
      </p:grpSpPr>
      <p:sp>
        <p:nvSpPr>
          <p:cNvPr id="554" name="Google Shape;554;p100"/>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5" name="Google Shape;555;p100"/>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56" name="Google Shape;556;p10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57" name="Google Shape;557;p100"/>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pic>
        <p:nvPicPr>
          <p:cNvPr id="558" name="Google Shape;558;p10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59" name="Google Shape;559;p10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WHITE 1Col Title | Text | HP Image">
  <p:cSld name="WHITE 1Col Title | Text | HP Image">
    <p:spTree>
      <p:nvGrpSpPr>
        <p:cNvPr id="1" name="Shape 560"/>
        <p:cNvGrpSpPr/>
        <p:nvPr/>
      </p:nvGrpSpPr>
      <p:grpSpPr>
        <a:xfrm>
          <a:off x="0" y="0"/>
          <a:ext cx="0" cy="0"/>
          <a:chOff x="0" y="0"/>
          <a:chExt cx="0" cy="0"/>
        </a:xfrm>
      </p:grpSpPr>
      <p:sp>
        <p:nvSpPr>
          <p:cNvPr id="561" name="Google Shape;561;p101"/>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62" name="Google Shape;562;p101"/>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63" name="Google Shape;563;p101"/>
          <p:cNvSpPr txBox="1">
            <a:spLocks noGrp="1"/>
          </p:cNvSpPr>
          <p:nvPr>
            <p:ph type="body" idx="1"/>
          </p:nvPr>
        </p:nvSpPr>
        <p:spPr>
          <a:xfrm>
            <a:off x="455626"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64" name="Google Shape;564;p10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565" name="Google Shape;565;p10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66" name="Google Shape;566;p10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WHITE 1Col Subhead | Title | Text">
  <p:cSld name="WHITE 1Col Subhead | Title | Text">
    <p:spTree>
      <p:nvGrpSpPr>
        <p:cNvPr id="1" name="Shape 572"/>
        <p:cNvGrpSpPr/>
        <p:nvPr/>
      </p:nvGrpSpPr>
      <p:grpSpPr>
        <a:xfrm>
          <a:off x="0" y="0"/>
          <a:ext cx="0" cy="0"/>
          <a:chOff x="0" y="0"/>
          <a:chExt cx="0" cy="0"/>
        </a:xfrm>
      </p:grpSpPr>
      <p:sp>
        <p:nvSpPr>
          <p:cNvPr id="573" name="Google Shape;573;p103"/>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74" name="Google Shape;574;p103"/>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75" name="Google Shape;575;p10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76" name="Google Shape;576;p103"/>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pic>
        <p:nvPicPr>
          <p:cNvPr id="577" name="Google Shape;577;p10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78" name="Google Shape;578;p10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WHITE 2Col Subhead | Title | Text">
  <p:cSld name="WHITE 2Col Subhead | Title | Text">
    <p:spTree>
      <p:nvGrpSpPr>
        <p:cNvPr id="1" name="Shape 579"/>
        <p:cNvGrpSpPr/>
        <p:nvPr/>
      </p:nvGrpSpPr>
      <p:grpSpPr>
        <a:xfrm>
          <a:off x="0" y="0"/>
          <a:ext cx="0" cy="0"/>
          <a:chOff x="0" y="0"/>
          <a:chExt cx="0" cy="0"/>
        </a:xfrm>
      </p:grpSpPr>
      <p:sp>
        <p:nvSpPr>
          <p:cNvPr id="580" name="Google Shape;580;p104"/>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81" name="Google Shape;581;p104"/>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82" name="Google Shape;582;p104"/>
          <p:cNvSpPr txBox="1">
            <a:spLocks noGrp="1"/>
          </p:cNvSpPr>
          <p:nvPr>
            <p:ph type="body" idx="2"/>
          </p:nvPr>
        </p:nvSpPr>
        <p:spPr>
          <a:xfrm>
            <a:off x="45567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83" name="Google Shape;583;p104"/>
          <p:cNvSpPr txBox="1">
            <a:spLocks noGrp="1"/>
          </p:cNvSpPr>
          <p:nvPr>
            <p:ph type="body" idx="3"/>
          </p:nvPr>
        </p:nvSpPr>
        <p:spPr>
          <a:xfrm>
            <a:off x="629547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84" name="Google Shape;584;p10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585" name="Google Shape;585;p10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86" name="Google Shape;586;p10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WHITE Subhead | Title | Text | Image">
  <p:cSld name="WHITE Subhead | Title | Text | Image">
    <p:spTree>
      <p:nvGrpSpPr>
        <p:cNvPr id="1" name="Shape 587"/>
        <p:cNvGrpSpPr/>
        <p:nvPr/>
      </p:nvGrpSpPr>
      <p:grpSpPr>
        <a:xfrm>
          <a:off x="0" y="0"/>
          <a:ext cx="0" cy="0"/>
          <a:chOff x="0" y="0"/>
          <a:chExt cx="0" cy="0"/>
        </a:xfrm>
      </p:grpSpPr>
      <p:sp>
        <p:nvSpPr>
          <p:cNvPr id="588" name="Google Shape;588;p105"/>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89" name="Google Shape;589;p105"/>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90" name="Google Shape;590;p105"/>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91" name="Google Shape;591;p105"/>
          <p:cNvSpPr txBox="1">
            <a:spLocks noGrp="1"/>
          </p:cNvSpPr>
          <p:nvPr>
            <p:ph type="body" idx="3"/>
          </p:nvPr>
        </p:nvSpPr>
        <p:spPr>
          <a:xfrm>
            <a:off x="45567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92" name="Google Shape;592;p10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593" name="Google Shape;593;p10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94" name="Google Shape;594;p10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WHITE Subhead | Title | Text | HP Image">
  <p:cSld name="WHITE Subhead | Title | Text | HP Image">
    <p:spTree>
      <p:nvGrpSpPr>
        <p:cNvPr id="1" name="Shape 595"/>
        <p:cNvGrpSpPr/>
        <p:nvPr/>
      </p:nvGrpSpPr>
      <p:grpSpPr>
        <a:xfrm>
          <a:off x="0" y="0"/>
          <a:ext cx="0" cy="0"/>
          <a:chOff x="0" y="0"/>
          <a:chExt cx="0" cy="0"/>
        </a:xfrm>
      </p:grpSpPr>
      <p:sp>
        <p:nvSpPr>
          <p:cNvPr id="596" name="Google Shape;596;p106"/>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97" name="Google Shape;597;p106"/>
          <p:cNvSpPr txBox="1">
            <a:spLocks noGrp="1"/>
          </p:cNvSpPr>
          <p:nvPr>
            <p:ph type="title"/>
          </p:nvPr>
        </p:nvSpPr>
        <p:spPr>
          <a:xfrm>
            <a:off x="455618" y="73152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8" name="Google Shape;598;p106"/>
          <p:cNvSpPr txBox="1">
            <a:spLocks noGrp="1"/>
          </p:cNvSpPr>
          <p:nvPr>
            <p:ph type="subTitle" idx="1"/>
          </p:nvPr>
        </p:nvSpPr>
        <p:spPr>
          <a:xfrm>
            <a:off x="455663" y="457200"/>
            <a:ext cx="50292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99" name="Google Shape;599;p106"/>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00" name="Google Shape;600;p10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01" name="Google Shape;601;p10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02" name="Google Shape;602;p10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3F3F3"/>
                </a:solidFill>
                <a:latin typeface="Roboto"/>
                <a:ea typeface="Roboto"/>
                <a:cs typeface="Roboto"/>
                <a:sym typeface="Roboto"/>
              </a:rPr>
              <a:t>Proprietary &amp; Confidential - For Internal Use Only</a:t>
            </a:r>
            <a:endParaRPr sz="1000">
              <a:solidFill>
                <a:srgbClr val="F3F3F3"/>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WHITE Subhead | Title">
  <p:cSld name="WHITE Subhead | Title">
    <p:spTree>
      <p:nvGrpSpPr>
        <p:cNvPr id="1" name="Shape 603"/>
        <p:cNvGrpSpPr/>
        <p:nvPr/>
      </p:nvGrpSpPr>
      <p:grpSpPr>
        <a:xfrm>
          <a:off x="0" y="0"/>
          <a:ext cx="0" cy="0"/>
          <a:chOff x="0" y="0"/>
          <a:chExt cx="0" cy="0"/>
        </a:xfrm>
      </p:grpSpPr>
      <p:sp>
        <p:nvSpPr>
          <p:cNvPr id="604" name="Google Shape;604;p107"/>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05" name="Google Shape;605;p107"/>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606" name="Google Shape;606;p10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07" name="Google Shape;607;p10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08" name="Google Shape;608;p10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WHITE 1Col Title | Subhead | Text">
  <p:cSld name="WHITE 1Col Title | Subhead | Text">
    <p:spTree>
      <p:nvGrpSpPr>
        <p:cNvPr id="1" name="Shape 609"/>
        <p:cNvGrpSpPr/>
        <p:nvPr/>
      </p:nvGrpSpPr>
      <p:grpSpPr>
        <a:xfrm>
          <a:off x="0" y="0"/>
          <a:ext cx="0" cy="0"/>
          <a:chOff x="0" y="0"/>
          <a:chExt cx="0" cy="0"/>
        </a:xfrm>
      </p:grpSpPr>
      <p:sp>
        <p:nvSpPr>
          <p:cNvPr id="610" name="Google Shape;610;p108"/>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11" name="Google Shape;611;p108"/>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12" name="Google Shape;612;p10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613" name="Google Shape;613;p108"/>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pic>
        <p:nvPicPr>
          <p:cNvPr id="614" name="Google Shape;614;p10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15" name="Google Shape;615;p10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WHITE 2Col Title | Subhead | Text">
  <p:cSld name="WHITE 2Col Title | Subhead | Text">
    <p:spTree>
      <p:nvGrpSpPr>
        <p:cNvPr id="1" name="Shape 616"/>
        <p:cNvGrpSpPr/>
        <p:nvPr/>
      </p:nvGrpSpPr>
      <p:grpSpPr>
        <a:xfrm>
          <a:off x="0" y="0"/>
          <a:ext cx="0" cy="0"/>
          <a:chOff x="0" y="0"/>
          <a:chExt cx="0" cy="0"/>
        </a:xfrm>
      </p:grpSpPr>
      <p:sp>
        <p:nvSpPr>
          <p:cNvPr id="617" name="Google Shape;617;p109"/>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18" name="Google Shape;618;p109"/>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19" name="Google Shape;619;p109"/>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20" name="Google Shape;620;p109"/>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21" name="Google Shape;621;p10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22" name="Google Shape;622;p10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23" name="Google Shape;623;p10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WHITE Title | Subhead | Text | Image">
  <p:cSld name="WHITE Title | Subhead | Text | Image">
    <p:spTree>
      <p:nvGrpSpPr>
        <p:cNvPr id="1" name="Shape 624"/>
        <p:cNvGrpSpPr/>
        <p:nvPr/>
      </p:nvGrpSpPr>
      <p:grpSpPr>
        <a:xfrm>
          <a:off x="0" y="0"/>
          <a:ext cx="0" cy="0"/>
          <a:chOff x="0" y="0"/>
          <a:chExt cx="0" cy="0"/>
        </a:xfrm>
      </p:grpSpPr>
      <p:sp>
        <p:nvSpPr>
          <p:cNvPr id="625" name="Google Shape;625;p110"/>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6" name="Google Shape;626;p110"/>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27" name="Google Shape;627;p110"/>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28" name="Google Shape;628;p110"/>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29" name="Google Shape;629;p11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30" name="Google Shape;630;p11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31" name="Google Shape;631;p11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WHITE Title | Subhead | Text | HP Image">
  <p:cSld name="WHITE Title | Subhead | Text | HP Image">
    <p:spTree>
      <p:nvGrpSpPr>
        <p:cNvPr id="1" name="Shape 632"/>
        <p:cNvGrpSpPr/>
        <p:nvPr/>
      </p:nvGrpSpPr>
      <p:grpSpPr>
        <a:xfrm>
          <a:off x="0" y="0"/>
          <a:ext cx="0" cy="0"/>
          <a:chOff x="0" y="0"/>
          <a:chExt cx="0" cy="0"/>
        </a:xfrm>
      </p:grpSpPr>
      <p:sp>
        <p:nvSpPr>
          <p:cNvPr id="633" name="Google Shape;633;p111"/>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34" name="Google Shape;634;p111"/>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35" name="Google Shape;635;p111"/>
          <p:cNvSpPr txBox="1">
            <a:spLocks noGrp="1"/>
          </p:cNvSpPr>
          <p:nvPr>
            <p:ph type="subTitle" idx="1"/>
          </p:nvPr>
        </p:nvSpPr>
        <p:spPr>
          <a:xfrm>
            <a:off x="455626" y="1280160"/>
            <a:ext cx="50292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36" name="Google Shape;636;p111"/>
          <p:cNvSpPr txBox="1">
            <a:spLocks noGrp="1"/>
          </p:cNvSpPr>
          <p:nvPr>
            <p:ph type="body" idx="3"/>
          </p:nvPr>
        </p:nvSpPr>
        <p:spPr>
          <a:xfrm>
            <a:off x="455626"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37" name="Google Shape;637;p11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38" name="Google Shape;638;p11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39" name="Google Shape;639;p11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WHITE Title | Subhead">
  <p:cSld name="WHITE Title | Subhead">
    <p:spTree>
      <p:nvGrpSpPr>
        <p:cNvPr id="1" name="Shape 640"/>
        <p:cNvGrpSpPr/>
        <p:nvPr/>
      </p:nvGrpSpPr>
      <p:grpSpPr>
        <a:xfrm>
          <a:off x="0" y="0"/>
          <a:ext cx="0" cy="0"/>
          <a:chOff x="0" y="0"/>
          <a:chExt cx="0" cy="0"/>
        </a:xfrm>
      </p:grpSpPr>
      <p:sp>
        <p:nvSpPr>
          <p:cNvPr id="641" name="Google Shape;641;p112"/>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2" name="Google Shape;642;p112"/>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43" name="Google Shape;643;p11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44" name="Google Shape;644;p11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45" name="Google Shape;645;p11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NAVY 1Col Title | Text">
  <p:cSld name="NAVY 1Col Title | Text">
    <p:bg>
      <p:bgPr>
        <a:solidFill>
          <a:srgbClr val="030A14"/>
        </a:solidFill>
        <a:effectLst/>
      </p:bgPr>
    </p:bg>
    <p:spTree>
      <p:nvGrpSpPr>
        <p:cNvPr id="1" name="Shape 646"/>
        <p:cNvGrpSpPr/>
        <p:nvPr/>
      </p:nvGrpSpPr>
      <p:grpSpPr>
        <a:xfrm>
          <a:off x="0" y="0"/>
          <a:ext cx="0" cy="0"/>
          <a:chOff x="0" y="0"/>
          <a:chExt cx="0" cy="0"/>
        </a:xfrm>
      </p:grpSpPr>
      <p:sp>
        <p:nvSpPr>
          <p:cNvPr id="647" name="Google Shape;647;p113"/>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8" name="Google Shape;648;p113"/>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sp>
        <p:nvSpPr>
          <p:cNvPr id="649" name="Google Shape;649;p11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50" name="Google Shape;650;p11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51" name="Google Shape;651;p11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NAVY 2Col Title | Text">
  <p:cSld name="NAVY 2Col Title | Text">
    <p:bg>
      <p:bgPr>
        <a:solidFill>
          <a:srgbClr val="030A14"/>
        </a:solidFill>
        <a:effectLst/>
      </p:bgPr>
    </p:bg>
    <p:spTree>
      <p:nvGrpSpPr>
        <p:cNvPr id="1" name="Shape 652"/>
        <p:cNvGrpSpPr/>
        <p:nvPr/>
      </p:nvGrpSpPr>
      <p:grpSpPr>
        <a:xfrm>
          <a:off x="0" y="0"/>
          <a:ext cx="0" cy="0"/>
          <a:chOff x="0" y="0"/>
          <a:chExt cx="0" cy="0"/>
        </a:xfrm>
      </p:grpSpPr>
      <p:sp>
        <p:nvSpPr>
          <p:cNvPr id="653" name="Google Shape;653;p114"/>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54" name="Google Shape;654;p114"/>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55" name="Google Shape;655;p114"/>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56" name="Google Shape;656;p11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57" name="Google Shape;657;p11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58" name="Google Shape;658;p11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NAVY Title | Text | Image">
  <p:cSld name="NAVY Title | Text | Image">
    <p:bg>
      <p:bgPr>
        <a:solidFill>
          <a:srgbClr val="030A14"/>
        </a:solidFill>
        <a:effectLst/>
      </p:bgPr>
    </p:bg>
    <p:spTree>
      <p:nvGrpSpPr>
        <p:cNvPr id="1" name="Shape 659"/>
        <p:cNvGrpSpPr/>
        <p:nvPr/>
      </p:nvGrpSpPr>
      <p:grpSpPr>
        <a:xfrm>
          <a:off x="0" y="0"/>
          <a:ext cx="0" cy="0"/>
          <a:chOff x="0" y="0"/>
          <a:chExt cx="0" cy="0"/>
        </a:xfrm>
      </p:grpSpPr>
      <p:sp>
        <p:nvSpPr>
          <p:cNvPr id="660" name="Google Shape;660;p115"/>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1" name="Google Shape;661;p115"/>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9D9D9"/>
              </a:buClr>
              <a:buSzPts val="2000"/>
              <a:buFont typeface="Roboto"/>
              <a:buNone/>
              <a:defRPr sz="2000" b="0" i="0" u="none" strike="noStrike" cap="none">
                <a:solidFill>
                  <a:srgbClr val="D9D9D9"/>
                </a:solidFill>
                <a:latin typeface="Roboto"/>
                <a:ea typeface="Roboto"/>
                <a:cs typeface="Roboto"/>
                <a:sym typeface="Roboto"/>
              </a:defRPr>
            </a:lvl1pPr>
            <a:lvl2pPr marR="0" lvl="1" algn="l" rtl="0">
              <a:spcBef>
                <a:spcPts val="600"/>
              </a:spcBef>
              <a:spcAft>
                <a:spcPts val="0"/>
              </a:spcAft>
              <a:buClr>
                <a:srgbClr val="D9D9D9"/>
              </a:buClr>
              <a:buSzPts val="1800"/>
              <a:buFont typeface="Arial"/>
              <a:buChar char="•"/>
              <a:defRPr sz="1800" b="0" i="0" u="none" strike="noStrike" cap="none">
                <a:solidFill>
                  <a:srgbClr val="D9D9D9"/>
                </a:solidFill>
                <a:latin typeface="Roboto"/>
                <a:ea typeface="Roboto"/>
                <a:cs typeface="Roboto"/>
                <a:sym typeface="Roboto"/>
              </a:defRPr>
            </a:lvl2pPr>
            <a:lvl3pPr marR="0" lvl="2" algn="l" rtl="0">
              <a:spcBef>
                <a:spcPts val="600"/>
              </a:spcBef>
              <a:spcAft>
                <a:spcPts val="0"/>
              </a:spcAft>
              <a:buClr>
                <a:srgbClr val="D9D9D9"/>
              </a:buClr>
              <a:buSzPts val="1600"/>
              <a:buFont typeface="Merriweather Sans"/>
              <a:buChar char="−"/>
              <a:defRPr sz="1600" b="0" i="0" u="none" strike="noStrike" cap="none">
                <a:solidFill>
                  <a:srgbClr val="D9D9D9"/>
                </a:solidFill>
                <a:latin typeface="Roboto"/>
                <a:ea typeface="Roboto"/>
                <a:cs typeface="Roboto"/>
                <a:sym typeface="Roboto"/>
              </a:defRPr>
            </a:lvl3pPr>
            <a:lvl4pPr marR="0" lvl="3" algn="l" rtl="0">
              <a:spcBef>
                <a:spcPts val="300"/>
              </a:spcBef>
              <a:spcAft>
                <a:spcPts val="0"/>
              </a:spcAft>
              <a:buClr>
                <a:srgbClr val="D9D9D9"/>
              </a:buClr>
              <a:buSzPts val="1400"/>
              <a:buFont typeface="Arial"/>
              <a:buChar char="•"/>
              <a:defRPr sz="1400" b="0" i="0" u="none" strike="noStrike" cap="none">
                <a:solidFill>
                  <a:srgbClr val="D9D9D9"/>
                </a:solidFill>
                <a:latin typeface="Roboto"/>
                <a:ea typeface="Roboto"/>
                <a:cs typeface="Roboto"/>
                <a:sym typeface="Roboto"/>
              </a:defRPr>
            </a:lvl4pPr>
            <a:lvl5pPr marR="0" lvl="4" algn="l" rtl="0">
              <a:spcBef>
                <a:spcPts val="300"/>
              </a:spcBef>
              <a:spcAft>
                <a:spcPts val="0"/>
              </a:spcAft>
              <a:buClr>
                <a:srgbClr val="D9D9D9"/>
              </a:buClr>
              <a:buSzPts val="1200"/>
              <a:buFont typeface="Merriweather Sans"/>
              <a:buChar char="−"/>
              <a:defRPr sz="1200" b="0" i="0" u="none" strike="noStrike" cap="none">
                <a:solidFill>
                  <a:srgbClr val="D9D9D9"/>
                </a:solidFill>
                <a:latin typeface="Roboto"/>
                <a:ea typeface="Roboto"/>
                <a:cs typeface="Roboto"/>
                <a:sym typeface="Roboto"/>
              </a:defRPr>
            </a:lvl5pPr>
            <a:lvl6pPr marR="0" lvl="5"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6pPr>
            <a:lvl7pPr marR="0" lvl="6"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7pPr>
            <a:lvl8pPr marR="0" lvl="7"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8pPr>
            <a:lvl9pPr marR="0" lvl="8"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9pPr>
          </a:lstStyle>
          <a:p>
            <a:endParaRPr/>
          </a:p>
        </p:txBody>
      </p:sp>
      <p:sp>
        <p:nvSpPr>
          <p:cNvPr id="662" name="Google Shape;662;p11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63" name="Google Shape;663;p115"/>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664" name="Google Shape;664;p11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65" name="Google Shape;665;p11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NAVY Title | Text | HP Image">
  <p:cSld name="NAVY Title | Text | HP Image">
    <p:bg>
      <p:bgPr>
        <a:solidFill>
          <a:srgbClr val="030A14"/>
        </a:solidFill>
        <a:effectLst/>
      </p:bgPr>
    </p:bg>
    <p:spTree>
      <p:nvGrpSpPr>
        <p:cNvPr id="1" name="Shape 666"/>
        <p:cNvGrpSpPr/>
        <p:nvPr/>
      </p:nvGrpSpPr>
      <p:grpSpPr>
        <a:xfrm>
          <a:off x="0" y="0"/>
          <a:ext cx="0" cy="0"/>
          <a:chOff x="0" y="0"/>
          <a:chExt cx="0" cy="0"/>
        </a:xfrm>
      </p:grpSpPr>
      <p:sp>
        <p:nvSpPr>
          <p:cNvPr id="667" name="Google Shape;667;p116"/>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68" name="Google Shape;668;p116"/>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9" name="Google Shape;669;p11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70" name="Google Shape;670;p116"/>
          <p:cNvSpPr txBox="1">
            <a:spLocks noGrp="1"/>
          </p:cNvSpPr>
          <p:nvPr>
            <p:ph type="body" idx="1"/>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671" name="Google Shape;671;p11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72" name="Google Shape;672;p11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NAVY Title">
  <p:cSld name="NAVY Title">
    <p:bg>
      <p:bgPr>
        <a:solidFill>
          <a:srgbClr val="030A14"/>
        </a:solidFill>
        <a:effectLst/>
      </p:bgPr>
    </p:bg>
    <p:spTree>
      <p:nvGrpSpPr>
        <p:cNvPr id="1" name="Shape 673"/>
        <p:cNvGrpSpPr/>
        <p:nvPr/>
      </p:nvGrpSpPr>
      <p:grpSpPr>
        <a:xfrm>
          <a:off x="0" y="0"/>
          <a:ext cx="0" cy="0"/>
          <a:chOff x="0" y="0"/>
          <a:chExt cx="0" cy="0"/>
        </a:xfrm>
      </p:grpSpPr>
      <p:sp>
        <p:nvSpPr>
          <p:cNvPr id="674" name="Google Shape;674;p117"/>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75" name="Google Shape;675;p11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76" name="Google Shape;676;p11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77" name="Google Shape;677;p11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NAVY 1Col Subhead | Title | Text">
  <p:cSld name="NAVY 1Col Subhead | Title | Text">
    <p:bg>
      <p:bgPr>
        <a:solidFill>
          <a:srgbClr val="030A14"/>
        </a:solidFill>
        <a:effectLst/>
      </p:bgPr>
    </p:bg>
    <p:spTree>
      <p:nvGrpSpPr>
        <p:cNvPr id="1" name="Shape 678"/>
        <p:cNvGrpSpPr/>
        <p:nvPr/>
      </p:nvGrpSpPr>
      <p:grpSpPr>
        <a:xfrm>
          <a:off x="0" y="0"/>
          <a:ext cx="0" cy="0"/>
          <a:chOff x="0" y="0"/>
          <a:chExt cx="0" cy="0"/>
        </a:xfrm>
      </p:grpSpPr>
      <p:sp>
        <p:nvSpPr>
          <p:cNvPr id="679" name="Google Shape;679;p118"/>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0" name="Google Shape;680;p11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81" name="Google Shape;681;p118"/>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682" name="Google Shape;682;p118"/>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683" name="Google Shape;683;p11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84" name="Google Shape;684;p11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NAVY 2Col Subhead | Title | Text">
  <p:cSld name="NAVY 2Col Subhead | Title | Text">
    <p:bg>
      <p:bgPr>
        <a:solidFill>
          <a:srgbClr val="030A14"/>
        </a:solidFill>
        <a:effectLst/>
      </p:bgPr>
    </p:bg>
    <p:spTree>
      <p:nvGrpSpPr>
        <p:cNvPr id="1" name="Shape 685"/>
        <p:cNvGrpSpPr/>
        <p:nvPr/>
      </p:nvGrpSpPr>
      <p:grpSpPr>
        <a:xfrm>
          <a:off x="0" y="0"/>
          <a:ext cx="0" cy="0"/>
          <a:chOff x="0" y="0"/>
          <a:chExt cx="0" cy="0"/>
        </a:xfrm>
      </p:grpSpPr>
      <p:sp>
        <p:nvSpPr>
          <p:cNvPr id="686" name="Google Shape;686;p119"/>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7" name="Google Shape;687;p11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88" name="Google Shape;688;p119"/>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89" name="Google Shape;689;p119"/>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90" name="Google Shape;690;p119"/>
          <p:cNvSpPr txBox="1">
            <a:spLocks noGrp="1"/>
          </p:cNvSpPr>
          <p:nvPr>
            <p:ph type="subTitle" idx="3"/>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pic>
        <p:nvPicPr>
          <p:cNvPr id="691" name="Google Shape;691;p11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92" name="Google Shape;692;p11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NAVY Subhead | Title | Text | Image">
  <p:cSld name="NAVY Subhead | Title | Text | Image">
    <p:bg>
      <p:bgPr>
        <a:solidFill>
          <a:srgbClr val="030A14"/>
        </a:solidFill>
        <a:effectLst/>
      </p:bgPr>
    </p:bg>
    <p:spTree>
      <p:nvGrpSpPr>
        <p:cNvPr id="1" name="Shape 693"/>
        <p:cNvGrpSpPr/>
        <p:nvPr/>
      </p:nvGrpSpPr>
      <p:grpSpPr>
        <a:xfrm>
          <a:off x="0" y="0"/>
          <a:ext cx="0" cy="0"/>
          <a:chOff x="0" y="0"/>
          <a:chExt cx="0" cy="0"/>
        </a:xfrm>
      </p:grpSpPr>
      <p:sp>
        <p:nvSpPr>
          <p:cNvPr id="694" name="Google Shape;694;p120"/>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5" name="Google Shape;695;p120"/>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96" name="Google Shape;696;p12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97" name="Google Shape;697;p120"/>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698" name="Google Shape;698;p120"/>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699" name="Google Shape;699;p12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00" name="Google Shape;700;p12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NAVY Subhead | Title | Text | HP Image">
  <p:cSld name="NAVY Subhead | Title | Text | HP Image">
    <p:bg>
      <p:bgPr>
        <a:solidFill>
          <a:srgbClr val="030A14"/>
        </a:solidFill>
        <a:effectLst/>
      </p:bgPr>
    </p:bg>
    <p:spTree>
      <p:nvGrpSpPr>
        <p:cNvPr id="1" name="Shape 701"/>
        <p:cNvGrpSpPr/>
        <p:nvPr/>
      </p:nvGrpSpPr>
      <p:grpSpPr>
        <a:xfrm>
          <a:off x="0" y="0"/>
          <a:ext cx="0" cy="0"/>
          <a:chOff x="0" y="0"/>
          <a:chExt cx="0" cy="0"/>
        </a:xfrm>
      </p:grpSpPr>
      <p:sp>
        <p:nvSpPr>
          <p:cNvPr id="702" name="Google Shape;702;p121"/>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03" name="Google Shape;703;p121"/>
          <p:cNvSpPr txBox="1">
            <a:spLocks noGrp="1"/>
          </p:cNvSpPr>
          <p:nvPr>
            <p:ph type="title"/>
          </p:nvPr>
        </p:nvSpPr>
        <p:spPr>
          <a:xfrm>
            <a:off x="455618" y="73152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704" name="Google Shape;704;p121" descr="A picture containing drawing&#10;&#10;Description automatically generated"/>
          <p:cNvPicPr preferRelativeResize="0"/>
          <p:nvPr/>
        </p:nvPicPr>
        <p:blipFill rotWithShape="1">
          <a:blip r:embed="rId2">
            <a:alphaModFix/>
          </a:blip>
          <a:srcRect b="31356"/>
          <a:stretch/>
        </p:blipFill>
        <p:spPr>
          <a:xfrm>
            <a:off x="455619" y="6277208"/>
            <a:ext cx="685804" cy="352192"/>
          </a:xfrm>
          <a:prstGeom prst="rect">
            <a:avLst/>
          </a:prstGeom>
          <a:noFill/>
          <a:ln>
            <a:noFill/>
          </a:ln>
        </p:spPr>
      </p:pic>
      <p:sp>
        <p:nvSpPr>
          <p:cNvPr id="705" name="Google Shape;705;p12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06" name="Google Shape;706;p121"/>
          <p:cNvSpPr txBox="1">
            <a:spLocks noGrp="1"/>
          </p:cNvSpPr>
          <p:nvPr>
            <p:ph type="body" idx="1"/>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07" name="Google Shape;707;p121"/>
          <p:cNvSpPr txBox="1">
            <a:spLocks noGrp="1"/>
          </p:cNvSpPr>
          <p:nvPr>
            <p:ph type="subTitle" idx="3"/>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08" name="Google Shape;708;p12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NAVY Subhead | Title">
  <p:cSld name="NAVY Subhead | Title">
    <p:bg>
      <p:bgPr>
        <a:solidFill>
          <a:srgbClr val="030A14"/>
        </a:solidFill>
        <a:effectLst/>
      </p:bgPr>
    </p:bg>
    <p:spTree>
      <p:nvGrpSpPr>
        <p:cNvPr id="1" name="Shape 709"/>
        <p:cNvGrpSpPr/>
        <p:nvPr/>
      </p:nvGrpSpPr>
      <p:grpSpPr>
        <a:xfrm>
          <a:off x="0" y="0"/>
          <a:ext cx="0" cy="0"/>
          <a:chOff x="0" y="0"/>
          <a:chExt cx="0" cy="0"/>
        </a:xfrm>
      </p:grpSpPr>
      <p:sp>
        <p:nvSpPr>
          <p:cNvPr id="710" name="Google Shape;710;p122"/>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11" name="Google Shape;711;p12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12" name="Google Shape;712;p122"/>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pic>
        <p:nvPicPr>
          <p:cNvPr id="713" name="Google Shape;713;p12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14" name="Google Shape;714;p12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NAVY 1Col Title | Subhead | Text">
  <p:cSld name="NAVY 1Col Title | Subhead | Text">
    <p:bg>
      <p:bgPr>
        <a:solidFill>
          <a:srgbClr val="030A14"/>
        </a:solidFill>
        <a:effectLst/>
      </p:bgPr>
    </p:bg>
    <p:spTree>
      <p:nvGrpSpPr>
        <p:cNvPr id="1" name="Shape 715"/>
        <p:cNvGrpSpPr/>
        <p:nvPr/>
      </p:nvGrpSpPr>
      <p:grpSpPr>
        <a:xfrm>
          <a:off x="0" y="0"/>
          <a:ext cx="0" cy="0"/>
          <a:chOff x="0" y="0"/>
          <a:chExt cx="0" cy="0"/>
        </a:xfrm>
      </p:grpSpPr>
      <p:sp>
        <p:nvSpPr>
          <p:cNvPr id="716" name="Google Shape;716;p123"/>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17" name="Google Shape;717;p12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18" name="Google Shape;718;p123"/>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719" name="Google Shape;719;p123"/>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720" name="Google Shape;720;p12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21" name="Google Shape;721;p12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NAVY 2Col Title | Subhead | Text">
  <p:cSld name="NAVY 2Col Title | Subhead | Text">
    <p:bg>
      <p:bgPr>
        <a:solidFill>
          <a:srgbClr val="030A14"/>
        </a:solidFill>
        <a:effectLst/>
      </p:bgPr>
    </p:bg>
    <p:spTree>
      <p:nvGrpSpPr>
        <p:cNvPr id="1" name="Shape 722"/>
        <p:cNvGrpSpPr/>
        <p:nvPr/>
      </p:nvGrpSpPr>
      <p:grpSpPr>
        <a:xfrm>
          <a:off x="0" y="0"/>
          <a:ext cx="0" cy="0"/>
          <a:chOff x="0" y="0"/>
          <a:chExt cx="0" cy="0"/>
        </a:xfrm>
      </p:grpSpPr>
      <p:sp>
        <p:nvSpPr>
          <p:cNvPr id="723" name="Google Shape;723;p124"/>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24" name="Google Shape;724;p12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25" name="Google Shape;725;p124"/>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726" name="Google Shape;726;p124"/>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27" name="Google Shape;727;p124"/>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28" name="Google Shape;728;p12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29" name="Google Shape;729;p12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NAVY Title | Subhead">
  <p:cSld name="NAVY Title | Subhead">
    <p:bg>
      <p:bgPr>
        <a:solidFill>
          <a:srgbClr val="030A14"/>
        </a:solidFill>
        <a:effectLst/>
      </p:bgPr>
    </p:bg>
    <p:spTree>
      <p:nvGrpSpPr>
        <p:cNvPr id="1" name="Shape 730"/>
        <p:cNvGrpSpPr/>
        <p:nvPr/>
      </p:nvGrpSpPr>
      <p:grpSpPr>
        <a:xfrm>
          <a:off x="0" y="0"/>
          <a:ext cx="0" cy="0"/>
          <a:chOff x="0" y="0"/>
          <a:chExt cx="0" cy="0"/>
        </a:xfrm>
      </p:grpSpPr>
      <p:sp>
        <p:nvSpPr>
          <p:cNvPr id="731" name="Google Shape;731;p125"/>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2" name="Google Shape;732;p12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33" name="Google Shape;733;p125"/>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pic>
        <p:nvPicPr>
          <p:cNvPr id="734" name="Google Shape;734;p12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35" name="Google Shape;735;p12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HYUNDAI  1Col Title | Text">
  <p:cSld name="HYUNDAI  1Col Title | Text">
    <p:bg>
      <p:bgPr>
        <a:solidFill>
          <a:schemeClr val="dk2"/>
        </a:solidFill>
        <a:effectLst/>
      </p:bgPr>
    </p:bg>
    <p:spTree>
      <p:nvGrpSpPr>
        <p:cNvPr id="1" name="Shape 736"/>
        <p:cNvGrpSpPr/>
        <p:nvPr/>
      </p:nvGrpSpPr>
      <p:grpSpPr>
        <a:xfrm>
          <a:off x="0" y="0"/>
          <a:ext cx="0" cy="0"/>
          <a:chOff x="0" y="0"/>
          <a:chExt cx="0" cy="0"/>
        </a:xfrm>
      </p:grpSpPr>
      <p:sp>
        <p:nvSpPr>
          <p:cNvPr id="737" name="Google Shape;737;p126"/>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8" name="Google Shape;738;p12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39" name="Google Shape;739;p126"/>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740" name="Google Shape;740;p12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41" name="Google Shape;741;p12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HYUNDAI  2Col Title | Text">
  <p:cSld name="HYUNDAI  2Col Title | Text">
    <p:bg>
      <p:bgPr>
        <a:solidFill>
          <a:schemeClr val="dk2"/>
        </a:solidFill>
        <a:effectLst/>
      </p:bgPr>
    </p:bg>
    <p:spTree>
      <p:nvGrpSpPr>
        <p:cNvPr id="1" name="Shape 742"/>
        <p:cNvGrpSpPr/>
        <p:nvPr/>
      </p:nvGrpSpPr>
      <p:grpSpPr>
        <a:xfrm>
          <a:off x="0" y="0"/>
          <a:ext cx="0" cy="0"/>
          <a:chOff x="0" y="0"/>
          <a:chExt cx="0" cy="0"/>
        </a:xfrm>
      </p:grpSpPr>
      <p:sp>
        <p:nvSpPr>
          <p:cNvPr id="743" name="Google Shape;743;p127"/>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44" name="Google Shape;744;p12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45" name="Google Shape;745;p127"/>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46" name="Google Shape;746;p127"/>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47" name="Google Shape;747;p12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48" name="Google Shape;748;p12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HYUNDAI Title | Text | Image">
  <p:cSld name="HYUNDAI Title | Text | Image">
    <p:bg>
      <p:bgPr>
        <a:solidFill>
          <a:schemeClr val="dk2"/>
        </a:solidFill>
        <a:effectLst/>
      </p:bgPr>
    </p:bg>
    <p:spTree>
      <p:nvGrpSpPr>
        <p:cNvPr id="1" name="Shape 749"/>
        <p:cNvGrpSpPr/>
        <p:nvPr/>
      </p:nvGrpSpPr>
      <p:grpSpPr>
        <a:xfrm>
          <a:off x="0" y="0"/>
          <a:ext cx="0" cy="0"/>
          <a:chOff x="0" y="0"/>
          <a:chExt cx="0" cy="0"/>
        </a:xfrm>
      </p:grpSpPr>
      <p:sp>
        <p:nvSpPr>
          <p:cNvPr id="750" name="Google Shape;750;p12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51" name="Google Shape;751;p128"/>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52" name="Google Shape;752;p12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53" name="Google Shape;753;p128"/>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54" name="Google Shape;754;p12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55" name="Google Shape;755;p12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HYUNDAI  Title | Text | HP Image">
  <p:cSld name="HYUNDAI  Title | Text | HP Image">
    <p:bg>
      <p:bgPr>
        <a:solidFill>
          <a:schemeClr val="dk2"/>
        </a:solidFill>
        <a:effectLst/>
      </p:bgPr>
    </p:bg>
    <p:spTree>
      <p:nvGrpSpPr>
        <p:cNvPr id="1" name="Shape 756"/>
        <p:cNvGrpSpPr/>
        <p:nvPr/>
      </p:nvGrpSpPr>
      <p:grpSpPr>
        <a:xfrm>
          <a:off x="0" y="0"/>
          <a:ext cx="0" cy="0"/>
          <a:chOff x="0" y="0"/>
          <a:chExt cx="0" cy="0"/>
        </a:xfrm>
      </p:grpSpPr>
      <p:sp>
        <p:nvSpPr>
          <p:cNvPr id="757" name="Google Shape;757;p129"/>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58" name="Google Shape;758;p129"/>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59" name="Google Shape;759;p12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60" name="Google Shape;760;p129"/>
          <p:cNvSpPr txBox="1">
            <a:spLocks noGrp="1"/>
          </p:cNvSpPr>
          <p:nvPr>
            <p:ph type="body" idx="1"/>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61" name="Google Shape;761;p12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62" name="Google Shape;762;p12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HYUNDAI  Title">
  <p:cSld name="HYUNDAI  Title">
    <p:bg>
      <p:bgPr>
        <a:solidFill>
          <a:schemeClr val="dk2"/>
        </a:solidFill>
        <a:effectLst/>
      </p:bgPr>
    </p:bg>
    <p:spTree>
      <p:nvGrpSpPr>
        <p:cNvPr id="1" name="Shape 763"/>
        <p:cNvGrpSpPr/>
        <p:nvPr/>
      </p:nvGrpSpPr>
      <p:grpSpPr>
        <a:xfrm>
          <a:off x="0" y="0"/>
          <a:ext cx="0" cy="0"/>
          <a:chOff x="0" y="0"/>
          <a:chExt cx="0" cy="0"/>
        </a:xfrm>
      </p:grpSpPr>
      <p:sp>
        <p:nvSpPr>
          <p:cNvPr id="764" name="Google Shape;764;p130"/>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5" name="Google Shape;765;p13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766" name="Google Shape;766;p13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67" name="Google Shape;767;p13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HYUNDAI  1Col Subhead | Title | Text">
  <p:cSld name="HYUNDAI  1Col Subhead | Title | Text">
    <p:bg>
      <p:bgPr>
        <a:solidFill>
          <a:schemeClr val="dk2"/>
        </a:solidFill>
        <a:effectLst/>
      </p:bgPr>
    </p:bg>
    <p:spTree>
      <p:nvGrpSpPr>
        <p:cNvPr id="1" name="Shape 768"/>
        <p:cNvGrpSpPr/>
        <p:nvPr/>
      </p:nvGrpSpPr>
      <p:grpSpPr>
        <a:xfrm>
          <a:off x="0" y="0"/>
          <a:ext cx="0" cy="0"/>
          <a:chOff x="0" y="0"/>
          <a:chExt cx="0" cy="0"/>
        </a:xfrm>
      </p:grpSpPr>
      <p:sp>
        <p:nvSpPr>
          <p:cNvPr id="769" name="Google Shape;769;p131"/>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0" name="Google Shape;770;p13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71" name="Google Shape;771;p131"/>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72" name="Google Shape;772;p131"/>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773" name="Google Shape;773;p13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74" name="Google Shape;774;p13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HYUNDAI 2Col Subhead | Title | Text">
  <p:cSld name="HYUNDAI 2Col Subhead | Title | Text">
    <p:bg>
      <p:bgPr>
        <a:solidFill>
          <a:schemeClr val="dk2"/>
        </a:solidFill>
        <a:effectLst/>
      </p:bgPr>
    </p:bg>
    <p:spTree>
      <p:nvGrpSpPr>
        <p:cNvPr id="1" name="Shape 775"/>
        <p:cNvGrpSpPr/>
        <p:nvPr/>
      </p:nvGrpSpPr>
      <p:grpSpPr>
        <a:xfrm>
          <a:off x="0" y="0"/>
          <a:ext cx="0" cy="0"/>
          <a:chOff x="0" y="0"/>
          <a:chExt cx="0" cy="0"/>
        </a:xfrm>
      </p:grpSpPr>
      <p:sp>
        <p:nvSpPr>
          <p:cNvPr id="776" name="Google Shape;776;p132"/>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7" name="Google Shape;777;p13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78" name="Google Shape;778;p132"/>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79" name="Google Shape;779;p132"/>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80" name="Google Shape;780;p132"/>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81" name="Google Shape;781;p13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82" name="Google Shape;782;p13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HYUNDAI  Subhead | Title | Text | Image">
  <p:cSld name="HYUNDAI  Subhead | Title | Text | Image">
    <p:bg>
      <p:bgPr>
        <a:solidFill>
          <a:schemeClr val="dk2"/>
        </a:solidFill>
        <a:effectLst/>
      </p:bgPr>
    </p:bg>
    <p:spTree>
      <p:nvGrpSpPr>
        <p:cNvPr id="1" name="Shape 783"/>
        <p:cNvGrpSpPr/>
        <p:nvPr/>
      </p:nvGrpSpPr>
      <p:grpSpPr>
        <a:xfrm>
          <a:off x="0" y="0"/>
          <a:ext cx="0" cy="0"/>
          <a:chOff x="0" y="0"/>
          <a:chExt cx="0" cy="0"/>
        </a:xfrm>
      </p:grpSpPr>
      <p:sp>
        <p:nvSpPr>
          <p:cNvPr id="784" name="Google Shape;784;p133"/>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5" name="Google Shape;785;p133"/>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86" name="Google Shape;786;p13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87" name="Google Shape;787;p133"/>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88" name="Google Shape;788;p133"/>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89" name="Google Shape;789;p13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90" name="Google Shape;790;p13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HYUNDAI  Subhead | Title | Text | HP Image">
  <p:cSld name="HYUNDAI  Subhead | Title | Text | HP Image">
    <p:bg>
      <p:bgPr>
        <a:solidFill>
          <a:schemeClr val="dk2"/>
        </a:solidFill>
        <a:effectLst/>
      </p:bgPr>
    </p:bg>
    <p:spTree>
      <p:nvGrpSpPr>
        <p:cNvPr id="1" name="Shape 791"/>
        <p:cNvGrpSpPr/>
        <p:nvPr/>
      </p:nvGrpSpPr>
      <p:grpSpPr>
        <a:xfrm>
          <a:off x="0" y="0"/>
          <a:ext cx="0" cy="0"/>
          <a:chOff x="0" y="0"/>
          <a:chExt cx="0" cy="0"/>
        </a:xfrm>
      </p:grpSpPr>
      <p:sp>
        <p:nvSpPr>
          <p:cNvPr id="792" name="Google Shape;792;p134"/>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93" name="Google Shape;793;p134"/>
          <p:cNvSpPr txBox="1">
            <a:spLocks noGrp="1"/>
          </p:cNvSpPr>
          <p:nvPr>
            <p:ph type="title"/>
          </p:nvPr>
        </p:nvSpPr>
        <p:spPr>
          <a:xfrm>
            <a:off x="455618" y="73152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4" name="Google Shape;794;p134"/>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95" name="Google Shape;795;p134"/>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96" name="Google Shape;796;p13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797" name="Google Shape;797;p13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98" name="Google Shape;798;p13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HYUNDAI  Subhead | Title">
  <p:cSld name="HYUNDAI  Subhead | Title">
    <p:bg>
      <p:bgPr>
        <a:solidFill>
          <a:schemeClr val="dk2"/>
        </a:solidFill>
        <a:effectLst/>
      </p:bgPr>
    </p:bg>
    <p:spTree>
      <p:nvGrpSpPr>
        <p:cNvPr id="1" name="Shape 799"/>
        <p:cNvGrpSpPr/>
        <p:nvPr/>
      </p:nvGrpSpPr>
      <p:grpSpPr>
        <a:xfrm>
          <a:off x="0" y="0"/>
          <a:ext cx="0" cy="0"/>
          <a:chOff x="0" y="0"/>
          <a:chExt cx="0" cy="0"/>
        </a:xfrm>
      </p:grpSpPr>
      <p:sp>
        <p:nvSpPr>
          <p:cNvPr id="800" name="Google Shape;800;p135"/>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1" name="Google Shape;801;p13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02" name="Google Shape;802;p135"/>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pic>
        <p:nvPicPr>
          <p:cNvPr id="803" name="Google Shape;803;p13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04" name="Google Shape;804;p13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HYUNDAI  1Col Title | Subhead | Text">
  <p:cSld name="HYUNDAI  1Col Title | Subhead | Text">
    <p:bg>
      <p:bgPr>
        <a:solidFill>
          <a:schemeClr val="dk2"/>
        </a:solidFill>
        <a:effectLst/>
      </p:bgPr>
    </p:bg>
    <p:spTree>
      <p:nvGrpSpPr>
        <p:cNvPr id="1" name="Shape 805"/>
        <p:cNvGrpSpPr/>
        <p:nvPr/>
      </p:nvGrpSpPr>
      <p:grpSpPr>
        <a:xfrm>
          <a:off x="0" y="0"/>
          <a:ext cx="0" cy="0"/>
          <a:chOff x="0" y="0"/>
          <a:chExt cx="0" cy="0"/>
        </a:xfrm>
      </p:grpSpPr>
      <p:sp>
        <p:nvSpPr>
          <p:cNvPr id="806" name="Google Shape;806;p136"/>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7" name="Google Shape;807;p13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08" name="Google Shape;808;p136"/>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600"/>
              <a:buNone/>
              <a:defRPr sz="1600">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600"/>
              <a:buNone/>
              <a:defRPr sz="1600">
                <a:solidFill>
                  <a:schemeClr val="accent2"/>
                </a:solidFill>
              </a:defRPr>
            </a:lvl4pPr>
            <a:lvl5pPr lvl="4" rtl="0">
              <a:spcBef>
                <a:spcPts val="300"/>
              </a:spcBef>
              <a:spcAft>
                <a:spcPts val="0"/>
              </a:spcAft>
              <a:buClr>
                <a:schemeClr val="accent2"/>
              </a:buClr>
              <a:buSzPts val="1600"/>
              <a:buNone/>
              <a:defRPr sz="1600">
                <a:solidFill>
                  <a:schemeClr val="accent2"/>
                </a:solidFill>
              </a:defRPr>
            </a:lvl5pPr>
            <a:lvl6pPr lvl="5" rtl="0">
              <a:spcBef>
                <a:spcPts val="533"/>
              </a:spcBef>
              <a:spcAft>
                <a:spcPts val="0"/>
              </a:spcAft>
              <a:buClr>
                <a:schemeClr val="accent2"/>
              </a:buClr>
              <a:buSzPts val="1600"/>
              <a:buNone/>
              <a:defRPr sz="1600">
                <a:solidFill>
                  <a:schemeClr val="accent2"/>
                </a:solidFill>
              </a:defRPr>
            </a:lvl6pPr>
            <a:lvl7pPr lvl="6" rtl="0">
              <a:spcBef>
                <a:spcPts val="533"/>
              </a:spcBef>
              <a:spcAft>
                <a:spcPts val="0"/>
              </a:spcAft>
              <a:buClr>
                <a:schemeClr val="accent2"/>
              </a:buClr>
              <a:buSzPts val="1600"/>
              <a:buNone/>
              <a:defRPr sz="1600">
                <a:solidFill>
                  <a:schemeClr val="accent2"/>
                </a:solidFill>
              </a:defRPr>
            </a:lvl7pPr>
            <a:lvl8pPr lvl="7" rtl="0">
              <a:spcBef>
                <a:spcPts val="533"/>
              </a:spcBef>
              <a:spcAft>
                <a:spcPts val="0"/>
              </a:spcAft>
              <a:buClr>
                <a:schemeClr val="accent2"/>
              </a:buClr>
              <a:buSzPts val="1600"/>
              <a:buNone/>
              <a:defRPr sz="1600">
                <a:solidFill>
                  <a:schemeClr val="accent2"/>
                </a:solidFill>
              </a:defRPr>
            </a:lvl8pPr>
            <a:lvl9pPr lvl="8" rtl="0">
              <a:spcBef>
                <a:spcPts val="533"/>
              </a:spcBef>
              <a:spcAft>
                <a:spcPts val="0"/>
              </a:spcAft>
              <a:buClr>
                <a:schemeClr val="accent2"/>
              </a:buClr>
              <a:buSzPts val="1600"/>
              <a:buNone/>
              <a:defRPr sz="1600">
                <a:solidFill>
                  <a:schemeClr val="accent2"/>
                </a:solidFill>
              </a:defRPr>
            </a:lvl9pPr>
          </a:lstStyle>
          <a:p>
            <a:endParaRPr/>
          </a:p>
        </p:txBody>
      </p:sp>
      <p:sp>
        <p:nvSpPr>
          <p:cNvPr id="809" name="Google Shape;809;p136"/>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810" name="Google Shape;810;p13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11" name="Google Shape;811;p13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HYUNDAI  2Col Title | Subhead | Text">
  <p:cSld name="HYUNDAI  2Col Title | Subhead | Text">
    <p:bg>
      <p:bgPr>
        <a:solidFill>
          <a:schemeClr val="dk2"/>
        </a:solidFill>
        <a:effectLst/>
      </p:bgPr>
    </p:bg>
    <p:spTree>
      <p:nvGrpSpPr>
        <p:cNvPr id="1" name="Shape 812"/>
        <p:cNvGrpSpPr/>
        <p:nvPr/>
      </p:nvGrpSpPr>
      <p:grpSpPr>
        <a:xfrm>
          <a:off x="0" y="0"/>
          <a:ext cx="0" cy="0"/>
          <a:chOff x="0" y="0"/>
          <a:chExt cx="0" cy="0"/>
        </a:xfrm>
      </p:grpSpPr>
      <p:sp>
        <p:nvSpPr>
          <p:cNvPr id="813" name="Google Shape;813;p137"/>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4" name="Google Shape;814;p13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15" name="Google Shape;815;p137"/>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16" name="Google Shape;816;p137"/>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817" name="Google Shape;817;p137"/>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18" name="Google Shape;818;p13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19" name="Google Shape;819;p13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HYUNDAI  1Col Title | Subhead | Text | Image">
  <p:cSld name="HYUNDAI  1Col Title | Subhead | Text | Image">
    <p:bg>
      <p:bgPr>
        <a:solidFill>
          <a:schemeClr val="dk2"/>
        </a:solidFill>
        <a:effectLst/>
      </p:bgPr>
    </p:bg>
    <p:spTree>
      <p:nvGrpSpPr>
        <p:cNvPr id="1" name="Shape 820"/>
        <p:cNvGrpSpPr/>
        <p:nvPr/>
      </p:nvGrpSpPr>
      <p:grpSpPr>
        <a:xfrm>
          <a:off x="0" y="0"/>
          <a:ext cx="0" cy="0"/>
          <a:chOff x="0" y="0"/>
          <a:chExt cx="0" cy="0"/>
        </a:xfrm>
      </p:grpSpPr>
      <p:sp>
        <p:nvSpPr>
          <p:cNvPr id="821" name="Google Shape;821;p138"/>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2" name="Google Shape;822;p138"/>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23" name="Google Shape;823;p13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24" name="Google Shape;824;p138"/>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25" name="Google Shape;825;p138"/>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26" name="Google Shape;826;p13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27" name="Google Shape;827;p13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HYUNDAI  Title | Subhead | Text | HP Image">
  <p:cSld name="HYUNDAI  Title | Subhead | Text | HP Image">
    <p:bg>
      <p:bgPr>
        <a:solidFill>
          <a:schemeClr val="dk2"/>
        </a:solidFill>
        <a:effectLst/>
      </p:bgPr>
    </p:bg>
    <p:spTree>
      <p:nvGrpSpPr>
        <p:cNvPr id="1" name="Shape 828"/>
        <p:cNvGrpSpPr/>
        <p:nvPr/>
      </p:nvGrpSpPr>
      <p:grpSpPr>
        <a:xfrm>
          <a:off x="0" y="0"/>
          <a:ext cx="0" cy="0"/>
          <a:chOff x="0" y="0"/>
          <a:chExt cx="0" cy="0"/>
        </a:xfrm>
      </p:grpSpPr>
      <p:sp>
        <p:nvSpPr>
          <p:cNvPr id="829" name="Google Shape;829;p139"/>
          <p:cNvSpPr>
            <a:spLocks noGrp="1"/>
          </p:cNvSpPr>
          <p:nvPr>
            <p:ph type="pic" idx="2"/>
          </p:nvPr>
        </p:nvSpPr>
        <p:spPr>
          <a:xfrm>
            <a:off x="6094475" y="359"/>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30" name="Google Shape;830;p139"/>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1" name="Google Shape;831;p13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32" name="Google Shape;832;p139"/>
          <p:cNvSpPr txBox="1">
            <a:spLocks noGrp="1"/>
          </p:cNvSpPr>
          <p:nvPr>
            <p:ph type="subTitle" idx="1"/>
          </p:nvPr>
        </p:nvSpPr>
        <p:spPr>
          <a:xfrm>
            <a:off x="455626" y="1280160"/>
            <a:ext cx="50292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33" name="Google Shape;833;p139"/>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34" name="Google Shape;834;p13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35" name="Google Shape;835;p13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HYUNDAI  Title | Subhead">
  <p:cSld name="HYUNDAI  Title | Subhead">
    <p:bg>
      <p:bgPr>
        <a:solidFill>
          <a:schemeClr val="dk2"/>
        </a:solidFill>
        <a:effectLst/>
      </p:bgPr>
    </p:bg>
    <p:spTree>
      <p:nvGrpSpPr>
        <p:cNvPr id="1" name="Shape 836"/>
        <p:cNvGrpSpPr/>
        <p:nvPr/>
      </p:nvGrpSpPr>
      <p:grpSpPr>
        <a:xfrm>
          <a:off x="0" y="0"/>
          <a:ext cx="0" cy="0"/>
          <a:chOff x="0" y="0"/>
          <a:chExt cx="0" cy="0"/>
        </a:xfrm>
      </p:grpSpPr>
      <p:sp>
        <p:nvSpPr>
          <p:cNvPr id="837" name="Google Shape;837;p140"/>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8" name="Google Shape;838;p14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39" name="Google Shape;839;p140"/>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pic>
        <p:nvPicPr>
          <p:cNvPr id="840" name="Google Shape;840;p14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41" name="Google Shape;841;p14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HYUNDAI  Blank">
  <p:cSld name="HYUNDAI  Blank">
    <p:bg>
      <p:bgPr>
        <a:solidFill>
          <a:schemeClr val="dk2"/>
        </a:solidFill>
        <a:effectLst/>
      </p:bgPr>
    </p:bg>
    <p:spTree>
      <p:nvGrpSpPr>
        <p:cNvPr id="1" name="Shape 842"/>
        <p:cNvGrpSpPr/>
        <p:nvPr/>
      </p:nvGrpSpPr>
      <p:grpSpPr>
        <a:xfrm>
          <a:off x="0" y="0"/>
          <a:ext cx="0" cy="0"/>
          <a:chOff x="0" y="0"/>
          <a:chExt cx="0" cy="0"/>
        </a:xfrm>
      </p:grpSpPr>
      <p:sp>
        <p:nvSpPr>
          <p:cNvPr id="843" name="Google Shape;843;p14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844" name="Google Shape;844;p14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45" name="Google Shape;845;p14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WHITE Blank">
  <p:cSld name="WHITE Blank">
    <p:spTree>
      <p:nvGrpSpPr>
        <p:cNvPr id="1" name="Shape 846"/>
        <p:cNvGrpSpPr/>
        <p:nvPr/>
      </p:nvGrpSpPr>
      <p:grpSpPr>
        <a:xfrm>
          <a:off x="0" y="0"/>
          <a:ext cx="0" cy="0"/>
          <a:chOff x="0" y="0"/>
          <a:chExt cx="0" cy="0"/>
        </a:xfrm>
      </p:grpSpPr>
      <p:sp>
        <p:nvSpPr>
          <p:cNvPr id="847" name="Google Shape;847;p14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848" name="Google Shape;848;p14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49" name="Google Shape;849;p14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latin typeface="Roboto"/>
                <a:ea typeface="Roboto"/>
                <a:cs typeface="Roboto"/>
                <a:sym typeface="Roboto"/>
              </a:rPr>
              <a:t>Proprietary &amp; Confidential - For Internal Use Only</a:t>
            </a:r>
            <a:endParaRPr sz="1000">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NAVY 1Col Title | Subhead | Text | Image">
  <p:cSld name="NAVY 1Col Title | Subhead | Text | Image">
    <p:bg>
      <p:bgPr>
        <a:solidFill>
          <a:srgbClr val="030A14"/>
        </a:solidFill>
        <a:effectLst/>
      </p:bgPr>
    </p:bg>
    <p:spTree>
      <p:nvGrpSpPr>
        <p:cNvPr id="1" name="Shape 850"/>
        <p:cNvGrpSpPr/>
        <p:nvPr/>
      </p:nvGrpSpPr>
      <p:grpSpPr>
        <a:xfrm>
          <a:off x="0" y="0"/>
          <a:ext cx="0" cy="0"/>
          <a:chOff x="0" y="0"/>
          <a:chExt cx="0" cy="0"/>
        </a:xfrm>
      </p:grpSpPr>
      <p:sp>
        <p:nvSpPr>
          <p:cNvPr id="851" name="Google Shape;851;p143"/>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52" name="Google Shape;852;p143"/>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53" name="Google Shape;853;p14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54" name="Google Shape;854;p143"/>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55" name="Google Shape;855;p143"/>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56" name="Google Shape;856;p14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57" name="Google Shape;857;p14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NAVY Title | Subhead | Text | HP Image">
  <p:cSld name="NAVY Title | Subhead | Text | HP Image">
    <p:bg>
      <p:bgPr>
        <a:solidFill>
          <a:srgbClr val="030A14"/>
        </a:solidFill>
        <a:effectLst/>
      </p:bgPr>
    </p:bg>
    <p:spTree>
      <p:nvGrpSpPr>
        <p:cNvPr id="1" name="Shape 858"/>
        <p:cNvGrpSpPr/>
        <p:nvPr/>
      </p:nvGrpSpPr>
      <p:grpSpPr>
        <a:xfrm>
          <a:off x="0" y="0"/>
          <a:ext cx="0" cy="0"/>
          <a:chOff x="0" y="0"/>
          <a:chExt cx="0" cy="0"/>
        </a:xfrm>
      </p:grpSpPr>
      <p:sp>
        <p:nvSpPr>
          <p:cNvPr id="859" name="Google Shape;859;p144"/>
          <p:cNvSpPr>
            <a:spLocks noGrp="1"/>
          </p:cNvSpPr>
          <p:nvPr>
            <p:ph type="pic" idx="2"/>
          </p:nvPr>
        </p:nvSpPr>
        <p:spPr>
          <a:xfrm>
            <a:off x="6094475" y="359"/>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60" name="Google Shape;860;p144"/>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1" name="Google Shape;861;p14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62" name="Google Shape;862;p144"/>
          <p:cNvSpPr txBox="1">
            <a:spLocks noGrp="1"/>
          </p:cNvSpPr>
          <p:nvPr>
            <p:ph type="subTitle" idx="1"/>
          </p:nvPr>
        </p:nvSpPr>
        <p:spPr>
          <a:xfrm>
            <a:off x="455625" y="128016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63" name="Google Shape;863;p144"/>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64" name="Google Shape;864;p14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65" name="Google Shape;865;p14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7.xml"/><Relationship Id="rId21" Type="http://schemas.openxmlformats.org/officeDocument/2006/relationships/slideLayout" Target="../slideLayouts/slideLayout32.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63" Type="http://schemas.openxmlformats.org/officeDocument/2006/relationships/slideLayout" Target="../slideLayouts/slideLayout74.xml"/><Relationship Id="rId68" Type="http://schemas.openxmlformats.org/officeDocument/2006/relationships/slideLayout" Target="../slideLayouts/slideLayout79.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8" Type="http://schemas.openxmlformats.org/officeDocument/2006/relationships/slideLayout" Target="../slideLayouts/slideLayout69.xml"/><Relationship Id="rId66" Type="http://schemas.openxmlformats.org/officeDocument/2006/relationships/slideLayout" Target="../slideLayouts/slideLayout77.xml"/><Relationship Id="rId74" Type="http://schemas.openxmlformats.org/officeDocument/2006/relationships/slideLayout" Target="../slideLayouts/slideLayout85.xml"/><Relationship Id="rId5" Type="http://schemas.openxmlformats.org/officeDocument/2006/relationships/slideLayout" Target="../slideLayouts/slideLayout16.xml"/><Relationship Id="rId61" Type="http://schemas.openxmlformats.org/officeDocument/2006/relationships/slideLayout" Target="../slideLayouts/slideLayout72.xml"/><Relationship Id="rId19" Type="http://schemas.openxmlformats.org/officeDocument/2006/relationships/slideLayout" Target="../slideLayouts/slideLayout3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64" Type="http://schemas.openxmlformats.org/officeDocument/2006/relationships/slideLayout" Target="../slideLayouts/slideLayout75.xml"/><Relationship Id="rId69" Type="http://schemas.openxmlformats.org/officeDocument/2006/relationships/slideLayout" Target="../slideLayouts/slideLayout80.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72" Type="http://schemas.openxmlformats.org/officeDocument/2006/relationships/slideLayout" Target="../slideLayouts/slideLayout83.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59" Type="http://schemas.openxmlformats.org/officeDocument/2006/relationships/slideLayout" Target="../slideLayouts/slideLayout70.xml"/><Relationship Id="rId67" Type="http://schemas.openxmlformats.org/officeDocument/2006/relationships/slideLayout" Target="../slideLayouts/slideLayout78.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62" Type="http://schemas.openxmlformats.org/officeDocument/2006/relationships/slideLayout" Target="../slideLayouts/slideLayout73.xml"/><Relationship Id="rId70" Type="http://schemas.openxmlformats.org/officeDocument/2006/relationships/slideLayout" Target="../slideLayouts/slideLayout81.xml"/><Relationship Id="rId75"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slideLayout" Target="../slideLayouts/slideLayout6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60" Type="http://schemas.openxmlformats.org/officeDocument/2006/relationships/slideLayout" Target="../slideLayouts/slideLayout71.xml"/><Relationship Id="rId65" Type="http://schemas.openxmlformats.org/officeDocument/2006/relationships/slideLayout" Target="../slideLayouts/slideLayout76.xml"/><Relationship Id="rId73" Type="http://schemas.openxmlformats.org/officeDocument/2006/relationships/slideLayout" Target="../slideLayouts/slideLayout8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9" Type="http://schemas.openxmlformats.org/officeDocument/2006/relationships/slideLayout" Target="../slideLayouts/slideLayout50.xml"/><Relationship Id="rId34" Type="http://schemas.openxmlformats.org/officeDocument/2006/relationships/slideLayout" Target="../slideLayouts/slideLayout45.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71" Type="http://schemas.openxmlformats.org/officeDocument/2006/relationships/slideLayout" Target="../slideLayouts/slideLayout8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8.xml"/><Relationship Id="rId18" Type="http://schemas.openxmlformats.org/officeDocument/2006/relationships/slideLayout" Target="../slideLayouts/slideLayout103.xml"/><Relationship Id="rId26" Type="http://schemas.openxmlformats.org/officeDocument/2006/relationships/slideLayout" Target="../slideLayouts/slideLayout111.xml"/><Relationship Id="rId39" Type="http://schemas.openxmlformats.org/officeDocument/2006/relationships/slideLayout" Target="../slideLayouts/slideLayout124.xml"/><Relationship Id="rId21" Type="http://schemas.openxmlformats.org/officeDocument/2006/relationships/slideLayout" Target="../slideLayouts/slideLayout106.xml"/><Relationship Id="rId34" Type="http://schemas.openxmlformats.org/officeDocument/2006/relationships/slideLayout" Target="../slideLayouts/slideLayout119.xml"/><Relationship Id="rId42" Type="http://schemas.openxmlformats.org/officeDocument/2006/relationships/slideLayout" Target="../slideLayouts/slideLayout127.xml"/><Relationship Id="rId47" Type="http://schemas.openxmlformats.org/officeDocument/2006/relationships/slideLayout" Target="../slideLayouts/slideLayout132.xml"/><Relationship Id="rId50" Type="http://schemas.openxmlformats.org/officeDocument/2006/relationships/slideLayout" Target="../slideLayouts/slideLayout135.xml"/><Relationship Id="rId55" Type="http://schemas.openxmlformats.org/officeDocument/2006/relationships/theme" Target="../theme/theme3.xml"/><Relationship Id="rId7" Type="http://schemas.openxmlformats.org/officeDocument/2006/relationships/slideLayout" Target="../slideLayouts/slideLayout92.xml"/><Relationship Id="rId2" Type="http://schemas.openxmlformats.org/officeDocument/2006/relationships/slideLayout" Target="../slideLayouts/slideLayout87.xml"/><Relationship Id="rId16" Type="http://schemas.openxmlformats.org/officeDocument/2006/relationships/slideLayout" Target="../slideLayouts/slideLayout101.xml"/><Relationship Id="rId29" Type="http://schemas.openxmlformats.org/officeDocument/2006/relationships/slideLayout" Target="../slideLayouts/slideLayout114.xml"/><Relationship Id="rId11" Type="http://schemas.openxmlformats.org/officeDocument/2006/relationships/slideLayout" Target="../slideLayouts/slideLayout96.xml"/><Relationship Id="rId24" Type="http://schemas.openxmlformats.org/officeDocument/2006/relationships/slideLayout" Target="../slideLayouts/slideLayout109.xml"/><Relationship Id="rId32" Type="http://schemas.openxmlformats.org/officeDocument/2006/relationships/slideLayout" Target="../slideLayouts/slideLayout117.xml"/><Relationship Id="rId37" Type="http://schemas.openxmlformats.org/officeDocument/2006/relationships/slideLayout" Target="../slideLayouts/slideLayout122.xml"/><Relationship Id="rId40" Type="http://schemas.openxmlformats.org/officeDocument/2006/relationships/slideLayout" Target="../slideLayouts/slideLayout125.xml"/><Relationship Id="rId45" Type="http://schemas.openxmlformats.org/officeDocument/2006/relationships/slideLayout" Target="../slideLayouts/slideLayout130.xml"/><Relationship Id="rId53" Type="http://schemas.openxmlformats.org/officeDocument/2006/relationships/slideLayout" Target="../slideLayouts/slideLayout138.xml"/><Relationship Id="rId5" Type="http://schemas.openxmlformats.org/officeDocument/2006/relationships/slideLayout" Target="../slideLayouts/slideLayout90.xml"/><Relationship Id="rId10" Type="http://schemas.openxmlformats.org/officeDocument/2006/relationships/slideLayout" Target="../slideLayouts/slideLayout95.xml"/><Relationship Id="rId19" Type="http://schemas.openxmlformats.org/officeDocument/2006/relationships/slideLayout" Target="../slideLayouts/slideLayout104.xml"/><Relationship Id="rId31" Type="http://schemas.openxmlformats.org/officeDocument/2006/relationships/slideLayout" Target="../slideLayouts/slideLayout116.xml"/><Relationship Id="rId44" Type="http://schemas.openxmlformats.org/officeDocument/2006/relationships/slideLayout" Target="../slideLayouts/slideLayout129.xml"/><Relationship Id="rId52" Type="http://schemas.openxmlformats.org/officeDocument/2006/relationships/slideLayout" Target="../slideLayouts/slideLayout137.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slideLayout" Target="../slideLayouts/slideLayout99.xml"/><Relationship Id="rId22" Type="http://schemas.openxmlformats.org/officeDocument/2006/relationships/slideLayout" Target="../slideLayouts/slideLayout107.xml"/><Relationship Id="rId27" Type="http://schemas.openxmlformats.org/officeDocument/2006/relationships/slideLayout" Target="../slideLayouts/slideLayout112.xml"/><Relationship Id="rId30" Type="http://schemas.openxmlformats.org/officeDocument/2006/relationships/slideLayout" Target="../slideLayouts/slideLayout115.xml"/><Relationship Id="rId35" Type="http://schemas.openxmlformats.org/officeDocument/2006/relationships/slideLayout" Target="../slideLayouts/slideLayout120.xml"/><Relationship Id="rId43" Type="http://schemas.openxmlformats.org/officeDocument/2006/relationships/slideLayout" Target="../slideLayouts/slideLayout128.xml"/><Relationship Id="rId48" Type="http://schemas.openxmlformats.org/officeDocument/2006/relationships/slideLayout" Target="../slideLayouts/slideLayout133.xml"/><Relationship Id="rId8" Type="http://schemas.openxmlformats.org/officeDocument/2006/relationships/slideLayout" Target="../slideLayouts/slideLayout93.xml"/><Relationship Id="rId51" Type="http://schemas.openxmlformats.org/officeDocument/2006/relationships/slideLayout" Target="../slideLayouts/slideLayout136.xml"/><Relationship Id="rId3" Type="http://schemas.openxmlformats.org/officeDocument/2006/relationships/slideLayout" Target="../slideLayouts/slideLayout88.xml"/><Relationship Id="rId12" Type="http://schemas.openxmlformats.org/officeDocument/2006/relationships/slideLayout" Target="../slideLayouts/slideLayout97.xml"/><Relationship Id="rId17" Type="http://schemas.openxmlformats.org/officeDocument/2006/relationships/slideLayout" Target="../slideLayouts/slideLayout102.xml"/><Relationship Id="rId25" Type="http://schemas.openxmlformats.org/officeDocument/2006/relationships/slideLayout" Target="../slideLayouts/slideLayout110.xml"/><Relationship Id="rId33" Type="http://schemas.openxmlformats.org/officeDocument/2006/relationships/slideLayout" Target="../slideLayouts/slideLayout118.xml"/><Relationship Id="rId38" Type="http://schemas.openxmlformats.org/officeDocument/2006/relationships/slideLayout" Target="../slideLayouts/slideLayout123.xml"/><Relationship Id="rId46" Type="http://schemas.openxmlformats.org/officeDocument/2006/relationships/slideLayout" Target="../slideLayouts/slideLayout131.xml"/><Relationship Id="rId20" Type="http://schemas.openxmlformats.org/officeDocument/2006/relationships/slideLayout" Target="../slideLayouts/slideLayout105.xml"/><Relationship Id="rId41" Type="http://schemas.openxmlformats.org/officeDocument/2006/relationships/slideLayout" Target="../slideLayouts/slideLayout126.xml"/><Relationship Id="rId54" Type="http://schemas.openxmlformats.org/officeDocument/2006/relationships/slideLayout" Target="../slideLayouts/slideLayout139.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5" Type="http://schemas.openxmlformats.org/officeDocument/2006/relationships/slideLayout" Target="../slideLayouts/slideLayout100.xml"/><Relationship Id="rId23" Type="http://schemas.openxmlformats.org/officeDocument/2006/relationships/slideLayout" Target="../slideLayouts/slideLayout108.xml"/><Relationship Id="rId28" Type="http://schemas.openxmlformats.org/officeDocument/2006/relationships/slideLayout" Target="../slideLayouts/slideLayout113.xml"/><Relationship Id="rId36" Type="http://schemas.openxmlformats.org/officeDocument/2006/relationships/slideLayout" Target="../slideLayouts/slideLayout121.xml"/><Relationship Id="rId49" Type="http://schemas.openxmlformats.org/officeDocument/2006/relationships/slideLayout" Target="../slideLayouts/slideLayout1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 id="2147483712" r:id="rId54"/>
    <p:sldLayoutId id="2147483713" r:id="rId55"/>
    <p:sldLayoutId id="2147483714" r:id="rId56"/>
    <p:sldLayoutId id="2147483715" r:id="rId57"/>
    <p:sldLayoutId id="2147483716" r:id="rId58"/>
    <p:sldLayoutId id="2147483717" r:id="rId59"/>
    <p:sldLayoutId id="2147483718" r:id="rId60"/>
    <p:sldLayoutId id="2147483719" r:id="rId61"/>
    <p:sldLayoutId id="2147483720" r:id="rId62"/>
    <p:sldLayoutId id="2147483721" r:id="rId63"/>
    <p:sldLayoutId id="2147483722" r:id="rId64"/>
    <p:sldLayoutId id="2147483723" r:id="rId65"/>
    <p:sldLayoutId id="2147483724" r:id="rId66"/>
    <p:sldLayoutId id="2147483725" r:id="rId67"/>
    <p:sldLayoutId id="2147483726" r:id="rId68"/>
    <p:sldLayoutId id="2147483727" r:id="rId69"/>
    <p:sldLayoutId id="2147483728" r:id="rId70"/>
    <p:sldLayoutId id="2147483729" r:id="rId71"/>
    <p:sldLayoutId id="2147483730" r:id="rId72"/>
    <p:sldLayoutId id="2147483731" r:id="rId73"/>
    <p:sldLayoutId id="2147483732" r:id="rId74"/>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34" r:id="rId1"/>
    <p:sldLayoutId id="2147483735" r:id="rId2"/>
    <p:sldLayoutId id="2147483736"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7" r:id="rId12"/>
    <p:sldLayoutId id="2147483748" r:id="rId13"/>
    <p:sldLayoutId id="2147483749" r:id="rId14"/>
    <p:sldLayoutId id="2147483750" r:id="rId15"/>
    <p:sldLayoutId id="2147483751" r:id="rId16"/>
    <p:sldLayoutId id="2147483752" r:id="rId17"/>
    <p:sldLayoutId id="2147483753" r:id="rId18"/>
    <p:sldLayoutId id="2147483754" r:id="rId19"/>
    <p:sldLayoutId id="2147483755" r:id="rId20"/>
    <p:sldLayoutId id="2147483756" r:id="rId21"/>
    <p:sldLayoutId id="2147483757" r:id="rId22"/>
    <p:sldLayoutId id="2147483758" r:id="rId23"/>
    <p:sldLayoutId id="2147483759" r:id="rId24"/>
    <p:sldLayoutId id="2147483760" r:id="rId25"/>
    <p:sldLayoutId id="2147483761" r:id="rId26"/>
    <p:sldLayoutId id="2147483762" r:id="rId27"/>
    <p:sldLayoutId id="2147483763" r:id="rId28"/>
    <p:sldLayoutId id="2147483764" r:id="rId29"/>
    <p:sldLayoutId id="2147483765" r:id="rId30"/>
    <p:sldLayoutId id="2147483766" r:id="rId31"/>
    <p:sldLayoutId id="2147483767" r:id="rId32"/>
    <p:sldLayoutId id="2147483768" r:id="rId33"/>
    <p:sldLayoutId id="2147483769" r:id="rId34"/>
    <p:sldLayoutId id="2147483770" r:id="rId35"/>
    <p:sldLayoutId id="2147483771" r:id="rId36"/>
    <p:sldLayoutId id="2147483772" r:id="rId37"/>
    <p:sldLayoutId id="2147483773" r:id="rId38"/>
    <p:sldLayoutId id="2147483774" r:id="rId39"/>
    <p:sldLayoutId id="2147483775" r:id="rId40"/>
    <p:sldLayoutId id="2147483776" r:id="rId41"/>
    <p:sldLayoutId id="2147483777" r:id="rId42"/>
    <p:sldLayoutId id="2147483778" r:id="rId43"/>
    <p:sldLayoutId id="2147483779" r:id="rId44"/>
    <p:sldLayoutId id="2147483780" r:id="rId45"/>
    <p:sldLayoutId id="2147483781" r:id="rId46"/>
    <p:sldLayoutId id="2147483782" r:id="rId47"/>
    <p:sldLayoutId id="2147483783" r:id="rId48"/>
    <p:sldLayoutId id="2147483784" r:id="rId49"/>
    <p:sldLayoutId id="2147483785" r:id="rId50"/>
    <p:sldLayoutId id="2147483786" r:id="rId51"/>
    <p:sldLayoutId id="2147483787" r:id="rId52"/>
    <p:sldLayoutId id="2147483788" r:id="rId53"/>
    <p:sldLayoutId id="2147483789" r:id="rId54"/>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93.xml"/><Relationship Id="rId5" Type="http://schemas.openxmlformats.org/officeDocument/2006/relationships/image" Target="../media/image10.emf"/><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3.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1.emf"/><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9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9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93.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9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9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9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9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93.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93.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93.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9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93.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93.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93.xml"/><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93.xml"/></Relationships>
</file>

<file path=ppt/slides/_rels/slide21.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tiff"/><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93.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tiff"/><Relationship Id="rId9" Type="http://schemas.openxmlformats.org/officeDocument/2006/relationships/image" Target="../media/image35.png"/><Relationship Id="rId14" Type="http://schemas.openxmlformats.org/officeDocument/2006/relationships/image" Target="../media/image9.png"/></Relationships>
</file>

<file path=ppt/slides/_rels/slide22.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41.png"/><Relationship Id="rId18" Type="http://schemas.openxmlformats.org/officeDocument/2006/relationships/image" Target="../media/image37.png"/><Relationship Id="rId3" Type="http://schemas.openxmlformats.org/officeDocument/2006/relationships/image" Target="../media/image9.png"/><Relationship Id="rId7" Type="http://schemas.openxmlformats.org/officeDocument/2006/relationships/image" Target="../media/image32.png"/><Relationship Id="rId12" Type="http://schemas.openxmlformats.org/officeDocument/2006/relationships/image" Target="../media/image40.png"/><Relationship Id="rId17" Type="http://schemas.openxmlformats.org/officeDocument/2006/relationships/image" Target="../media/image45.png"/><Relationship Id="rId2" Type="http://schemas.openxmlformats.org/officeDocument/2006/relationships/notesSlide" Target="../notesSlides/notesSlide22.xml"/><Relationship Id="rId16" Type="http://schemas.openxmlformats.org/officeDocument/2006/relationships/image" Target="../media/image44.png"/><Relationship Id="rId20" Type="http://schemas.openxmlformats.org/officeDocument/2006/relationships/image" Target="../media/image39.png"/><Relationship Id="rId1" Type="http://schemas.openxmlformats.org/officeDocument/2006/relationships/slideLayout" Target="../slideLayouts/slideLayout93.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tiff"/><Relationship Id="rId15" Type="http://schemas.openxmlformats.org/officeDocument/2006/relationships/image" Target="../media/image43.png"/><Relationship Id="rId10" Type="http://schemas.openxmlformats.org/officeDocument/2006/relationships/image" Target="../media/image35.png"/><Relationship Id="rId19" Type="http://schemas.openxmlformats.org/officeDocument/2006/relationships/image" Target="../media/image38.png"/><Relationship Id="rId4" Type="http://schemas.openxmlformats.org/officeDocument/2006/relationships/image" Target="../media/image29.tiff"/><Relationship Id="rId9" Type="http://schemas.openxmlformats.org/officeDocument/2006/relationships/image" Target="../media/image34.png"/><Relationship Id="rId1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93.xml"/><Relationship Id="rId5" Type="http://schemas.openxmlformats.org/officeDocument/2006/relationships/image" Target="../media/image48.png"/><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93.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93.xml"/></Relationships>
</file>

<file path=ppt/slides/_rels/slide26.xml.rels><?xml version="1.0" encoding="UTF-8" standalone="yes"?>
<Relationships xmlns="http://schemas.openxmlformats.org/package/2006/relationships"><Relationship Id="rId8" Type="http://schemas.openxmlformats.org/officeDocument/2006/relationships/hyperlink" Target="https://www.nhtsa.gov/sites/nhtsa.gov/files/2022-09/cybersecurity-best-practices-safety-modern-vehicles-2022-tag.pdf" TargetMode="External"/><Relationship Id="rId3" Type="http://schemas.openxmlformats.org/officeDocument/2006/relationships/hyperlink" Target="https://en.wikipedia.org/wiki/ISO/IEC_12207" TargetMode="External"/><Relationship Id="rId7" Type="http://schemas.openxmlformats.org/officeDocument/2006/relationships/hyperlink" Target="https://www.microsoft.com/en-us/download/details.aspx?id=12379" TargetMode="External"/><Relationship Id="rId2" Type="http://schemas.openxmlformats.org/officeDocument/2006/relationships/notesSlide" Target="../notesSlides/notesSlide26.xml"/><Relationship Id="rId1" Type="http://schemas.openxmlformats.org/officeDocument/2006/relationships/slideLayout" Target="../slideLayouts/slideLayout93.xml"/><Relationship Id="rId6" Type="http://schemas.openxmlformats.org/officeDocument/2006/relationships/hyperlink" Target="https://www.sae.org/standards/content/iso/sae21434/" TargetMode="External"/><Relationship Id="rId5" Type="http://schemas.openxmlformats.org/officeDocument/2006/relationships/hyperlink" Target="https://en.wikipedia.org/wiki/ISO_26262" TargetMode="External"/><Relationship Id="rId4" Type="http://schemas.openxmlformats.org/officeDocument/2006/relationships/hyperlink" Target="https://en.wikipedia.org/wiki/ISO/IEC_15288" TargetMode="External"/><Relationship Id="rId9" Type="http://schemas.openxmlformats.org/officeDocument/2006/relationships/hyperlink" Target="https://nvlpubs.nist.gov/nistpubs/SpecialPublications/NIST.SP.800-181r1.pdf" TargetMode="External"/></Relationships>
</file>

<file path=ppt/slides/_rels/slide27.xml.rels><?xml version="1.0" encoding="UTF-8" standalone="yes"?>
<Relationships xmlns="http://schemas.openxmlformats.org/package/2006/relationships"><Relationship Id="rId8" Type="http://schemas.openxmlformats.org/officeDocument/2006/relationships/hyperlink" Target="https://github.com/nutonomy/AVCDL/tree/main/background_material/blog_posts" TargetMode="External"/><Relationship Id="rId3" Type="http://schemas.openxmlformats.org/officeDocument/2006/relationships/hyperlink" Target="https://nvlpubs.nist.gov/nistpubs/CSWP/NIST.CSWP.04232020.pdf" TargetMode="External"/><Relationship Id="rId7" Type="http://schemas.openxmlformats.org/officeDocument/2006/relationships/hyperlink" Target="https://youtube.com/nutonomy/AVCDL" TargetMode="External"/><Relationship Id="rId2" Type="http://schemas.openxmlformats.org/officeDocument/2006/relationships/notesSlide" Target="../notesSlides/notesSlide27.xml"/><Relationship Id="rId1" Type="http://schemas.openxmlformats.org/officeDocument/2006/relationships/slideLayout" Target="../slideLayouts/slideLayout93.xml"/><Relationship Id="rId6" Type="http://schemas.openxmlformats.org/officeDocument/2006/relationships/hyperlink" Target="https://github.com/nutonomy/AVCDL" TargetMode="External"/><Relationship Id="rId5" Type="http://schemas.openxmlformats.org/officeDocument/2006/relationships/hyperlink" Target="https://ieeexplore.ieee.org/document/497665" TargetMode="External"/><Relationship Id="rId4" Type="http://schemas.openxmlformats.org/officeDocument/2006/relationships/hyperlink" Target="https://www.synopsys.com/blogs/software-security/cost-to-fix-bugs-during-each-sdlc-phase/" TargetMode="External"/><Relationship Id="rId9" Type="http://schemas.openxmlformats.org/officeDocument/2006/relationships/hyperlink" Target="https://unece.org/transport/documents/2021/03/standards/un-regulation-no-155-cyber-security-and-cyber-secur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AVCDL Awareness</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8" y="5270394"/>
            <a:ext cx="963725"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8</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2024-04-11</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 </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2" name="Picture 1" descr="Text, letter&#10;&#10;Description automatically generated">
            <a:extLst>
              <a:ext uri="{FF2B5EF4-FFF2-40B4-BE49-F238E27FC236}">
                <a16:creationId xmlns:a16="http://schemas.microsoft.com/office/drawing/2014/main" id="{DF425D88-0079-05C4-E1BA-04394382B942}"/>
              </a:ext>
            </a:extLst>
          </p:cNvPr>
          <p:cNvPicPr>
            <a:picLocks noChangeAspect="1"/>
          </p:cNvPicPr>
          <p:nvPr/>
        </p:nvPicPr>
        <p:blipFill>
          <a:blip r:embed="rId3"/>
          <a:stretch>
            <a:fillRect/>
          </a:stretch>
        </p:blipFill>
        <p:spPr>
          <a:xfrm>
            <a:off x="7323018" y="1699447"/>
            <a:ext cx="3234146" cy="4552070"/>
          </a:xfrm>
          <a:prstGeom prst="rect">
            <a:avLst/>
          </a:prstGeom>
          <a:ln w="12700">
            <a:solidFill>
              <a:schemeClr val="accent5"/>
            </a:solidFill>
          </a:ln>
          <a:effectLst>
            <a:outerShdw blurRad="50800" dist="38100" dir="2700000" algn="tl" rotWithShape="0">
              <a:prstClr val="black">
                <a:alpha val="40000"/>
              </a:prstClr>
            </a:outerShdw>
          </a:effectLst>
        </p:spPr>
      </p:pic>
      <p:pic>
        <p:nvPicPr>
          <p:cNvPr id="5" name="Picture 4" descr="A white cover of a document&#10;&#10;AI-generated content may be incorrect.">
            <a:extLst>
              <a:ext uri="{FF2B5EF4-FFF2-40B4-BE49-F238E27FC236}">
                <a16:creationId xmlns:a16="http://schemas.microsoft.com/office/drawing/2014/main" id="{5A442F0A-EBC4-0FE6-6458-B9DD575DF0F5}"/>
              </a:ext>
            </a:extLst>
          </p:cNvPr>
          <p:cNvPicPr>
            <a:picLocks noChangeAspect="1"/>
          </p:cNvPicPr>
          <p:nvPr/>
        </p:nvPicPr>
        <p:blipFill>
          <a:blip r:embed="rId4"/>
          <a:stretch>
            <a:fillRect/>
          </a:stretch>
        </p:blipFill>
        <p:spPr>
          <a:xfrm>
            <a:off x="623090" y="1462306"/>
            <a:ext cx="3532722" cy="4571758"/>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6"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Introduction</a:t>
            </a:r>
            <a:endParaRPr dirty="0"/>
          </a:p>
        </p:txBody>
      </p:sp>
      <p:sp>
        <p:nvSpPr>
          <p:cNvPr id="3" name="Striped Right Arrow 2">
            <a:extLst>
              <a:ext uri="{FF2B5EF4-FFF2-40B4-BE49-F238E27FC236}">
                <a16:creationId xmlns:a16="http://schemas.microsoft.com/office/drawing/2014/main" id="{42204C3B-A617-0448-8311-7982EBBD6185}"/>
              </a:ext>
            </a:extLst>
          </p:cNvPr>
          <p:cNvSpPr/>
          <p:nvPr/>
        </p:nvSpPr>
        <p:spPr>
          <a:xfrm>
            <a:off x="4817331" y="3102727"/>
            <a:ext cx="1844168" cy="1290917"/>
          </a:xfrm>
          <a:prstGeom prst="stripedRightArrow">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FB1140BA-F3DC-5F47-9341-86B6C60E52EB}"/>
              </a:ext>
            </a:extLst>
          </p:cNvPr>
          <p:cNvPicPr>
            <a:picLocks noChangeAspect="1"/>
          </p:cNvPicPr>
          <p:nvPr/>
        </p:nvPicPr>
        <p:blipFill>
          <a:blip r:embed="rId5"/>
          <a:srcRect/>
          <a:stretch/>
        </p:blipFill>
        <p:spPr>
          <a:xfrm>
            <a:off x="8285805" y="725310"/>
            <a:ext cx="3234146" cy="4576726"/>
          </a:xfrm>
          <a:prstGeom prst="rect">
            <a:avLst/>
          </a:prstGeom>
          <a:solidFill>
            <a:schemeClr val="lt1"/>
          </a:solidFill>
          <a:ln w="12700">
            <a:solidFill>
              <a:schemeClr val="accent5"/>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926744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Cybersecurity Standards and Regulations Ecosystem</a:t>
            </a:r>
            <a:endParaRPr dirty="0"/>
          </a:p>
        </p:txBody>
      </p:sp>
      <p:sp>
        <p:nvSpPr>
          <p:cNvPr id="4" name="Google Shape;500;p76">
            <a:extLst>
              <a:ext uri="{FF2B5EF4-FFF2-40B4-BE49-F238E27FC236}">
                <a16:creationId xmlns:a16="http://schemas.microsoft.com/office/drawing/2014/main" id="{181A99E2-00B9-F296-1C24-79D0F005EF87}"/>
              </a:ext>
            </a:extLst>
          </p:cNvPr>
          <p:cNvSpPr/>
          <p:nvPr/>
        </p:nvSpPr>
        <p:spPr>
          <a:xfrm>
            <a:off x="1152132" y="3234906"/>
            <a:ext cx="1445981" cy="557475"/>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10" tIns="91410" rIns="91410" bIns="91410" anchor="ctr" anchorCtr="0">
            <a:noAutofit/>
          </a:bodyPr>
          <a:lstStyle/>
          <a:p>
            <a:pPr algn="ctr"/>
            <a:r>
              <a:rPr lang="en" sz="1466" dirty="0"/>
              <a:t>UN R155</a:t>
            </a:r>
            <a:br>
              <a:rPr lang="en" sz="1466" dirty="0"/>
            </a:br>
            <a:r>
              <a:rPr lang="en" sz="1066" dirty="0"/>
              <a:t>(CSMS)</a:t>
            </a:r>
            <a:endParaRPr sz="1066" dirty="0"/>
          </a:p>
        </p:txBody>
      </p:sp>
      <p:sp>
        <p:nvSpPr>
          <p:cNvPr id="5" name="Google Shape;501;p76">
            <a:extLst>
              <a:ext uri="{FF2B5EF4-FFF2-40B4-BE49-F238E27FC236}">
                <a16:creationId xmlns:a16="http://schemas.microsoft.com/office/drawing/2014/main" id="{48FC4952-97E1-7FDE-13C1-54DF6295C545}"/>
              </a:ext>
            </a:extLst>
          </p:cNvPr>
          <p:cNvSpPr/>
          <p:nvPr/>
        </p:nvSpPr>
        <p:spPr>
          <a:xfrm>
            <a:off x="1136590" y="2416323"/>
            <a:ext cx="3129464" cy="556183"/>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10" tIns="91410" rIns="91410" bIns="91410" anchor="ctr" anchorCtr="0">
            <a:noAutofit/>
          </a:bodyPr>
          <a:lstStyle/>
          <a:p>
            <a:pPr algn="ctr"/>
            <a:r>
              <a:rPr lang="en" sz="1466" dirty="0"/>
              <a:t>UN R156</a:t>
            </a:r>
            <a:br>
              <a:rPr lang="en" sz="1466" dirty="0"/>
            </a:br>
            <a:r>
              <a:rPr lang="en" sz="1066" dirty="0"/>
              <a:t>(SUMS)</a:t>
            </a:r>
            <a:endParaRPr sz="1066" dirty="0"/>
          </a:p>
        </p:txBody>
      </p:sp>
      <p:sp>
        <p:nvSpPr>
          <p:cNvPr id="6" name="Google Shape;502;p76">
            <a:extLst>
              <a:ext uri="{FF2B5EF4-FFF2-40B4-BE49-F238E27FC236}">
                <a16:creationId xmlns:a16="http://schemas.microsoft.com/office/drawing/2014/main" id="{B8C80ECA-8DF4-42A1-22D9-EA4C62A00F65}"/>
              </a:ext>
            </a:extLst>
          </p:cNvPr>
          <p:cNvSpPr/>
          <p:nvPr/>
        </p:nvSpPr>
        <p:spPr>
          <a:xfrm>
            <a:off x="1136590" y="3895060"/>
            <a:ext cx="3129459" cy="490162"/>
          </a:xfrm>
          <a:prstGeom prst="rect">
            <a:avLst/>
          </a:prstGeom>
          <a:solidFill>
            <a:schemeClr val="accent2"/>
          </a:solidFill>
          <a:ln w="9525" cap="flat" cmpd="sng">
            <a:solidFill>
              <a:schemeClr val="dk2"/>
            </a:solidFill>
            <a:prstDash val="solid"/>
            <a:round/>
            <a:headEnd type="none" w="sm" len="sm"/>
            <a:tailEnd type="none" w="sm" len="sm"/>
          </a:ln>
        </p:spPr>
        <p:txBody>
          <a:bodyPr spcFirstLastPara="1" wrap="square" lIns="91410" tIns="91440" rIns="91440" bIns="91410" anchor="ctr" anchorCtr="0">
            <a:normAutofit fontScale="92500" lnSpcReduction="20000"/>
          </a:bodyPr>
          <a:lstStyle/>
          <a:p>
            <a:pPr algn="ctr"/>
            <a:r>
              <a:rPr lang="en" sz="1466" dirty="0"/>
              <a:t>ISO/SAE 21434</a:t>
            </a:r>
            <a:endParaRPr sz="1466" dirty="0"/>
          </a:p>
          <a:p>
            <a:pPr algn="ctr"/>
            <a:r>
              <a:rPr lang="en" sz="1066" dirty="0"/>
              <a:t>(CySec</a:t>
            </a:r>
            <a:r>
              <a:rPr lang="en" sz="933" dirty="0"/>
              <a:t> </a:t>
            </a:r>
            <a:r>
              <a:rPr lang="en" sz="1066" dirty="0"/>
              <a:t>engineering)</a:t>
            </a:r>
            <a:endParaRPr sz="1066" dirty="0"/>
          </a:p>
        </p:txBody>
      </p:sp>
      <p:sp>
        <p:nvSpPr>
          <p:cNvPr id="7" name="Google Shape;503;p76">
            <a:extLst>
              <a:ext uri="{FF2B5EF4-FFF2-40B4-BE49-F238E27FC236}">
                <a16:creationId xmlns:a16="http://schemas.microsoft.com/office/drawing/2014/main" id="{21C64B53-9796-C2C7-1624-BD172D731124}"/>
              </a:ext>
            </a:extLst>
          </p:cNvPr>
          <p:cNvSpPr txBox="1"/>
          <p:nvPr/>
        </p:nvSpPr>
        <p:spPr>
          <a:xfrm>
            <a:off x="4457933" y="2497793"/>
            <a:ext cx="6268367" cy="410180"/>
          </a:xfrm>
          <a:prstGeom prst="rect">
            <a:avLst/>
          </a:prstGeom>
          <a:noFill/>
          <a:ln>
            <a:noFill/>
          </a:ln>
        </p:spPr>
        <p:txBody>
          <a:bodyPr spcFirstLastPara="1" wrap="square" lIns="91410" tIns="91410" rIns="91410" bIns="91410" anchor="t" anchorCtr="0">
            <a:spAutoFit/>
          </a:bodyPr>
          <a:lstStyle/>
          <a:p>
            <a:r>
              <a:rPr lang="en" sz="1466" dirty="0">
                <a:latin typeface="Roboto"/>
                <a:ea typeface="Roboto"/>
                <a:cs typeface="Roboto"/>
                <a:sym typeface="Roboto"/>
              </a:rPr>
              <a:t>Software Update Management Systems aligned with 24089 and 21434</a:t>
            </a:r>
            <a:endParaRPr sz="1466" dirty="0">
              <a:latin typeface="Roboto"/>
              <a:ea typeface="Roboto"/>
              <a:cs typeface="Roboto"/>
              <a:sym typeface="Roboto"/>
            </a:endParaRPr>
          </a:p>
        </p:txBody>
      </p:sp>
      <p:sp>
        <p:nvSpPr>
          <p:cNvPr id="9" name="Google Shape;505;p76">
            <a:extLst>
              <a:ext uri="{FF2B5EF4-FFF2-40B4-BE49-F238E27FC236}">
                <a16:creationId xmlns:a16="http://schemas.microsoft.com/office/drawing/2014/main" id="{82A171CF-3050-13EC-06B6-75B15C9EB96C}"/>
              </a:ext>
            </a:extLst>
          </p:cNvPr>
          <p:cNvSpPr txBox="1"/>
          <p:nvPr/>
        </p:nvSpPr>
        <p:spPr>
          <a:xfrm>
            <a:off x="4465470" y="1817531"/>
            <a:ext cx="6268367" cy="410180"/>
          </a:xfrm>
          <a:prstGeom prst="rect">
            <a:avLst/>
          </a:prstGeom>
          <a:noFill/>
          <a:ln>
            <a:noFill/>
          </a:ln>
        </p:spPr>
        <p:txBody>
          <a:bodyPr spcFirstLastPara="1" wrap="square" lIns="91410" tIns="91410" rIns="91410" bIns="91410" anchor="t" anchorCtr="0">
            <a:spAutoFit/>
          </a:bodyPr>
          <a:lstStyle/>
          <a:p>
            <a:r>
              <a:rPr lang="en" sz="1466">
                <a:latin typeface="Roboto"/>
                <a:ea typeface="Roboto"/>
                <a:cs typeface="Roboto"/>
                <a:sym typeface="Roboto"/>
              </a:rPr>
              <a:t>Auto Lane Keeping Systems must conform to R155 and R156</a:t>
            </a:r>
            <a:endParaRPr sz="1466">
              <a:latin typeface="Roboto"/>
              <a:ea typeface="Roboto"/>
              <a:cs typeface="Roboto"/>
              <a:sym typeface="Roboto"/>
            </a:endParaRPr>
          </a:p>
        </p:txBody>
      </p:sp>
      <p:sp>
        <p:nvSpPr>
          <p:cNvPr id="10" name="Google Shape;506;p76">
            <a:extLst>
              <a:ext uri="{FF2B5EF4-FFF2-40B4-BE49-F238E27FC236}">
                <a16:creationId xmlns:a16="http://schemas.microsoft.com/office/drawing/2014/main" id="{E73183FD-359B-753A-EE7C-8A0B5ED1DA1B}"/>
              </a:ext>
            </a:extLst>
          </p:cNvPr>
          <p:cNvSpPr txBox="1"/>
          <p:nvPr/>
        </p:nvSpPr>
        <p:spPr>
          <a:xfrm>
            <a:off x="4465467" y="5765159"/>
            <a:ext cx="6268367" cy="410180"/>
          </a:xfrm>
          <a:prstGeom prst="rect">
            <a:avLst/>
          </a:prstGeom>
          <a:noFill/>
          <a:ln>
            <a:noFill/>
          </a:ln>
        </p:spPr>
        <p:txBody>
          <a:bodyPr spcFirstLastPara="1" wrap="square" lIns="91410" tIns="91410" rIns="91410" bIns="91410" anchor="t" anchorCtr="0">
            <a:spAutoFit/>
          </a:bodyPr>
          <a:lstStyle/>
          <a:p>
            <a:r>
              <a:rPr lang="en" sz="1466">
                <a:latin typeface="Roboto"/>
                <a:ea typeface="Roboto"/>
                <a:cs typeface="Roboto"/>
                <a:sym typeface="Roboto"/>
              </a:rPr>
              <a:t>A certified QMS is the basis for compliance</a:t>
            </a:r>
            <a:endParaRPr sz="1466">
              <a:latin typeface="Roboto"/>
              <a:ea typeface="Roboto"/>
              <a:cs typeface="Roboto"/>
              <a:sym typeface="Roboto"/>
            </a:endParaRPr>
          </a:p>
        </p:txBody>
      </p:sp>
      <p:sp>
        <p:nvSpPr>
          <p:cNvPr id="12" name="Google Shape;508;p76">
            <a:extLst>
              <a:ext uri="{FF2B5EF4-FFF2-40B4-BE49-F238E27FC236}">
                <a16:creationId xmlns:a16="http://schemas.microsoft.com/office/drawing/2014/main" id="{0089C169-75FB-5675-30D5-0876B43D05F2}"/>
              </a:ext>
            </a:extLst>
          </p:cNvPr>
          <p:cNvSpPr/>
          <p:nvPr/>
        </p:nvSpPr>
        <p:spPr>
          <a:xfrm>
            <a:off x="1068554" y="1702167"/>
            <a:ext cx="3262350" cy="556183"/>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10" tIns="91410" rIns="91410" bIns="91410" anchor="ctr" anchorCtr="0">
            <a:noAutofit/>
          </a:bodyPr>
          <a:lstStyle/>
          <a:p>
            <a:pPr algn="ctr"/>
            <a:r>
              <a:rPr lang="en" sz="1466" dirty="0"/>
              <a:t>UN R157</a:t>
            </a:r>
            <a:endParaRPr sz="1466" dirty="0"/>
          </a:p>
          <a:p>
            <a:pPr algn="ctr"/>
            <a:r>
              <a:rPr lang="en" sz="1066" dirty="0"/>
              <a:t>(ALKS)</a:t>
            </a:r>
            <a:endParaRPr sz="1066" dirty="0"/>
          </a:p>
        </p:txBody>
      </p:sp>
      <p:sp>
        <p:nvSpPr>
          <p:cNvPr id="13" name="Google Shape;509;p76">
            <a:extLst>
              <a:ext uri="{FF2B5EF4-FFF2-40B4-BE49-F238E27FC236}">
                <a16:creationId xmlns:a16="http://schemas.microsoft.com/office/drawing/2014/main" id="{D77BB3AD-64CE-2B0D-E370-B546A5ABA12A}"/>
              </a:ext>
            </a:extLst>
          </p:cNvPr>
          <p:cNvSpPr/>
          <p:nvPr/>
        </p:nvSpPr>
        <p:spPr>
          <a:xfrm>
            <a:off x="2812820" y="3068468"/>
            <a:ext cx="1448823" cy="554024"/>
          </a:xfrm>
          <a:prstGeom prst="rect">
            <a:avLst/>
          </a:prstGeom>
          <a:solidFill>
            <a:schemeClr val="accent2"/>
          </a:solidFill>
          <a:ln w="9525" cap="flat" cmpd="sng">
            <a:solidFill>
              <a:schemeClr val="dk2"/>
            </a:solidFill>
            <a:prstDash val="solid"/>
            <a:round/>
            <a:headEnd type="none" w="sm" len="sm"/>
            <a:tailEnd type="none" w="sm" len="sm"/>
          </a:ln>
        </p:spPr>
        <p:txBody>
          <a:bodyPr spcFirstLastPara="1" wrap="square" lIns="91410" tIns="91410" rIns="91410" bIns="91410" anchor="ctr" anchorCtr="0">
            <a:noAutofit/>
          </a:bodyPr>
          <a:lstStyle/>
          <a:p>
            <a:pPr algn="ctr"/>
            <a:r>
              <a:rPr lang="en" sz="1466" dirty="0"/>
              <a:t>ISO 24089</a:t>
            </a:r>
            <a:endParaRPr sz="1466" dirty="0"/>
          </a:p>
          <a:p>
            <a:pPr algn="ctr"/>
            <a:r>
              <a:rPr lang="en" sz="1066" dirty="0"/>
              <a:t>(software update)</a:t>
            </a:r>
            <a:endParaRPr sz="1066" dirty="0"/>
          </a:p>
        </p:txBody>
      </p:sp>
      <p:sp>
        <p:nvSpPr>
          <p:cNvPr id="14" name="Google Shape;510;p76">
            <a:extLst>
              <a:ext uri="{FF2B5EF4-FFF2-40B4-BE49-F238E27FC236}">
                <a16:creationId xmlns:a16="http://schemas.microsoft.com/office/drawing/2014/main" id="{9BC6E7C8-41E1-9646-FD19-9DA4F920B995}"/>
              </a:ext>
            </a:extLst>
          </p:cNvPr>
          <p:cNvSpPr/>
          <p:nvPr/>
        </p:nvSpPr>
        <p:spPr>
          <a:xfrm>
            <a:off x="1082575" y="4585489"/>
            <a:ext cx="3262350" cy="516391"/>
          </a:xfrm>
          <a:prstGeom prst="rect">
            <a:avLst/>
          </a:prstGeom>
          <a:solidFill>
            <a:schemeClr val="accent2"/>
          </a:solidFill>
          <a:ln w="9525" cap="flat" cmpd="sng">
            <a:solidFill>
              <a:schemeClr val="dk2"/>
            </a:solidFill>
            <a:prstDash val="solid"/>
            <a:round/>
            <a:headEnd type="none" w="sm" len="sm"/>
            <a:tailEnd type="none" w="sm" len="sm"/>
          </a:ln>
        </p:spPr>
        <p:txBody>
          <a:bodyPr spcFirstLastPara="1" wrap="square" lIns="91410" tIns="91410" rIns="91410" bIns="91410" anchor="ctr" anchorCtr="0">
            <a:noAutofit/>
          </a:bodyPr>
          <a:lstStyle/>
          <a:p>
            <a:pPr algn="ctr"/>
            <a:r>
              <a:rPr lang="en" sz="1466" dirty="0"/>
              <a:t>ISO 12207</a:t>
            </a:r>
            <a:br>
              <a:rPr lang="en" sz="1466" dirty="0"/>
            </a:br>
            <a:r>
              <a:rPr lang="en" sz="1066" dirty="0"/>
              <a:t>(SDLC - software)</a:t>
            </a:r>
            <a:endParaRPr sz="1066" dirty="0"/>
          </a:p>
        </p:txBody>
      </p:sp>
      <p:sp>
        <p:nvSpPr>
          <p:cNvPr id="15" name="Google Shape;511;p76">
            <a:extLst>
              <a:ext uri="{FF2B5EF4-FFF2-40B4-BE49-F238E27FC236}">
                <a16:creationId xmlns:a16="http://schemas.microsoft.com/office/drawing/2014/main" id="{6ED75AE9-8FB1-BDF0-6D38-BC9E0A3590F2}"/>
              </a:ext>
            </a:extLst>
          </p:cNvPr>
          <p:cNvSpPr/>
          <p:nvPr/>
        </p:nvSpPr>
        <p:spPr>
          <a:xfrm>
            <a:off x="1079818" y="5191807"/>
            <a:ext cx="3262350" cy="516390"/>
          </a:xfrm>
          <a:prstGeom prst="rect">
            <a:avLst/>
          </a:prstGeom>
          <a:solidFill>
            <a:schemeClr val="accent2"/>
          </a:solidFill>
          <a:ln w="9525" cap="flat" cmpd="sng">
            <a:solidFill>
              <a:schemeClr val="dk2"/>
            </a:solidFill>
            <a:prstDash val="solid"/>
            <a:round/>
            <a:headEnd type="none" w="sm" len="sm"/>
            <a:tailEnd type="none" w="sm" len="sm"/>
          </a:ln>
        </p:spPr>
        <p:txBody>
          <a:bodyPr spcFirstLastPara="1" wrap="square" lIns="91410" tIns="91410" rIns="91410" bIns="91410" anchor="ctr" anchorCtr="0">
            <a:noAutofit/>
          </a:bodyPr>
          <a:lstStyle/>
          <a:p>
            <a:pPr algn="ctr"/>
            <a:r>
              <a:rPr lang="en" sz="1466" dirty="0"/>
              <a:t>ISO 15288</a:t>
            </a:r>
            <a:br>
              <a:rPr lang="en" sz="1466" dirty="0"/>
            </a:br>
            <a:r>
              <a:rPr lang="en" sz="1066" dirty="0"/>
              <a:t>(SDLC - system)</a:t>
            </a:r>
            <a:endParaRPr sz="1066" dirty="0"/>
          </a:p>
        </p:txBody>
      </p:sp>
      <p:sp>
        <p:nvSpPr>
          <p:cNvPr id="16" name="Google Shape;512;p76">
            <a:extLst>
              <a:ext uri="{FF2B5EF4-FFF2-40B4-BE49-F238E27FC236}">
                <a16:creationId xmlns:a16="http://schemas.microsoft.com/office/drawing/2014/main" id="{E5481644-FDD0-D0BD-19B5-04707C832DA1}"/>
              </a:ext>
            </a:extLst>
          </p:cNvPr>
          <p:cNvSpPr/>
          <p:nvPr/>
        </p:nvSpPr>
        <p:spPr>
          <a:xfrm>
            <a:off x="1076153" y="5803717"/>
            <a:ext cx="3262350" cy="513253"/>
          </a:xfrm>
          <a:prstGeom prst="rect">
            <a:avLst/>
          </a:prstGeom>
          <a:solidFill>
            <a:schemeClr val="accent2"/>
          </a:solidFill>
          <a:ln w="9525" cap="flat" cmpd="sng">
            <a:solidFill>
              <a:schemeClr val="dk2"/>
            </a:solidFill>
            <a:prstDash val="solid"/>
            <a:round/>
            <a:headEnd type="none" w="sm" len="sm"/>
            <a:tailEnd type="none" w="sm" len="sm"/>
          </a:ln>
        </p:spPr>
        <p:txBody>
          <a:bodyPr spcFirstLastPara="1" wrap="square" lIns="91410" tIns="91410" rIns="91410" bIns="91410" anchor="ctr" anchorCtr="0">
            <a:noAutofit/>
          </a:bodyPr>
          <a:lstStyle/>
          <a:p>
            <a:pPr algn="ctr"/>
            <a:r>
              <a:rPr lang="en" sz="1466" dirty="0"/>
              <a:t>ISO 9001 / IATF 16949</a:t>
            </a:r>
            <a:br>
              <a:rPr lang="en" sz="1466" dirty="0"/>
            </a:br>
            <a:r>
              <a:rPr lang="en" sz="1066" dirty="0"/>
              <a:t>(QMS)</a:t>
            </a:r>
            <a:endParaRPr sz="1066" dirty="0"/>
          </a:p>
        </p:txBody>
      </p:sp>
      <p:sp>
        <p:nvSpPr>
          <p:cNvPr id="17" name="Google Shape;513;p76">
            <a:extLst>
              <a:ext uri="{FF2B5EF4-FFF2-40B4-BE49-F238E27FC236}">
                <a16:creationId xmlns:a16="http://schemas.microsoft.com/office/drawing/2014/main" id="{95C2C9E3-F177-7100-C7FA-CB5167AA771E}"/>
              </a:ext>
            </a:extLst>
          </p:cNvPr>
          <p:cNvSpPr txBox="1"/>
          <p:nvPr/>
        </p:nvSpPr>
        <p:spPr>
          <a:xfrm>
            <a:off x="4465464" y="4946229"/>
            <a:ext cx="6268367" cy="410180"/>
          </a:xfrm>
          <a:prstGeom prst="rect">
            <a:avLst/>
          </a:prstGeom>
          <a:noFill/>
          <a:ln>
            <a:noFill/>
          </a:ln>
        </p:spPr>
        <p:txBody>
          <a:bodyPr spcFirstLastPara="1" wrap="square" lIns="91410" tIns="91410" rIns="91410" bIns="91410" anchor="t" anchorCtr="0">
            <a:spAutoFit/>
          </a:bodyPr>
          <a:lstStyle/>
          <a:p>
            <a:r>
              <a:rPr lang="en" sz="1466" dirty="0">
                <a:latin typeface="Roboto"/>
                <a:ea typeface="Roboto"/>
                <a:cs typeface="Roboto"/>
                <a:sym typeface="Roboto"/>
              </a:rPr>
              <a:t>System and software development lifecycles</a:t>
            </a:r>
            <a:endParaRPr sz="1466" dirty="0">
              <a:latin typeface="Roboto"/>
              <a:ea typeface="Roboto"/>
              <a:cs typeface="Roboto"/>
              <a:sym typeface="Roboto"/>
            </a:endParaRPr>
          </a:p>
        </p:txBody>
      </p:sp>
      <p:cxnSp>
        <p:nvCxnSpPr>
          <p:cNvPr id="18" name="Google Shape;514;p76">
            <a:extLst>
              <a:ext uri="{FF2B5EF4-FFF2-40B4-BE49-F238E27FC236}">
                <a16:creationId xmlns:a16="http://schemas.microsoft.com/office/drawing/2014/main" id="{C655A4A3-8C20-0D02-98B0-AA17442E2DB4}"/>
              </a:ext>
            </a:extLst>
          </p:cNvPr>
          <p:cNvCxnSpPr>
            <a:cxnSpLocks/>
          </p:cNvCxnSpPr>
          <p:nvPr/>
        </p:nvCxnSpPr>
        <p:spPr>
          <a:xfrm>
            <a:off x="4457933" y="4594441"/>
            <a:ext cx="0" cy="1113756"/>
          </a:xfrm>
          <a:prstGeom prst="straightConnector1">
            <a:avLst/>
          </a:prstGeom>
          <a:noFill/>
          <a:ln w="19050" cap="flat" cmpd="sng">
            <a:solidFill>
              <a:schemeClr val="dk2"/>
            </a:solidFill>
            <a:prstDash val="solid"/>
            <a:round/>
            <a:headEnd type="none" w="med" len="med"/>
            <a:tailEnd type="none" w="med" len="med"/>
          </a:ln>
        </p:spPr>
      </p:cxnSp>
      <p:sp>
        <p:nvSpPr>
          <p:cNvPr id="19" name="Google Shape;515;p76">
            <a:extLst>
              <a:ext uri="{FF2B5EF4-FFF2-40B4-BE49-F238E27FC236}">
                <a16:creationId xmlns:a16="http://schemas.microsoft.com/office/drawing/2014/main" id="{468948FC-D2F1-6227-7A73-EAC963AFBFD7}"/>
              </a:ext>
            </a:extLst>
          </p:cNvPr>
          <p:cNvSpPr txBox="1"/>
          <p:nvPr/>
        </p:nvSpPr>
        <p:spPr>
          <a:xfrm>
            <a:off x="4465470" y="1147472"/>
            <a:ext cx="6268367" cy="410180"/>
          </a:xfrm>
          <a:prstGeom prst="rect">
            <a:avLst/>
          </a:prstGeom>
          <a:noFill/>
          <a:ln>
            <a:noFill/>
          </a:ln>
        </p:spPr>
        <p:txBody>
          <a:bodyPr spcFirstLastPara="1" wrap="square" lIns="91410" tIns="91410" rIns="91410" bIns="91410" anchor="t" anchorCtr="0">
            <a:spAutoFit/>
          </a:bodyPr>
          <a:lstStyle/>
          <a:p>
            <a:r>
              <a:rPr lang="en" sz="1466">
                <a:latin typeface="Roboto"/>
                <a:ea typeface="Roboto"/>
                <a:cs typeface="Roboto"/>
                <a:sym typeface="Roboto"/>
              </a:rPr>
              <a:t>Automated Driving Systems will require conformance to R155 and R156</a:t>
            </a:r>
            <a:endParaRPr sz="1466">
              <a:latin typeface="Roboto"/>
              <a:ea typeface="Roboto"/>
              <a:cs typeface="Roboto"/>
              <a:sym typeface="Roboto"/>
            </a:endParaRPr>
          </a:p>
        </p:txBody>
      </p:sp>
      <p:sp>
        <p:nvSpPr>
          <p:cNvPr id="20" name="Google Shape;516;p76">
            <a:extLst>
              <a:ext uri="{FF2B5EF4-FFF2-40B4-BE49-F238E27FC236}">
                <a16:creationId xmlns:a16="http://schemas.microsoft.com/office/drawing/2014/main" id="{0DCAE06C-ACD6-3159-78AC-2F67CFDE7471}"/>
              </a:ext>
            </a:extLst>
          </p:cNvPr>
          <p:cNvSpPr/>
          <p:nvPr/>
        </p:nvSpPr>
        <p:spPr>
          <a:xfrm>
            <a:off x="1076153" y="1044399"/>
            <a:ext cx="3262350" cy="556183"/>
          </a:xfrm>
          <a:prstGeom prst="rect">
            <a:avLst/>
          </a:prstGeom>
          <a:gradFill>
            <a:gsLst>
              <a:gs pos="0">
                <a:srgbClr val="FFFFFF"/>
              </a:gs>
              <a:gs pos="100000">
                <a:srgbClr val="D9D9D9"/>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10" tIns="91410" rIns="91410" bIns="91410" anchor="ctr" anchorCtr="0">
            <a:noAutofit/>
          </a:bodyPr>
          <a:lstStyle/>
          <a:p>
            <a:pPr algn="ctr"/>
            <a:r>
              <a:rPr lang="en" sz="1466"/>
              <a:t>EU </a:t>
            </a:r>
            <a:r>
              <a:rPr lang="en" sz="1466" dirty="0"/>
              <a:t>Ares Proposal</a:t>
            </a:r>
            <a:endParaRPr sz="1466" dirty="0"/>
          </a:p>
          <a:p>
            <a:pPr algn="ctr"/>
            <a:r>
              <a:rPr lang="en" sz="1066" dirty="0"/>
              <a:t>(ADS)</a:t>
            </a:r>
            <a:endParaRPr sz="1066" dirty="0"/>
          </a:p>
        </p:txBody>
      </p:sp>
      <p:grpSp>
        <p:nvGrpSpPr>
          <p:cNvPr id="23" name="Group 22">
            <a:extLst>
              <a:ext uri="{FF2B5EF4-FFF2-40B4-BE49-F238E27FC236}">
                <a16:creationId xmlns:a16="http://schemas.microsoft.com/office/drawing/2014/main" id="{556D1BF1-65D4-672D-80C8-C149E50F1A14}"/>
              </a:ext>
            </a:extLst>
          </p:cNvPr>
          <p:cNvGrpSpPr/>
          <p:nvPr/>
        </p:nvGrpSpPr>
        <p:grpSpPr>
          <a:xfrm>
            <a:off x="1338555" y="6430265"/>
            <a:ext cx="2722218" cy="274273"/>
            <a:chOff x="1315819" y="6365066"/>
            <a:chExt cx="2722218" cy="274273"/>
          </a:xfrm>
        </p:grpSpPr>
        <p:sp>
          <p:nvSpPr>
            <p:cNvPr id="2" name="Google Shape;499;p76">
              <a:extLst>
                <a:ext uri="{FF2B5EF4-FFF2-40B4-BE49-F238E27FC236}">
                  <a16:creationId xmlns:a16="http://schemas.microsoft.com/office/drawing/2014/main" id="{A28742A9-F38B-C21F-CBED-879420D29F05}"/>
                </a:ext>
              </a:extLst>
            </p:cNvPr>
            <p:cNvSpPr/>
            <p:nvPr/>
          </p:nvSpPr>
          <p:spPr>
            <a:xfrm>
              <a:off x="1315819" y="6365066"/>
              <a:ext cx="907364" cy="274273"/>
            </a:xfrm>
            <a:prstGeom prst="rect">
              <a:avLst/>
            </a:prstGeom>
            <a:solidFill>
              <a:schemeClr val="accent2"/>
            </a:solidFill>
            <a:ln w="9525" cap="flat" cmpd="sng">
              <a:solidFill>
                <a:schemeClr val="dk2"/>
              </a:solidFill>
              <a:prstDash val="solid"/>
              <a:round/>
              <a:headEnd type="none" w="sm" len="sm"/>
              <a:tailEnd type="none" w="sm" len="sm"/>
            </a:ln>
          </p:spPr>
          <p:txBody>
            <a:bodyPr spcFirstLastPara="1" wrap="square" lIns="91410" tIns="91410" rIns="91410" bIns="91410" anchor="ctr" anchorCtr="0">
              <a:noAutofit/>
            </a:bodyPr>
            <a:lstStyle/>
            <a:p>
              <a:pPr algn="ctr"/>
              <a:r>
                <a:rPr lang="en" sz="1066" dirty="0"/>
                <a:t>Standard</a:t>
              </a:r>
              <a:endParaRPr sz="1066" dirty="0"/>
            </a:p>
          </p:txBody>
        </p:sp>
        <p:sp>
          <p:nvSpPr>
            <p:cNvPr id="11" name="Google Shape;507;p76">
              <a:extLst>
                <a:ext uri="{FF2B5EF4-FFF2-40B4-BE49-F238E27FC236}">
                  <a16:creationId xmlns:a16="http://schemas.microsoft.com/office/drawing/2014/main" id="{25A1CFB5-B69B-537C-2C88-A4F82C833595}"/>
                </a:ext>
              </a:extLst>
            </p:cNvPr>
            <p:cNvSpPr/>
            <p:nvPr/>
          </p:nvSpPr>
          <p:spPr>
            <a:xfrm>
              <a:off x="2223311" y="6365066"/>
              <a:ext cx="907364" cy="274273"/>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10" tIns="91410" rIns="91410" bIns="91410" anchor="ctr" anchorCtr="0">
              <a:noAutofit/>
            </a:bodyPr>
            <a:lstStyle/>
            <a:p>
              <a:pPr algn="ctr"/>
              <a:r>
                <a:rPr lang="en" sz="1066" dirty="0"/>
                <a:t>Regulation</a:t>
              </a:r>
              <a:endParaRPr sz="1066" dirty="0"/>
            </a:p>
          </p:txBody>
        </p:sp>
        <p:sp>
          <p:nvSpPr>
            <p:cNvPr id="3" name="Google Shape;516;p76">
              <a:extLst>
                <a:ext uri="{FF2B5EF4-FFF2-40B4-BE49-F238E27FC236}">
                  <a16:creationId xmlns:a16="http://schemas.microsoft.com/office/drawing/2014/main" id="{4B3B92FC-9159-337F-B3FE-C305BC33538A}"/>
                </a:ext>
              </a:extLst>
            </p:cNvPr>
            <p:cNvSpPr/>
            <p:nvPr/>
          </p:nvSpPr>
          <p:spPr>
            <a:xfrm>
              <a:off x="3130675" y="6365066"/>
              <a:ext cx="907362" cy="272840"/>
            </a:xfrm>
            <a:prstGeom prst="rect">
              <a:avLst/>
            </a:prstGeom>
            <a:gradFill>
              <a:gsLst>
                <a:gs pos="0">
                  <a:srgbClr val="FFFFFF"/>
                </a:gs>
                <a:gs pos="100000">
                  <a:srgbClr val="D9D9D9"/>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10" tIns="91410" rIns="91410" bIns="91410" anchor="ctr" anchorCtr="0">
              <a:noAutofit/>
            </a:bodyPr>
            <a:lstStyle/>
            <a:p>
              <a:pPr algn="ctr"/>
              <a:r>
                <a:rPr lang="en" sz="1066" dirty="0"/>
                <a:t>Future</a:t>
              </a:r>
              <a:endParaRPr sz="1066" dirty="0"/>
            </a:p>
          </p:txBody>
        </p:sp>
      </p:grpSp>
      <p:cxnSp>
        <p:nvCxnSpPr>
          <p:cNvPr id="25" name="Straight Connector 24">
            <a:extLst>
              <a:ext uri="{FF2B5EF4-FFF2-40B4-BE49-F238E27FC236}">
                <a16:creationId xmlns:a16="http://schemas.microsoft.com/office/drawing/2014/main" id="{6274C29A-BB01-CBFE-7B35-5D3D26AA7444}"/>
              </a:ext>
            </a:extLst>
          </p:cNvPr>
          <p:cNvCxnSpPr/>
          <p:nvPr/>
        </p:nvCxnSpPr>
        <p:spPr>
          <a:xfrm>
            <a:off x="1076153" y="4486905"/>
            <a:ext cx="3262350" cy="0"/>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46C3127-5F29-12F9-7DE2-E8841E6C388A}"/>
              </a:ext>
            </a:extLst>
          </p:cNvPr>
          <p:cNvCxnSpPr>
            <a:cxnSpLocks/>
          </p:cNvCxnSpPr>
          <p:nvPr/>
        </p:nvCxnSpPr>
        <p:spPr>
          <a:xfrm>
            <a:off x="2676990" y="3808455"/>
            <a:ext cx="1661513" cy="0"/>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BB07AA7-C44D-71A4-73E2-605D470C67ED}"/>
              </a:ext>
            </a:extLst>
          </p:cNvPr>
          <p:cNvCxnSpPr>
            <a:cxnSpLocks/>
          </p:cNvCxnSpPr>
          <p:nvPr/>
        </p:nvCxnSpPr>
        <p:spPr>
          <a:xfrm flipV="1">
            <a:off x="4338503" y="3808455"/>
            <a:ext cx="0" cy="678450"/>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464283E-E3DC-E7B2-CD48-4595172AFC35}"/>
              </a:ext>
            </a:extLst>
          </p:cNvPr>
          <p:cNvCxnSpPr>
            <a:cxnSpLocks/>
          </p:cNvCxnSpPr>
          <p:nvPr/>
        </p:nvCxnSpPr>
        <p:spPr>
          <a:xfrm>
            <a:off x="1079739" y="3152293"/>
            <a:ext cx="1597251" cy="0"/>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D27C061-382D-168D-48C6-442D09AE5C72}"/>
              </a:ext>
            </a:extLst>
          </p:cNvPr>
          <p:cNvCxnSpPr>
            <a:cxnSpLocks/>
          </p:cNvCxnSpPr>
          <p:nvPr/>
        </p:nvCxnSpPr>
        <p:spPr>
          <a:xfrm flipV="1">
            <a:off x="2676990" y="3152293"/>
            <a:ext cx="0" cy="656162"/>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1BECDB9-B712-78B2-C239-C549FF31178A}"/>
              </a:ext>
            </a:extLst>
          </p:cNvPr>
          <p:cNvCxnSpPr>
            <a:cxnSpLocks/>
          </p:cNvCxnSpPr>
          <p:nvPr/>
        </p:nvCxnSpPr>
        <p:spPr>
          <a:xfrm flipV="1">
            <a:off x="1076153" y="3152293"/>
            <a:ext cx="0" cy="1334612"/>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20E0741-01DF-0994-356C-196EB58BF6D8}"/>
              </a:ext>
            </a:extLst>
          </p:cNvPr>
          <p:cNvCxnSpPr/>
          <p:nvPr/>
        </p:nvCxnSpPr>
        <p:spPr>
          <a:xfrm>
            <a:off x="1076153" y="2334070"/>
            <a:ext cx="3262350" cy="0"/>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F05709B-D38C-AEB2-B7C7-A00154A0AEDA}"/>
              </a:ext>
            </a:extLst>
          </p:cNvPr>
          <p:cNvCxnSpPr>
            <a:cxnSpLocks/>
          </p:cNvCxnSpPr>
          <p:nvPr/>
        </p:nvCxnSpPr>
        <p:spPr>
          <a:xfrm>
            <a:off x="2741252" y="3725067"/>
            <a:ext cx="1597251" cy="0"/>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95D5D2C-8368-3EFB-47D8-5C9988166628}"/>
              </a:ext>
            </a:extLst>
          </p:cNvPr>
          <p:cNvCxnSpPr>
            <a:cxnSpLocks/>
          </p:cNvCxnSpPr>
          <p:nvPr/>
        </p:nvCxnSpPr>
        <p:spPr>
          <a:xfrm flipV="1">
            <a:off x="4344925" y="2334131"/>
            <a:ext cx="0" cy="1390936"/>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6102DEF-829B-C576-0EF3-E1CC95879DDE}"/>
              </a:ext>
            </a:extLst>
          </p:cNvPr>
          <p:cNvCxnSpPr>
            <a:cxnSpLocks/>
          </p:cNvCxnSpPr>
          <p:nvPr/>
        </p:nvCxnSpPr>
        <p:spPr>
          <a:xfrm>
            <a:off x="1079739" y="3071697"/>
            <a:ext cx="1661513" cy="0"/>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5558867-91DB-9FDD-FD82-0260CE022E85}"/>
              </a:ext>
            </a:extLst>
          </p:cNvPr>
          <p:cNvCxnSpPr>
            <a:cxnSpLocks/>
          </p:cNvCxnSpPr>
          <p:nvPr/>
        </p:nvCxnSpPr>
        <p:spPr>
          <a:xfrm flipV="1">
            <a:off x="2741252" y="3071697"/>
            <a:ext cx="0" cy="653370"/>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75A169D-0C53-08D5-F94D-3B239DC150DC}"/>
              </a:ext>
            </a:extLst>
          </p:cNvPr>
          <p:cNvCxnSpPr>
            <a:cxnSpLocks/>
          </p:cNvCxnSpPr>
          <p:nvPr/>
        </p:nvCxnSpPr>
        <p:spPr>
          <a:xfrm flipV="1">
            <a:off x="1076153" y="2334070"/>
            <a:ext cx="0" cy="737627"/>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1163" name="Google Shape;503;p76">
            <a:extLst>
              <a:ext uri="{FF2B5EF4-FFF2-40B4-BE49-F238E27FC236}">
                <a16:creationId xmlns:a16="http://schemas.microsoft.com/office/drawing/2014/main" id="{DCD9394E-5108-9C62-5E98-D7ECA40B25A5}"/>
              </a:ext>
            </a:extLst>
          </p:cNvPr>
          <p:cNvSpPr txBox="1"/>
          <p:nvPr/>
        </p:nvSpPr>
        <p:spPr>
          <a:xfrm>
            <a:off x="4479513" y="3275284"/>
            <a:ext cx="6268367" cy="410180"/>
          </a:xfrm>
          <a:prstGeom prst="rect">
            <a:avLst/>
          </a:prstGeom>
          <a:noFill/>
          <a:ln>
            <a:noFill/>
          </a:ln>
        </p:spPr>
        <p:txBody>
          <a:bodyPr spcFirstLastPara="1" wrap="square" lIns="91410" tIns="91410" rIns="91410" bIns="91410" anchor="t" anchorCtr="0">
            <a:spAutoFit/>
          </a:bodyPr>
          <a:lstStyle/>
          <a:p>
            <a:r>
              <a:rPr lang="en" sz="1466" dirty="0">
                <a:latin typeface="Roboto"/>
                <a:ea typeface="Roboto"/>
                <a:cs typeface="Roboto"/>
                <a:sym typeface="Roboto"/>
              </a:rPr>
              <a:t>Cybersecurity Management Systems aligned with 21434</a:t>
            </a:r>
            <a:endParaRPr sz="1466" dirty="0">
              <a:latin typeface="Roboto"/>
              <a:ea typeface="Roboto"/>
              <a:cs typeface="Roboto"/>
              <a:sym typeface="Roboto"/>
            </a:endParaRPr>
          </a:p>
        </p:txBody>
      </p:sp>
    </p:spTree>
    <p:extLst>
      <p:ext uri="{BB962C8B-B14F-4D97-AF65-F5344CB8AC3E}">
        <p14:creationId xmlns:p14="http://schemas.microsoft.com/office/powerpoint/2010/main" val="50714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7">
          <a:extLst>
            <a:ext uri="{FF2B5EF4-FFF2-40B4-BE49-F238E27FC236}">
              <a16:creationId xmlns:a16="http://schemas.microsoft.com/office/drawing/2014/main" id="{205C5F18-51C2-57C4-4191-2092AECBBD6A}"/>
            </a:ext>
          </a:extLst>
        </p:cNvPr>
        <p:cNvGrpSpPr/>
        <p:nvPr/>
      </p:nvGrpSpPr>
      <p:grpSpPr>
        <a:xfrm>
          <a:off x="0" y="0"/>
          <a:ext cx="0" cy="0"/>
          <a:chOff x="0" y="0"/>
          <a:chExt cx="0" cy="0"/>
        </a:xfrm>
      </p:grpSpPr>
      <p:sp>
        <p:nvSpPr>
          <p:cNvPr id="878" name="Google Shape;878;p147">
            <a:extLst>
              <a:ext uri="{FF2B5EF4-FFF2-40B4-BE49-F238E27FC236}">
                <a16:creationId xmlns:a16="http://schemas.microsoft.com/office/drawing/2014/main" id="{F8A5E6CB-C49F-C6A1-AF79-18DA61801DDF}"/>
              </a:ext>
            </a:extLst>
          </p:cNvPr>
          <p:cNvSpPr txBox="1">
            <a:spLocks noGrp="1"/>
          </p:cNvSpPr>
          <p:nvPr>
            <p:ph type="title"/>
          </p:nvPr>
        </p:nvSpPr>
        <p:spPr>
          <a:xfrm>
            <a:off x="455617" y="460683"/>
            <a:ext cx="8915400"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Lifecycle Basics</a:t>
            </a:r>
            <a:endParaRPr dirty="0"/>
          </a:p>
        </p:txBody>
      </p:sp>
      <p:grpSp>
        <p:nvGrpSpPr>
          <p:cNvPr id="15" name="Group 14">
            <a:extLst>
              <a:ext uri="{FF2B5EF4-FFF2-40B4-BE49-F238E27FC236}">
                <a16:creationId xmlns:a16="http://schemas.microsoft.com/office/drawing/2014/main" id="{40630B17-7904-1E7A-FF95-49AC7434BA67}"/>
              </a:ext>
            </a:extLst>
          </p:cNvPr>
          <p:cNvGrpSpPr/>
          <p:nvPr/>
        </p:nvGrpSpPr>
        <p:grpSpPr>
          <a:xfrm>
            <a:off x="4913317" y="1961305"/>
            <a:ext cx="5062344" cy="2935699"/>
            <a:chOff x="4913317" y="1961305"/>
            <a:chExt cx="5062344" cy="2935699"/>
          </a:xfrm>
        </p:grpSpPr>
        <p:sp>
          <p:nvSpPr>
            <p:cNvPr id="4" name="Rounded Rectangle 3">
              <a:extLst>
                <a:ext uri="{FF2B5EF4-FFF2-40B4-BE49-F238E27FC236}">
                  <a16:creationId xmlns:a16="http://schemas.microsoft.com/office/drawing/2014/main" id="{9AD13A35-6BBB-B881-6F60-E16D1F710106}"/>
                </a:ext>
              </a:extLst>
            </p:cNvPr>
            <p:cNvSpPr/>
            <p:nvPr/>
          </p:nvSpPr>
          <p:spPr>
            <a:xfrm>
              <a:off x="4913317" y="1961305"/>
              <a:ext cx="1979852" cy="536020"/>
            </a:xfrm>
            <a:prstGeom prst="roundRect">
              <a:avLst/>
            </a:prstGeom>
            <a:solidFill>
              <a:srgbClr val="FFE6CC"/>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ysClr val="windowText" lastClr="000000"/>
                  </a:solidFill>
                  <a:effectLst/>
                  <a:uLnTx/>
                  <a:uFillTx/>
                  <a:latin typeface="Arial"/>
                  <a:ea typeface="+mn-ea"/>
                  <a:cs typeface="+mn-cs"/>
                  <a:sym typeface="Arial"/>
                </a:rPr>
                <a:t>Policy</a:t>
              </a:r>
            </a:p>
          </p:txBody>
        </p:sp>
        <p:sp>
          <p:nvSpPr>
            <p:cNvPr id="10" name="Rounded Rectangle 9">
              <a:extLst>
                <a:ext uri="{FF2B5EF4-FFF2-40B4-BE49-F238E27FC236}">
                  <a16:creationId xmlns:a16="http://schemas.microsoft.com/office/drawing/2014/main" id="{0C647E46-EF1C-2D69-977F-4583E22EA8E2}"/>
                </a:ext>
              </a:extLst>
            </p:cNvPr>
            <p:cNvSpPr/>
            <p:nvPr/>
          </p:nvSpPr>
          <p:spPr>
            <a:xfrm>
              <a:off x="4913317" y="3155903"/>
              <a:ext cx="1979852" cy="536020"/>
            </a:xfrm>
            <a:prstGeom prst="roundRect">
              <a:avLst/>
            </a:prstGeom>
            <a:solidFill>
              <a:srgbClr val="FFB366"/>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ysClr val="windowText" lastClr="000000"/>
                  </a:solidFill>
                  <a:effectLst/>
                  <a:uLnTx/>
                  <a:uFillTx/>
                  <a:latin typeface="Arial"/>
                  <a:ea typeface="+mn-ea"/>
                  <a:cs typeface="+mn-cs"/>
                  <a:sym typeface="Arial"/>
                </a:rPr>
                <a:t>Process</a:t>
              </a:r>
            </a:p>
          </p:txBody>
        </p:sp>
        <p:sp>
          <p:nvSpPr>
            <p:cNvPr id="11" name="Rounded Rectangle 10">
              <a:extLst>
                <a:ext uri="{FF2B5EF4-FFF2-40B4-BE49-F238E27FC236}">
                  <a16:creationId xmlns:a16="http://schemas.microsoft.com/office/drawing/2014/main" id="{4FD84C5B-ED98-7880-7D09-281D7648ED0E}"/>
                </a:ext>
              </a:extLst>
            </p:cNvPr>
            <p:cNvSpPr/>
            <p:nvPr/>
          </p:nvSpPr>
          <p:spPr>
            <a:xfrm>
              <a:off x="4913317" y="4360984"/>
              <a:ext cx="1979852" cy="536020"/>
            </a:xfrm>
            <a:prstGeom prst="roundRect">
              <a:avLst/>
            </a:prstGeom>
            <a:solidFill>
              <a:srgbClr val="CC6600"/>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ysClr val="windowText" lastClr="000000"/>
                  </a:solidFill>
                  <a:effectLst/>
                  <a:uLnTx/>
                  <a:uFillTx/>
                  <a:latin typeface="Arial"/>
                  <a:ea typeface="+mn-ea"/>
                  <a:cs typeface="+mn-cs"/>
                  <a:sym typeface="Arial"/>
                </a:rPr>
                <a:t>Procedure</a:t>
              </a:r>
            </a:p>
          </p:txBody>
        </p:sp>
        <p:sp>
          <p:nvSpPr>
            <p:cNvPr id="5" name="TextBox 4">
              <a:extLst>
                <a:ext uri="{FF2B5EF4-FFF2-40B4-BE49-F238E27FC236}">
                  <a16:creationId xmlns:a16="http://schemas.microsoft.com/office/drawing/2014/main" id="{248B9419-44AA-BD39-668A-0AB305AD0587}"/>
                </a:ext>
              </a:extLst>
            </p:cNvPr>
            <p:cNvSpPr txBox="1"/>
            <p:nvPr/>
          </p:nvSpPr>
          <p:spPr>
            <a:xfrm>
              <a:off x="7125201" y="2031023"/>
              <a:ext cx="80021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5B48F6">
                      <a:lumMod val="75000"/>
                    </a:srgbClr>
                  </a:solidFill>
                  <a:effectLst/>
                  <a:uLnTx/>
                  <a:uFillTx/>
                  <a:latin typeface="Arial"/>
                  <a:cs typeface="Arial"/>
                  <a:sym typeface="Arial"/>
                </a:rPr>
                <a:t>Why</a:t>
              </a:r>
            </a:p>
          </p:txBody>
        </p:sp>
        <p:sp>
          <p:nvSpPr>
            <p:cNvPr id="13" name="TextBox 12">
              <a:extLst>
                <a:ext uri="{FF2B5EF4-FFF2-40B4-BE49-F238E27FC236}">
                  <a16:creationId xmlns:a16="http://schemas.microsoft.com/office/drawing/2014/main" id="{6D0588A6-071B-E075-4263-D8421A7BE1C2}"/>
                </a:ext>
              </a:extLst>
            </p:cNvPr>
            <p:cNvSpPr txBox="1"/>
            <p:nvPr/>
          </p:nvSpPr>
          <p:spPr>
            <a:xfrm>
              <a:off x="7125201" y="4398161"/>
              <a:ext cx="80182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5B48F6">
                      <a:lumMod val="75000"/>
                    </a:srgbClr>
                  </a:solidFill>
                  <a:effectLst/>
                  <a:uLnTx/>
                  <a:uFillTx/>
                  <a:latin typeface="Arial"/>
                  <a:cs typeface="Arial"/>
                  <a:sym typeface="Arial"/>
                </a:rPr>
                <a:t>How</a:t>
              </a:r>
            </a:p>
          </p:txBody>
        </p:sp>
        <p:sp>
          <p:nvSpPr>
            <p:cNvPr id="14" name="TextBox 13">
              <a:extLst>
                <a:ext uri="{FF2B5EF4-FFF2-40B4-BE49-F238E27FC236}">
                  <a16:creationId xmlns:a16="http://schemas.microsoft.com/office/drawing/2014/main" id="{84F7D6D6-662B-8D65-82CF-9510F58C557E}"/>
                </a:ext>
              </a:extLst>
            </p:cNvPr>
            <p:cNvSpPr txBox="1"/>
            <p:nvPr/>
          </p:nvSpPr>
          <p:spPr>
            <a:xfrm>
              <a:off x="7125201" y="3193080"/>
              <a:ext cx="285046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5B48F6">
                      <a:lumMod val="75000"/>
                    </a:srgbClr>
                  </a:solidFill>
                  <a:effectLst/>
                  <a:uLnTx/>
                  <a:uFillTx/>
                  <a:latin typeface="Arial"/>
                  <a:cs typeface="Arial"/>
                  <a:sym typeface="Arial"/>
                </a:rPr>
                <a:t>What / Who / When</a:t>
              </a:r>
            </a:p>
          </p:txBody>
        </p:sp>
        <p:cxnSp>
          <p:nvCxnSpPr>
            <p:cNvPr id="8" name="Straight Arrow Connector 7">
              <a:extLst>
                <a:ext uri="{FF2B5EF4-FFF2-40B4-BE49-F238E27FC236}">
                  <a16:creationId xmlns:a16="http://schemas.microsoft.com/office/drawing/2014/main" id="{3D6F7BF1-2C9F-F151-3551-A7C4BEA343B6}"/>
                </a:ext>
              </a:extLst>
            </p:cNvPr>
            <p:cNvCxnSpPr>
              <a:stCxn id="10" idx="0"/>
              <a:endCxn id="4" idx="2"/>
            </p:cNvCxnSpPr>
            <p:nvPr/>
          </p:nvCxnSpPr>
          <p:spPr>
            <a:xfrm flipV="1">
              <a:off x="5903243" y="2497325"/>
              <a:ext cx="0" cy="658578"/>
            </a:xfrm>
            <a:prstGeom prst="straightConnector1">
              <a:avLst/>
            </a:prstGeom>
            <a:ln w="50800">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4E23F82-6D11-8B75-36DA-A34246159AEF}"/>
                </a:ext>
              </a:extLst>
            </p:cNvPr>
            <p:cNvCxnSpPr>
              <a:cxnSpLocks/>
              <a:stCxn id="11" idx="0"/>
              <a:endCxn id="10" idx="2"/>
            </p:cNvCxnSpPr>
            <p:nvPr/>
          </p:nvCxnSpPr>
          <p:spPr>
            <a:xfrm flipV="1">
              <a:off x="5903243" y="3691923"/>
              <a:ext cx="0" cy="669061"/>
            </a:xfrm>
            <a:prstGeom prst="straightConnector1">
              <a:avLst/>
            </a:prstGeom>
            <a:ln w="50800">
              <a:solidFill>
                <a:schemeClr val="tx1"/>
              </a:solidFill>
              <a:tailEnd type="triangle"/>
            </a:ln>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83426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7">
          <a:extLst>
            <a:ext uri="{FF2B5EF4-FFF2-40B4-BE49-F238E27FC236}">
              <a16:creationId xmlns:a16="http://schemas.microsoft.com/office/drawing/2014/main" id="{64B9FA57-91A8-DB33-A19A-92A9181B78CB}"/>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6F53492F-70DA-3863-828A-2B6B56806339}"/>
              </a:ext>
            </a:extLst>
          </p:cNvPr>
          <p:cNvSpPr/>
          <p:nvPr/>
        </p:nvSpPr>
        <p:spPr>
          <a:xfrm>
            <a:off x="4695092" y="2919046"/>
            <a:ext cx="5372100" cy="1046286"/>
          </a:xfrm>
          <a:prstGeom prst="roundRect">
            <a:avLst/>
          </a:prstGeom>
          <a:solidFill>
            <a:schemeClr val="bg1">
              <a:lumMod val="9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78" name="Google Shape;878;p147">
            <a:extLst>
              <a:ext uri="{FF2B5EF4-FFF2-40B4-BE49-F238E27FC236}">
                <a16:creationId xmlns:a16="http://schemas.microsoft.com/office/drawing/2014/main" id="{C3BD2E87-D4BC-1DDF-CE33-3415B2755B31}"/>
              </a:ext>
            </a:extLst>
          </p:cNvPr>
          <p:cNvSpPr txBox="1">
            <a:spLocks noGrp="1"/>
          </p:cNvSpPr>
          <p:nvPr>
            <p:ph type="title"/>
          </p:nvPr>
        </p:nvSpPr>
        <p:spPr>
          <a:xfrm>
            <a:off x="455617" y="460683"/>
            <a:ext cx="8915400"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Lifecycle Basics</a:t>
            </a:r>
            <a:endParaRPr dirty="0"/>
          </a:p>
        </p:txBody>
      </p:sp>
      <p:grpSp>
        <p:nvGrpSpPr>
          <p:cNvPr id="15" name="Group 14">
            <a:extLst>
              <a:ext uri="{FF2B5EF4-FFF2-40B4-BE49-F238E27FC236}">
                <a16:creationId xmlns:a16="http://schemas.microsoft.com/office/drawing/2014/main" id="{60C5CB32-8020-4374-59AA-9A44A14FA123}"/>
              </a:ext>
            </a:extLst>
          </p:cNvPr>
          <p:cNvGrpSpPr/>
          <p:nvPr/>
        </p:nvGrpSpPr>
        <p:grpSpPr>
          <a:xfrm>
            <a:off x="4913317" y="1961305"/>
            <a:ext cx="5062344" cy="2935699"/>
            <a:chOff x="4913317" y="1961305"/>
            <a:chExt cx="5062344" cy="2935699"/>
          </a:xfrm>
        </p:grpSpPr>
        <p:sp>
          <p:nvSpPr>
            <p:cNvPr id="4" name="Rounded Rectangle 3">
              <a:extLst>
                <a:ext uri="{FF2B5EF4-FFF2-40B4-BE49-F238E27FC236}">
                  <a16:creationId xmlns:a16="http://schemas.microsoft.com/office/drawing/2014/main" id="{641CB4A6-1D9E-66A7-310C-8FAD1EB0D945}"/>
                </a:ext>
              </a:extLst>
            </p:cNvPr>
            <p:cNvSpPr/>
            <p:nvPr/>
          </p:nvSpPr>
          <p:spPr>
            <a:xfrm>
              <a:off x="4913317" y="1961305"/>
              <a:ext cx="1979852" cy="536020"/>
            </a:xfrm>
            <a:prstGeom prst="roundRect">
              <a:avLst/>
            </a:prstGeom>
            <a:solidFill>
              <a:srgbClr val="FFE6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000000"/>
                  </a:solidFill>
                  <a:effectLst/>
                  <a:uLnTx/>
                  <a:uFillTx/>
                  <a:latin typeface="Arial"/>
                  <a:ea typeface="+mn-ea"/>
                  <a:cs typeface="+mn-cs"/>
                  <a:sym typeface="Arial"/>
                </a:rPr>
                <a:t>Policy</a:t>
              </a:r>
            </a:p>
          </p:txBody>
        </p:sp>
        <p:sp>
          <p:nvSpPr>
            <p:cNvPr id="10" name="Rounded Rectangle 9">
              <a:extLst>
                <a:ext uri="{FF2B5EF4-FFF2-40B4-BE49-F238E27FC236}">
                  <a16:creationId xmlns:a16="http://schemas.microsoft.com/office/drawing/2014/main" id="{995F6A7B-ABEE-9CFA-E267-0DD5511F18A7}"/>
                </a:ext>
              </a:extLst>
            </p:cNvPr>
            <p:cNvSpPr/>
            <p:nvPr/>
          </p:nvSpPr>
          <p:spPr>
            <a:xfrm>
              <a:off x="4913317" y="3155903"/>
              <a:ext cx="1979852" cy="536020"/>
            </a:xfrm>
            <a:prstGeom prst="roundRect">
              <a:avLst/>
            </a:prstGeom>
            <a:solidFill>
              <a:srgbClr val="FFB3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ysClr val="windowText" lastClr="000000"/>
                  </a:solidFill>
                  <a:effectLst/>
                  <a:uLnTx/>
                  <a:uFillTx/>
                  <a:latin typeface="Arial"/>
                  <a:ea typeface="+mn-ea"/>
                  <a:cs typeface="+mn-cs"/>
                  <a:sym typeface="Arial"/>
                </a:rPr>
                <a:t>Process</a:t>
              </a:r>
            </a:p>
          </p:txBody>
        </p:sp>
        <p:sp>
          <p:nvSpPr>
            <p:cNvPr id="11" name="Rounded Rectangle 10">
              <a:extLst>
                <a:ext uri="{FF2B5EF4-FFF2-40B4-BE49-F238E27FC236}">
                  <a16:creationId xmlns:a16="http://schemas.microsoft.com/office/drawing/2014/main" id="{8049397A-E7B5-D4B8-3AF0-DFB45A75A621}"/>
                </a:ext>
              </a:extLst>
            </p:cNvPr>
            <p:cNvSpPr/>
            <p:nvPr/>
          </p:nvSpPr>
          <p:spPr>
            <a:xfrm>
              <a:off x="4913317" y="4360984"/>
              <a:ext cx="1979852" cy="536020"/>
            </a:xfrm>
            <a:prstGeom prst="roundRect">
              <a:avLst/>
            </a:prstGeom>
            <a:solidFill>
              <a:srgbClr val="CC66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000000"/>
                  </a:solidFill>
                  <a:effectLst/>
                  <a:uLnTx/>
                  <a:uFillTx/>
                  <a:latin typeface="Arial"/>
                  <a:ea typeface="+mn-ea"/>
                  <a:cs typeface="+mn-cs"/>
                  <a:sym typeface="Arial"/>
                </a:rPr>
                <a:t>Procedure</a:t>
              </a:r>
            </a:p>
          </p:txBody>
        </p:sp>
        <p:sp>
          <p:nvSpPr>
            <p:cNvPr id="5" name="TextBox 4">
              <a:extLst>
                <a:ext uri="{FF2B5EF4-FFF2-40B4-BE49-F238E27FC236}">
                  <a16:creationId xmlns:a16="http://schemas.microsoft.com/office/drawing/2014/main" id="{CF27B40C-1C53-993D-2ACC-D36810C887B5}"/>
                </a:ext>
              </a:extLst>
            </p:cNvPr>
            <p:cNvSpPr txBox="1"/>
            <p:nvPr/>
          </p:nvSpPr>
          <p:spPr>
            <a:xfrm>
              <a:off x="7125201" y="2031023"/>
              <a:ext cx="80021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000000"/>
                  </a:solidFill>
                  <a:effectLst/>
                  <a:uLnTx/>
                  <a:uFillTx/>
                  <a:latin typeface="Arial"/>
                  <a:cs typeface="Arial"/>
                  <a:sym typeface="Arial"/>
                </a:rPr>
                <a:t>Why</a:t>
              </a:r>
            </a:p>
          </p:txBody>
        </p:sp>
        <p:sp>
          <p:nvSpPr>
            <p:cNvPr id="13" name="TextBox 12">
              <a:extLst>
                <a:ext uri="{FF2B5EF4-FFF2-40B4-BE49-F238E27FC236}">
                  <a16:creationId xmlns:a16="http://schemas.microsoft.com/office/drawing/2014/main" id="{A9DD5BE9-E867-CEEC-FDF5-6BAD4C95347F}"/>
                </a:ext>
              </a:extLst>
            </p:cNvPr>
            <p:cNvSpPr txBox="1"/>
            <p:nvPr/>
          </p:nvSpPr>
          <p:spPr>
            <a:xfrm>
              <a:off x="7125201" y="4398161"/>
              <a:ext cx="80182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000000"/>
                  </a:solidFill>
                  <a:effectLst/>
                  <a:uLnTx/>
                  <a:uFillTx/>
                  <a:latin typeface="Arial"/>
                  <a:cs typeface="Arial"/>
                  <a:sym typeface="Arial"/>
                </a:rPr>
                <a:t>How</a:t>
              </a:r>
            </a:p>
          </p:txBody>
        </p:sp>
        <p:sp>
          <p:nvSpPr>
            <p:cNvPr id="14" name="TextBox 13">
              <a:extLst>
                <a:ext uri="{FF2B5EF4-FFF2-40B4-BE49-F238E27FC236}">
                  <a16:creationId xmlns:a16="http://schemas.microsoft.com/office/drawing/2014/main" id="{BDD77033-7AA6-5E05-D211-105B826649C5}"/>
                </a:ext>
              </a:extLst>
            </p:cNvPr>
            <p:cNvSpPr txBox="1"/>
            <p:nvPr/>
          </p:nvSpPr>
          <p:spPr>
            <a:xfrm>
              <a:off x="7125201" y="3193080"/>
              <a:ext cx="285046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5B48F6">
                      <a:lumMod val="75000"/>
                    </a:srgbClr>
                  </a:solidFill>
                  <a:effectLst/>
                  <a:uLnTx/>
                  <a:uFillTx/>
                  <a:latin typeface="Arial"/>
                  <a:cs typeface="Arial"/>
                  <a:sym typeface="Arial"/>
                </a:rPr>
                <a:t>What / Who / When</a:t>
              </a:r>
            </a:p>
          </p:txBody>
        </p:sp>
        <p:cxnSp>
          <p:nvCxnSpPr>
            <p:cNvPr id="8" name="Straight Arrow Connector 7">
              <a:extLst>
                <a:ext uri="{FF2B5EF4-FFF2-40B4-BE49-F238E27FC236}">
                  <a16:creationId xmlns:a16="http://schemas.microsoft.com/office/drawing/2014/main" id="{AD092759-F15A-680C-525A-90F39D7B341E}"/>
                </a:ext>
              </a:extLst>
            </p:cNvPr>
            <p:cNvCxnSpPr>
              <a:stCxn id="10" idx="0"/>
              <a:endCxn id="4" idx="2"/>
            </p:cNvCxnSpPr>
            <p:nvPr/>
          </p:nvCxnSpPr>
          <p:spPr>
            <a:xfrm flipV="1">
              <a:off x="5903243" y="2497325"/>
              <a:ext cx="0" cy="658578"/>
            </a:xfrm>
            <a:prstGeom prst="straightConnector1">
              <a:avLst/>
            </a:prstGeom>
            <a:ln w="50800">
              <a:solidFill>
                <a:schemeClr val="tx1">
                  <a:alpha val="20098"/>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8141AE5-5190-38B8-AA7B-FA877EC80F56}"/>
                </a:ext>
              </a:extLst>
            </p:cNvPr>
            <p:cNvCxnSpPr>
              <a:cxnSpLocks/>
              <a:stCxn id="11" idx="0"/>
              <a:endCxn id="10" idx="2"/>
            </p:cNvCxnSpPr>
            <p:nvPr/>
          </p:nvCxnSpPr>
          <p:spPr>
            <a:xfrm flipV="1">
              <a:off x="5903243" y="3691923"/>
              <a:ext cx="0" cy="669061"/>
            </a:xfrm>
            <a:prstGeom prst="straightConnector1">
              <a:avLst/>
            </a:prstGeom>
            <a:ln w="50800">
              <a:solidFill>
                <a:schemeClr val="tx1">
                  <a:alpha val="20203"/>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6" name="TextBox 15">
            <a:extLst>
              <a:ext uri="{FF2B5EF4-FFF2-40B4-BE49-F238E27FC236}">
                <a16:creationId xmlns:a16="http://schemas.microsoft.com/office/drawing/2014/main" id="{96BCA9B5-5C60-8FC7-129F-6DE1A636FD35}"/>
              </a:ext>
            </a:extLst>
          </p:cNvPr>
          <p:cNvSpPr txBox="1"/>
          <p:nvPr/>
        </p:nvSpPr>
        <p:spPr>
          <a:xfrm>
            <a:off x="1608996" y="3149801"/>
            <a:ext cx="1784835"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200" b="0" i="0" u="none" strike="noStrike" kern="0" cap="none" spc="0" normalizeH="0" baseline="0" noProof="0" dirty="0">
                <a:ln>
                  <a:noFill/>
                </a:ln>
                <a:solidFill>
                  <a:srgbClr val="5B48F6">
                    <a:lumMod val="75000"/>
                  </a:srgbClr>
                </a:solidFill>
                <a:effectLst/>
                <a:uLnTx/>
                <a:uFillTx/>
                <a:latin typeface="Arial"/>
                <a:cs typeface="Arial"/>
                <a:sym typeface="Arial"/>
              </a:rPr>
              <a:t>Lifecycle</a:t>
            </a:r>
          </a:p>
        </p:txBody>
      </p:sp>
      <p:cxnSp>
        <p:nvCxnSpPr>
          <p:cNvPr id="18" name="Straight Arrow Connector 17">
            <a:extLst>
              <a:ext uri="{FF2B5EF4-FFF2-40B4-BE49-F238E27FC236}">
                <a16:creationId xmlns:a16="http://schemas.microsoft.com/office/drawing/2014/main" id="{FE705EDB-3CB7-C8CB-A6AE-580732348836}"/>
              </a:ext>
            </a:extLst>
          </p:cNvPr>
          <p:cNvCxnSpPr>
            <a:cxnSpLocks/>
            <a:stCxn id="16" idx="3"/>
            <a:endCxn id="2" idx="1"/>
          </p:cNvCxnSpPr>
          <p:nvPr/>
        </p:nvCxnSpPr>
        <p:spPr>
          <a:xfrm>
            <a:off x="3393831" y="3442189"/>
            <a:ext cx="1301261" cy="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DA5DAAA7-BDE9-3167-40A7-E2174CB62BE2}"/>
              </a:ext>
            </a:extLst>
          </p:cNvPr>
          <p:cNvSpPr/>
          <p:nvPr/>
        </p:nvSpPr>
        <p:spPr>
          <a:xfrm>
            <a:off x="4695092" y="1903751"/>
            <a:ext cx="3699400" cy="623607"/>
          </a:xfrm>
          <a:prstGeom prst="rect">
            <a:avLst/>
          </a:prstGeom>
          <a:solidFill>
            <a:schemeClr val="bg1">
              <a:alpha val="6972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Rectangle 5">
            <a:extLst>
              <a:ext uri="{FF2B5EF4-FFF2-40B4-BE49-F238E27FC236}">
                <a16:creationId xmlns:a16="http://schemas.microsoft.com/office/drawing/2014/main" id="{DD1A66EF-7996-2C93-D3DB-915AB9537AA3}"/>
              </a:ext>
            </a:extLst>
          </p:cNvPr>
          <p:cNvSpPr/>
          <p:nvPr/>
        </p:nvSpPr>
        <p:spPr>
          <a:xfrm>
            <a:off x="4695092" y="4330951"/>
            <a:ext cx="3699400" cy="618843"/>
          </a:xfrm>
          <a:prstGeom prst="rect">
            <a:avLst/>
          </a:prstGeom>
          <a:solidFill>
            <a:schemeClr val="bg1">
              <a:alpha val="6972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Tree>
    <p:extLst>
      <p:ext uri="{BB962C8B-B14F-4D97-AF65-F5344CB8AC3E}">
        <p14:creationId xmlns:p14="http://schemas.microsoft.com/office/powerpoint/2010/main" val="1433216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9" name="Picture 8">
            <a:extLst>
              <a:ext uri="{FF2B5EF4-FFF2-40B4-BE49-F238E27FC236}">
                <a16:creationId xmlns:a16="http://schemas.microsoft.com/office/drawing/2014/main" id="{7EA633D9-3705-C170-9679-7315F9E584FB}"/>
              </a:ext>
            </a:extLst>
          </p:cNvPr>
          <p:cNvPicPr>
            <a:picLocks noChangeAspect="1"/>
          </p:cNvPicPr>
          <p:nvPr/>
        </p:nvPicPr>
        <p:blipFill>
          <a:blip r:embed="rId3"/>
          <a:srcRect/>
          <a:stretch/>
        </p:blipFill>
        <p:spPr>
          <a:xfrm>
            <a:off x="9090249" y="720281"/>
            <a:ext cx="2631354" cy="3723699"/>
          </a:xfrm>
          <a:prstGeom prst="rect">
            <a:avLst/>
          </a:prstGeom>
          <a:solidFill>
            <a:schemeClr val="lt1"/>
          </a:solidFill>
          <a:ln w="12700">
            <a:solidFill>
              <a:schemeClr val="accent5"/>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Fundamental References</a:t>
            </a:r>
            <a:endParaRPr dirty="0"/>
          </a:p>
        </p:txBody>
      </p:sp>
      <p:pic>
        <p:nvPicPr>
          <p:cNvPr id="4" name="Picture 3" descr="Graphical user interface, text&#10;&#10;Description automatically generated">
            <a:extLst>
              <a:ext uri="{FF2B5EF4-FFF2-40B4-BE49-F238E27FC236}">
                <a16:creationId xmlns:a16="http://schemas.microsoft.com/office/drawing/2014/main" id="{CDE77805-3F22-C208-9413-60967FBDC1DF}"/>
              </a:ext>
            </a:extLst>
          </p:cNvPr>
          <p:cNvPicPr>
            <a:picLocks noChangeAspect="1"/>
          </p:cNvPicPr>
          <p:nvPr/>
        </p:nvPicPr>
        <p:blipFill>
          <a:blip r:embed="rId4"/>
          <a:stretch>
            <a:fillRect/>
          </a:stretch>
        </p:blipFill>
        <p:spPr>
          <a:xfrm>
            <a:off x="466220" y="979673"/>
            <a:ext cx="2344474" cy="2873130"/>
          </a:xfrm>
          <a:prstGeom prst="rect">
            <a:avLst/>
          </a:prstGeom>
          <a:effectLst>
            <a:outerShdw blurRad="50800" dist="38100" dir="2700000" algn="tl" rotWithShape="0">
              <a:prstClr val="black">
                <a:alpha val="40000"/>
              </a:prstClr>
            </a:outerShdw>
          </a:effectLst>
        </p:spPr>
      </p:pic>
      <p:pic>
        <p:nvPicPr>
          <p:cNvPr id="5" name="Picture 4" descr="Text&#10;&#10;Description automatically generated with medium confidence">
            <a:extLst>
              <a:ext uri="{FF2B5EF4-FFF2-40B4-BE49-F238E27FC236}">
                <a16:creationId xmlns:a16="http://schemas.microsoft.com/office/drawing/2014/main" id="{88F1D5F9-E89C-A6B1-22B3-848C99A5F3EC}"/>
              </a:ext>
            </a:extLst>
          </p:cNvPr>
          <p:cNvPicPr>
            <a:picLocks noChangeAspect="1"/>
          </p:cNvPicPr>
          <p:nvPr/>
        </p:nvPicPr>
        <p:blipFill>
          <a:blip r:embed="rId5"/>
          <a:stretch>
            <a:fillRect/>
          </a:stretch>
        </p:blipFill>
        <p:spPr>
          <a:xfrm>
            <a:off x="1684648" y="1997742"/>
            <a:ext cx="2635284" cy="3391038"/>
          </a:xfrm>
          <a:prstGeom prst="rect">
            <a:avLst/>
          </a:prstGeom>
          <a:ln w="12700">
            <a:solidFill>
              <a:schemeClr val="accent5"/>
            </a:solidFill>
          </a:ln>
          <a:effectLst>
            <a:outerShdw blurRad="50800" dist="38100" dir="2700000" algn="tl" rotWithShape="0">
              <a:prstClr val="black">
                <a:alpha val="40000"/>
              </a:prstClr>
            </a:outerShdw>
          </a:effectLst>
        </p:spPr>
      </p:pic>
      <p:pic>
        <p:nvPicPr>
          <p:cNvPr id="6" name="Picture 5" descr="Graphical user interface, text, application&#10;&#10;Description automatically generated">
            <a:extLst>
              <a:ext uri="{FF2B5EF4-FFF2-40B4-BE49-F238E27FC236}">
                <a16:creationId xmlns:a16="http://schemas.microsoft.com/office/drawing/2014/main" id="{D2B8CB05-7AE7-4633-41C3-CCCD655EF65B}"/>
              </a:ext>
            </a:extLst>
          </p:cNvPr>
          <p:cNvPicPr>
            <a:picLocks noChangeAspect="1"/>
          </p:cNvPicPr>
          <p:nvPr/>
        </p:nvPicPr>
        <p:blipFill>
          <a:blip r:embed="rId6"/>
          <a:stretch>
            <a:fillRect/>
          </a:stretch>
        </p:blipFill>
        <p:spPr>
          <a:xfrm>
            <a:off x="7400487" y="1659867"/>
            <a:ext cx="2635284" cy="3721637"/>
          </a:xfrm>
          <a:prstGeom prst="rect">
            <a:avLst/>
          </a:prstGeom>
          <a:ln w="12700">
            <a:solidFill>
              <a:schemeClr val="accent5"/>
            </a:solidFill>
          </a:ln>
          <a:effectLst>
            <a:outerShdw blurRad="50800" dist="38100" dir="2700000" algn="tl" rotWithShape="0">
              <a:prstClr val="black">
                <a:alpha val="40000"/>
              </a:prstClr>
            </a:outerShdw>
          </a:effectLst>
        </p:spPr>
      </p:pic>
      <p:pic>
        <p:nvPicPr>
          <p:cNvPr id="7" name="Picture 6" descr="Text, letter&#10;&#10;Description automatically generated">
            <a:extLst>
              <a:ext uri="{FF2B5EF4-FFF2-40B4-BE49-F238E27FC236}">
                <a16:creationId xmlns:a16="http://schemas.microsoft.com/office/drawing/2014/main" id="{34ABF2D2-8149-7591-96E0-2DCA65D1BB52}"/>
              </a:ext>
            </a:extLst>
          </p:cNvPr>
          <p:cNvPicPr>
            <a:picLocks noChangeAspect="1"/>
          </p:cNvPicPr>
          <p:nvPr/>
        </p:nvPicPr>
        <p:blipFill>
          <a:blip r:embed="rId7"/>
          <a:stretch>
            <a:fillRect/>
          </a:stretch>
        </p:blipFill>
        <p:spPr>
          <a:xfrm>
            <a:off x="3061295" y="2995769"/>
            <a:ext cx="2635284" cy="3401548"/>
          </a:xfrm>
          <a:prstGeom prst="rect">
            <a:avLst/>
          </a:prstGeom>
          <a:ln w="12700">
            <a:solidFill>
              <a:schemeClr val="accent5"/>
            </a:solidFill>
          </a:ln>
          <a:effectLst>
            <a:outerShdw blurRad="50800" dist="38100" dir="2700000" algn="tl" rotWithShape="0">
              <a:prstClr val="black">
                <a:alpha val="40000"/>
              </a:prstClr>
            </a:outerShdw>
          </a:effectLst>
        </p:spPr>
      </p:pic>
      <p:pic>
        <p:nvPicPr>
          <p:cNvPr id="3" name="Picture 2" descr="Text, letter&#10;&#10;Description automatically generated">
            <a:extLst>
              <a:ext uri="{FF2B5EF4-FFF2-40B4-BE49-F238E27FC236}">
                <a16:creationId xmlns:a16="http://schemas.microsoft.com/office/drawing/2014/main" id="{75B4EC3B-6F45-AC79-05FC-DD6D73F31154}"/>
              </a:ext>
            </a:extLst>
          </p:cNvPr>
          <p:cNvPicPr>
            <a:picLocks noChangeAspect="1"/>
          </p:cNvPicPr>
          <p:nvPr/>
        </p:nvPicPr>
        <p:blipFill>
          <a:blip r:embed="rId8"/>
          <a:stretch>
            <a:fillRect/>
          </a:stretch>
        </p:blipFill>
        <p:spPr>
          <a:xfrm>
            <a:off x="5757549" y="2688146"/>
            <a:ext cx="2635284" cy="3709170"/>
          </a:xfrm>
          <a:prstGeom prst="rect">
            <a:avLst/>
          </a:prstGeom>
          <a:ln w="12700">
            <a:solidFill>
              <a:schemeClr val="accent5"/>
            </a:solidFill>
          </a:ln>
          <a:effectLst>
            <a:outerShdw blurRad="50800" dist="38100" dir="2700000" algn="tl" rotWithShape="0">
              <a:prstClr val="black">
                <a:alpha val="40000"/>
              </a:prstClr>
            </a:outerShdw>
          </a:effectLst>
        </p:spPr>
      </p:pic>
      <p:cxnSp>
        <p:nvCxnSpPr>
          <p:cNvPr id="8" name="Straight Connector 7">
            <a:extLst>
              <a:ext uri="{FF2B5EF4-FFF2-40B4-BE49-F238E27FC236}">
                <a16:creationId xmlns:a16="http://schemas.microsoft.com/office/drawing/2014/main" id="{64C080C5-4AE9-426D-49C8-367B0A0B03C1}"/>
              </a:ext>
            </a:extLst>
          </p:cNvPr>
          <p:cNvCxnSpPr/>
          <p:nvPr/>
        </p:nvCxnSpPr>
        <p:spPr>
          <a:xfrm flipV="1">
            <a:off x="209006" y="209006"/>
            <a:ext cx="11773988" cy="6487885"/>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0529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6" name="Picture 5">
            <a:extLst>
              <a:ext uri="{FF2B5EF4-FFF2-40B4-BE49-F238E27FC236}">
                <a16:creationId xmlns:a16="http://schemas.microsoft.com/office/drawing/2014/main" id="{D76B0D3A-ECAD-97E7-731B-9B12A1091D23}"/>
              </a:ext>
            </a:extLst>
          </p:cNvPr>
          <p:cNvPicPr>
            <a:picLocks noChangeAspect="1"/>
          </p:cNvPicPr>
          <p:nvPr/>
        </p:nvPicPr>
        <p:blipFill>
          <a:blip r:embed="rId3"/>
          <a:stretch>
            <a:fillRect/>
          </a:stretch>
        </p:blipFill>
        <p:spPr>
          <a:xfrm>
            <a:off x="1095439" y="1077755"/>
            <a:ext cx="9997944" cy="5143666"/>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Framework</a:t>
            </a:r>
            <a:endParaRPr dirty="0"/>
          </a:p>
        </p:txBody>
      </p:sp>
    </p:spTree>
    <p:extLst>
      <p:ext uri="{BB962C8B-B14F-4D97-AF65-F5344CB8AC3E}">
        <p14:creationId xmlns:p14="http://schemas.microsoft.com/office/powerpoint/2010/main" val="820094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A767E256-C5E5-2BED-56CD-1CEC61D35655}"/>
              </a:ext>
            </a:extLst>
          </p:cNvPr>
          <p:cNvPicPr>
            <a:picLocks noChangeAspect="1"/>
          </p:cNvPicPr>
          <p:nvPr/>
        </p:nvPicPr>
        <p:blipFill>
          <a:blip r:embed="rId3"/>
          <a:stretch>
            <a:fillRect/>
          </a:stretch>
        </p:blipFill>
        <p:spPr>
          <a:xfrm>
            <a:off x="1095438" y="1077755"/>
            <a:ext cx="9997943" cy="5237018"/>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Framework</a:t>
            </a:r>
            <a:endParaRPr dirty="0"/>
          </a:p>
        </p:txBody>
      </p:sp>
    </p:spTree>
    <p:extLst>
      <p:ext uri="{BB962C8B-B14F-4D97-AF65-F5344CB8AC3E}">
        <p14:creationId xmlns:p14="http://schemas.microsoft.com/office/powerpoint/2010/main" val="3255852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221235A4-F34F-773A-54CB-E223A735DC78}"/>
              </a:ext>
            </a:extLst>
          </p:cNvPr>
          <p:cNvPicPr>
            <a:picLocks noChangeAspect="1"/>
          </p:cNvPicPr>
          <p:nvPr/>
        </p:nvPicPr>
        <p:blipFill>
          <a:blip r:embed="rId3"/>
          <a:stretch>
            <a:fillRect/>
          </a:stretch>
        </p:blipFill>
        <p:spPr>
          <a:xfrm>
            <a:off x="1095436" y="1077755"/>
            <a:ext cx="9997943" cy="5237018"/>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Framework – Foundation Phase</a:t>
            </a:r>
            <a:endParaRPr dirty="0"/>
          </a:p>
        </p:txBody>
      </p:sp>
    </p:spTree>
    <p:extLst>
      <p:ext uri="{BB962C8B-B14F-4D97-AF65-F5344CB8AC3E}">
        <p14:creationId xmlns:p14="http://schemas.microsoft.com/office/powerpoint/2010/main" val="488702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Framework – Intra-developmental Phases</a:t>
            </a:r>
            <a:endParaRPr dirty="0"/>
          </a:p>
        </p:txBody>
      </p:sp>
      <p:pic>
        <p:nvPicPr>
          <p:cNvPr id="2" name="Picture 1">
            <a:extLst>
              <a:ext uri="{FF2B5EF4-FFF2-40B4-BE49-F238E27FC236}">
                <a16:creationId xmlns:a16="http://schemas.microsoft.com/office/drawing/2014/main" id="{A5A6B26E-E891-5AD8-8D41-34F2B82B977C}"/>
              </a:ext>
            </a:extLst>
          </p:cNvPr>
          <p:cNvPicPr>
            <a:picLocks noChangeAspect="1"/>
          </p:cNvPicPr>
          <p:nvPr/>
        </p:nvPicPr>
        <p:blipFill>
          <a:blip r:embed="rId3"/>
          <a:stretch>
            <a:fillRect/>
          </a:stretch>
        </p:blipFill>
        <p:spPr>
          <a:xfrm>
            <a:off x="1095440" y="1077755"/>
            <a:ext cx="9997944" cy="5143666"/>
          </a:xfrm>
          <a:prstGeom prst="rect">
            <a:avLst/>
          </a:prstGeom>
        </p:spPr>
      </p:pic>
      <p:sp>
        <p:nvSpPr>
          <p:cNvPr id="3" name="Rectangle 2">
            <a:extLst>
              <a:ext uri="{FF2B5EF4-FFF2-40B4-BE49-F238E27FC236}">
                <a16:creationId xmlns:a16="http://schemas.microsoft.com/office/drawing/2014/main" id="{B3115991-7591-B607-9F84-9140378049F7}"/>
              </a:ext>
            </a:extLst>
          </p:cNvPr>
          <p:cNvSpPr/>
          <p:nvPr/>
        </p:nvSpPr>
        <p:spPr>
          <a:xfrm>
            <a:off x="1172308" y="1077755"/>
            <a:ext cx="9769230" cy="1438799"/>
          </a:xfrm>
          <a:prstGeom prst="rect">
            <a:avLst/>
          </a:prstGeom>
          <a:solidFill>
            <a:schemeClr val="bg1">
              <a:alpha val="6852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07AE80F-2F4B-6F09-9674-68F80085CEA7}"/>
              </a:ext>
            </a:extLst>
          </p:cNvPr>
          <p:cNvSpPr/>
          <p:nvPr/>
        </p:nvSpPr>
        <p:spPr>
          <a:xfrm>
            <a:off x="8181474" y="3012707"/>
            <a:ext cx="2760064" cy="3208714"/>
          </a:xfrm>
          <a:prstGeom prst="rect">
            <a:avLst/>
          </a:prstGeom>
          <a:solidFill>
            <a:schemeClr val="bg1">
              <a:alpha val="6852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a:extLst>
              <a:ext uri="{FF2B5EF4-FFF2-40B4-BE49-F238E27FC236}">
                <a16:creationId xmlns:a16="http://schemas.microsoft.com/office/drawing/2014/main" id="{010657BA-DF34-A678-4072-4E6A10DE1A04}"/>
              </a:ext>
            </a:extLst>
          </p:cNvPr>
          <p:cNvSpPr/>
          <p:nvPr/>
        </p:nvSpPr>
        <p:spPr>
          <a:xfrm>
            <a:off x="7997111" y="2495862"/>
            <a:ext cx="3238017" cy="528436"/>
          </a:xfrm>
          <a:custGeom>
            <a:avLst/>
            <a:gdLst>
              <a:gd name="connsiteX0" fmla="*/ 52607 w 3238017"/>
              <a:gd name="connsiteY0" fmla="*/ 29981 h 528436"/>
              <a:gd name="connsiteX1" fmla="*/ 52607 w 3238017"/>
              <a:gd name="connsiteY1" fmla="*/ 29981 h 528436"/>
              <a:gd name="connsiteX2" fmla="*/ 281207 w 3238017"/>
              <a:gd name="connsiteY2" fmla="*/ 33728 h 528436"/>
              <a:gd name="connsiteX3" fmla="*/ 805863 w 3238017"/>
              <a:gd name="connsiteY3" fmla="*/ 41223 h 528436"/>
              <a:gd name="connsiteX4" fmla="*/ 929532 w 3238017"/>
              <a:gd name="connsiteY4" fmla="*/ 41223 h 528436"/>
              <a:gd name="connsiteX5" fmla="*/ 955764 w 3238017"/>
              <a:gd name="connsiteY5" fmla="*/ 37476 h 528436"/>
              <a:gd name="connsiteX6" fmla="*/ 1034463 w 3238017"/>
              <a:gd name="connsiteY6" fmla="*/ 33728 h 528436"/>
              <a:gd name="connsiteX7" fmla="*/ 1113161 w 3238017"/>
              <a:gd name="connsiteY7" fmla="*/ 26233 h 528436"/>
              <a:gd name="connsiteX8" fmla="*/ 1405469 w 3238017"/>
              <a:gd name="connsiteY8" fmla="*/ 18738 h 528436"/>
              <a:gd name="connsiteX9" fmla="*/ 1559119 w 3238017"/>
              <a:gd name="connsiteY9" fmla="*/ 14990 h 528436"/>
              <a:gd name="connsiteX10" fmla="*/ 1679040 w 3238017"/>
              <a:gd name="connsiteY10" fmla="*/ 7495 h 528436"/>
              <a:gd name="connsiteX11" fmla="*/ 1716515 w 3238017"/>
              <a:gd name="connsiteY11" fmla="*/ 3748 h 528436"/>
              <a:gd name="connsiteX12" fmla="*/ 1783971 w 3238017"/>
              <a:gd name="connsiteY12" fmla="*/ 0 h 528436"/>
              <a:gd name="connsiteX13" fmla="*/ 2038804 w 3238017"/>
              <a:gd name="connsiteY13" fmla="*/ 3748 h 528436"/>
              <a:gd name="connsiteX14" fmla="*/ 2117502 w 3238017"/>
              <a:gd name="connsiteY14" fmla="*/ 11243 h 528436"/>
              <a:gd name="connsiteX15" fmla="*/ 2158725 w 3238017"/>
              <a:gd name="connsiteY15" fmla="*/ 18738 h 528436"/>
              <a:gd name="connsiteX16" fmla="*/ 2286141 w 3238017"/>
              <a:gd name="connsiteY16" fmla="*/ 26233 h 528436"/>
              <a:gd name="connsiteX17" fmla="*/ 2507246 w 3238017"/>
              <a:gd name="connsiteY17" fmla="*/ 33728 h 528436"/>
              <a:gd name="connsiteX18" fmla="*/ 2600935 w 3238017"/>
              <a:gd name="connsiteY18" fmla="*/ 26233 h 528436"/>
              <a:gd name="connsiteX19" fmla="*/ 2765827 w 3238017"/>
              <a:gd name="connsiteY19" fmla="*/ 33728 h 528436"/>
              <a:gd name="connsiteX20" fmla="*/ 2859515 w 3238017"/>
              <a:gd name="connsiteY20" fmla="*/ 41223 h 528436"/>
              <a:gd name="connsiteX21" fmla="*/ 3080620 w 3238017"/>
              <a:gd name="connsiteY21" fmla="*/ 41223 h 528436"/>
              <a:gd name="connsiteX22" fmla="*/ 3166814 w 3238017"/>
              <a:gd name="connsiteY22" fmla="*/ 48718 h 528436"/>
              <a:gd name="connsiteX23" fmla="*/ 3170561 w 3238017"/>
              <a:gd name="connsiteY23" fmla="*/ 123669 h 528436"/>
              <a:gd name="connsiteX24" fmla="*/ 3174309 w 3238017"/>
              <a:gd name="connsiteY24" fmla="*/ 168640 h 528436"/>
              <a:gd name="connsiteX25" fmla="*/ 3178056 w 3238017"/>
              <a:gd name="connsiteY25" fmla="*/ 194872 h 528436"/>
              <a:gd name="connsiteX26" fmla="*/ 3189299 w 3238017"/>
              <a:gd name="connsiteY26" fmla="*/ 209863 h 528436"/>
              <a:gd name="connsiteX27" fmla="*/ 3196794 w 3238017"/>
              <a:gd name="connsiteY27" fmla="*/ 232348 h 528436"/>
              <a:gd name="connsiteX28" fmla="*/ 3226774 w 3238017"/>
              <a:gd name="connsiteY28" fmla="*/ 273571 h 528436"/>
              <a:gd name="connsiteX29" fmla="*/ 3238017 w 3238017"/>
              <a:gd name="connsiteY29" fmla="*/ 307299 h 528436"/>
              <a:gd name="connsiteX30" fmla="*/ 3219279 w 3238017"/>
              <a:gd name="connsiteY30" fmla="*/ 397240 h 528436"/>
              <a:gd name="connsiteX31" fmla="*/ 3211784 w 3238017"/>
              <a:gd name="connsiteY31" fmla="*/ 419725 h 528436"/>
              <a:gd name="connsiteX32" fmla="*/ 3204289 w 3238017"/>
              <a:gd name="connsiteY32" fmla="*/ 449705 h 528436"/>
              <a:gd name="connsiteX33" fmla="*/ 3189299 w 3238017"/>
              <a:gd name="connsiteY33" fmla="*/ 472190 h 528436"/>
              <a:gd name="connsiteX34" fmla="*/ 3166814 w 3238017"/>
              <a:gd name="connsiteY34" fmla="*/ 494676 h 528436"/>
              <a:gd name="connsiteX35" fmla="*/ 3155571 w 3238017"/>
              <a:gd name="connsiteY35" fmla="*/ 498423 h 528436"/>
              <a:gd name="connsiteX36" fmla="*/ 3144328 w 3238017"/>
              <a:gd name="connsiteY36" fmla="*/ 505918 h 528436"/>
              <a:gd name="connsiteX37" fmla="*/ 3129338 w 3238017"/>
              <a:gd name="connsiteY37" fmla="*/ 517161 h 528436"/>
              <a:gd name="connsiteX38" fmla="*/ 3118096 w 3238017"/>
              <a:gd name="connsiteY38" fmla="*/ 520908 h 528436"/>
              <a:gd name="connsiteX39" fmla="*/ 3099358 w 3238017"/>
              <a:gd name="connsiteY39" fmla="*/ 528404 h 528436"/>
              <a:gd name="connsiteX40" fmla="*/ 2994427 w 3238017"/>
              <a:gd name="connsiteY40" fmla="*/ 524656 h 528436"/>
              <a:gd name="connsiteX41" fmla="*/ 2949456 w 3238017"/>
              <a:gd name="connsiteY41" fmla="*/ 528404 h 528436"/>
              <a:gd name="connsiteX42" fmla="*/ 2867010 w 3238017"/>
              <a:gd name="connsiteY42" fmla="*/ 520908 h 528436"/>
              <a:gd name="connsiteX43" fmla="*/ 2765827 w 3238017"/>
              <a:gd name="connsiteY43" fmla="*/ 513413 h 528436"/>
              <a:gd name="connsiteX44" fmla="*/ 2747089 w 3238017"/>
              <a:gd name="connsiteY44" fmla="*/ 509666 h 528436"/>
              <a:gd name="connsiteX45" fmla="*/ 2735846 w 3238017"/>
              <a:gd name="connsiteY45" fmla="*/ 505918 h 528436"/>
              <a:gd name="connsiteX46" fmla="*/ 2660896 w 3238017"/>
              <a:gd name="connsiteY46" fmla="*/ 502171 h 528436"/>
              <a:gd name="connsiteX47" fmla="*/ 2612178 w 3238017"/>
              <a:gd name="connsiteY47" fmla="*/ 498423 h 528436"/>
              <a:gd name="connsiteX48" fmla="*/ 2507246 w 3238017"/>
              <a:gd name="connsiteY48" fmla="*/ 502171 h 528436"/>
              <a:gd name="connsiteX49" fmla="*/ 2035056 w 3238017"/>
              <a:gd name="connsiteY49" fmla="*/ 494676 h 528436"/>
              <a:gd name="connsiteX50" fmla="*/ 1795214 w 3238017"/>
              <a:gd name="connsiteY50" fmla="*/ 487181 h 528436"/>
              <a:gd name="connsiteX51" fmla="*/ 1412964 w 3238017"/>
              <a:gd name="connsiteY51" fmla="*/ 490928 h 528436"/>
              <a:gd name="connsiteX52" fmla="*/ 1086928 w 3238017"/>
              <a:gd name="connsiteY52" fmla="*/ 490928 h 528436"/>
              <a:gd name="connsiteX53" fmla="*/ 929532 w 3238017"/>
              <a:gd name="connsiteY53" fmla="*/ 498423 h 528436"/>
              <a:gd name="connsiteX54" fmla="*/ 715922 w 3238017"/>
              <a:gd name="connsiteY54" fmla="*/ 502171 h 528436"/>
              <a:gd name="connsiteX55" fmla="*/ 674699 w 3238017"/>
              <a:gd name="connsiteY55" fmla="*/ 505918 h 528436"/>
              <a:gd name="connsiteX56" fmla="*/ 640971 w 3238017"/>
              <a:gd name="connsiteY56" fmla="*/ 509666 h 528436"/>
              <a:gd name="connsiteX57" fmla="*/ 562273 w 3238017"/>
              <a:gd name="connsiteY57" fmla="*/ 513413 h 528436"/>
              <a:gd name="connsiteX58" fmla="*/ 494817 w 3238017"/>
              <a:gd name="connsiteY58" fmla="*/ 517161 h 528436"/>
              <a:gd name="connsiteX59" fmla="*/ 389886 w 3238017"/>
              <a:gd name="connsiteY59" fmla="*/ 513413 h 528436"/>
              <a:gd name="connsiteX60" fmla="*/ 356158 w 3238017"/>
              <a:gd name="connsiteY60" fmla="*/ 509666 h 528436"/>
              <a:gd name="connsiteX61" fmla="*/ 243732 w 3238017"/>
              <a:gd name="connsiteY61" fmla="*/ 505918 h 528436"/>
              <a:gd name="connsiteX62" fmla="*/ 11384 w 3238017"/>
              <a:gd name="connsiteY62" fmla="*/ 494676 h 528436"/>
              <a:gd name="connsiteX63" fmla="*/ 141 w 3238017"/>
              <a:gd name="connsiteY63" fmla="*/ 490928 h 528436"/>
              <a:gd name="connsiteX64" fmla="*/ 7637 w 3238017"/>
              <a:gd name="connsiteY64" fmla="*/ 483433 h 528436"/>
              <a:gd name="connsiteX65" fmla="*/ 30122 w 3238017"/>
              <a:gd name="connsiteY65" fmla="*/ 468443 h 528436"/>
              <a:gd name="connsiteX66" fmla="*/ 41364 w 3238017"/>
              <a:gd name="connsiteY66" fmla="*/ 460948 h 528436"/>
              <a:gd name="connsiteX67" fmla="*/ 63850 w 3238017"/>
              <a:gd name="connsiteY67" fmla="*/ 445958 h 528436"/>
              <a:gd name="connsiteX68" fmla="*/ 75092 w 3238017"/>
              <a:gd name="connsiteY68" fmla="*/ 438463 h 528436"/>
              <a:gd name="connsiteX69" fmla="*/ 97578 w 3238017"/>
              <a:gd name="connsiteY69" fmla="*/ 430968 h 528436"/>
              <a:gd name="connsiteX70" fmla="*/ 105073 w 3238017"/>
              <a:gd name="connsiteY70" fmla="*/ 423472 h 528436"/>
              <a:gd name="connsiteX71" fmla="*/ 120063 w 3238017"/>
              <a:gd name="connsiteY71" fmla="*/ 400987 h 528436"/>
              <a:gd name="connsiteX72" fmla="*/ 135053 w 3238017"/>
              <a:gd name="connsiteY72" fmla="*/ 389745 h 528436"/>
              <a:gd name="connsiteX73" fmla="*/ 142548 w 3238017"/>
              <a:gd name="connsiteY73" fmla="*/ 382249 h 528436"/>
              <a:gd name="connsiteX74" fmla="*/ 153791 w 3238017"/>
              <a:gd name="connsiteY74" fmla="*/ 378502 h 528436"/>
              <a:gd name="connsiteX75" fmla="*/ 176276 w 3238017"/>
              <a:gd name="connsiteY75" fmla="*/ 363512 h 528436"/>
              <a:gd name="connsiteX76" fmla="*/ 187519 w 3238017"/>
              <a:gd name="connsiteY76" fmla="*/ 359764 h 528436"/>
              <a:gd name="connsiteX77" fmla="*/ 221246 w 3238017"/>
              <a:gd name="connsiteY77" fmla="*/ 341027 h 528436"/>
              <a:gd name="connsiteX78" fmla="*/ 228741 w 3238017"/>
              <a:gd name="connsiteY78" fmla="*/ 333531 h 528436"/>
              <a:gd name="connsiteX79" fmla="*/ 251227 w 3238017"/>
              <a:gd name="connsiteY79" fmla="*/ 326036 h 528436"/>
              <a:gd name="connsiteX80" fmla="*/ 273712 w 3238017"/>
              <a:gd name="connsiteY80" fmla="*/ 314794 h 528436"/>
              <a:gd name="connsiteX81" fmla="*/ 296197 w 3238017"/>
              <a:gd name="connsiteY81" fmla="*/ 299804 h 528436"/>
              <a:gd name="connsiteX82" fmla="*/ 303692 w 3238017"/>
              <a:gd name="connsiteY82" fmla="*/ 292308 h 528436"/>
              <a:gd name="connsiteX83" fmla="*/ 314935 w 3238017"/>
              <a:gd name="connsiteY83" fmla="*/ 284813 h 528436"/>
              <a:gd name="connsiteX84" fmla="*/ 333673 w 3238017"/>
              <a:gd name="connsiteY84" fmla="*/ 262328 h 528436"/>
              <a:gd name="connsiteX85" fmla="*/ 311187 w 3238017"/>
              <a:gd name="connsiteY85" fmla="*/ 247338 h 528436"/>
              <a:gd name="connsiteX86" fmla="*/ 299945 w 3238017"/>
              <a:gd name="connsiteY86" fmla="*/ 239843 h 528436"/>
              <a:gd name="connsiteX87" fmla="*/ 277459 w 3238017"/>
              <a:gd name="connsiteY87" fmla="*/ 228600 h 528436"/>
              <a:gd name="connsiteX88" fmla="*/ 269964 w 3238017"/>
              <a:gd name="connsiteY88" fmla="*/ 217358 h 528436"/>
              <a:gd name="connsiteX89" fmla="*/ 247479 w 3238017"/>
              <a:gd name="connsiteY89" fmla="*/ 198620 h 528436"/>
              <a:gd name="connsiteX90" fmla="*/ 224994 w 3238017"/>
              <a:gd name="connsiteY90" fmla="*/ 191125 h 528436"/>
              <a:gd name="connsiteX91" fmla="*/ 213751 w 3238017"/>
              <a:gd name="connsiteY91" fmla="*/ 183630 h 528436"/>
              <a:gd name="connsiteX92" fmla="*/ 202509 w 3238017"/>
              <a:gd name="connsiteY92" fmla="*/ 179882 h 528436"/>
              <a:gd name="connsiteX93" fmla="*/ 183771 w 3238017"/>
              <a:gd name="connsiteY93" fmla="*/ 157397 h 528436"/>
              <a:gd name="connsiteX94" fmla="*/ 161286 w 3238017"/>
              <a:gd name="connsiteY94" fmla="*/ 142407 h 528436"/>
              <a:gd name="connsiteX95" fmla="*/ 150043 w 3238017"/>
              <a:gd name="connsiteY95" fmla="*/ 134912 h 528436"/>
              <a:gd name="connsiteX96" fmla="*/ 120063 w 3238017"/>
              <a:gd name="connsiteY96" fmla="*/ 127417 h 528436"/>
              <a:gd name="connsiteX97" fmla="*/ 97578 w 3238017"/>
              <a:gd name="connsiteY97" fmla="*/ 119922 h 528436"/>
              <a:gd name="connsiteX98" fmla="*/ 71345 w 3238017"/>
              <a:gd name="connsiteY98" fmla="*/ 101184 h 528436"/>
              <a:gd name="connsiteX99" fmla="*/ 67597 w 3238017"/>
              <a:gd name="connsiteY99" fmla="*/ 89941 h 528436"/>
              <a:gd name="connsiteX100" fmla="*/ 52607 w 3238017"/>
              <a:gd name="connsiteY100" fmla="*/ 67456 h 528436"/>
              <a:gd name="connsiteX101" fmla="*/ 52607 w 3238017"/>
              <a:gd name="connsiteY101" fmla="*/ 29981 h 52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238017" h="528436">
                <a:moveTo>
                  <a:pt x="52607" y="29981"/>
                </a:moveTo>
                <a:lnTo>
                  <a:pt x="52607" y="29981"/>
                </a:lnTo>
                <a:lnTo>
                  <a:pt x="281207" y="33728"/>
                </a:lnTo>
                <a:cubicBezTo>
                  <a:pt x="785497" y="39841"/>
                  <a:pt x="516994" y="33200"/>
                  <a:pt x="805863" y="41223"/>
                </a:cubicBezTo>
                <a:cubicBezTo>
                  <a:pt x="865959" y="47233"/>
                  <a:pt x="844529" y="46890"/>
                  <a:pt x="929532" y="41223"/>
                </a:cubicBezTo>
                <a:cubicBezTo>
                  <a:pt x="938345" y="40635"/>
                  <a:pt x="946954" y="38105"/>
                  <a:pt x="955764" y="37476"/>
                </a:cubicBezTo>
                <a:cubicBezTo>
                  <a:pt x="981960" y="35605"/>
                  <a:pt x="1008248" y="35317"/>
                  <a:pt x="1034463" y="33728"/>
                </a:cubicBezTo>
                <a:cubicBezTo>
                  <a:pt x="1065415" y="31852"/>
                  <a:pt x="1083502" y="29529"/>
                  <a:pt x="1113161" y="26233"/>
                </a:cubicBezTo>
                <a:cubicBezTo>
                  <a:pt x="1218102" y="1"/>
                  <a:pt x="1118291" y="23733"/>
                  <a:pt x="1405469" y="18738"/>
                </a:cubicBezTo>
                <a:lnTo>
                  <a:pt x="1559119" y="14990"/>
                </a:lnTo>
                <a:cubicBezTo>
                  <a:pt x="1617442" y="5271"/>
                  <a:pt x="1557855" y="14227"/>
                  <a:pt x="1679040" y="7495"/>
                </a:cubicBezTo>
                <a:cubicBezTo>
                  <a:pt x="1691575" y="6799"/>
                  <a:pt x="1703993" y="4642"/>
                  <a:pt x="1716515" y="3748"/>
                </a:cubicBezTo>
                <a:cubicBezTo>
                  <a:pt x="1738978" y="2144"/>
                  <a:pt x="1761486" y="1249"/>
                  <a:pt x="1783971" y="0"/>
                </a:cubicBezTo>
                <a:lnTo>
                  <a:pt x="2038804" y="3748"/>
                </a:lnTo>
                <a:cubicBezTo>
                  <a:pt x="2042552" y="3843"/>
                  <a:pt x="2111771" y="10479"/>
                  <a:pt x="2117502" y="11243"/>
                </a:cubicBezTo>
                <a:cubicBezTo>
                  <a:pt x="2147807" y="15284"/>
                  <a:pt x="2125047" y="15370"/>
                  <a:pt x="2158725" y="18738"/>
                </a:cubicBezTo>
                <a:cubicBezTo>
                  <a:pt x="2187927" y="21659"/>
                  <a:pt x="2262468" y="25334"/>
                  <a:pt x="2286141" y="26233"/>
                </a:cubicBezTo>
                <a:lnTo>
                  <a:pt x="2507246" y="33728"/>
                </a:lnTo>
                <a:cubicBezTo>
                  <a:pt x="2545336" y="26111"/>
                  <a:pt x="2539956" y="26233"/>
                  <a:pt x="2600935" y="26233"/>
                </a:cubicBezTo>
                <a:cubicBezTo>
                  <a:pt x="2632595" y="26233"/>
                  <a:pt x="2725644" y="30858"/>
                  <a:pt x="2765827" y="33728"/>
                </a:cubicBezTo>
                <a:lnTo>
                  <a:pt x="2859515" y="41223"/>
                </a:lnTo>
                <a:cubicBezTo>
                  <a:pt x="2970316" y="37649"/>
                  <a:pt x="2973422" y="34918"/>
                  <a:pt x="3080620" y="41223"/>
                </a:cubicBezTo>
                <a:cubicBezTo>
                  <a:pt x="3109410" y="42916"/>
                  <a:pt x="3166814" y="48718"/>
                  <a:pt x="3166814" y="48718"/>
                </a:cubicBezTo>
                <a:cubicBezTo>
                  <a:pt x="3168063" y="73702"/>
                  <a:pt x="3169001" y="98703"/>
                  <a:pt x="3170561" y="123669"/>
                </a:cubicBezTo>
                <a:cubicBezTo>
                  <a:pt x="3171499" y="138682"/>
                  <a:pt x="3172734" y="153680"/>
                  <a:pt x="3174309" y="168640"/>
                </a:cubicBezTo>
                <a:cubicBezTo>
                  <a:pt x="3175234" y="177424"/>
                  <a:pt x="3175038" y="186571"/>
                  <a:pt x="3178056" y="194872"/>
                </a:cubicBezTo>
                <a:cubicBezTo>
                  <a:pt x="3180191" y="200742"/>
                  <a:pt x="3185551" y="204866"/>
                  <a:pt x="3189299" y="209863"/>
                </a:cubicBezTo>
                <a:cubicBezTo>
                  <a:pt x="3191797" y="217358"/>
                  <a:pt x="3192147" y="225959"/>
                  <a:pt x="3196794" y="232348"/>
                </a:cubicBezTo>
                <a:cubicBezTo>
                  <a:pt x="3206787" y="246089"/>
                  <a:pt x="3220464" y="257796"/>
                  <a:pt x="3226774" y="273571"/>
                </a:cubicBezTo>
                <a:cubicBezTo>
                  <a:pt x="3236182" y="297090"/>
                  <a:pt x="3232637" y="285782"/>
                  <a:pt x="3238017" y="307299"/>
                </a:cubicBezTo>
                <a:cubicBezTo>
                  <a:pt x="3233227" y="336035"/>
                  <a:pt x="3227596" y="372290"/>
                  <a:pt x="3219279" y="397240"/>
                </a:cubicBezTo>
                <a:cubicBezTo>
                  <a:pt x="3216781" y="404735"/>
                  <a:pt x="3213954" y="412129"/>
                  <a:pt x="3211784" y="419725"/>
                </a:cubicBezTo>
                <a:cubicBezTo>
                  <a:pt x="3208954" y="429630"/>
                  <a:pt x="3210003" y="441134"/>
                  <a:pt x="3204289" y="449705"/>
                </a:cubicBezTo>
                <a:lnTo>
                  <a:pt x="3189299" y="472190"/>
                </a:lnTo>
                <a:cubicBezTo>
                  <a:pt x="3180918" y="484762"/>
                  <a:pt x="3181832" y="486095"/>
                  <a:pt x="3166814" y="494676"/>
                </a:cubicBezTo>
                <a:cubicBezTo>
                  <a:pt x="3163384" y="496636"/>
                  <a:pt x="3159319" y="497174"/>
                  <a:pt x="3155571" y="498423"/>
                </a:cubicBezTo>
                <a:cubicBezTo>
                  <a:pt x="3151823" y="500921"/>
                  <a:pt x="3147993" y="503300"/>
                  <a:pt x="3144328" y="505918"/>
                </a:cubicBezTo>
                <a:cubicBezTo>
                  <a:pt x="3139245" y="509548"/>
                  <a:pt x="3134761" y="514062"/>
                  <a:pt x="3129338" y="517161"/>
                </a:cubicBezTo>
                <a:cubicBezTo>
                  <a:pt x="3125908" y="519121"/>
                  <a:pt x="3121794" y="519521"/>
                  <a:pt x="3118096" y="520908"/>
                </a:cubicBezTo>
                <a:cubicBezTo>
                  <a:pt x="3111797" y="523270"/>
                  <a:pt x="3105604" y="525905"/>
                  <a:pt x="3099358" y="528404"/>
                </a:cubicBezTo>
                <a:cubicBezTo>
                  <a:pt x="3064381" y="527155"/>
                  <a:pt x="3029426" y="524656"/>
                  <a:pt x="2994427" y="524656"/>
                </a:cubicBezTo>
                <a:cubicBezTo>
                  <a:pt x="2979385" y="524656"/>
                  <a:pt x="2964492" y="528846"/>
                  <a:pt x="2949456" y="528404"/>
                </a:cubicBezTo>
                <a:cubicBezTo>
                  <a:pt x="2921873" y="527593"/>
                  <a:pt x="2894485" y="523484"/>
                  <a:pt x="2867010" y="520908"/>
                </a:cubicBezTo>
                <a:cubicBezTo>
                  <a:pt x="2797901" y="514429"/>
                  <a:pt x="2859804" y="518942"/>
                  <a:pt x="2765827" y="513413"/>
                </a:cubicBezTo>
                <a:cubicBezTo>
                  <a:pt x="2759581" y="512164"/>
                  <a:pt x="2753268" y="511211"/>
                  <a:pt x="2747089" y="509666"/>
                </a:cubicBezTo>
                <a:cubicBezTo>
                  <a:pt x="2743257" y="508708"/>
                  <a:pt x="2739782" y="506260"/>
                  <a:pt x="2735846" y="505918"/>
                </a:cubicBezTo>
                <a:cubicBezTo>
                  <a:pt x="2710926" y="503751"/>
                  <a:pt x="2685865" y="503684"/>
                  <a:pt x="2660896" y="502171"/>
                </a:cubicBezTo>
                <a:cubicBezTo>
                  <a:pt x="2644639" y="501186"/>
                  <a:pt x="2628417" y="499672"/>
                  <a:pt x="2612178" y="498423"/>
                </a:cubicBezTo>
                <a:cubicBezTo>
                  <a:pt x="2577201" y="499672"/>
                  <a:pt x="2542245" y="502398"/>
                  <a:pt x="2507246" y="502171"/>
                </a:cubicBezTo>
                <a:lnTo>
                  <a:pt x="2035056" y="494676"/>
                </a:lnTo>
                <a:cubicBezTo>
                  <a:pt x="1937852" y="484954"/>
                  <a:pt x="1970344" y="487181"/>
                  <a:pt x="1795214" y="487181"/>
                </a:cubicBezTo>
                <a:lnTo>
                  <a:pt x="1412964" y="490928"/>
                </a:lnTo>
                <a:cubicBezTo>
                  <a:pt x="1275054" y="481735"/>
                  <a:pt x="1336951" y="484349"/>
                  <a:pt x="1086928" y="490928"/>
                </a:cubicBezTo>
                <a:cubicBezTo>
                  <a:pt x="1034421" y="492310"/>
                  <a:pt x="982049" y="497502"/>
                  <a:pt x="929532" y="498423"/>
                </a:cubicBezTo>
                <a:lnTo>
                  <a:pt x="715922" y="502171"/>
                </a:lnTo>
                <a:lnTo>
                  <a:pt x="674699" y="505918"/>
                </a:lnTo>
                <a:cubicBezTo>
                  <a:pt x="663443" y="507044"/>
                  <a:pt x="652258" y="508914"/>
                  <a:pt x="640971" y="509666"/>
                </a:cubicBezTo>
                <a:cubicBezTo>
                  <a:pt x="614767" y="511413"/>
                  <a:pt x="588501" y="512068"/>
                  <a:pt x="562273" y="513413"/>
                </a:cubicBezTo>
                <a:lnTo>
                  <a:pt x="494817" y="517161"/>
                </a:lnTo>
                <a:lnTo>
                  <a:pt x="389886" y="513413"/>
                </a:lnTo>
                <a:cubicBezTo>
                  <a:pt x="378591" y="512802"/>
                  <a:pt x="367455" y="510245"/>
                  <a:pt x="356158" y="509666"/>
                </a:cubicBezTo>
                <a:cubicBezTo>
                  <a:pt x="318711" y="507746"/>
                  <a:pt x="281207" y="507167"/>
                  <a:pt x="243732" y="505918"/>
                </a:cubicBezTo>
                <a:cubicBezTo>
                  <a:pt x="106470" y="494480"/>
                  <a:pt x="183865" y="499214"/>
                  <a:pt x="11384" y="494676"/>
                </a:cubicBezTo>
                <a:cubicBezTo>
                  <a:pt x="7636" y="493427"/>
                  <a:pt x="1390" y="494676"/>
                  <a:pt x="141" y="490928"/>
                </a:cubicBezTo>
                <a:cubicBezTo>
                  <a:pt x="-976" y="487576"/>
                  <a:pt x="4810" y="485553"/>
                  <a:pt x="7637" y="483433"/>
                </a:cubicBezTo>
                <a:cubicBezTo>
                  <a:pt x="14843" y="478028"/>
                  <a:pt x="22627" y="473440"/>
                  <a:pt x="30122" y="468443"/>
                </a:cubicBezTo>
                <a:cubicBezTo>
                  <a:pt x="33869" y="465945"/>
                  <a:pt x="38179" y="464133"/>
                  <a:pt x="41364" y="460948"/>
                </a:cubicBezTo>
                <a:cubicBezTo>
                  <a:pt x="55400" y="446912"/>
                  <a:pt x="47579" y="451381"/>
                  <a:pt x="63850" y="445958"/>
                </a:cubicBezTo>
                <a:cubicBezTo>
                  <a:pt x="67597" y="443460"/>
                  <a:pt x="70976" y="440292"/>
                  <a:pt x="75092" y="438463"/>
                </a:cubicBezTo>
                <a:cubicBezTo>
                  <a:pt x="82312" y="435254"/>
                  <a:pt x="97578" y="430968"/>
                  <a:pt x="97578" y="430968"/>
                </a:cubicBezTo>
                <a:cubicBezTo>
                  <a:pt x="100076" y="428469"/>
                  <a:pt x="102953" y="426299"/>
                  <a:pt x="105073" y="423472"/>
                </a:cubicBezTo>
                <a:cubicBezTo>
                  <a:pt x="110478" y="416266"/>
                  <a:pt x="112857" y="406392"/>
                  <a:pt x="120063" y="400987"/>
                </a:cubicBezTo>
                <a:cubicBezTo>
                  <a:pt x="125060" y="397240"/>
                  <a:pt x="130255" y="393743"/>
                  <a:pt x="135053" y="389745"/>
                </a:cubicBezTo>
                <a:cubicBezTo>
                  <a:pt x="137767" y="387483"/>
                  <a:pt x="139518" y="384067"/>
                  <a:pt x="142548" y="382249"/>
                </a:cubicBezTo>
                <a:cubicBezTo>
                  <a:pt x="145935" y="380217"/>
                  <a:pt x="150043" y="379751"/>
                  <a:pt x="153791" y="378502"/>
                </a:cubicBezTo>
                <a:cubicBezTo>
                  <a:pt x="161286" y="373505"/>
                  <a:pt x="167730" y="366361"/>
                  <a:pt x="176276" y="363512"/>
                </a:cubicBezTo>
                <a:cubicBezTo>
                  <a:pt x="180024" y="362263"/>
                  <a:pt x="184066" y="361683"/>
                  <a:pt x="187519" y="359764"/>
                </a:cubicBezTo>
                <a:cubicBezTo>
                  <a:pt x="226174" y="338289"/>
                  <a:pt x="195809" y="349505"/>
                  <a:pt x="221246" y="341027"/>
                </a:cubicBezTo>
                <a:cubicBezTo>
                  <a:pt x="223744" y="338528"/>
                  <a:pt x="225581" y="335111"/>
                  <a:pt x="228741" y="333531"/>
                </a:cubicBezTo>
                <a:cubicBezTo>
                  <a:pt x="235808" y="329998"/>
                  <a:pt x="244653" y="330419"/>
                  <a:pt x="251227" y="326036"/>
                </a:cubicBezTo>
                <a:cubicBezTo>
                  <a:pt x="265756" y="316350"/>
                  <a:pt x="258196" y="319965"/>
                  <a:pt x="273712" y="314794"/>
                </a:cubicBezTo>
                <a:cubicBezTo>
                  <a:pt x="281207" y="309797"/>
                  <a:pt x="289828" y="306174"/>
                  <a:pt x="296197" y="299804"/>
                </a:cubicBezTo>
                <a:cubicBezTo>
                  <a:pt x="298695" y="297305"/>
                  <a:pt x="300933" y="294515"/>
                  <a:pt x="303692" y="292308"/>
                </a:cubicBezTo>
                <a:cubicBezTo>
                  <a:pt x="307209" y="289494"/>
                  <a:pt x="311475" y="287696"/>
                  <a:pt x="314935" y="284813"/>
                </a:cubicBezTo>
                <a:cubicBezTo>
                  <a:pt x="325757" y="275795"/>
                  <a:pt x="326303" y="273384"/>
                  <a:pt x="333673" y="262328"/>
                </a:cubicBezTo>
                <a:lnTo>
                  <a:pt x="311187" y="247338"/>
                </a:lnTo>
                <a:cubicBezTo>
                  <a:pt x="307440" y="244840"/>
                  <a:pt x="304218" y="241267"/>
                  <a:pt x="299945" y="239843"/>
                </a:cubicBezTo>
                <a:cubicBezTo>
                  <a:pt x="284429" y="234671"/>
                  <a:pt x="291989" y="238286"/>
                  <a:pt x="277459" y="228600"/>
                </a:cubicBezTo>
                <a:cubicBezTo>
                  <a:pt x="274961" y="224853"/>
                  <a:pt x="272847" y="220818"/>
                  <a:pt x="269964" y="217358"/>
                </a:cubicBezTo>
                <a:cubicBezTo>
                  <a:pt x="264771" y="211126"/>
                  <a:pt x="255284" y="202089"/>
                  <a:pt x="247479" y="198620"/>
                </a:cubicBezTo>
                <a:cubicBezTo>
                  <a:pt x="240259" y="195411"/>
                  <a:pt x="224994" y="191125"/>
                  <a:pt x="224994" y="191125"/>
                </a:cubicBezTo>
                <a:cubicBezTo>
                  <a:pt x="221246" y="188627"/>
                  <a:pt x="217780" y="185644"/>
                  <a:pt x="213751" y="183630"/>
                </a:cubicBezTo>
                <a:cubicBezTo>
                  <a:pt x="210218" y="181863"/>
                  <a:pt x="205796" y="182073"/>
                  <a:pt x="202509" y="179882"/>
                </a:cubicBezTo>
                <a:cubicBezTo>
                  <a:pt x="174324" y="161092"/>
                  <a:pt x="205898" y="176758"/>
                  <a:pt x="183771" y="157397"/>
                </a:cubicBezTo>
                <a:cubicBezTo>
                  <a:pt x="176992" y="151465"/>
                  <a:pt x="168781" y="147404"/>
                  <a:pt x="161286" y="142407"/>
                </a:cubicBezTo>
                <a:cubicBezTo>
                  <a:pt x="157538" y="139909"/>
                  <a:pt x="154413" y="136004"/>
                  <a:pt x="150043" y="134912"/>
                </a:cubicBezTo>
                <a:cubicBezTo>
                  <a:pt x="140050" y="132414"/>
                  <a:pt x="129835" y="130674"/>
                  <a:pt x="120063" y="127417"/>
                </a:cubicBezTo>
                <a:lnTo>
                  <a:pt x="97578" y="119922"/>
                </a:lnTo>
                <a:cubicBezTo>
                  <a:pt x="79794" y="102138"/>
                  <a:pt x="89291" y="107166"/>
                  <a:pt x="71345" y="101184"/>
                </a:cubicBezTo>
                <a:cubicBezTo>
                  <a:pt x="70096" y="97436"/>
                  <a:pt x="69516" y="93394"/>
                  <a:pt x="67597" y="89941"/>
                </a:cubicBezTo>
                <a:cubicBezTo>
                  <a:pt x="63222" y="82067"/>
                  <a:pt x="52607" y="67456"/>
                  <a:pt x="52607" y="67456"/>
                </a:cubicBezTo>
                <a:cubicBezTo>
                  <a:pt x="56560" y="43739"/>
                  <a:pt x="56355" y="52569"/>
                  <a:pt x="52607" y="29981"/>
                </a:cubicBezTo>
                <a:close/>
              </a:path>
            </a:pathLst>
          </a:custGeom>
          <a:solidFill>
            <a:schemeClr val="bg1">
              <a:alpha val="6963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604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FC7F3F35-80C1-9BBD-ADE9-123E6946DC12}"/>
              </a:ext>
            </a:extLst>
          </p:cNvPr>
          <p:cNvPicPr>
            <a:picLocks noChangeAspect="1"/>
          </p:cNvPicPr>
          <p:nvPr/>
        </p:nvPicPr>
        <p:blipFill>
          <a:blip r:embed="rId3"/>
          <a:stretch>
            <a:fillRect/>
          </a:stretch>
        </p:blipFill>
        <p:spPr>
          <a:xfrm>
            <a:off x="1095436" y="1077755"/>
            <a:ext cx="9998520" cy="5237320"/>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Framework – Post-developmental Phases</a:t>
            </a:r>
            <a:endParaRPr dirty="0"/>
          </a:p>
        </p:txBody>
      </p:sp>
    </p:spTree>
    <p:extLst>
      <p:ext uri="{BB962C8B-B14F-4D97-AF65-F5344CB8AC3E}">
        <p14:creationId xmlns:p14="http://schemas.microsoft.com/office/powerpoint/2010/main" val="489016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3FA18E0-ECA9-0515-A96C-48AFBDA46B6D}"/>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5BBD0709-1CF2-18CA-81FC-342ADF0973A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Design Deficiencies vs Implementation Defects</a:t>
            </a:r>
            <a:endParaRPr dirty="0"/>
          </a:p>
        </p:txBody>
      </p:sp>
      <p:pic>
        <p:nvPicPr>
          <p:cNvPr id="2" name="Picture 1">
            <a:extLst>
              <a:ext uri="{FF2B5EF4-FFF2-40B4-BE49-F238E27FC236}">
                <a16:creationId xmlns:a16="http://schemas.microsoft.com/office/drawing/2014/main" id="{FF6EAF49-7B39-134B-81B9-23E1C7C96E68}"/>
              </a:ext>
            </a:extLst>
          </p:cNvPr>
          <p:cNvPicPr>
            <a:picLocks noChangeAspect="1"/>
          </p:cNvPicPr>
          <p:nvPr/>
        </p:nvPicPr>
        <p:blipFill>
          <a:blip r:embed="rId3"/>
          <a:stretch>
            <a:fillRect/>
          </a:stretch>
        </p:blipFill>
        <p:spPr>
          <a:xfrm>
            <a:off x="1095439" y="1077755"/>
            <a:ext cx="9997944" cy="5143666"/>
          </a:xfrm>
          <a:prstGeom prst="rect">
            <a:avLst/>
          </a:prstGeom>
        </p:spPr>
      </p:pic>
    </p:spTree>
    <p:extLst>
      <p:ext uri="{BB962C8B-B14F-4D97-AF65-F5344CB8AC3E}">
        <p14:creationId xmlns:p14="http://schemas.microsoft.com/office/powerpoint/2010/main" val="790429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7" name="Picture 6">
            <a:extLst>
              <a:ext uri="{FF2B5EF4-FFF2-40B4-BE49-F238E27FC236}">
                <a16:creationId xmlns:a16="http://schemas.microsoft.com/office/drawing/2014/main" id="{FAAC3A70-18F2-87A8-2D35-5302BA85714A}"/>
              </a:ext>
            </a:extLst>
          </p:cNvPr>
          <p:cNvPicPr>
            <a:picLocks noChangeAspect="1"/>
          </p:cNvPicPr>
          <p:nvPr/>
        </p:nvPicPr>
        <p:blipFill>
          <a:blip r:embed="rId3"/>
          <a:stretch>
            <a:fillRect/>
          </a:stretch>
        </p:blipFill>
        <p:spPr>
          <a:xfrm>
            <a:off x="1095436" y="1077752"/>
            <a:ext cx="9997943" cy="5741115"/>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Design Deficiencies vs Implementation Defects</a:t>
            </a:r>
            <a:endParaRPr dirty="0"/>
          </a:p>
        </p:txBody>
      </p:sp>
    </p:spTree>
    <p:extLst>
      <p:ext uri="{BB962C8B-B14F-4D97-AF65-F5344CB8AC3E}">
        <p14:creationId xmlns:p14="http://schemas.microsoft.com/office/powerpoint/2010/main" val="435780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5" name="Picture 4">
            <a:extLst>
              <a:ext uri="{FF2B5EF4-FFF2-40B4-BE49-F238E27FC236}">
                <a16:creationId xmlns:a16="http://schemas.microsoft.com/office/drawing/2014/main" id="{0A6A9727-6617-D05B-0D17-D359DB48413C}"/>
              </a:ext>
            </a:extLst>
          </p:cNvPr>
          <p:cNvPicPr>
            <a:picLocks noChangeAspect="1"/>
          </p:cNvPicPr>
          <p:nvPr/>
        </p:nvPicPr>
        <p:blipFill>
          <a:blip r:embed="rId3"/>
          <a:stretch>
            <a:fillRect/>
          </a:stretch>
        </p:blipFill>
        <p:spPr>
          <a:xfrm>
            <a:off x="1095435" y="1077752"/>
            <a:ext cx="9997943" cy="5741115"/>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Design Deficiencies vs Implementation Defects</a:t>
            </a:r>
            <a:endParaRPr dirty="0"/>
          </a:p>
        </p:txBody>
      </p:sp>
    </p:spTree>
    <p:extLst>
      <p:ext uri="{BB962C8B-B14F-4D97-AF65-F5344CB8AC3E}">
        <p14:creationId xmlns:p14="http://schemas.microsoft.com/office/powerpoint/2010/main" val="1227392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5" name="Picture 4">
            <a:extLst>
              <a:ext uri="{FF2B5EF4-FFF2-40B4-BE49-F238E27FC236}">
                <a16:creationId xmlns:a16="http://schemas.microsoft.com/office/drawing/2014/main" id="{1450443C-3548-267A-00B8-D1E6E6520BF9}"/>
              </a:ext>
            </a:extLst>
          </p:cNvPr>
          <p:cNvPicPr>
            <a:picLocks noChangeAspect="1"/>
          </p:cNvPicPr>
          <p:nvPr/>
        </p:nvPicPr>
        <p:blipFill>
          <a:blip r:embed="rId3"/>
          <a:stretch>
            <a:fillRect/>
          </a:stretch>
        </p:blipFill>
        <p:spPr>
          <a:xfrm>
            <a:off x="1095436" y="1077752"/>
            <a:ext cx="9997940" cy="5741113"/>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Design Deficiencies vs Implementation Defects</a:t>
            </a:r>
            <a:endParaRPr dirty="0"/>
          </a:p>
        </p:txBody>
      </p:sp>
    </p:spTree>
    <p:extLst>
      <p:ext uri="{BB962C8B-B14F-4D97-AF65-F5344CB8AC3E}">
        <p14:creationId xmlns:p14="http://schemas.microsoft.com/office/powerpoint/2010/main" val="1206582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85">
          <a:extLst>
            <a:ext uri="{FF2B5EF4-FFF2-40B4-BE49-F238E27FC236}">
              <a16:creationId xmlns:a16="http://schemas.microsoft.com/office/drawing/2014/main" id="{DF04DC39-360A-BAC9-5788-0AE2F872CB98}"/>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E1104DA8-1637-C265-3A2D-0D26C140973D}"/>
              </a:ext>
            </a:extLst>
          </p:cNvPr>
          <p:cNvPicPr>
            <a:picLocks noChangeAspect="1"/>
          </p:cNvPicPr>
          <p:nvPr/>
        </p:nvPicPr>
        <p:blipFill>
          <a:blip r:embed="rId3"/>
          <a:stretch>
            <a:fillRect/>
          </a:stretch>
        </p:blipFill>
        <p:spPr>
          <a:xfrm>
            <a:off x="1095436" y="1077752"/>
            <a:ext cx="9997940" cy="5741113"/>
          </a:xfrm>
          <a:prstGeom prst="rect">
            <a:avLst/>
          </a:prstGeom>
        </p:spPr>
      </p:pic>
      <p:sp>
        <p:nvSpPr>
          <p:cNvPr id="16" name="Rectangle 15">
            <a:extLst>
              <a:ext uri="{FF2B5EF4-FFF2-40B4-BE49-F238E27FC236}">
                <a16:creationId xmlns:a16="http://schemas.microsoft.com/office/drawing/2014/main" id="{EA6B884E-E803-438F-2523-BBCC97520FF4}"/>
              </a:ext>
            </a:extLst>
          </p:cNvPr>
          <p:cNvSpPr/>
          <p:nvPr/>
        </p:nvSpPr>
        <p:spPr>
          <a:xfrm>
            <a:off x="1095436" y="3037114"/>
            <a:ext cx="9987060" cy="3781751"/>
          </a:xfrm>
          <a:prstGeom prst="rect">
            <a:avLst/>
          </a:prstGeom>
          <a:solidFill>
            <a:schemeClr val="bg1">
              <a:alpha val="6852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6" name="Google Shape;886;p148">
            <a:extLst>
              <a:ext uri="{FF2B5EF4-FFF2-40B4-BE49-F238E27FC236}">
                <a16:creationId xmlns:a16="http://schemas.microsoft.com/office/drawing/2014/main" id="{6586BF8A-FF5F-9B5D-A861-C06C5012B1B6}"/>
              </a:ext>
            </a:extLst>
          </p:cNvPr>
          <p:cNvSpPr txBox="1">
            <a:spLocks noGrp="1"/>
          </p:cNvSpPr>
          <p:nvPr>
            <p:ph type="title"/>
          </p:nvPr>
        </p:nvSpPr>
        <p:spPr>
          <a:xfrm>
            <a:off x="455616" y="460683"/>
            <a:ext cx="11277834" cy="5244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Mitigation Cost Multiplier</a:t>
            </a:r>
            <a:endParaRPr dirty="0"/>
          </a:p>
        </p:txBody>
      </p:sp>
      <p:sp>
        <p:nvSpPr>
          <p:cNvPr id="10" name="Rectangle 9">
            <a:extLst>
              <a:ext uri="{FF2B5EF4-FFF2-40B4-BE49-F238E27FC236}">
                <a16:creationId xmlns:a16="http://schemas.microsoft.com/office/drawing/2014/main" id="{8E975A6C-0FA3-F789-469A-92DA27432E8E}"/>
              </a:ext>
            </a:extLst>
          </p:cNvPr>
          <p:cNvSpPr/>
          <p:nvPr/>
        </p:nvSpPr>
        <p:spPr>
          <a:xfrm>
            <a:off x="1208314" y="3404978"/>
            <a:ext cx="9688287" cy="659189"/>
          </a:xfrm>
          <a:prstGeom prst="rect">
            <a:avLst/>
          </a:prstGeom>
          <a:solidFill>
            <a:schemeClr val="bg1">
              <a:lumMod val="85000"/>
              <a:alpha val="70241"/>
            </a:schemeClr>
          </a:solidFill>
        </p:spPr>
        <p:txBody>
          <a:bodyPr wrap="square" anchor="ctr">
            <a:noAutofit/>
          </a:bodyPr>
          <a:lstStyle/>
          <a:p>
            <a:r>
              <a:rPr lang="en-US" sz="3600" b="1" dirty="0">
                <a:solidFill>
                  <a:srgbClr val="000000"/>
                </a:solidFill>
                <a:latin typeface="Roboto" panose="02000000000000000000" pitchFamily="2" charset="0"/>
              </a:rPr>
              <a:t>  </a:t>
            </a:r>
            <a:r>
              <a:rPr lang="en-US" sz="3600" b="1" dirty="0">
                <a:solidFill>
                  <a:srgbClr val="FF0000"/>
                </a:solidFill>
                <a:latin typeface="Roboto" panose="02000000000000000000" pitchFamily="2" charset="0"/>
              </a:rPr>
              <a:t>0.2      0.5       1.2       15 </a:t>
            </a:r>
            <a:r>
              <a:rPr lang="en-US" sz="3600" b="1" dirty="0">
                <a:solidFill>
                  <a:srgbClr val="000000"/>
                </a:solidFill>
                <a:latin typeface="Roboto" panose="02000000000000000000" pitchFamily="2" charset="0"/>
              </a:rPr>
              <a:t>     </a:t>
            </a:r>
            <a:endParaRPr lang="en-US" sz="3600" b="1" i="0" u="none" strike="noStrike" dirty="0">
              <a:solidFill>
                <a:srgbClr val="000000"/>
              </a:solidFill>
              <a:effectLst/>
            </a:endParaRPr>
          </a:p>
        </p:txBody>
      </p:sp>
      <p:sp>
        <p:nvSpPr>
          <p:cNvPr id="11" name="Rectangle 10">
            <a:extLst>
              <a:ext uri="{FF2B5EF4-FFF2-40B4-BE49-F238E27FC236}">
                <a16:creationId xmlns:a16="http://schemas.microsoft.com/office/drawing/2014/main" id="{1724C046-2483-7367-7795-6F792CA5E4E5}"/>
              </a:ext>
            </a:extLst>
          </p:cNvPr>
          <p:cNvSpPr/>
          <p:nvPr/>
        </p:nvSpPr>
        <p:spPr>
          <a:xfrm>
            <a:off x="1208312" y="4777967"/>
            <a:ext cx="9688287" cy="659188"/>
          </a:xfrm>
          <a:prstGeom prst="rect">
            <a:avLst/>
          </a:prstGeom>
          <a:solidFill>
            <a:schemeClr val="bg1">
              <a:lumMod val="85000"/>
              <a:alpha val="70000"/>
            </a:schemeClr>
          </a:solidFill>
        </p:spPr>
        <p:txBody>
          <a:bodyPr wrap="square" anchor="ctr">
            <a:noAutofit/>
          </a:bodyPr>
          <a:lstStyle/>
          <a:p>
            <a:r>
              <a:rPr lang="en-US" sz="3600" b="1" dirty="0">
                <a:solidFill>
                  <a:srgbClr val="000000"/>
                </a:solidFill>
                <a:latin typeface="Roboto" panose="02000000000000000000" pitchFamily="2" charset="0"/>
              </a:rPr>
              <a:t>               </a:t>
            </a:r>
            <a:r>
              <a:rPr lang="en-US" sz="3600" b="1" dirty="0">
                <a:solidFill>
                  <a:srgbClr val="FF0000"/>
                </a:solidFill>
                <a:latin typeface="Roboto" panose="02000000000000000000" pitchFamily="2" charset="0"/>
              </a:rPr>
              <a:t> 1           90 - 440       470 - 880 </a:t>
            </a:r>
            <a:r>
              <a:rPr lang="en-US" sz="3600" b="1" dirty="0">
                <a:solidFill>
                  <a:srgbClr val="000000"/>
                </a:solidFill>
                <a:latin typeface="Roboto" panose="02000000000000000000" pitchFamily="2" charset="0"/>
              </a:rPr>
              <a:t>     </a:t>
            </a:r>
            <a:endParaRPr lang="en-US" sz="3600" b="1" i="0" u="none" strike="noStrike" dirty="0">
              <a:solidFill>
                <a:srgbClr val="000000"/>
              </a:solidFill>
              <a:effectLst/>
            </a:endParaRPr>
          </a:p>
        </p:txBody>
      </p:sp>
      <p:sp>
        <p:nvSpPr>
          <p:cNvPr id="12" name="Rounded Rectangular Callout 11">
            <a:extLst>
              <a:ext uri="{FF2B5EF4-FFF2-40B4-BE49-F238E27FC236}">
                <a16:creationId xmlns:a16="http://schemas.microsoft.com/office/drawing/2014/main" id="{C10CD4F4-7C88-F748-1F40-6BBBB3B11931}"/>
              </a:ext>
            </a:extLst>
          </p:cNvPr>
          <p:cNvSpPr/>
          <p:nvPr/>
        </p:nvSpPr>
        <p:spPr>
          <a:xfrm>
            <a:off x="11082497" y="3161069"/>
            <a:ext cx="959142" cy="535862"/>
          </a:xfrm>
          <a:prstGeom prst="wedgeRoundRectCallout">
            <a:avLst>
              <a:gd name="adj1" fmla="val -122030"/>
              <a:gd name="adj2" fmla="val 5412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Boehm 1976</a:t>
            </a:r>
          </a:p>
        </p:txBody>
      </p:sp>
      <p:sp>
        <p:nvSpPr>
          <p:cNvPr id="13" name="Rounded Rectangular Callout 12">
            <a:extLst>
              <a:ext uri="{FF2B5EF4-FFF2-40B4-BE49-F238E27FC236}">
                <a16:creationId xmlns:a16="http://schemas.microsoft.com/office/drawing/2014/main" id="{0B8DFE0E-D4D1-592F-9972-3C544685C5DA}"/>
              </a:ext>
            </a:extLst>
          </p:cNvPr>
          <p:cNvSpPr/>
          <p:nvPr/>
        </p:nvSpPr>
        <p:spPr>
          <a:xfrm>
            <a:off x="11082496" y="4665259"/>
            <a:ext cx="959142" cy="535862"/>
          </a:xfrm>
          <a:prstGeom prst="wedgeRoundRectCallout">
            <a:avLst>
              <a:gd name="adj1" fmla="val -110531"/>
              <a:gd name="adj2" fmla="val 4714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Baziuk 1995</a:t>
            </a:r>
          </a:p>
        </p:txBody>
      </p:sp>
      <p:sp>
        <p:nvSpPr>
          <p:cNvPr id="17" name="Rectangle 16">
            <a:extLst>
              <a:ext uri="{FF2B5EF4-FFF2-40B4-BE49-F238E27FC236}">
                <a16:creationId xmlns:a16="http://schemas.microsoft.com/office/drawing/2014/main" id="{0FFC6573-58D8-3D13-611B-8861B824C341}"/>
              </a:ext>
            </a:extLst>
          </p:cNvPr>
          <p:cNvSpPr/>
          <p:nvPr/>
        </p:nvSpPr>
        <p:spPr>
          <a:xfrm>
            <a:off x="1095436" y="996216"/>
            <a:ext cx="9987060" cy="1540155"/>
          </a:xfrm>
          <a:prstGeom prst="rect">
            <a:avLst/>
          </a:prstGeom>
          <a:solidFill>
            <a:schemeClr val="bg1">
              <a:alpha val="6852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0CD3692B-D55C-65BC-B24D-DCB67AB9565F}"/>
              </a:ext>
            </a:extLst>
          </p:cNvPr>
          <p:cNvCxnSpPr/>
          <p:nvPr/>
        </p:nvCxnSpPr>
        <p:spPr>
          <a:xfrm flipV="1">
            <a:off x="209006" y="209006"/>
            <a:ext cx="11773988" cy="6487885"/>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6704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FFBCA63-F86F-B43D-8132-A373ABC4BF0A}"/>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F9A5BD18-D109-6729-A9CD-7CE9D212EA27}"/>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Implementation Methodologies</a:t>
            </a:r>
            <a:endParaRPr dirty="0"/>
          </a:p>
        </p:txBody>
      </p:sp>
      <p:pic>
        <p:nvPicPr>
          <p:cNvPr id="2" name="Picture 1">
            <a:extLst>
              <a:ext uri="{FF2B5EF4-FFF2-40B4-BE49-F238E27FC236}">
                <a16:creationId xmlns:a16="http://schemas.microsoft.com/office/drawing/2014/main" id="{B6E5F188-BC73-E979-EF42-B6B2CA79E53A}"/>
              </a:ext>
            </a:extLst>
          </p:cNvPr>
          <p:cNvPicPr>
            <a:picLocks noChangeAspect="1"/>
          </p:cNvPicPr>
          <p:nvPr/>
        </p:nvPicPr>
        <p:blipFill>
          <a:blip r:embed="rId3"/>
          <a:stretch>
            <a:fillRect/>
          </a:stretch>
        </p:blipFill>
        <p:spPr>
          <a:xfrm>
            <a:off x="1095439" y="1077755"/>
            <a:ext cx="9997944" cy="5143666"/>
          </a:xfrm>
          <a:prstGeom prst="rect">
            <a:avLst/>
          </a:prstGeom>
        </p:spPr>
      </p:pic>
    </p:spTree>
    <p:extLst>
      <p:ext uri="{BB962C8B-B14F-4D97-AF65-F5344CB8AC3E}">
        <p14:creationId xmlns:p14="http://schemas.microsoft.com/office/powerpoint/2010/main" val="1390949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E45B297-3AB0-D070-43C5-53C0CDBF44B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F5E9FE3-F4C6-8A8B-CC56-04A1C4E1018B}"/>
              </a:ext>
            </a:extLst>
          </p:cNvPr>
          <p:cNvPicPr>
            <a:picLocks noChangeAspect="1"/>
          </p:cNvPicPr>
          <p:nvPr/>
        </p:nvPicPr>
        <p:blipFill>
          <a:blip r:embed="rId3"/>
          <a:stretch>
            <a:fillRect/>
          </a:stretch>
        </p:blipFill>
        <p:spPr>
          <a:xfrm>
            <a:off x="455374" y="1464672"/>
            <a:ext cx="7636280" cy="3928655"/>
          </a:xfrm>
          <a:prstGeom prst="rect">
            <a:avLst/>
          </a:prstGeom>
        </p:spPr>
      </p:pic>
      <p:sp>
        <p:nvSpPr>
          <p:cNvPr id="1199" name="Google Shape;1199;p156">
            <a:extLst>
              <a:ext uri="{FF2B5EF4-FFF2-40B4-BE49-F238E27FC236}">
                <a16:creationId xmlns:a16="http://schemas.microsoft.com/office/drawing/2014/main" id="{65E6B1F4-8451-4CFB-D874-702F1C201BA8}"/>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V-model Implementation Methodology</a:t>
            </a:r>
            <a:endParaRPr dirty="0"/>
          </a:p>
        </p:txBody>
      </p:sp>
      <p:pic>
        <p:nvPicPr>
          <p:cNvPr id="2" name="Picture 1">
            <a:extLst>
              <a:ext uri="{FF2B5EF4-FFF2-40B4-BE49-F238E27FC236}">
                <a16:creationId xmlns:a16="http://schemas.microsoft.com/office/drawing/2014/main" id="{E72270D5-02ED-5019-7289-07449E813536}"/>
              </a:ext>
            </a:extLst>
          </p:cNvPr>
          <p:cNvPicPr>
            <a:picLocks noChangeAspect="1"/>
          </p:cNvPicPr>
          <p:nvPr/>
        </p:nvPicPr>
        <p:blipFill>
          <a:blip r:embed="rId4"/>
          <a:stretch>
            <a:fillRect/>
          </a:stretch>
        </p:blipFill>
        <p:spPr>
          <a:xfrm>
            <a:off x="8439316" y="1297501"/>
            <a:ext cx="3294135" cy="4262998"/>
          </a:xfrm>
          <a:prstGeom prst="rect">
            <a:avLst/>
          </a:prstGeom>
          <a:ln w="12700">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08061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75E53F4-17FC-AD35-42BB-0ADBF774A5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931E0D2-D6F7-78C6-C3F8-1F8A053364FE}"/>
              </a:ext>
            </a:extLst>
          </p:cNvPr>
          <p:cNvPicPr>
            <a:picLocks noChangeAspect="1"/>
          </p:cNvPicPr>
          <p:nvPr/>
        </p:nvPicPr>
        <p:blipFill>
          <a:blip r:embed="rId3"/>
          <a:stretch>
            <a:fillRect/>
          </a:stretch>
        </p:blipFill>
        <p:spPr>
          <a:xfrm>
            <a:off x="868402" y="1160143"/>
            <a:ext cx="7066568" cy="5237173"/>
          </a:xfrm>
          <a:prstGeom prst="rect">
            <a:avLst/>
          </a:prstGeom>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640647F8-36F7-78C7-75B6-445B210212E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Cyclic Implementation Methodology</a:t>
            </a:r>
            <a:endParaRPr dirty="0"/>
          </a:p>
        </p:txBody>
      </p:sp>
      <p:pic>
        <p:nvPicPr>
          <p:cNvPr id="5" name="Picture 4">
            <a:extLst>
              <a:ext uri="{FF2B5EF4-FFF2-40B4-BE49-F238E27FC236}">
                <a16:creationId xmlns:a16="http://schemas.microsoft.com/office/drawing/2014/main" id="{F50AC297-9B0A-4931-1E59-F9D5C19A0212}"/>
              </a:ext>
            </a:extLst>
          </p:cNvPr>
          <p:cNvPicPr>
            <a:picLocks noChangeAspect="1"/>
          </p:cNvPicPr>
          <p:nvPr/>
        </p:nvPicPr>
        <p:blipFill>
          <a:blip r:embed="rId4"/>
          <a:stretch>
            <a:fillRect/>
          </a:stretch>
        </p:blipFill>
        <p:spPr>
          <a:xfrm flipV="1">
            <a:off x="10358298" y="3138052"/>
            <a:ext cx="962125" cy="581891"/>
          </a:xfrm>
          <a:prstGeom prst="rect">
            <a:avLst/>
          </a:prstGeom>
        </p:spPr>
      </p:pic>
      <p:pic>
        <p:nvPicPr>
          <p:cNvPr id="2" name="Picture 1">
            <a:extLst>
              <a:ext uri="{FF2B5EF4-FFF2-40B4-BE49-F238E27FC236}">
                <a16:creationId xmlns:a16="http://schemas.microsoft.com/office/drawing/2014/main" id="{A17F483C-4FA1-7593-FE5E-80AA9CED981B}"/>
              </a:ext>
            </a:extLst>
          </p:cNvPr>
          <p:cNvPicPr>
            <a:picLocks noChangeAspect="1"/>
          </p:cNvPicPr>
          <p:nvPr/>
        </p:nvPicPr>
        <p:blipFill>
          <a:blip r:embed="rId5"/>
          <a:stretch>
            <a:fillRect/>
          </a:stretch>
        </p:blipFill>
        <p:spPr>
          <a:xfrm>
            <a:off x="8440806" y="1298462"/>
            <a:ext cx="3292645" cy="4261070"/>
          </a:xfrm>
          <a:prstGeom prst="rect">
            <a:avLst/>
          </a:prstGeom>
          <a:ln w="12700">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03109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Process Workflows</a:t>
            </a:r>
            <a:endParaRPr dirty="0"/>
          </a:p>
        </p:txBody>
      </p:sp>
      <p:pic>
        <p:nvPicPr>
          <p:cNvPr id="2" name="Picture 1" descr="Diagram&#10;&#10;Description automatically generated">
            <a:extLst>
              <a:ext uri="{FF2B5EF4-FFF2-40B4-BE49-F238E27FC236}">
                <a16:creationId xmlns:a16="http://schemas.microsoft.com/office/drawing/2014/main" id="{649A81E5-5034-6953-34A3-18B953DB9E05}"/>
              </a:ext>
            </a:extLst>
          </p:cNvPr>
          <p:cNvPicPr>
            <a:picLocks noChangeAspect="1"/>
          </p:cNvPicPr>
          <p:nvPr/>
        </p:nvPicPr>
        <p:blipFill>
          <a:blip r:embed="rId3"/>
          <a:stretch>
            <a:fillRect/>
          </a:stretch>
        </p:blipFill>
        <p:spPr>
          <a:xfrm>
            <a:off x="227821" y="936914"/>
            <a:ext cx="11733181" cy="5460403"/>
          </a:xfrm>
          <a:prstGeom prst="rect">
            <a:avLst/>
          </a:prstGeom>
        </p:spPr>
      </p:pic>
    </p:spTree>
    <p:extLst>
      <p:ext uri="{BB962C8B-B14F-4D97-AF65-F5344CB8AC3E}">
        <p14:creationId xmlns:p14="http://schemas.microsoft.com/office/powerpoint/2010/main" val="38767556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Documents</a:t>
            </a:r>
            <a:endParaRPr dirty="0"/>
          </a:p>
        </p:txBody>
      </p:sp>
      <p:pic>
        <p:nvPicPr>
          <p:cNvPr id="7" name="Picture 6">
            <a:extLst>
              <a:ext uri="{FF2B5EF4-FFF2-40B4-BE49-F238E27FC236}">
                <a16:creationId xmlns:a16="http://schemas.microsoft.com/office/drawing/2014/main" id="{83AFE0C9-196E-C14A-AD18-A14C5CEADBF4}"/>
              </a:ext>
            </a:extLst>
          </p:cNvPr>
          <p:cNvPicPr>
            <a:picLocks noChangeAspect="1"/>
          </p:cNvPicPr>
          <p:nvPr/>
        </p:nvPicPr>
        <p:blipFill>
          <a:blip r:embed="rId3"/>
          <a:stretch>
            <a:fillRect/>
          </a:stretch>
        </p:blipFill>
        <p:spPr>
          <a:xfrm>
            <a:off x="455617" y="4875352"/>
            <a:ext cx="2349109" cy="1134100"/>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01DDE02D-3148-FF42-AEF9-F9FEC7F91225}"/>
              </a:ext>
            </a:extLst>
          </p:cNvPr>
          <p:cNvPicPr>
            <a:picLocks noChangeAspect="1"/>
          </p:cNvPicPr>
          <p:nvPr/>
        </p:nvPicPr>
        <p:blipFill>
          <a:blip r:embed="rId4"/>
          <a:stretch>
            <a:fillRect/>
          </a:stretch>
        </p:blipFill>
        <p:spPr>
          <a:xfrm>
            <a:off x="923668" y="5320323"/>
            <a:ext cx="2351638" cy="984859"/>
          </a:xfrm>
          <a:prstGeom prst="rect">
            <a:avLst/>
          </a:prstGeom>
          <a:effectLst>
            <a:outerShdw blurRad="50800" dist="38100" dir="2700000" algn="tl" rotWithShape="0">
              <a:prstClr val="black">
                <a:alpha val="40000"/>
              </a:prstClr>
            </a:outerShdw>
          </a:effectLst>
        </p:spPr>
      </p:pic>
      <p:pic>
        <p:nvPicPr>
          <p:cNvPr id="3" name="Picture 2" descr="Graphical user interface, text, application, email&#10;&#10;Description automatically generated">
            <a:extLst>
              <a:ext uri="{FF2B5EF4-FFF2-40B4-BE49-F238E27FC236}">
                <a16:creationId xmlns:a16="http://schemas.microsoft.com/office/drawing/2014/main" id="{844646A8-F0F3-9542-9312-CEE62FE6DC5A}"/>
              </a:ext>
            </a:extLst>
          </p:cNvPr>
          <p:cNvPicPr>
            <a:picLocks noChangeAspect="1"/>
          </p:cNvPicPr>
          <p:nvPr/>
        </p:nvPicPr>
        <p:blipFill>
          <a:blip r:embed="rId5"/>
          <a:stretch>
            <a:fillRect/>
          </a:stretch>
        </p:blipFill>
        <p:spPr>
          <a:xfrm>
            <a:off x="9226834" y="1111813"/>
            <a:ext cx="1959992" cy="2530863"/>
          </a:xfrm>
          <a:prstGeom prst="rect">
            <a:avLst/>
          </a:prstGeom>
          <a:ln w="12700">
            <a:solidFill>
              <a:schemeClr val="accent5"/>
            </a:solidFill>
          </a:ln>
          <a:effectLst>
            <a:outerShdw blurRad="50800" dist="38100" dir="2700000" algn="tl" rotWithShape="0">
              <a:prstClr val="black">
                <a:alpha val="40000"/>
              </a:prstClr>
            </a:outerShdw>
          </a:effectLst>
        </p:spPr>
      </p:pic>
      <p:pic>
        <p:nvPicPr>
          <p:cNvPr id="11" name="Picture 10" descr="Graphical user interface, text, application, email&#10;&#10;Description automatically generated">
            <a:extLst>
              <a:ext uri="{FF2B5EF4-FFF2-40B4-BE49-F238E27FC236}">
                <a16:creationId xmlns:a16="http://schemas.microsoft.com/office/drawing/2014/main" id="{BCA30BA6-FC12-3542-858C-EA58C6FBCB1F}"/>
              </a:ext>
            </a:extLst>
          </p:cNvPr>
          <p:cNvPicPr>
            <a:picLocks noChangeAspect="1"/>
          </p:cNvPicPr>
          <p:nvPr/>
        </p:nvPicPr>
        <p:blipFill>
          <a:blip r:embed="rId6"/>
          <a:stretch>
            <a:fillRect/>
          </a:stretch>
        </p:blipFill>
        <p:spPr>
          <a:xfrm>
            <a:off x="9765643" y="1662798"/>
            <a:ext cx="1959992" cy="2534838"/>
          </a:xfrm>
          <a:prstGeom prst="rect">
            <a:avLst/>
          </a:prstGeom>
          <a:ln w="12700">
            <a:solidFill>
              <a:schemeClr val="accent5"/>
            </a:solidFill>
          </a:ln>
          <a:effectLst>
            <a:outerShdw blurRad="50800" dist="38100" dir="2700000" algn="tl" rotWithShape="0">
              <a:prstClr val="black">
                <a:alpha val="40000"/>
              </a:prstClr>
            </a:outerShdw>
          </a:effectLst>
        </p:spPr>
      </p:pic>
      <p:pic>
        <p:nvPicPr>
          <p:cNvPr id="13" name="Picture 12">
            <a:extLst>
              <a:ext uri="{FF2B5EF4-FFF2-40B4-BE49-F238E27FC236}">
                <a16:creationId xmlns:a16="http://schemas.microsoft.com/office/drawing/2014/main" id="{11ADD955-FB51-884A-BB70-F684A74906C7}"/>
              </a:ext>
            </a:extLst>
          </p:cNvPr>
          <p:cNvPicPr>
            <a:picLocks noChangeAspect="1"/>
          </p:cNvPicPr>
          <p:nvPr/>
        </p:nvPicPr>
        <p:blipFill>
          <a:blip r:embed="rId7"/>
          <a:srcRect/>
          <a:stretch/>
        </p:blipFill>
        <p:spPr>
          <a:xfrm>
            <a:off x="8552031" y="4453392"/>
            <a:ext cx="3173604" cy="1916225"/>
          </a:xfrm>
          <a:prstGeom prst="rect">
            <a:avLst/>
          </a:prstGeom>
          <a:effectLst>
            <a:outerShdw blurRad="50800" dist="38100" dir="2700000" algn="tl" rotWithShape="0">
              <a:prstClr val="black">
                <a:alpha val="40000"/>
              </a:prstClr>
            </a:outerShdw>
          </a:effectLst>
        </p:spPr>
      </p:pic>
      <p:pic>
        <p:nvPicPr>
          <p:cNvPr id="15" name="Picture 14" descr="Graphical user interface, text, application, email&#10;&#10;Description automatically generated">
            <a:extLst>
              <a:ext uri="{FF2B5EF4-FFF2-40B4-BE49-F238E27FC236}">
                <a16:creationId xmlns:a16="http://schemas.microsoft.com/office/drawing/2014/main" id="{0A92BA0F-4C50-6F48-B04A-40C836DB51D6}"/>
              </a:ext>
            </a:extLst>
          </p:cNvPr>
          <p:cNvPicPr>
            <a:picLocks noChangeAspect="1"/>
          </p:cNvPicPr>
          <p:nvPr/>
        </p:nvPicPr>
        <p:blipFill>
          <a:blip r:embed="rId8"/>
          <a:stretch>
            <a:fillRect/>
          </a:stretch>
        </p:blipFill>
        <p:spPr>
          <a:xfrm>
            <a:off x="2595584" y="2163606"/>
            <a:ext cx="1972934" cy="2538445"/>
          </a:xfrm>
          <a:prstGeom prst="rect">
            <a:avLst/>
          </a:prstGeom>
          <a:ln w="12700">
            <a:solidFill>
              <a:schemeClr val="accent5"/>
            </a:solidFill>
          </a:ln>
          <a:effectLst>
            <a:outerShdw blurRad="50800" dist="38100" dir="2700000" algn="tl" rotWithShape="0">
              <a:prstClr val="black">
                <a:alpha val="40000"/>
              </a:prstClr>
            </a:outerShdw>
          </a:effectLst>
        </p:spPr>
      </p:pic>
      <p:pic>
        <p:nvPicPr>
          <p:cNvPr id="17" name="Picture 16" descr="Graphical user interface, text, application, email&#10;&#10;Description automatically generated">
            <a:extLst>
              <a:ext uri="{FF2B5EF4-FFF2-40B4-BE49-F238E27FC236}">
                <a16:creationId xmlns:a16="http://schemas.microsoft.com/office/drawing/2014/main" id="{6546CEC6-F79E-B64B-B68A-5F78326F04E6}"/>
              </a:ext>
            </a:extLst>
          </p:cNvPr>
          <p:cNvPicPr>
            <a:picLocks noChangeAspect="1"/>
          </p:cNvPicPr>
          <p:nvPr/>
        </p:nvPicPr>
        <p:blipFill>
          <a:blip r:embed="rId9"/>
          <a:stretch>
            <a:fillRect/>
          </a:stretch>
        </p:blipFill>
        <p:spPr>
          <a:xfrm>
            <a:off x="3019921" y="2602928"/>
            <a:ext cx="1966335" cy="2530863"/>
          </a:xfrm>
          <a:prstGeom prst="rect">
            <a:avLst/>
          </a:prstGeom>
          <a:ln w="12700">
            <a:solidFill>
              <a:schemeClr val="accent5"/>
            </a:solidFill>
          </a:ln>
          <a:effectLst>
            <a:outerShdw blurRad="50800" dist="38100" dir="2700000" algn="tl" rotWithShape="0">
              <a:prstClr val="black">
                <a:alpha val="40000"/>
              </a:prstClr>
            </a:outerShdw>
          </a:effectLst>
        </p:spPr>
      </p:pic>
      <p:pic>
        <p:nvPicPr>
          <p:cNvPr id="9" name="Picture 8" descr="Table&#10;&#10;Description automatically generated">
            <a:extLst>
              <a:ext uri="{FF2B5EF4-FFF2-40B4-BE49-F238E27FC236}">
                <a16:creationId xmlns:a16="http://schemas.microsoft.com/office/drawing/2014/main" id="{238DDA6C-5C14-B045-99A9-B1386C798939}"/>
              </a:ext>
            </a:extLst>
          </p:cNvPr>
          <p:cNvPicPr>
            <a:picLocks noChangeAspect="1"/>
          </p:cNvPicPr>
          <p:nvPr/>
        </p:nvPicPr>
        <p:blipFill>
          <a:blip r:embed="rId10"/>
          <a:stretch>
            <a:fillRect/>
          </a:stretch>
        </p:blipFill>
        <p:spPr>
          <a:xfrm>
            <a:off x="7907135" y="5170076"/>
            <a:ext cx="3033583" cy="1459324"/>
          </a:xfrm>
          <a:prstGeom prst="rect">
            <a:avLst/>
          </a:prstGeom>
          <a:effectLst>
            <a:outerShdw blurRad="50800" dist="38100" dir="2700000" algn="tl" rotWithShape="0">
              <a:prstClr val="black">
                <a:alpha val="40000"/>
              </a:prstClr>
            </a:outerShdw>
          </a:effectLst>
        </p:spPr>
      </p:pic>
      <p:pic>
        <p:nvPicPr>
          <p:cNvPr id="19" name="Picture 18" descr="Graphical user interface, text, application, email&#10;&#10;Description automatically generated">
            <a:extLst>
              <a:ext uri="{FF2B5EF4-FFF2-40B4-BE49-F238E27FC236}">
                <a16:creationId xmlns:a16="http://schemas.microsoft.com/office/drawing/2014/main" id="{391BE88F-FB6D-BC41-A330-B0321D8C5C9E}"/>
              </a:ext>
            </a:extLst>
          </p:cNvPr>
          <p:cNvPicPr>
            <a:picLocks noChangeAspect="1"/>
          </p:cNvPicPr>
          <p:nvPr/>
        </p:nvPicPr>
        <p:blipFill>
          <a:blip r:embed="rId11"/>
          <a:stretch>
            <a:fillRect/>
          </a:stretch>
        </p:blipFill>
        <p:spPr>
          <a:xfrm>
            <a:off x="3446395" y="3077579"/>
            <a:ext cx="1980935" cy="2552851"/>
          </a:xfrm>
          <a:prstGeom prst="rect">
            <a:avLst/>
          </a:prstGeom>
          <a:ln w="12700">
            <a:solidFill>
              <a:schemeClr val="accent5"/>
            </a:solidFill>
          </a:ln>
          <a:effectLst>
            <a:outerShdw blurRad="50800" dist="38100" dir="2700000" algn="tl" rotWithShape="0">
              <a:prstClr val="black">
                <a:alpha val="40000"/>
              </a:prstClr>
            </a:outerShdw>
          </a:effectLst>
        </p:spPr>
      </p:pic>
      <p:pic>
        <p:nvPicPr>
          <p:cNvPr id="20" name="Picture 19" descr="Graphical user interface, text, application, email&#10;&#10;Description automatically generated">
            <a:extLst>
              <a:ext uri="{FF2B5EF4-FFF2-40B4-BE49-F238E27FC236}">
                <a16:creationId xmlns:a16="http://schemas.microsoft.com/office/drawing/2014/main" id="{EE750DD6-C9CA-2B40-B4FF-AF4BB1EE312B}"/>
              </a:ext>
            </a:extLst>
          </p:cNvPr>
          <p:cNvPicPr>
            <a:picLocks noChangeAspect="1"/>
          </p:cNvPicPr>
          <p:nvPr/>
        </p:nvPicPr>
        <p:blipFill>
          <a:blip r:embed="rId12"/>
          <a:stretch>
            <a:fillRect/>
          </a:stretch>
        </p:blipFill>
        <p:spPr>
          <a:xfrm>
            <a:off x="3983027" y="3493118"/>
            <a:ext cx="1980935" cy="2550574"/>
          </a:xfrm>
          <a:prstGeom prst="rect">
            <a:avLst/>
          </a:prstGeom>
          <a:ln w="12700">
            <a:solidFill>
              <a:schemeClr val="accent5"/>
            </a:solidFill>
          </a:ln>
          <a:effectLst>
            <a:outerShdw blurRad="50800" dist="38100" dir="2700000" algn="tl" rotWithShape="0">
              <a:prstClr val="black">
                <a:alpha val="40000"/>
              </a:prstClr>
            </a:outerShdw>
          </a:effectLst>
        </p:spPr>
      </p:pic>
      <p:pic>
        <p:nvPicPr>
          <p:cNvPr id="22" name="Picture 21" descr="Graphical user interface, text, application, email&#10;&#10;Description automatically generated">
            <a:extLst>
              <a:ext uri="{FF2B5EF4-FFF2-40B4-BE49-F238E27FC236}">
                <a16:creationId xmlns:a16="http://schemas.microsoft.com/office/drawing/2014/main" id="{77CEFFDA-F10E-4048-B145-C3987A39D327}"/>
              </a:ext>
            </a:extLst>
          </p:cNvPr>
          <p:cNvPicPr>
            <a:picLocks noChangeAspect="1"/>
          </p:cNvPicPr>
          <p:nvPr/>
        </p:nvPicPr>
        <p:blipFill>
          <a:blip r:embed="rId13"/>
          <a:stretch>
            <a:fillRect/>
          </a:stretch>
        </p:blipFill>
        <p:spPr>
          <a:xfrm>
            <a:off x="4455430" y="3910362"/>
            <a:ext cx="1980935" cy="2553774"/>
          </a:xfrm>
          <a:prstGeom prst="rect">
            <a:avLst/>
          </a:prstGeom>
          <a:ln w="12700">
            <a:solidFill>
              <a:schemeClr val="accent5"/>
            </a:solidFill>
          </a:ln>
          <a:effectLst>
            <a:outerShdw blurRad="50800" dist="38100" dir="2700000" algn="tl" rotWithShape="0">
              <a:prstClr val="black">
                <a:alpha val="40000"/>
              </a:prstClr>
            </a:outerShdw>
          </a:effectLst>
        </p:spPr>
      </p:pic>
      <p:pic>
        <p:nvPicPr>
          <p:cNvPr id="4" name="Picture 3" descr="A white cover of a document&#10;&#10;AI-generated content may be incorrect.">
            <a:extLst>
              <a:ext uri="{FF2B5EF4-FFF2-40B4-BE49-F238E27FC236}">
                <a16:creationId xmlns:a16="http://schemas.microsoft.com/office/drawing/2014/main" id="{CA558670-BA31-0FE8-341E-AAFF63A6A756}"/>
              </a:ext>
            </a:extLst>
          </p:cNvPr>
          <p:cNvPicPr>
            <a:picLocks noChangeAspect="1"/>
          </p:cNvPicPr>
          <p:nvPr/>
        </p:nvPicPr>
        <p:blipFill>
          <a:blip r:embed="rId14"/>
          <a:stretch>
            <a:fillRect/>
          </a:stretch>
        </p:blipFill>
        <p:spPr>
          <a:xfrm>
            <a:off x="443486" y="1084917"/>
            <a:ext cx="1979418" cy="2561599"/>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659222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5" name="Picture 4" descr="A white cover of a document&#10;&#10;AI-generated content may be incorrect.">
            <a:extLst>
              <a:ext uri="{FF2B5EF4-FFF2-40B4-BE49-F238E27FC236}">
                <a16:creationId xmlns:a16="http://schemas.microsoft.com/office/drawing/2014/main" id="{4056F730-A0BF-825A-ED66-B342879C196D}"/>
              </a:ext>
            </a:extLst>
          </p:cNvPr>
          <p:cNvPicPr>
            <a:picLocks noChangeAspect="1"/>
          </p:cNvPicPr>
          <p:nvPr/>
        </p:nvPicPr>
        <p:blipFill>
          <a:blip r:embed="rId3"/>
          <a:stretch>
            <a:fillRect/>
          </a:stretch>
        </p:blipFill>
        <p:spPr>
          <a:xfrm>
            <a:off x="443486" y="1084917"/>
            <a:ext cx="1979418" cy="2561599"/>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Documents</a:t>
            </a:r>
            <a:endParaRPr dirty="0"/>
          </a:p>
        </p:txBody>
      </p:sp>
      <p:pic>
        <p:nvPicPr>
          <p:cNvPr id="7" name="Picture 6">
            <a:extLst>
              <a:ext uri="{FF2B5EF4-FFF2-40B4-BE49-F238E27FC236}">
                <a16:creationId xmlns:a16="http://schemas.microsoft.com/office/drawing/2014/main" id="{83AFE0C9-196E-C14A-AD18-A14C5CEADBF4}"/>
              </a:ext>
            </a:extLst>
          </p:cNvPr>
          <p:cNvPicPr>
            <a:picLocks noChangeAspect="1"/>
          </p:cNvPicPr>
          <p:nvPr/>
        </p:nvPicPr>
        <p:blipFill>
          <a:blip r:embed="rId4"/>
          <a:stretch>
            <a:fillRect/>
          </a:stretch>
        </p:blipFill>
        <p:spPr>
          <a:xfrm>
            <a:off x="455617" y="4875352"/>
            <a:ext cx="2349109" cy="1134100"/>
          </a:xfrm>
          <a:prstGeom prst="rect">
            <a:avLst/>
          </a:prstGeom>
          <a:ln>
            <a:solidFill>
              <a:schemeClr val="accent5"/>
            </a:solidFill>
          </a:ln>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01DDE02D-3148-FF42-AEF9-F9FEC7F91225}"/>
              </a:ext>
            </a:extLst>
          </p:cNvPr>
          <p:cNvPicPr>
            <a:picLocks noChangeAspect="1"/>
          </p:cNvPicPr>
          <p:nvPr/>
        </p:nvPicPr>
        <p:blipFill>
          <a:blip r:embed="rId5"/>
          <a:stretch>
            <a:fillRect/>
          </a:stretch>
        </p:blipFill>
        <p:spPr>
          <a:xfrm>
            <a:off x="923668" y="5320323"/>
            <a:ext cx="2351638" cy="984859"/>
          </a:xfrm>
          <a:prstGeom prst="rect">
            <a:avLst/>
          </a:prstGeom>
          <a:effectLst>
            <a:outerShdw blurRad="50800" dist="38100" dir="2700000" algn="tl" rotWithShape="0">
              <a:prstClr val="black">
                <a:alpha val="40000"/>
              </a:prstClr>
            </a:outerShdw>
          </a:effectLst>
        </p:spPr>
      </p:pic>
      <p:pic>
        <p:nvPicPr>
          <p:cNvPr id="3" name="Picture 2" descr="Graphical user interface, text, application, email&#10;&#10;Description automatically generated">
            <a:extLst>
              <a:ext uri="{FF2B5EF4-FFF2-40B4-BE49-F238E27FC236}">
                <a16:creationId xmlns:a16="http://schemas.microsoft.com/office/drawing/2014/main" id="{844646A8-F0F3-9542-9312-CEE62FE6DC5A}"/>
              </a:ext>
            </a:extLst>
          </p:cNvPr>
          <p:cNvPicPr>
            <a:picLocks noChangeAspect="1"/>
          </p:cNvPicPr>
          <p:nvPr/>
        </p:nvPicPr>
        <p:blipFill>
          <a:blip r:embed="rId6"/>
          <a:stretch>
            <a:fillRect/>
          </a:stretch>
        </p:blipFill>
        <p:spPr>
          <a:xfrm>
            <a:off x="9226834" y="1111813"/>
            <a:ext cx="1959992" cy="2530863"/>
          </a:xfrm>
          <a:prstGeom prst="rect">
            <a:avLst/>
          </a:prstGeom>
          <a:ln w="12700">
            <a:solidFill>
              <a:schemeClr val="accent5"/>
            </a:solidFill>
          </a:ln>
          <a:effectLst>
            <a:outerShdw blurRad="50800" dist="38100" dir="2700000" algn="tl" rotWithShape="0">
              <a:prstClr val="black">
                <a:alpha val="40000"/>
              </a:prstClr>
            </a:outerShdw>
          </a:effectLst>
        </p:spPr>
      </p:pic>
      <p:pic>
        <p:nvPicPr>
          <p:cNvPr id="11" name="Picture 10" descr="Graphical user interface, text, application, email&#10;&#10;Description automatically generated">
            <a:extLst>
              <a:ext uri="{FF2B5EF4-FFF2-40B4-BE49-F238E27FC236}">
                <a16:creationId xmlns:a16="http://schemas.microsoft.com/office/drawing/2014/main" id="{BCA30BA6-FC12-3542-858C-EA58C6FBCB1F}"/>
              </a:ext>
            </a:extLst>
          </p:cNvPr>
          <p:cNvPicPr>
            <a:picLocks noChangeAspect="1"/>
          </p:cNvPicPr>
          <p:nvPr/>
        </p:nvPicPr>
        <p:blipFill>
          <a:blip r:embed="rId7"/>
          <a:stretch>
            <a:fillRect/>
          </a:stretch>
        </p:blipFill>
        <p:spPr>
          <a:xfrm>
            <a:off x="9765643" y="1662798"/>
            <a:ext cx="1959992" cy="2534838"/>
          </a:xfrm>
          <a:prstGeom prst="rect">
            <a:avLst/>
          </a:prstGeom>
          <a:ln w="12700">
            <a:solidFill>
              <a:schemeClr val="accent5"/>
            </a:solidFill>
          </a:ln>
          <a:effectLst>
            <a:outerShdw blurRad="50800" dist="38100" dir="2700000" algn="tl" rotWithShape="0">
              <a:prstClr val="black">
                <a:alpha val="40000"/>
              </a:prstClr>
            </a:outerShdw>
          </a:effectLst>
        </p:spPr>
      </p:pic>
      <p:pic>
        <p:nvPicPr>
          <p:cNvPr id="13" name="Picture 12">
            <a:extLst>
              <a:ext uri="{FF2B5EF4-FFF2-40B4-BE49-F238E27FC236}">
                <a16:creationId xmlns:a16="http://schemas.microsoft.com/office/drawing/2014/main" id="{11ADD955-FB51-884A-BB70-F684A74906C7}"/>
              </a:ext>
            </a:extLst>
          </p:cNvPr>
          <p:cNvPicPr>
            <a:picLocks noChangeAspect="1"/>
          </p:cNvPicPr>
          <p:nvPr/>
        </p:nvPicPr>
        <p:blipFill>
          <a:blip r:embed="rId8"/>
          <a:srcRect/>
          <a:stretch/>
        </p:blipFill>
        <p:spPr>
          <a:xfrm>
            <a:off x="8552031" y="4453392"/>
            <a:ext cx="3173604" cy="1916225"/>
          </a:xfrm>
          <a:prstGeom prst="rect">
            <a:avLst/>
          </a:prstGeom>
          <a:ln>
            <a:solidFill>
              <a:schemeClr val="accent5"/>
            </a:solidFill>
          </a:ln>
          <a:effectLst>
            <a:outerShdw blurRad="50800" dist="38100" dir="2700000" algn="tl" rotWithShape="0">
              <a:prstClr val="black">
                <a:alpha val="40000"/>
              </a:prstClr>
            </a:outerShdw>
          </a:effectLst>
        </p:spPr>
      </p:pic>
      <p:pic>
        <p:nvPicPr>
          <p:cNvPr id="15" name="Picture 14" descr="Graphical user interface, text, application, email&#10;&#10;Description automatically generated">
            <a:extLst>
              <a:ext uri="{FF2B5EF4-FFF2-40B4-BE49-F238E27FC236}">
                <a16:creationId xmlns:a16="http://schemas.microsoft.com/office/drawing/2014/main" id="{0A92BA0F-4C50-6F48-B04A-40C836DB51D6}"/>
              </a:ext>
            </a:extLst>
          </p:cNvPr>
          <p:cNvPicPr>
            <a:picLocks noChangeAspect="1"/>
          </p:cNvPicPr>
          <p:nvPr/>
        </p:nvPicPr>
        <p:blipFill>
          <a:blip r:embed="rId9"/>
          <a:stretch>
            <a:fillRect/>
          </a:stretch>
        </p:blipFill>
        <p:spPr>
          <a:xfrm>
            <a:off x="2595584" y="2163606"/>
            <a:ext cx="1972934" cy="2538445"/>
          </a:xfrm>
          <a:prstGeom prst="rect">
            <a:avLst/>
          </a:prstGeom>
          <a:ln w="12700">
            <a:solidFill>
              <a:schemeClr val="accent5"/>
            </a:solidFill>
          </a:ln>
          <a:effectLst>
            <a:outerShdw blurRad="50800" dist="38100" dir="2700000" algn="tl" rotWithShape="0">
              <a:prstClr val="black">
                <a:alpha val="40000"/>
              </a:prstClr>
            </a:outerShdw>
          </a:effectLst>
        </p:spPr>
      </p:pic>
      <p:pic>
        <p:nvPicPr>
          <p:cNvPr id="17" name="Picture 16" descr="Graphical user interface, text, application, email&#10;&#10;Description automatically generated">
            <a:extLst>
              <a:ext uri="{FF2B5EF4-FFF2-40B4-BE49-F238E27FC236}">
                <a16:creationId xmlns:a16="http://schemas.microsoft.com/office/drawing/2014/main" id="{6546CEC6-F79E-B64B-B68A-5F78326F04E6}"/>
              </a:ext>
            </a:extLst>
          </p:cNvPr>
          <p:cNvPicPr>
            <a:picLocks noChangeAspect="1"/>
          </p:cNvPicPr>
          <p:nvPr/>
        </p:nvPicPr>
        <p:blipFill>
          <a:blip r:embed="rId10"/>
          <a:stretch>
            <a:fillRect/>
          </a:stretch>
        </p:blipFill>
        <p:spPr>
          <a:xfrm>
            <a:off x="3019921" y="2602928"/>
            <a:ext cx="1966335" cy="2530863"/>
          </a:xfrm>
          <a:prstGeom prst="rect">
            <a:avLst/>
          </a:prstGeom>
          <a:ln w="12700">
            <a:solidFill>
              <a:schemeClr val="accent5"/>
            </a:solidFill>
          </a:ln>
          <a:effectLst>
            <a:outerShdw blurRad="50800" dist="38100" dir="2700000" algn="tl" rotWithShape="0">
              <a:prstClr val="black">
                <a:alpha val="40000"/>
              </a:prstClr>
            </a:outerShdw>
          </a:effectLst>
        </p:spPr>
      </p:pic>
      <p:pic>
        <p:nvPicPr>
          <p:cNvPr id="9" name="Picture 8" descr="Table&#10;&#10;Description automatically generated">
            <a:extLst>
              <a:ext uri="{FF2B5EF4-FFF2-40B4-BE49-F238E27FC236}">
                <a16:creationId xmlns:a16="http://schemas.microsoft.com/office/drawing/2014/main" id="{238DDA6C-5C14-B045-99A9-B1386C798939}"/>
              </a:ext>
            </a:extLst>
          </p:cNvPr>
          <p:cNvPicPr>
            <a:picLocks noChangeAspect="1"/>
          </p:cNvPicPr>
          <p:nvPr/>
        </p:nvPicPr>
        <p:blipFill>
          <a:blip r:embed="rId11"/>
          <a:stretch>
            <a:fillRect/>
          </a:stretch>
        </p:blipFill>
        <p:spPr>
          <a:xfrm>
            <a:off x="7907135" y="5170076"/>
            <a:ext cx="3033583" cy="1459324"/>
          </a:xfrm>
          <a:prstGeom prst="rect">
            <a:avLst/>
          </a:prstGeom>
          <a:ln>
            <a:solidFill>
              <a:schemeClr val="accent5"/>
            </a:solidFill>
          </a:ln>
          <a:effectLst>
            <a:outerShdw blurRad="50800" dist="38100" dir="2700000" algn="tl" rotWithShape="0">
              <a:prstClr val="black">
                <a:alpha val="40000"/>
              </a:prstClr>
            </a:outerShdw>
          </a:effectLst>
        </p:spPr>
      </p:pic>
      <p:pic>
        <p:nvPicPr>
          <p:cNvPr id="21" name="Picture 20" descr="Graphical user interface, text, application&#10;&#10;Description automatically generated">
            <a:extLst>
              <a:ext uri="{FF2B5EF4-FFF2-40B4-BE49-F238E27FC236}">
                <a16:creationId xmlns:a16="http://schemas.microsoft.com/office/drawing/2014/main" id="{BC48AFA2-0F70-D944-A9B7-0B63BAC2A69A}"/>
              </a:ext>
            </a:extLst>
          </p:cNvPr>
          <p:cNvPicPr>
            <a:picLocks noChangeAspect="1"/>
          </p:cNvPicPr>
          <p:nvPr/>
        </p:nvPicPr>
        <p:blipFill>
          <a:blip r:embed="rId12"/>
          <a:stretch>
            <a:fillRect/>
          </a:stretch>
        </p:blipFill>
        <p:spPr>
          <a:xfrm>
            <a:off x="5180828" y="1084917"/>
            <a:ext cx="1959992" cy="2525861"/>
          </a:xfrm>
          <a:prstGeom prst="rect">
            <a:avLst/>
          </a:prstGeom>
          <a:ln w="12700">
            <a:solidFill>
              <a:schemeClr val="accent5"/>
            </a:solidFill>
          </a:ln>
          <a:effectLst>
            <a:outerShdw blurRad="50800" dist="38100" dir="2700000" algn="tl" rotWithShape="0">
              <a:prstClr val="black">
                <a:alpha val="40000"/>
              </a:prstClr>
            </a:outerShdw>
          </a:effectLst>
        </p:spPr>
      </p:pic>
      <p:pic>
        <p:nvPicPr>
          <p:cNvPr id="23" name="Picture 22" descr="Graphical user interface, text, application&#10;&#10;Description automatically generated">
            <a:extLst>
              <a:ext uri="{FF2B5EF4-FFF2-40B4-BE49-F238E27FC236}">
                <a16:creationId xmlns:a16="http://schemas.microsoft.com/office/drawing/2014/main" id="{CD41ECF1-4F53-694C-96BC-D32B980591C5}"/>
              </a:ext>
            </a:extLst>
          </p:cNvPr>
          <p:cNvPicPr>
            <a:picLocks noChangeAspect="1"/>
          </p:cNvPicPr>
          <p:nvPr/>
        </p:nvPicPr>
        <p:blipFill>
          <a:blip r:embed="rId13"/>
          <a:stretch>
            <a:fillRect/>
          </a:stretch>
        </p:blipFill>
        <p:spPr>
          <a:xfrm>
            <a:off x="5641324" y="1441980"/>
            <a:ext cx="1959992" cy="2534035"/>
          </a:xfrm>
          <a:prstGeom prst="rect">
            <a:avLst/>
          </a:prstGeom>
          <a:ln w="12700">
            <a:solidFill>
              <a:schemeClr val="accent5"/>
            </a:solidFill>
          </a:ln>
          <a:effectLst>
            <a:outerShdw blurRad="50800" dist="38100" dir="2700000" algn="tl" rotWithShape="0">
              <a:prstClr val="black">
                <a:alpha val="40000"/>
              </a:prstClr>
            </a:outerShdw>
          </a:effectLst>
        </p:spPr>
      </p:pic>
      <p:pic>
        <p:nvPicPr>
          <p:cNvPr id="25" name="Picture 24" descr="Graphical user interface, text, application&#10;&#10;Description automatically generated">
            <a:extLst>
              <a:ext uri="{FF2B5EF4-FFF2-40B4-BE49-F238E27FC236}">
                <a16:creationId xmlns:a16="http://schemas.microsoft.com/office/drawing/2014/main" id="{6BBCD189-4D2B-8849-AB1E-1B9CBCD1DD0F}"/>
              </a:ext>
            </a:extLst>
          </p:cNvPr>
          <p:cNvPicPr>
            <a:picLocks noChangeAspect="1"/>
          </p:cNvPicPr>
          <p:nvPr/>
        </p:nvPicPr>
        <p:blipFill>
          <a:blip r:embed="rId14"/>
          <a:stretch>
            <a:fillRect/>
          </a:stretch>
        </p:blipFill>
        <p:spPr>
          <a:xfrm>
            <a:off x="6111294" y="1804764"/>
            <a:ext cx="1977741" cy="2552851"/>
          </a:xfrm>
          <a:prstGeom prst="rect">
            <a:avLst/>
          </a:prstGeom>
          <a:ln w="12700">
            <a:solidFill>
              <a:schemeClr val="accent5"/>
            </a:solidFill>
          </a:ln>
          <a:effectLst>
            <a:outerShdw blurRad="50800" dist="38100" dir="2700000" algn="tl" rotWithShape="0">
              <a:prstClr val="black">
                <a:alpha val="40000"/>
              </a:prstClr>
            </a:outerShdw>
          </a:effectLst>
        </p:spPr>
      </p:pic>
      <p:pic>
        <p:nvPicPr>
          <p:cNvPr id="27" name="Picture 26" descr="Text, letter&#10;&#10;Description automatically generated">
            <a:extLst>
              <a:ext uri="{FF2B5EF4-FFF2-40B4-BE49-F238E27FC236}">
                <a16:creationId xmlns:a16="http://schemas.microsoft.com/office/drawing/2014/main" id="{D4484DC9-2778-3342-81C1-8B0997C313D3}"/>
              </a:ext>
            </a:extLst>
          </p:cNvPr>
          <p:cNvPicPr>
            <a:picLocks noChangeAspect="1"/>
          </p:cNvPicPr>
          <p:nvPr/>
        </p:nvPicPr>
        <p:blipFill>
          <a:blip r:embed="rId15"/>
          <a:stretch>
            <a:fillRect/>
          </a:stretch>
        </p:blipFill>
        <p:spPr>
          <a:xfrm>
            <a:off x="6581264" y="2258228"/>
            <a:ext cx="1977741" cy="2543266"/>
          </a:xfrm>
          <a:prstGeom prst="rect">
            <a:avLst/>
          </a:prstGeom>
          <a:ln w="12700">
            <a:solidFill>
              <a:schemeClr val="accent5"/>
            </a:solidFill>
          </a:ln>
          <a:effectLst>
            <a:outerShdw blurRad="50800" dist="38100" dir="2700000" algn="tl" rotWithShape="0">
              <a:prstClr val="black">
                <a:alpha val="40000"/>
              </a:prstClr>
            </a:outerShdw>
          </a:effectLst>
        </p:spPr>
      </p:pic>
      <p:pic>
        <p:nvPicPr>
          <p:cNvPr id="29" name="Picture 28" descr="Text, application&#10;&#10;Description automatically generated">
            <a:extLst>
              <a:ext uri="{FF2B5EF4-FFF2-40B4-BE49-F238E27FC236}">
                <a16:creationId xmlns:a16="http://schemas.microsoft.com/office/drawing/2014/main" id="{8F0D631E-7B28-8247-ADAF-A75FA2A0888F}"/>
              </a:ext>
            </a:extLst>
          </p:cNvPr>
          <p:cNvPicPr>
            <a:picLocks noChangeAspect="1"/>
          </p:cNvPicPr>
          <p:nvPr/>
        </p:nvPicPr>
        <p:blipFill>
          <a:blip r:embed="rId16"/>
          <a:stretch>
            <a:fillRect/>
          </a:stretch>
        </p:blipFill>
        <p:spPr>
          <a:xfrm>
            <a:off x="6968438" y="2710068"/>
            <a:ext cx="1982704" cy="2552852"/>
          </a:xfrm>
          <a:prstGeom prst="rect">
            <a:avLst/>
          </a:prstGeom>
          <a:ln w="12700">
            <a:solidFill>
              <a:schemeClr val="accent5"/>
            </a:solidFill>
          </a:ln>
          <a:effectLst>
            <a:outerShdw blurRad="50800" dist="38100" dir="2700000" algn="tl" rotWithShape="0">
              <a:prstClr val="black">
                <a:alpha val="40000"/>
              </a:prstClr>
            </a:outerShdw>
          </a:effectLst>
        </p:spPr>
      </p:pic>
      <p:pic>
        <p:nvPicPr>
          <p:cNvPr id="31" name="Picture 30" descr="Text, letter&#10;&#10;Description automatically generated">
            <a:extLst>
              <a:ext uri="{FF2B5EF4-FFF2-40B4-BE49-F238E27FC236}">
                <a16:creationId xmlns:a16="http://schemas.microsoft.com/office/drawing/2014/main" id="{B0B92218-3CA1-2D42-A598-A491C989CD55}"/>
              </a:ext>
            </a:extLst>
          </p:cNvPr>
          <p:cNvPicPr>
            <a:picLocks noChangeAspect="1"/>
          </p:cNvPicPr>
          <p:nvPr/>
        </p:nvPicPr>
        <p:blipFill>
          <a:blip r:embed="rId17"/>
          <a:stretch>
            <a:fillRect/>
          </a:stretch>
        </p:blipFill>
        <p:spPr>
          <a:xfrm>
            <a:off x="7401805" y="3161908"/>
            <a:ext cx="1979501" cy="2552852"/>
          </a:xfrm>
          <a:prstGeom prst="rect">
            <a:avLst/>
          </a:prstGeom>
          <a:ln w="12700">
            <a:solidFill>
              <a:schemeClr val="accent5"/>
            </a:solidFill>
          </a:ln>
          <a:effectLst>
            <a:outerShdw blurRad="50800" dist="38100" dir="2700000" algn="tl" rotWithShape="0">
              <a:prstClr val="black">
                <a:alpha val="40000"/>
              </a:prstClr>
            </a:outerShdw>
          </a:effectLst>
        </p:spPr>
      </p:pic>
      <p:pic>
        <p:nvPicPr>
          <p:cNvPr id="19" name="Picture 18" descr="Graphical user interface, text, application, email&#10;&#10;Description automatically generated">
            <a:extLst>
              <a:ext uri="{FF2B5EF4-FFF2-40B4-BE49-F238E27FC236}">
                <a16:creationId xmlns:a16="http://schemas.microsoft.com/office/drawing/2014/main" id="{391BE88F-FB6D-BC41-A330-B0321D8C5C9E}"/>
              </a:ext>
            </a:extLst>
          </p:cNvPr>
          <p:cNvPicPr>
            <a:picLocks noChangeAspect="1"/>
          </p:cNvPicPr>
          <p:nvPr/>
        </p:nvPicPr>
        <p:blipFill>
          <a:blip r:embed="rId18"/>
          <a:stretch>
            <a:fillRect/>
          </a:stretch>
        </p:blipFill>
        <p:spPr>
          <a:xfrm>
            <a:off x="3446395" y="3077579"/>
            <a:ext cx="1980935" cy="2552851"/>
          </a:xfrm>
          <a:prstGeom prst="rect">
            <a:avLst/>
          </a:prstGeom>
          <a:ln w="12700">
            <a:solidFill>
              <a:schemeClr val="accent5"/>
            </a:solidFill>
          </a:ln>
          <a:effectLst>
            <a:outerShdw blurRad="50800" dist="38100" dir="2700000" algn="tl" rotWithShape="0">
              <a:prstClr val="black">
                <a:alpha val="40000"/>
              </a:prstClr>
            </a:outerShdw>
          </a:effectLst>
        </p:spPr>
      </p:pic>
      <p:pic>
        <p:nvPicPr>
          <p:cNvPr id="4" name="Picture 3" descr="Graphical user interface, text, application, email&#10;&#10;Description automatically generated">
            <a:extLst>
              <a:ext uri="{FF2B5EF4-FFF2-40B4-BE49-F238E27FC236}">
                <a16:creationId xmlns:a16="http://schemas.microsoft.com/office/drawing/2014/main" id="{C105BAA4-4FBF-8D4F-92DF-99B60EFFD085}"/>
              </a:ext>
            </a:extLst>
          </p:cNvPr>
          <p:cNvPicPr>
            <a:picLocks noChangeAspect="1"/>
          </p:cNvPicPr>
          <p:nvPr/>
        </p:nvPicPr>
        <p:blipFill>
          <a:blip r:embed="rId19"/>
          <a:stretch>
            <a:fillRect/>
          </a:stretch>
        </p:blipFill>
        <p:spPr>
          <a:xfrm>
            <a:off x="3983027" y="3493118"/>
            <a:ext cx="1980935" cy="2550574"/>
          </a:xfrm>
          <a:prstGeom prst="rect">
            <a:avLst/>
          </a:prstGeom>
          <a:ln w="12700">
            <a:solidFill>
              <a:schemeClr val="accent5"/>
            </a:solidFill>
          </a:ln>
          <a:effectLst>
            <a:outerShdw blurRad="50800" dist="38100" dir="2700000" algn="tl" rotWithShape="0">
              <a:prstClr val="black">
                <a:alpha val="40000"/>
              </a:prstClr>
            </a:outerShdw>
          </a:effectLst>
        </p:spPr>
      </p:pic>
      <p:pic>
        <p:nvPicPr>
          <p:cNvPr id="22" name="Picture 21" descr="Graphical user interface, text, application, email&#10;&#10;Description automatically generated">
            <a:extLst>
              <a:ext uri="{FF2B5EF4-FFF2-40B4-BE49-F238E27FC236}">
                <a16:creationId xmlns:a16="http://schemas.microsoft.com/office/drawing/2014/main" id="{2A3F9CA4-C2F6-744F-81DE-42B33CA9980A}"/>
              </a:ext>
            </a:extLst>
          </p:cNvPr>
          <p:cNvPicPr>
            <a:picLocks noChangeAspect="1"/>
          </p:cNvPicPr>
          <p:nvPr/>
        </p:nvPicPr>
        <p:blipFill>
          <a:blip r:embed="rId20"/>
          <a:stretch>
            <a:fillRect/>
          </a:stretch>
        </p:blipFill>
        <p:spPr>
          <a:xfrm>
            <a:off x="4455430" y="3910362"/>
            <a:ext cx="1980935" cy="2553774"/>
          </a:xfrm>
          <a:prstGeom prst="rect">
            <a:avLst/>
          </a:prstGeom>
          <a:ln w="12700">
            <a:solidFill>
              <a:schemeClr val="accent5"/>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61572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B55C414-6233-09E1-4365-44C43713B470}"/>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8B3CF536-EA93-57DF-1A1B-F54EB0A9C354}"/>
              </a:ext>
            </a:extLst>
          </p:cNvPr>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Assessed for Compliance</a:t>
            </a:r>
            <a:endParaRPr dirty="0"/>
          </a:p>
        </p:txBody>
      </p:sp>
      <p:pic>
        <p:nvPicPr>
          <p:cNvPr id="4" name="Picture 3">
            <a:extLst>
              <a:ext uri="{FF2B5EF4-FFF2-40B4-BE49-F238E27FC236}">
                <a16:creationId xmlns:a16="http://schemas.microsoft.com/office/drawing/2014/main" id="{EB8FDA1E-3ED3-F3DE-4456-72F17F13FEF0}"/>
              </a:ext>
            </a:extLst>
          </p:cNvPr>
          <p:cNvPicPr>
            <a:picLocks noChangeAspect="1"/>
          </p:cNvPicPr>
          <p:nvPr/>
        </p:nvPicPr>
        <p:blipFill>
          <a:blip r:embed="rId3"/>
          <a:stretch>
            <a:fillRect/>
          </a:stretch>
        </p:blipFill>
        <p:spPr>
          <a:xfrm>
            <a:off x="120355" y="1150345"/>
            <a:ext cx="3826208" cy="5412233"/>
          </a:xfrm>
          <a:prstGeom prst="rect">
            <a:avLst/>
          </a:prstGeom>
          <a:ln w="12700">
            <a:solidFill>
              <a:schemeClr val="tx1"/>
            </a:solidFill>
          </a:ln>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CB28D115-F02D-6DDB-92B7-66B6564E0003}"/>
              </a:ext>
            </a:extLst>
          </p:cNvPr>
          <p:cNvPicPr>
            <a:picLocks noChangeAspect="1"/>
          </p:cNvPicPr>
          <p:nvPr/>
        </p:nvPicPr>
        <p:blipFill>
          <a:blip r:embed="rId4"/>
          <a:stretch>
            <a:fillRect/>
          </a:stretch>
        </p:blipFill>
        <p:spPr>
          <a:xfrm>
            <a:off x="4298216" y="1150345"/>
            <a:ext cx="3826208" cy="5412233"/>
          </a:xfrm>
          <a:prstGeom prst="rect">
            <a:avLst/>
          </a:prstGeom>
          <a:ln w="12700">
            <a:solidFill>
              <a:schemeClr val="tx1"/>
            </a:solidFill>
          </a:ln>
          <a:effectLst>
            <a:outerShdw blurRad="50800" dist="38100" dir="2700000" algn="tl" rotWithShape="0">
              <a:prstClr val="black">
                <a:alpha val="40000"/>
              </a:prstClr>
            </a:outerShdw>
          </a:effectLst>
        </p:spPr>
      </p:pic>
      <p:pic>
        <p:nvPicPr>
          <p:cNvPr id="3" name="Picture 2">
            <a:extLst>
              <a:ext uri="{FF2B5EF4-FFF2-40B4-BE49-F238E27FC236}">
                <a16:creationId xmlns:a16="http://schemas.microsoft.com/office/drawing/2014/main" id="{209F20E5-61DB-B720-6B16-E78AA0F2278E}"/>
              </a:ext>
            </a:extLst>
          </p:cNvPr>
          <p:cNvPicPr>
            <a:picLocks noChangeAspect="1"/>
          </p:cNvPicPr>
          <p:nvPr/>
        </p:nvPicPr>
        <p:blipFill>
          <a:blip r:embed="rId5"/>
          <a:stretch>
            <a:fillRect/>
          </a:stretch>
        </p:blipFill>
        <p:spPr>
          <a:xfrm>
            <a:off x="8242262" y="1150345"/>
            <a:ext cx="3826208" cy="5412233"/>
          </a:xfrm>
          <a:prstGeom prst="rect">
            <a:avLst/>
          </a:prstGeom>
          <a:ln w="12700">
            <a:solidFill>
              <a:schemeClr val="tx1"/>
            </a:solidFill>
          </a:ln>
          <a:effectLst>
            <a:outerShdw blurRad="50800" dist="38100" dir="2700000" algn="tl" rotWithShape="0">
              <a:prstClr val="black">
                <a:alpha val="40000"/>
              </a:prstClr>
            </a:outerShdw>
          </a:effectLst>
        </p:spPr>
      </p:pic>
      <p:sp>
        <p:nvSpPr>
          <p:cNvPr id="5" name="TextBox 4">
            <a:extLst>
              <a:ext uri="{FF2B5EF4-FFF2-40B4-BE49-F238E27FC236}">
                <a16:creationId xmlns:a16="http://schemas.microsoft.com/office/drawing/2014/main" id="{028C4083-C078-F01E-DF5F-1232B23C07B4}"/>
              </a:ext>
            </a:extLst>
          </p:cNvPr>
          <p:cNvSpPr txBox="1"/>
          <p:nvPr/>
        </p:nvSpPr>
        <p:spPr>
          <a:xfrm rot="18317994">
            <a:off x="-773559" y="3348629"/>
            <a:ext cx="5614037" cy="1015663"/>
          </a:xfrm>
          <a:prstGeom prst="rect">
            <a:avLst/>
          </a:prstGeom>
          <a:noFill/>
        </p:spPr>
        <p:txBody>
          <a:bodyPr wrap="none" rtlCol="0">
            <a:spAutoFit/>
          </a:bodyPr>
          <a:lstStyle/>
          <a:p>
            <a:r>
              <a:rPr lang="en-US" sz="6000" dirty="0">
                <a:solidFill>
                  <a:srgbClr val="FF0000">
                    <a:alpha val="25919"/>
                  </a:srgbClr>
                </a:solidFill>
                <a:latin typeface="Roboto" panose="02000000000000000000" pitchFamily="2" charset="0"/>
                <a:ea typeface="Roboto" panose="02000000000000000000" pitchFamily="2" charset="0"/>
              </a:rPr>
              <a:t>ISO/SAE 21434</a:t>
            </a:r>
          </a:p>
        </p:txBody>
      </p:sp>
      <p:sp>
        <p:nvSpPr>
          <p:cNvPr id="8" name="TextBox 7">
            <a:extLst>
              <a:ext uri="{FF2B5EF4-FFF2-40B4-BE49-F238E27FC236}">
                <a16:creationId xmlns:a16="http://schemas.microsoft.com/office/drawing/2014/main" id="{286A1200-DDEA-2D16-77AA-0EF714977AE3}"/>
              </a:ext>
            </a:extLst>
          </p:cNvPr>
          <p:cNvSpPr txBox="1"/>
          <p:nvPr/>
        </p:nvSpPr>
        <p:spPr>
          <a:xfrm rot="18317994">
            <a:off x="4613768" y="3348628"/>
            <a:ext cx="3195105" cy="1015663"/>
          </a:xfrm>
          <a:prstGeom prst="rect">
            <a:avLst/>
          </a:prstGeom>
          <a:noFill/>
        </p:spPr>
        <p:txBody>
          <a:bodyPr wrap="none" rtlCol="0">
            <a:spAutoFit/>
          </a:bodyPr>
          <a:lstStyle/>
          <a:p>
            <a:r>
              <a:rPr lang="en-US" sz="6000" dirty="0">
                <a:solidFill>
                  <a:srgbClr val="FF0000">
                    <a:alpha val="25919"/>
                  </a:srgbClr>
                </a:solidFill>
                <a:latin typeface="Roboto" panose="02000000000000000000" pitchFamily="2" charset="0"/>
                <a:ea typeface="Roboto" panose="02000000000000000000" pitchFamily="2" charset="0"/>
              </a:rPr>
              <a:t>UN R155</a:t>
            </a:r>
          </a:p>
        </p:txBody>
      </p:sp>
      <p:sp>
        <p:nvSpPr>
          <p:cNvPr id="9" name="TextBox 8">
            <a:extLst>
              <a:ext uri="{FF2B5EF4-FFF2-40B4-BE49-F238E27FC236}">
                <a16:creationId xmlns:a16="http://schemas.microsoft.com/office/drawing/2014/main" id="{96F427BF-0744-4CEF-2FA0-55B8F41E720F}"/>
              </a:ext>
            </a:extLst>
          </p:cNvPr>
          <p:cNvSpPr txBox="1"/>
          <p:nvPr/>
        </p:nvSpPr>
        <p:spPr>
          <a:xfrm rot="18317994">
            <a:off x="8557812" y="3348627"/>
            <a:ext cx="3195105" cy="1015663"/>
          </a:xfrm>
          <a:prstGeom prst="rect">
            <a:avLst/>
          </a:prstGeom>
          <a:noFill/>
        </p:spPr>
        <p:txBody>
          <a:bodyPr wrap="none" rtlCol="0">
            <a:spAutoFit/>
          </a:bodyPr>
          <a:lstStyle/>
          <a:p>
            <a:r>
              <a:rPr lang="en-US" sz="6000" dirty="0">
                <a:solidFill>
                  <a:srgbClr val="FF0000">
                    <a:alpha val="25919"/>
                  </a:srgbClr>
                </a:solidFill>
                <a:latin typeface="Roboto" panose="02000000000000000000" pitchFamily="2" charset="0"/>
                <a:ea typeface="Roboto" panose="02000000000000000000" pitchFamily="2" charset="0"/>
              </a:rPr>
              <a:t>UN R155</a:t>
            </a:r>
          </a:p>
        </p:txBody>
      </p:sp>
    </p:spTree>
    <p:extLst>
      <p:ext uri="{BB962C8B-B14F-4D97-AF65-F5344CB8AC3E}">
        <p14:creationId xmlns:p14="http://schemas.microsoft.com/office/powerpoint/2010/main" val="3808081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34716603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https://youtube.com/@AVCDL/playlists</a:t>
            </a:r>
          </a:p>
        </p:txBody>
      </p:sp>
      <p:pic>
        <p:nvPicPr>
          <p:cNvPr id="5" name="Picture 4">
            <a:extLst>
              <a:ext uri="{FF2B5EF4-FFF2-40B4-BE49-F238E27FC236}">
                <a16:creationId xmlns:a16="http://schemas.microsoft.com/office/drawing/2014/main" id="{5EB83915-CD51-8649-DDBF-0EC12D74976D}"/>
              </a:ext>
            </a:extLst>
          </p:cNvPr>
          <p:cNvPicPr>
            <a:picLocks noChangeAspect="1"/>
          </p:cNvPicPr>
          <p:nvPr/>
        </p:nvPicPr>
        <p:blipFill>
          <a:blip r:embed="rId3"/>
          <a:stretch>
            <a:fillRect/>
          </a:stretch>
        </p:blipFill>
        <p:spPr>
          <a:xfrm>
            <a:off x="1745767" y="1034903"/>
            <a:ext cx="8309038" cy="5823097"/>
          </a:xfrm>
          <a:prstGeom prst="rect">
            <a:avLst/>
          </a:prstGeom>
        </p:spPr>
      </p:pic>
    </p:spTree>
    <p:extLst>
      <p:ext uri="{BB962C8B-B14F-4D97-AF65-F5344CB8AC3E}">
        <p14:creationId xmlns:p14="http://schemas.microsoft.com/office/powerpoint/2010/main" val="40714915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(1 of 2)</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6" y="1146448"/>
            <a:ext cx="11277592" cy="495520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Systems and software engineering - Software lifecycle processes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3"/>
              </a:rPr>
              <a:t>https://en.wikipedia.org/wiki/ISO/IEC_12207</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Systems and software engineering - System lifecycle processes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4"/>
              </a:rPr>
              <a:t>https://en.wikipedia.org/wiki/ISO/IEC_15288</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latin typeface="Roboto" panose="02000000000000000000" pitchFamily="2" charset="0"/>
                <a:ea typeface="Roboto" panose="02000000000000000000" pitchFamily="2" charset="0"/>
              </a:rPr>
              <a:t>Road vehicles – Functional safety</a:t>
            </a:r>
            <a:endParaRPr lang="en-US"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5"/>
              </a:rPr>
              <a:t>https://en.wikipedia.org/wiki/ISO_26262</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t>Secure Software Development for Autonomous Vehicles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6"/>
              </a:rPr>
              <a:t>https://www.sae.org/standards/content/iso/sae21434/</a:t>
            </a:r>
            <a:endParaRPr lang="en-US" sz="1400" b="1" dirty="0">
              <a:latin typeface="Courier New" panose="02070309020205020404" pitchFamily="49" charset="0"/>
              <a:cs typeface="Courier New" panose="02070309020205020404" pitchFamily="49" charset="0"/>
            </a:endParaRPr>
          </a:p>
          <a:p>
            <a:pPr marL="0" indent="0">
              <a:spcBef>
                <a:spcPts val="0"/>
              </a:spcBef>
            </a:pPr>
            <a:r>
              <a:rPr lang="en-US" b="1" dirty="0"/>
              <a:t>Microsoft Security Development Lifecycle (SDL) - simplified implementation</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7"/>
              </a:rPr>
              <a:t>https://www.microsoft.com/en-us/download/details.aspx?id</a:t>
            </a:r>
            <a:r>
              <a:rPr lang="en-US" sz="1400" b="1">
                <a:latin typeface="Courier New" panose="02070309020205020404" pitchFamily="49" charset="0"/>
                <a:cs typeface="Courier New" panose="02070309020205020404" pitchFamily="49" charset="0"/>
                <a:hlinkClick r:id="rId7"/>
              </a:rPr>
              <a:t>=12379</a:t>
            </a:r>
            <a:r>
              <a:rPr lang="en-US" sz="1400" b="1">
                <a:latin typeface="Courier New" panose="02070309020205020404" pitchFamily="49" charset="0"/>
                <a:cs typeface="Courier New" panose="02070309020205020404" pitchFamily="49" charset="0"/>
              </a:rPr>
              <a:t>  </a:t>
            </a:r>
            <a:endParaRPr lang="en-US" sz="1400" b="1" dirty="0">
              <a:latin typeface="Courier New" panose="02070309020205020404" pitchFamily="49" charset="0"/>
              <a:cs typeface="Courier New" panose="02070309020205020404" pitchFamily="49" charset="0"/>
            </a:endParaRPr>
          </a:p>
          <a:p>
            <a:pPr marL="0" indent="0">
              <a:spcBef>
                <a:spcPts val="0"/>
              </a:spcBef>
            </a:pPr>
            <a:r>
              <a:rPr lang="en-US" b="1" dirty="0"/>
              <a:t>NHTSA Cybersecurity Best Practices for the Safety of Modern Vehicles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8"/>
              </a:rPr>
              <a:t>https://www.nhtsa.gov/sites/nhtsa.gov/files/2022-09/cybersecurity-best-practices-safety-modern-vehicles-2022-tag.pdf</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t>NICE Cybersecurity Workforce Framework (NCWF)</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9"/>
              </a:rPr>
              <a:t>https://nvlpubs.nist.gov/nistpubs/SpecialPublications/NIST.SP.800-181r1.pdf</a:t>
            </a:r>
            <a:r>
              <a:rPr lang="en-US" sz="14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5574000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(2 of 2)</a:t>
            </a:r>
            <a:endParaRPr dirty="0"/>
          </a:p>
        </p:txBody>
      </p:sp>
      <p:sp>
        <p:nvSpPr>
          <p:cNvPr id="2" name="Google Shape;879;p147">
            <a:extLst>
              <a:ext uri="{FF2B5EF4-FFF2-40B4-BE49-F238E27FC236}">
                <a16:creationId xmlns:a16="http://schemas.microsoft.com/office/drawing/2014/main" id="{DE8A9917-F853-C175-0BD0-A65EC43610D9}"/>
              </a:ext>
            </a:extLst>
          </p:cNvPr>
          <p:cNvSpPr txBox="1">
            <a:spLocks/>
          </p:cNvSpPr>
          <p:nvPr/>
        </p:nvSpPr>
        <p:spPr>
          <a:xfrm>
            <a:off x="455616" y="1146448"/>
            <a:ext cx="11277592" cy="495520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spcAft>
                <a:spcPts val="1200"/>
              </a:spcAft>
            </a:pPr>
            <a:r>
              <a:rPr lang="en-US" b="1" dirty="0"/>
              <a:t>Secure Software Development Framework (SSDF)</a:t>
            </a:r>
            <a:br>
              <a:rPr lang="en-US" dirty="0"/>
            </a:br>
            <a:r>
              <a:rPr lang="en-US" sz="1400" b="1" dirty="0">
                <a:latin typeface="Courier New" panose="02070309020205020404" pitchFamily="49" charset="0"/>
                <a:cs typeface="Courier New" panose="02070309020205020404" pitchFamily="49" charset="0"/>
                <a:hlinkClick r:id="rId3"/>
              </a:rPr>
              <a:t>https://nvlpubs.nist.gov/nistpubs/CSWP/NIST.CSWP.04232020.pdf</a:t>
            </a:r>
            <a:endParaRPr lang="en-US" sz="1400" b="1" dirty="0">
              <a:latin typeface="Courier New" panose="02070309020205020404" pitchFamily="49" charset="0"/>
              <a:cs typeface="Courier New" panose="02070309020205020404" pitchFamily="49" charset="0"/>
            </a:endParaRPr>
          </a:p>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How much do bugs cost to fix during each phase of the SDLC?</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4"/>
              </a:rPr>
              <a:t>https://www.synopsys.com/blogs/software-security/cost-to-fix-bugs-during-each-sdlc-phase/</a:t>
            </a:r>
            <a:r>
              <a:rPr lang="en-US" sz="1400" b="1" dirty="0">
                <a:latin typeface="Courier New" panose="02070309020205020404" pitchFamily="49" charset="0"/>
                <a:cs typeface="Courier New" panose="02070309020205020404" pitchFamily="49" charset="0"/>
              </a:rPr>
              <a:t> </a:t>
            </a:r>
            <a:endParaRPr lang="en-US" sz="1400"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Path to Improve Product Quality, Reliability and Customer Satisfaction</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5"/>
              </a:rPr>
              <a:t>https://ieeexplore.ieee.org/document/497665</a:t>
            </a:r>
            <a:endParaRPr lang="en-US"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(GitHub)</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6"/>
              </a:rPr>
              <a:t>https://github.com/AVCDL/AVCDL</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(YouTube)</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7"/>
              </a:rPr>
              <a:t>https://youtube.com/@AVCDL</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Introductory Blog Posts</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8"/>
              </a:rPr>
              <a:t>https://github.com/nutonomy/AVCDL/tree/main/background_material/blog_posts</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b="1" dirty="0">
                <a:latin typeface="Roboto" panose="02000000000000000000" pitchFamily="2" charset="0"/>
                <a:ea typeface="Roboto" panose="02000000000000000000" pitchFamily="2" charset="0"/>
              </a:rPr>
              <a:t>UN Regulation No. 155 - Cyber security and cyber security management system</a:t>
            </a:r>
            <a:endParaRPr lang="en-US"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9"/>
              </a:rPr>
              <a:t>https://unece.org/transport/documents/2021/03/standards/un-regulation-no-155-cyber-security-and-cyber-security</a:t>
            </a:r>
            <a:r>
              <a:rPr lang="en-US" sz="14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51310803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214052</TotalTime>
  <Words>5512</Words>
  <Application>Microsoft Macintosh PowerPoint</Application>
  <PresentationFormat>Custom</PresentationFormat>
  <Paragraphs>694</Paragraphs>
  <Slides>27</Slides>
  <Notes>27</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27</vt:i4>
      </vt:variant>
    </vt:vector>
  </HeadingPairs>
  <TitlesOfParts>
    <vt:vector size="38" baseType="lpstr">
      <vt:lpstr>Calibri</vt:lpstr>
      <vt:lpstr>Roboto Medium</vt:lpstr>
      <vt:lpstr>Roboto</vt:lpstr>
      <vt:lpstr>Poppins Medium</vt:lpstr>
      <vt:lpstr>Roboto Light</vt:lpstr>
      <vt:lpstr>Courier New</vt:lpstr>
      <vt:lpstr>Merriweather Sans</vt:lpstr>
      <vt:lpstr>Arial</vt:lpstr>
      <vt:lpstr>Simple Light</vt:lpstr>
      <vt:lpstr>Motional Masters</vt:lpstr>
      <vt:lpstr>Motional Masters</vt:lpstr>
      <vt:lpstr>AVCDL Awareness</vt:lpstr>
      <vt:lpstr>Introduction</vt:lpstr>
      <vt:lpstr>Cybersecurity Standards and Regulations Ecosystem</vt:lpstr>
      <vt:lpstr>Lifecycle Basics</vt:lpstr>
      <vt:lpstr>Lifecycle Basics</vt:lpstr>
      <vt:lpstr>Fundamental References</vt:lpstr>
      <vt:lpstr>AVCDL Framework</vt:lpstr>
      <vt:lpstr>AVCDL Framework</vt:lpstr>
      <vt:lpstr>AVCDL Framework – Foundation Phase</vt:lpstr>
      <vt:lpstr>AVCDL Framework – Intra-developmental Phases</vt:lpstr>
      <vt:lpstr>AVCDL Framework – Post-developmental Phases</vt:lpstr>
      <vt:lpstr>Design Deficiencies vs Implementation Defects</vt:lpstr>
      <vt:lpstr>Design Deficiencies vs Implementation Defects</vt:lpstr>
      <vt:lpstr>Design Deficiencies vs Implementation Defects</vt:lpstr>
      <vt:lpstr>Design Deficiencies vs Implementation Defects</vt:lpstr>
      <vt:lpstr>Mitigation Cost Multiplier</vt:lpstr>
      <vt:lpstr>Implementation Methodologies</vt:lpstr>
      <vt:lpstr>V-model Implementation Methodology</vt:lpstr>
      <vt:lpstr>Cyclic Implementation Methodology</vt:lpstr>
      <vt:lpstr>Process Workflows</vt:lpstr>
      <vt:lpstr>AVCDL Documents</vt:lpstr>
      <vt:lpstr>AVCDL Documents</vt:lpstr>
      <vt:lpstr>Assessed for Compliance</vt:lpstr>
      <vt:lpstr>AVCDL on GitHub</vt:lpstr>
      <vt:lpstr>AVCDL on YouTube</vt:lpstr>
      <vt:lpstr>References (1 of 2)</vt:lpstr>
      <vt:lpstr>References (2 of 2)</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AVCDL Awareness</dc:title>
  <dc:subject>AVCDL for non-cybersecurity people</dc:subject>
  <dc:creator>Charles Wilson</dc:creator>
  <cp:keywords>cybersecurity awareness, lifecycle</cp:keywords>
  <dc:description>This work was created by Torc Robotics and is licensed under the Creative Commons Attribution-Share Alike (CC BY-SA-4.0) License.
https://creativecommons.org/licenses/by/4.0/legalcode
</dc:description>
  <cp:lastModifiedBy>Charles Wilson</cp:lastModifiedBy>
  <cp:revision>375</cp:revision>
  <cp:lastPrinted>2023-05-08T17:44:42Z</cp:lastPrinted>
  <dcterms:modified xsi:type="dcterms:W3CDTF">2026-04-27T14:01:03Z</dcterms:modified>
  <cp:category>cybersecurity</cp:category>
</cp:coreProperties>
</file>