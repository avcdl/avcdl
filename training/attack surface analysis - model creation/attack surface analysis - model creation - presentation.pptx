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30"/>
  </p:notesMasterIdLst>
  <p:sldIdLst>
    <p:sldId id="256" r:id="rId4"/>
    <p:sldId id="306" r:id="rId5"/>
    <p:sldId id="584" r:id="rId6"/>
    <p:sldId id="308" r:id="rId7"/>
    <p:sldId id="607" r:id="rId8"/>
    <p:sldId id="617" r:id="rId9"/>
    <p:sldId id="428" r:id="rId10"/>
    <p:sldId id="583" r:id="rId11"/>
    <p:sldId id="416" r:id="rId12"/>
    <p:sldId id="610" r:id="rId13"/>
    <p:sldId id="611" r:id="rId14"/>
    <p:sldId id="587" r:id="rId15"/>
    <p:sldId id="613" r:id="rId16"/>
    <p:sldId id="495" r:id="rId17"/>
    <p:sldId id="620" r:id="rId18"/>
    <p:sldId id="618" r:id="rId19"/>
    <p:sldId id="615" r:id="rId20"/>
    <p:sldId id="619" r:id="rId21"/>
    <p:sldId id="616" r:id="rId22"/>
    <p:sldId id="608" r:id="rId23"/>
    <p:sldId id="603" r:id="rId24"/>
    <p:sldId id="604" r:id="rId25"/>
    <p:sldId id="606" r:id="rId26"/>
    <p:sldId id="461" r:id="rId27"/>
    <p:sldId id="420" r:id="rId28"/>
    <p:sldId id="368" r:id="rId29"/>
  </p:sldIdLst>
  <p:sldSz cx="12188825" cy="6858000"/>
  <p:notesSz cx="6858000" cy="9144000"/>
  <p:embeddedFontLst>
    <p:embeddedFont>
      <p:font typeface="Merriweather Sans" pitchFamily="2" charset="77"/>
      <p:regular r:id="rId31"/>
      <p:bold r:id="rId32"/>
      <p:italic r:id="rId33"/>
      <p:boldItalic r:id="rId34"/>
    </p:embeddedFont>
    <p:embeddedFont>
      <p:font typeface="Poppins Medium" panose="020B0604020202020204" pitchFamily="34" charset="0"/>
      <p:regular r:id="rId35"/>
      <p:bold r:id="rId36"/>
      <p:italic r:id="rId37"/>
      <p:boldItalic r:id="rId38"/>
    </p:embeddedFont>
    <p:embeddedFont>
      <p:font typeface="Roboto" panose="02000000000000000000" pitchFamily="2" charset="0"/>
      <p:regular r:id="rId39"/>
      <p:bold r:id="rId40"/>
      <p:italic r:id="rId41"/>
      <p:boldItalic r:id="rId42"/>
    </p:embeddedFont>
    <p:embeddedFont>
      <p:font typeface="Roboto Light" panose="020F0302020204030204" pitchFamily="34" charset="0"/>
      <p:regular r:id="rId43"/>
      <p:bold r:id="rId44"/>
      <p:italic r:id="rId45"/>
      <p:boldItalic r:id="rId46"/>
    </p:embeddedFont>
    <p:embeddedFont>
      <p:font typeface="Roboto Medium" panose="020F050202020403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7E7"/>
    <a:srgbClr val="30312E"/>
    <a:srgbClr val="CCFFCC"/>
    <a:srgbClr val="4DE354"/>
    <a:srgbClr val="FFFAB2"/>
    <a:srgbClr val="FFFFFF"/>
    <a:srgbClr val="FFC161"/>
    <a:srgbClr val="FFE6CC"/>
    <a:srgbClr val="A7E3B3"/>
    <a:srgbClr val="E3819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68"/>
    <p:restoredTop sz="65138"/>
  </p:normalViewPr>
  <p:slideViewPr>
    <p:cSldViewPr snapToGrid="0">
      <p:cViewPr varScale="1">
        <p:scale>
          <a:sx n="132" d="100"/>
          <a:sy n="132" d="100"/>
        </p:scale>
        <p:origin x="808" y="176"/>
      </p:cViewPr>
      <p:guideLst>
        <p:guide orient="horz" pos="2160"/>
        <p:guide pos="3839"/>
        <p:guide orient="horz" pos="3945"/>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9.fntdata"/><Relationship Id="rId21" Type="http://schemas.openxmlformats.org/officeDocument/2006/relationships/slide" Target="slides/slide18.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font" Target="fonts/font20.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0" Type="http://schemas.openxmlformats.org/officeDocument/2006/relationships/slide" Target="slides/slide17.xml"/><Relationship Id="rId41" Type="http://schemas.openxmlformats.org/officeDocument/2006/relationships/font" Target="fonts/font11.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6.fntdata"/><Relationship Id="rId49"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Tork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attack surface analysis model creation.</a:t>
            </a:r>
            <a:endParaRPr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AVCDL overview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apply secure design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threat prioritization plan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you should have completed the attack surface analysis overview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attack surface analysis model creation.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6301617-5E10-8AC8-C2BD-037B2E5A1E9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A323960-849D-46A6-D2A8-DF3850020D8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9428C825-6727-09B7-3403-52A328181C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Before getting into attack surface analysis model creation, let's briefly review where it fits in the overall attack surface analysis process.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650761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Here’s the overall attack surface analysis process workflow.</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We have three individual activities,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&lt;pause&gt;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model creation,</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&lt;pause&gt;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analysis,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&lt;pause&gt;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and threat candidate triaging.</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Let’s consider the model creation activity.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050560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D90A45-E2C1-7799-5062-C24896E1DD6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4C6476A-0936-740A-0DC0-47D875C0460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DA538E4-ED27-AADC-3433-7687C3EC35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As the first activity in the attack surface analysis process, element model creation is arguably the most important.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system documentation is considered by the development and attack surface analysis SMEs.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This results in the creation of an element model.</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It's important to note here that the development SME or SMEs are not an optional participant in this activity.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This is because it is not the place of the ASA SME to guess as to the intentions and designs of the development team.</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ASA SME's purpose here is to facilitate the acquisition of information and to eventually create a representation of the element which is usable for the process of attack surface analysis.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[break]</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If we consider the NIST threat modeling lifecycle, we see that we have</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diagramming</a:t>
            </a: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identification</a:t>
            </a: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investigation</a:t>
            </a: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mitigation</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and</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validation activities.</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This lifecycle is equally applicable to how we handle attack surface analysis.</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The model creation activity is represented by the diagram portion of this.</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That's all we're trying to accomplish here.</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We're not looking into any deeper meaning behind what the various entities contained within the element model are.</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We're merely attempting to identify what the potential attack surfaces of the element are.</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This information will be used in the later analysis and triage activities.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30140409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236396E-200F-3B48-8395-AD720E64CFB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4D4C390-7FA1-822E-3C37-28995180A4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6FED2A55-2FB6-32B5-65E2-F64AAD70F8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As the first activity in the attack surface analysis process, element model creation is arguably the most important.</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The system documentation is considered by the development and attack surface analysis SMEs.</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This results in the creation of an element model.</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It's important to note here that the development SME or SMEs are not an optional participant in this activity.</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This is because it is not the place of the ASA SME to guess as to the intentions and designs of the development team.</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The ASA SME's purpose here is to facilitate the acquisition of information and to eventually create a representation of the element which is usable for the process of attack surface analysis.</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[break]</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If we consider the NIST threat modeling lifecycle, we see that we have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 diagramming</a:t>
            </a:r>
          </a:p>
          <a:p>
            <a:pPr marL="0" lvl="0" indent="0" algn="l" rtl="0">
              <a:spcBef>
                <a:spcPts val="0"/>
              </a:spcBef>
              <a:spcAft>
                <a:spcPts val="0"/>
              </a:spcAft>
              <a:buNone/>
            </a:pPr>
            <a:r>
              <a:rPr lang="en-US" sz="1400" dirty="0">
                <a:solidFill>
                  <a:srgbClr val="1D1C1D"/>
                </a:solidFill>
                <a:effectLst/>
                <a:latin typeface="Arial" panose="020B0604020202020204" pitchFamily="34" charset="0"/>
              </a:rPr>
              <a:t>• identification</a:t>
            </a:r>
          </a:p>
          <a:p>
            <a:pPr marL="0" lvl="0" indent="0" algn="l" rtl="0">
              <a:spcBef>
                <a:spcPts val="0"/>
              </a:spcBef>
              <a:spcAft>
                <a:spcPts val="0"/>
              </a:spcAft>
              <a:buNone/>
            </a:pPr>
            <a:r>
              <a:rPr lang="en-US" sz="1400" dirty="0">
                <a:solidFill>
                  <a:srgbClr val="1D1C1D"/>
                </a:solidFill>
                <a:effectLst/>
                <a:latin typeface="Arial" panose="020B0604020202020204" pitchFamily="34" charset="0"/>
              </a:rPr>
              <a:t>• investigation</a:t>
            </a:r>
          </a:p>
          <a:p>
            <a:pPr marL="0" lvl="0" indent="0" algn="l" rtl="0">
              <a:spcBef>
                <a:spcPts val="0"/>
              </a:spcBef>
              <a:spcAft>
                <a:spcPts val="0"/>
              </a:spcAft>
              <a:buNone/>
            </a:pPr>
            <a:r>
              <a:rPr lang="en-US" sz="1400" dirty="0">
                <a:solidFill>
                  <a:srgbClr val="1D1C1D"/>
                </a:solidFill>
                <a:effectLst/>
                <a:latin typeface="Arial" panose="020B0604020202020204" pitchFamily="34" charset="0"/>
              </a:rPr>
              <a:t>• mitigation</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 validation activities.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This lifecycle is equally applicable to how we handle attack surface analysis.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model creation activity is represented by the diagram portion of this.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That's all we're trying to accomplish here.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We're not looking into any deeper meaning behind what the various entities contained within the element model are.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We're merely attempting to identify what the potential attack surfaces of the element are.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This information will be used in the later analysis and triage activities.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3603432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Models are by nature reductive, including only features necessary to the task, and even then, only at the fidelity that task requires.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There's no point in having a perfect digital twin if all you care about is a very small subset, because the effort required to create such a high-fidelity representation exceeds the amount of utility that you get out of the model itself in the context of the purpose that you've assigned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when we consider an attack surface analysis, we only have three areas of interest.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those, we have ports, protocols and processes.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care about the physical holes in the element through which data can traverse.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care about the protocols that are being used to convey that data.</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we care about the processes which are the end points for that data.</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the totality of the needs that we have when we're doing an attack surface analysis.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is the simplest ask that cybersecurity can make of development.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because it can be done on an as-is basis.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these three features can be treated independently of each other and done at separate times, and there's still utility that can be gained from a partial analysis based on one of these three features.</a:t>
            </a:r>
          </a:p>
        </p:txBody>
      </p:sp>
    </p:spTree>
    <p:extLst>
      <p:ext uri="{BB962C8B-B14F-4D97-AF65-F5344CB8AC3E}">
        <p14:creationId xmlns:p14="http://schemas.microsoft.com/office/powerpoint/2010/main" val="785427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4247D57B-D3C1-FBD5-8470-DE43A9B8D22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6588DE-DE3F-E395-175A-E1C6C3AC09A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D67340F-6A34-1DFB-E1D9-1A1802235F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With the conceptual aspects covered, let's work our way through an example that shows various aspects of how the element model creation activity is undertaken.</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60439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solidFill>
                  <a:srgbClr val="1D1C1D"/>
                </a:solidFill>
                <a:effectLst/>
                <a:latin typeface="Calibri" panose="020F0502020204030204" pitchFamily="34" charset="0"/>
                <a:cs typeface="Calibri" panose="020F0502020204030204" pitchFamily="34" charset="0"/>
              </a:rPr>
              <a:t>Here's the example system that was shown in the attack surface analysis overview training.</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solidFill>
                  <a:srgbClr val="1D1C1D"/>
                </a:solidFill>
                <a:effectLst/>
                <a:latin typeface="Calibri" panose="020F0502020204030204" pitchFamily="34" charset="0"/>
                <a:cs typeface="Calibri" panose="020F0502020204030204" pitchFamily="34" charset="0"/>
              </a:rPr>
              <a:t>Let's get into how we're going to translate this system into an element model suitable for attack surface analysis.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7595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6822A59-C328-82B4-A814-F0FE8C6F619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3688D12-685F-78F2-24C3-D6FE71E4558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10C92D7-6357-4100-B785-0CAF873C33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First, we'll drop the functional boundaries and just leave ourselves with the entities that the system has.</a:t>
            </a:r>
          </a:p>
        </p:txBody>
      </p:sp>
    </p:spTree>
    <p:extLst>
      <p:ext uri="{BB962C8B-B14F-4D97-AF65-F5344CB8AC3E}">
        <p14:creationId xmlns:p14="http://schemas.microsoft.com/office/powerpoint/2010/main" val="3136913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7AB6F0D-9152-46A7-3089-A01B3BB551A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3ABC6B9-66EB-5C7A-3705-FD2F349FF1A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F49645B-FFE5-FB86-C290-1D04F2688D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we'll eliminate everything that doesn't touch an interface.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leaves us with the web server web browser entity pair, and the console interface terminal entity pair.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can take this a bit farther because we aren't responsible for the right half of this diagram, because that's the interacting entity.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All we really care about is the web server, its connectivity, and the console interface and its connectivity.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All the other information that we were presented is unnecessary for us to undertake an attack surface analysis.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745713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8FD66C0-793C-F9A4-A606-EDD3A393E0E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4B8548-806F-0E39-C5B0-26B8B85FB94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0F8DC3E-D083-751D-859F-34874F8B36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that we have our minimal diagram for the element model, the next step is to begin documenting the information that we talked about earlier, those three features, the ports, the protocols, and the processes.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let's get into that.</a:t>
            </a:r>
          </a:p>
        </p:txBody>
      </p:sp>
    </p:spTree>
    <p:extLst>
      <p:ext uri="{BB962C8B-B14F-4D97-AF65-F5344CB8AC3E}">
        <p14:creationId xmlns:p14="http://schemas.microsoft.com/office/powerpoint/2010/main" val="1373113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60FC181-3010-AE02-B375-DD76B1E1413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F496837-F70C-F1DD-0378-61F071F7559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0B1D330C-B88E-7FA3-38BE-C2C7F674BA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Development has provided an image of the system that they're going to be using.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differs quite a bit from the minimal nature of the diagram that we just created.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What we have is a standard PC.</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has the capability of doing all the operational things the system is supposed to do, but there are extra ports.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If we fade the system out and go to a simplified view of the physical ports, which is something that should be created, we can see that we have not only the network interface, necessary for the web server to web browser, and the serial port necessary for the console interface to terminal, but we have an extra network port, audio ports, keyboard and mouse ports, a video port, a parallel port, and a PCMCIA interface.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To simplify the way we will address these, we put each physical port into one of four categories.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first are the ports that are required for production use, and we've talked about those already.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 the serial port and an Ethernet port.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next set are the ports used for diagnostic purposes.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might be a JTAG port, or an additional network port that is sending information somewhere else separate from the purposes of the system itself.</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next set are ports that are required for pre-production 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this case, the mouse, keyboard, and video ports, are used to monitor the system during development.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Finally, there might be ports that are unused.</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this example, audio ports might not be used at all.</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Each of these categories will have a different treatment when analysis is performed.</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specifics of how these categories are treated will be addressed in the attack surface analysis model analysis training.</a:t>
            </a:r>
          </a:p>
        </p:txBody>
      </p:sp>
    </p:spTree>
    <p:extLst>
      <p:ext uri="{BB962C8B-B14F-4D97-AF65-F5344CB8AC3E}">
        <p14:creationId xmlns:p14="http://schemas.microsoft.com/office/powerpoint/2010/main" val="3192008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DE5BFE1-C1FC-00AD-1CE7-3CCC5A318F9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CC700D0-70B9-9F29-F3E1-66CEACB57D7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F633B22-3938-89E3-D33A-C9CE0E35599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Development has provided an image of the system that they're going to be using.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differs quite a bit from the minimal nature of the diagram that we just created.</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What we have is a standard PC.</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It has the capability of doing all the operational things the system is supposed to do, but there are extra ports.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we fade the system out and go to a simplified view of the physical ports, which is something that should be created, we can see that we have not only the network interface, necessary for the web server to web browser, and the serial port necessary for the console interface to terminal, but we have an extra network port, audio ports, keyboard and mouse ports, a video port, a parallel port, and a PCMCIA interface.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To simplify the way we will address these, we put each physical port into one of four categories.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are the ports that are required for production use, and we've talked about those already.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 the serial port and an Ethernet port.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set are the ports used for diagnostic purposes.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might be a JTAG port, or an additional network port that is sending information somewhere else separate from the purposes of the system itself.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next set are ports that are required for pre-production 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this case, the mouse, keyboard, and video ports, are used to monitor the system during development.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there might be ports that are unused.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this example, audio ports might not be used at all.</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Each of these categories will have a different treatment when analysis is performed.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specifics of how these categories are treated will be addressed in the attack surface analysis model analysis training.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935595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350317D-BDDB-568C-E38B-B326E5992D9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60E6E3D-189F-4C90-C475-B44B1AC6BB5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97995FA9-1F9A-99EC-13AC-CF9E4ECE9B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[NOTE: this is just an overlay]</a:t>
            </a:r>
          </a:p>
        </p:txBody>
      </p:sp>
    </p:spTree>
    <p:extLst>
      <p:ext uri="{BB962C8B-B14F-4D97-AF65-F5344CB8AC3E}">
        <p14:creationId xmlns:p14="http://schemas.microsoft.com/office/powerpoint/2010/main" val="41562924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8AF7CF8-5F50-D2B9-6B53-ED662AE36C0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35985BC-90E5-A111-CE2C-37F51E9641E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E5D0E82-184C-357F-28C6-5268DB4083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here we show the physical ports sheet of the attack surface analysis model creation workbook filled out and showing the diagram of the physical ports.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You'll notice that every physical port has been given a unique identifier, so that when we talk about it, we're not hand waving.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instance, we have two USB ports, we want to be able to know which is which.</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Similarly, we've got two network ports.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need to be able to disambiguate which one we're talking about.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So, everything gets a unique ID.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 all have common names.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indicate the interface that is being used.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a description of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 well as its purpose.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For ports that are operationally required, this is the specific purpose. Otherwise, just list one of the other three port types just mentioned.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the port is operationally required, the functional requirement ID supporting it needs to be indicated.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need for a functional requirement will also be true for protocols and processes.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finally, some notes there.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Noting that ports are development-only will be helpful later when doing analysis and triage.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Taken together we can, for example, say that we have port ESC-03 which is a 100-base-T Ethernet port used for normal operation of data traffic, supported by requirement ESR-01 for communication between the web server and web browser. </a:t>
            </a:r>
          </a:p>
        </p:txBody>
      </p:sp>
    </p:spTree>
    <p:extLst>
      <p:ext uri="{BB962C8B-B14F-4D97-AF65-F5344CB8AC3E}">
        <p14:creationId xmlns:p14="http://schemas.microsoft.com/office/powerpoint/2010/main" val="12674695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C34F1E5-741A-669A-F085-433051F7D28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A8E7749-9FF1-5190-FA65-B3CC68F027E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6406EEB-4927-DC5E-BAF1-DA7CAFF1E5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we're going to look at protocols.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grouped together with logical ports because the primary focus of this feature is to address things which are connected using the traditional networking systems which allow for multiple protocols on a shared medium.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Ethernet would be one example of this. CAN being another.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Logical ports are simply IDs within a data packet which allow you to differentiate data streams.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Going back to our diagram that shows our interfaces, we can see that we have a web server, web browser pair, and a console interface and terminal pair.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console interface and terminal are communicating over an RS-232 style serial interface, so there's no protocol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strictly a single end-to-end connection, and not what we're focusing 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095995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681D14C-4509-CF09-5C6E-EB1DBB1B211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661F560-FA3E-320C-8CFD-10E8314F595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84A6C840-C74A-D1FA-C520-E637BC4867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our case, we know that we have a network connection, and we've enumerated it here as ESL-01 (Example Logical Port 1).</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has a port number, and protocol associated with it.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this port-protocol combination that we tend to look at later.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show its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its purpose,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its requirement ID.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One could hypothetically say that this connects to a particular physical port, but for the purposes of our analysis, that's not necessary.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It is an interesting association to make, however.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6283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A62E3C0-E448-6E48-F379-E8CBC86D496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6EDE8C1-8D35-3AAB-C366-E1E20C5794C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5652CDE-7491-8970-10C5-A38FAD1C25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we have the processes feature.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Jumping back to our entities diagram, we can see that we have three processes here in the context of the element.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They are the web server, the core service, and the console interface.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We're going to enumerate all of them.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not strictly necessary, but it is helpful to have this list as we look at particular issues later.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9205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B1E7580-3A53-F79B-3959-D15D1661920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387CBF0-F42A-72FF-D8EE-DB379E2E9AA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6000A8E9-1B9D-6662-E59A-507109AC22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Here we show our three processes, all having been given an ID.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In this case, they are prefixed by ESP (Example System Process).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We've got a name for each,</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 process type,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and process class.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Two are processes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and one is a service or daemon.</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Two of these processes are owned by us.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One is supplied by a third-party.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This ownership is not significant to attack surface analysis, but in threat modeling analysis, it is.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We have descriptions,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purpose,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[pause]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and the requirement each ties back to.</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5657370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And that's it.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 really is that simple.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three features we care about (ports, protocols, and processes).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They need to be identified.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They need to have diagrammatic representations so we can communicate about them.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They need to have unique entity identifiers and attributes identified as necessary.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Collectively, this material can be considered as the attack surface model for the element.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can take it to the next step, which is to do analysis.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that were used to cover this example are in this location shown here.</a:t>
            </a:r>
          </a:p>
        </p:txBody>
      </p:sp>
    </p:spTree>
    <p:extLst>
      <p:ext uri="{BB962C8B-B14F-4D97-AF65-F5344CB8AC3E}">
        <p14:creationId xmlns:p14="http://schemas.microsoft.com/office/powerpoint/2010/main" val="13119421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set of training videos have been created to cover various aspects of the AVCDL that follow the training path found in the AVCDL primary document.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except for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next trainings in the attack surface analysis sequence are model analysis and threat candidate triage.</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Once you've completed all trainings related to attack surface analysis, you can proceed to one of the other trainings at this level.</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These include:</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threat modeling</a:t>
            </a: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penetration testing</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and</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vulnerability identification</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Additionally, if you've completed secure coding and its prerequisites, you can also proceed to:</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static analysis</a:t>
            </a: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dynamic analysis</a:t>
            </a: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fuzz testing</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and</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secure code review</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17396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498895" y="6212114"/>
            <a:ext cx="9234503"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Subhead | Title">
  <p:cSld name="1_WHITE Subhead | Title">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455623" y="731522"/>
            <a:ext cx="8915583"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5"/>
          <p:cNvSpPr txBox="1">
            <a:spLocks noGrp="1"/>
          </p:cNvSpPr>
          <p:nvPr>
            <p:ph type="subTitle" idx="1"/>
          </p:nvPr>
        </p:nvSpPr>
        <p:spPr>
          <a:xfrm>
            <a:off x="455669" y="457200"/>
            <a:ext cx="8915492" cy="228600"/>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algn="l">
              <a:spcBef>
                <a:spcPts val="600"/>
              </a:spcBef>
              <a:spcAft>
                <a:spcPts val="0"/>
              </a:spcAft>
              <a:buClr>
                <a:schemeClr val="dk1"/>
              </a:buClr>
              <a:buSzPts val="1800"/>
              <a:buFont typeface="Roboto Medium"/>
              <a:buNone/>
              <a:defRPr>
                <a:latin typeface="Roboto Medium"/>
                <a:ea typeface="Roboto Medium"/>
                <a:cs typeface="Roboto Medium"/>
                <a:sym typeface="Roboto Medium"/>
              </a:defRPr>
            </a:lvl2pPr>
            <a:lvl3pPr lvl="2" algn="l">
              <a:spcBef>
                <a:spcPts val="600"/>
              </a:spcBef>
              <a:spcAft>
                <a:spcPts val="0"/>
              </a:spcAft>
              <a:buClr>
                <a:schemeClr val="dk1"/>
              </a:buClr>
              <a:buSzPts val="1600"/>
              <a:buFont typeface="Roboto Medium"/>
              <a:buNone/>
              <a:defRPr>
                <a:latin typeface="Roboto Medium"/>
                <a:ea typeface="Roboto Medium"/>
                <a:cs typeface="Roboto Medium"/>
                <a:sym typeface="Roboto Medium"/>
              </a:defRPr>
            </a:lvl3pPr>
            <a:lvl4pPr lvl="3" algn="l">
              <a:spcBef>
                <a:spcPts val="300"/>
              </a:spcBef>
              <a:spcAft>
                <a:spcPts val="0"/>
              </a:spcAft>
              <a:buClr>
                <a:schemeClr val="dk1"/>
              </a:buClr>
              <a:buSzPts val="1400"/>
              <a:buFont typeface="Roboto Medium"/>
              <a:buNone/>
              <a:defRPr>
                <a:latin typeface="Roboto Medium"/>
                <a:ea typeface="Roboto Medium"/>
                <a:cs typeface="Roboto Medium"/>
                <a:sym typeface="Roboto Medium"/>
              </a:defRPr>
            </a:lvl4pPr>
            <a:lvl5pPr lvl="4" algn="l">
              <a:spcBef>
                <a:spcPts val="300"/>
              </a:spcBef>
              <a:spcAft>
                <a:spcPts val="0"/>
              </a:spcAft>
              <a:buClr>
                <a:schemeClr val="dk1"/>
              </a:buClr>
              <a:buSzPts val="1200"/>
              <a:buFont typeface="Roboto Medium"/>
              <a:buNone/>
              <a:defRPr>
                <a:latin typeface="Roboto Medium"/>
                <a:ea typeface="Roboto Medium"/>
                <a:cs typeface="Roboto Medium"/>
                <a:sym typeface="Roboto Medium"/>
              </a:defRPr>
            </a:lvl5pPr>
            <a:lvl6pPr lvl="5"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6pPr>
            <a:lvl7pPr lvl="6"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7pPr>
            <a:lvl8pPr lvl="7"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8pPr>
            <a:lvl9pPr lvl="8"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9pPr>
          </a:lstStyle>
          <a:p>
            <a:endParaRPr/>
          </a:p>
        </p:txBody>
      </p:sp>
      <p:sp>
        <p:nvSpPr>
          <p:cNvPr id="62" name="Google Shape;62;p15"/>
          <p:cNvSpPr txBox="1">
            <a:spLocks noGrp="1"/>
          </p:cNvSpPr>
          <p:nvPr>
            <p:ph type="sldNum" idx="12"/>
          </p:nvPr>
        </p:nvSpPr>
        <p:spPr>
          <a:xfrm>
            <a:off x="11438967" y="6400800"/>
            <a:ext cx="294603" cy="228600"/>
          </a:xfrm>
          <a:prstGeom prst="rect">
            <a:avLst/>
          </a:prstGeom>
          <a:noFill/>
          <a:ln>
            <a:noFill/>
          </a:ln>
        </p:spPr>
        <p:txBody>
          <a:bodyPr spcFirstLastPara="1" wrap="square" lIns="0" tIns="0" rIns="0" bIns="0" anchor="b" anchorCtr="0">
            <a:noAutofit/>
          </a:bodyPr>
          <a:lstStyle>
            <a:lvl1pPr marL="0" marR="0" lvl="0"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1pPr>
            <a:lvl2pPr marL="0" marR="0" lvl="1"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2pPr>
            <a:lvl3pPr marL="0" marR="0" lvl="2"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3pPr>
            <a:lvl4pPr marL="0" marR="0" lvl="3"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4pPr>
            <a:lvl5pPr marL="0" marR="0" lvl="4"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5pPr>
            <a:lvl6pPr marL="0" marR="0" lvl="5"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6pPr>
            <a:lvl7pPr marL="0" marR="0" lvl="6"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7pPr>
            <a:lvl8pPr marL="0" marR="0" lvl="7"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8pPr>
            <a:lvl9pPr marL="0" marR="0" lvl="8"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9pPr>
          </a:lstStyle>
          <a:p>
            <a:fld id="{00000000-1234-1234-1234-123412341234}" type="slidenum">
              <a:rPr lang="en" smtClean="0"/>
              <a:pPr/>
              <a:t>‹#›</a:t>
            </a:fld>
            <a:endParaRPr lang="en"/>
          </a:p>
        </p:txBody>
      </p:sp>
      <p:pic>
        <p:nvPicPr>
          <p:cNvPr id="63" name="Google Shape;63;p15"/>
          <p:cNvPicPr preferRelativeResize="0"/>
          <p:nvPr/>
        </p:nvPicPr>
        <p:blipFill rotWithShape="1">
          <a:blip r:embed="rId2">
            <a:alphaModFix/>
          </a:blip>
          <a:srcRect/>
          <a:stretch/>
        </p:blipFill>
        <p:spPr>
          <a:xfrm>
            <a:off x="455631" y="6262542"/>
            <a:ext cx="685801" cy="352697"/>
          </a:xfrm>
          <a:prstGeom prst="rect">
            <a:avLst/>
          </a:prstGeom>
          <a:noFill/>
          <a:ln>
            <a:noFill/>
          </a:ln>
        </p:spPr>
      </p:pic>
      <p:sp>
        <p:nvSpPr>
          <p:cNvPr id="64" name="Google Shape;64;p15"/>
          <p:cNvSpPr txBox="1"/>
          <p:nvPr/>
        </p:nvSpPr>
        <p:spPr>
          <a:xfrm>
            <a:off x="8194435" y="6400800"/>
            <a:ext cx="3244534" cy="228600"/>
          </a:xfrm>
          <a:prstGeom prst="rect">
            <a:avLst/>
          </a:prstGeom>
          <a:noFill/>
          <a:ln>
            <a:noFill/>
          </a:ln>
        </p:spPr>
        <p:txBody>
          <a:bodyPr spcFirstLastPara="1" wrap="square" lIns="91426" tIns="91426" rIns="91426" bIns="91426" anchor="t" anchorCtr="0">
            <a:noAutofit/>
          </a:bodyPr>
          <a:lstStyle/>
          <a:p>
            <a:pPr marL="0" marR="0" lvl="0" indent="0" algn="r" rtl="0">
              <a:spcBef>
                <a:spcPts val="0"/>
              </a:spcBef>
              <a:spcAft>
                <a:spcPts val="0"/>
              </a:spcAft>
              <a:buClr>
                <a:schemeClr val="dk1"/>
              </a:buClr>
              <a:buSzPts val="1000"/>
              <a:buFont typeface="Roboto"/>
              <a:buNone/>
            </a:pPr>
            <a:r>
              <a:rPr lang="en" sz="1000" b="0" i="0" u="none" strike="noStrike" cap="none">
                <a:solidFill>
                  <a:schemeClr val="dk1"/>
                </a:solidFill>
                <a:latin typeface="Roboto"/>
                <a:ea typeface="Roboto"/>
                <a:cs typeface="Roboto"/>
                <a:sym typeface="Roboto"/>
              </a:rPr>
              <a:t>Proprietary &amp; Confidential - For Internal Use Only</a:t>
            </a:r>
            <a:endParaRPr sz="1000" b="0" i="0" u="none" strike="noStrike" cap="none">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ver A">
  <p:cSld name="Cover A">
    <p:bg>
      <p:bgPr>
        <a:solidFill>
          <a:schemeClr val="lt1"/>
        </a:solidFill>
        <a:effectLst/>
      </p:bgPr>
    </p:bg>
    <p:spTree>
      <p:nvGrpSpPr>
        <p:cNvPr id="1" name="Shape 65"/>
        <p:cNvGrpSpPr/>
        <p:nvPr/>
      </p:nvGrpSpPr>
      <p:grpSpPr>
        <a:xfrm>
          <a:off x="0" y="0"/>
          <a:ext cx="0" cy="0"/>
          <a:chOff x="0" y="0"/>
          <a:chExt cx="0" cy="0"/>
        </a:xfrm>
      </p:grpSpPr>
      <p:sp>
        <p:nvSpPr>
          <p:cNvPr id="66" name="Google Shape;66;p16"/>
          <p:cNvSpPr/>
          <p:nvPr/>
        </p:nvSpPr>
        <p:spPr>
          <a:xfrm>
            <a:off x="0" y="0"/>
            <a:ext cx="12188950" cy="6858000"/>
          </a:xfrm>
          <a:prstGeom prst="rect">
            <a:avLst/>
          </a:prstGeom>
          <a:gradFill>
            <a:gsLst>
              <a:gs pos="0">
                <a:schemeClr val="accent1"/>
              </a:gs>
              <a:gs pos="57000">
                <a:srgbClr val="9299F4"/>
              </a:gs>
              <a:gs pos="100000">
                <a:schemeClr val="lt2"/>
              </a:gs>
            </a:gsLst>
            <a:lin ang="18600000"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a:solidFill>
                <a:schemeClr val="lt1"/>
              </a:solidFill>
              <a:latin typeface="Roboto"/>
              <a:ea typeface="Roboto"/>
              <a:cs typeface="Roboto"/>
              <a:sym typeface="Roboto"/>
            </a:endParaRPr>
          </a:p>
        </p:txBody>
      </p:sp>
      <p:sp>
        <p:nvSpPr>
          <p:cNvPr id="67" name="Google Shape;67;p16"/>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8" name="Google Shape;68;p16"/>
          <p:cNvSpPr txBox="1">
            <a:spLocks noGrp="1"/>
          </p:cNvSpPr>
          <p:nvPr>
            <p:ph type="body" idx="1"/>
          </p:nvPr>
        </p:nvSpPr>
        <p:spPr>
          <a:xfrm>
            <a:off x="3634833" y="493103"/>
            <a:ext cx="1985440" cy="332089"/>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69" name="Google Shape;69;p16"/>
          <p:cNvSpPr txBox="1">
            <a:spLocks noGrp="1"/>
          </p:cNvSpPr>
          <p:nvPr>
            <p:ph type="body" idx="3"/>
          </p:nvPr>
        </p:nvSpPr>
        <p:spPr>
          <a:xfrm>
            <a:off x="455617" y="4476386"/>
            <a:ext cx="5164657" cy="1655956"/>
          </a:xfrm>
          <a:prstGeom prst="rect">
            <a:avLst/>
          </a:prstGeom>
          <a:noFill/>
          <a:ln>
            <a:noFill/>
          </a:ln>
        </p:spPr>
        <p:txBody>
          <a:bodyPr spcFirstLastPara="1" wrap="square" lIns="0" tIns="0" rIns="0" bIns="0" anchor="b" anchorCtr="0">
            <a:noAutofit/>
          </a:bodyPr>
          <a:lstStyle>
            <a:lvl1pPr marL="457207" lvl="0" indent="-228604" algn="l">
              <a:lnSpc>
                <a:spcPct val="90000"/>
              </a:lnSpc>
              <a:spcBef>
                <a:spcPts val="0"/>
              </a:spcBef>
              <a:spcAft>
                <a:spcPts val="0"/>
              </a:spcAft>
              <a:buClr>
                <a:schemeClr val="lt1"/>
              </a:buClr>
              <a:buSzPts val="5400"/>
              <a:buFont typeface="Roboto Medium"/>
              <a:buNone/>
              <a:defRPr sz="5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70" name="Google Shape;70;p16"/>
          <p:cNvSpPr txBox="1">
            <a:spLocks noGrp="1"/>
          </p:cNvSpPr>
          <p:nvPr>
            <p:ph type="body" idx="4"/>
          </p:nvPr>
        </p:nvSpPr>
        <p:spPr>
          <a:xfrm>
            <a:off x="455617" y="6149897"/>
            <a:ext cx="5164657" cy="419100"/>
          </a:xfrm>
          <a:prstGeom prst="rect">
            <a:avLst/>
          </a:prstGeom>
          <a:noFill/>
          <a:ln>
            <a:noFill/>
          </a:ln>
        </p:spPr>
        <p:txBody>
          <a:bodyPr spcFirstLastPara="1" wrap="square" lIns="0" tIns="0" rIns="0" bIns="0" anchor="t" anchorCtr="0">
            <a:noAutofit/>
          </a:bodyPr>
          <a:lstStyle>
            <a:lvl1pPr marL="457207" lvl="0" indent="-228604" algn="l">
              <a:spcBef>
                <a:spcPts val="0"/>
              </a:spcBef>
              <a:spcAft>
                <a:spcPts val="0"/>
              </a:spcAft>
              <a:buClr>
                <a:schemeClr val="lt1"/>
              </a:buClr>
              <a:buSzPts val="2000"/>
              <a:buFont typeface="Roboto"/>
              <a:buNone/>
              <a:defRPr sz="2000" b="0" i="0">
                <a:solidFill>
                  <a:schemeClr val="lt1"/>
                </a:solidFill>
                <a:latin typeface="Roboto"/>
                <a:ea typeface="Roboto"/>
                <a:cs typeface="Roboto"/>
                <a:sym typeface="Roboto"/>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71" name="Google Shape;71;p16"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ver B">
  <p:cSld name="Cover B">
    <p:bg>
      <p:bgPr>
        <a:solidFill>
          <a:schemeClr val="dk2"/>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body" idx="1"/>
          </p:nvPr>
        </p:nvSpPr>
        <p:spPr>
          <a:xfrm>
            <a:off x="3634833" y="493100"/>
            <a:ext cx="4572046" cy="146304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74" name="Google Shape;74;p17"/>
          <p:cNvSpPr txBox="1">
            <a:spLocks noGrp="1"/>
          </p:cNvSpPr>
          <p:nvPr>
            <p:ph type="body" idx="2"/>
          </p:nvPr>
        </p:nvSpPr>
        <p:spPr>
          <a:xfrm>
            <a:off x="455618" y="2436582"/>
            <a:ext cx="11277716" cy="1984839"/>
          </a:xfrm>
          <a:prstGeom prst="rect">
            <a:avLst/>
          </a:prstGeom>
          <a:noFill/>
          <a:ln>
            <a:noFill/>
          </a:ln>
        </p:spPr>
        <p:txBody>
          <a:bodyPr spcFirstLastPara="1" wrap="square" lIns="0" tIns="0" rIns="0" bIns="0" anchor="t" anchorCtr="0">
            <a:noAutofit/>
          </a:bodyPr>
          <a:lstStyle>
            <a:lvl1pPr marL="457207" lvl="0" indent="-228604" algn="l">
              <a:lnSpc>
                <a:spcPct val="70000"/>
              </a:lnSpc>
              <a:spcBef>
                <a:spcPts val="0"/>
              </a:spcBef>
              <a:spcAft>
                <a:spcPts val="0"/>
              </a:spcAft>
              <a:buClr>
                <a:schemeClr val="lt1"/>
              </a:buClr>
              <a:buSzPts val="12500"/>
              <a:buFont typeface="Roboto"/>
              <a:buNone/>
              <a:defRPr sz="12501" b="0" i="0" cap="none">
                <a:solidFill>
                  <a:schemeClr val="lt1"/>
                </a:solidFill>
                <a:latin typeface="Roboto"/>
                <a:ea typeface="Roboto"/>
                <a:cs typeface="Roboto"/>
                <a:sym typeface="Roboto"/>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75" name="Google Shape;75;p17"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ver C">
  <p:cSld name="Cover C">
    <p:bg>
      <p:bgPr>
        <a:solidFill>
          <a:srgbClr val="030A14"/>
        </a:solidFill>
        <a:effectLst/>
      </p:bgPr>
    </p:bg>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455618" y="2364060"/>
            <a:ext cx="8915492" cy="4033258"/>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8" name="Google Shape;78;p18" descr="A close up of a logo&#10;&#10;Description automatically generated"/>
          <p:cNvPicPr preferRelativeResize="0"/>
          <p:nvPr/>
        </p:nvPicPr>
        <p:blipFill rotWithShape="1">
          <a:blip r:embed="rId2">
            <a:alphaModFix/>
          </a:blip>
          <a:srcRect/>
          <a:stretch/>
        </p:blipFill>
        <p:spPr>
          <a:xfrm>
            <a:off x="3231420" y="18820"/>
            <a:ext cx="8501825" cy="6858000"/>
          </a:xfrm>
          <a:prstGeom prst="rect">
            <a:avLst/>
          </a:prstGeom>
          <a:noFill/>
          <a:ln>
            <a:noFill/>
          </a:ln>
        </p:spPr>
      </p:pic>
      <p:sp>
        <p:nvSpPr>
          <p:cNvPr id="79" name="Google Shape;79;p18"/>
          <p:cNvSpPr txBox="1">
            <a:spLocks noGrp="1"/>
          </p:cNvSpPr>
          <p:nvPr>
            <p:ph type="body" idx="1"/>
          </p:nvPr>
        </p:nvSpPr>
        <p:spPr>
          <a:xfrm>
            <a:off x="9747892" y="3262957"/>
            <a:ext cx="1985440" cy="332089"/>
          </a:xfrm>
          <a:prstGeom prst="rect">
            <a:avLst/>
          </a:prstGeom>
          <a:noFill/>
          <a:ln>
            <a:noFill/>
          </a:ln>
        </p:spPr>
        <p:txBody>
          <a:bodyPr spcFirstLastPara="1" wrap="square" lIns="0" tIns="0" rIns="0" bIns="0" anchor="ctr"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80" name="Google Shape;80;p18" descr="A picture containing drawing&#10;&#10;Description automatically generated"/>
          <p:cNvPicPr preferRelativeResize="0"/>
          <p:nvPr/>
        </p:nvPicPr>
        <p:blipFill rotWithShape="1">
          <a:blip r:embed="rId3">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ver D">
  <p:cSld name="Cover D">
    <p:bg>
      <p:bgPr>
        <a:solidFill>
          <a:schemeClr val="lt2"/>
        </a:solidFill>
        <a:effectLst/>
      </p:bgPr>
    </p:bg>
    <p:spTree>
      <p:nvGrpSpPr>
        <p:cNvPr id="1" name="Shape 81"/>
        <p:cNvGrpSpPr/>
        <p:nvPr/>
      </p:nvGrpSpPr>
      <p:grpSpPr>
        <a:xfrm>
          <a:off x="0" y="0"/>
          <a:ext cx="0" cy="0"/>
          <a:chOff x="0" y="0"/>
          <a:chExt cx="0" cy="0"/>
        </a:xfrm>
      </p:grpSpPr>
      <p:sp>
        <p:nvSpPr>
          <p:cNvPr id="82" name="Google Shape;82;p19"/>
          <p:cNvSpPr txBox="1">
            <a:spLocks noGrp="1"/>
          </p:cNvSpPr>
          <p:nvPr>
            <p:ph type="title"/>
          </p:nvPr>
        </p:nvSpPr>
        <p:spPr>
          <a:xfrm>
            <a:off x="1636729" y="2586976"/>
            <a:ext cx="8915492" cy="1684051"/>
          </a:xfrm>
          <a:prstGeom prst="rect">
            <a:avLst/>
          </a:prstGeom>
          <a:noFill/>
          <a:ln>
            <a:noFill/>
          </a:ln>
        </p:spPr>
        <p:txBody>
          <a:bodyPr spcFirstLastPara="1" wrap="square" lIns="0" tIns="0" rIns="0" bIns="0" anchor="ctr" anchorCtr="0">
            <a:noAutofit/>
          </a:bodyPr>
          <a:lstStyle>
            <a:lvl1pPr lvl="0" algn="ctr">
              <a:lnSpc>
                <a:spcPct val="70000"/>
              </a:lnSpc>
              <a:spcBef>
                <a:spcPts val="0"/>
              </a:spcBef>
              <a:spcAft>
                <a:spcPts val="0"/>
              </a:spcAft>
              <a:buClr>
                <a:schemeClr val="accent2"/>
              </a:buClr>
              <a:buSzPts val="11500"/>
              <a:buFont typeface="Roboto Light"/>
              <a:buNone/>
              <a:defRPr sz="11500" b="0" i="0" cap="none">
                <a:solidFill>
                  <a:schemeClr val="accent2"/>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3" name="Google Shape;83;p19"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
        <p:nvSpPr>
          <p:cNvPr id="84" name="Google Shape;84;p19"/>
          <p:cNvSpPr txBox="1">
            <a:spLocks noGrp="1"/>
          </p:cNvSpPr>
          <p:nvPr>
            <p:ph type="body" idx="1"/>
          </p:nvPr>
        </p:nvSpPr>
        <p:spPr>
          <a:xfrm>
            <a:off x="8990106" y="6123247"/>
            <a:ext cx="2743228" cy="332089"/>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ver E">
  <p:cSld name="Cover E">
    <p:spTree>
      <p:nvGrpSpPr>
        <p:cNvPr id="1" name="Shape 85"/>
        <p:cNvGrpSpPr/>
        <p:nvPr/>
      </p:nvGrpSpPr>
      <p:grpSpPr>
        <a:xfrm>
          <a:off x="0" y="0"/>
          <a:ext cx="0" cy="0"/>
          <a:chOff x="0" y="0"/>
          <a:chExt cx="0" cy="0"/>
        </a:xfrm>
      </p:grpSpPr>
      <p:sp>
        <p:nvSpPr>
          <p:cNvPr id="86" name="Google Shape;86;p20"/>
          <p:cNvSpPr>
            <a:spLocks noGrp="1"/>
          </p:cNvSpPr>
          <p:nvPr>
            <p:ph type="pic" idx="2"/>
          </p:nvPr>
        </p:nvSpPr>
        <p:spPr>
          <a:xfrm>
            <a:off x="1" y="0"/>
            <a:ext cx="1218895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7" name="Google Shape;87;p20"/>
          <p:cNvSpPr txBox="1">
            <a:spLocks noGrp="1"/>
          </p:cNvSpPr>
          <p:nvPr>
            <p:ph type="title"/>
          </p:nvPr>
        </p:nvSpPr>
        <p:spPr>
          <a:xfrm>
            <a:off x="3390006" y="2921624"/>
            <a:ext cx="8343325" cy="3021976"/>
          </a:xfrm>
          <a:prstGeom prst="rect">
            <a:avLst/>
          </a:prstGeom>
          <a:noFill/>
          <a:ln>
            <a:noFill/>
          </a:ln>
        </p:spPr>
        <p:txBody>
          <a:bodyPr spcFirstLastPara="1" wrap="square" lIns="0" tIns="0" rIns="0" bIns="0" anchor="b" anchorCtr="0">
            <a:noAutofit/>
          </a:bodyPr>
          <a:lstStyle>
            <a:lvl1pPr lvl="0" algn="r">
              <a:lnSpc>
                <a:spcPct val="80000"/>
              </a:lnSpc>
              <a:spcBef>
                <a:spcPts val="0"/>
              </a:spcBef>
              <a:spcAft>
                <a:spcPts val="0"/>
              </a:spcAft>
              <a:buClr>
                <a:schemeClr val="lt1"/>
              </a:buClr>
              <a:buSzPts val="11000"/>
              <a:buFont typeface="Roboto Light"/>
              <a:buNone/>
              <a:defRPr sz="11000" b="0" i="0" cap="none">
                <a:solidFill>
                  <a:schemeClr val="lt1"/>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20"/>
          <p:cNvSpPr txBox="1">
            <a:spLocks noGrp="1"/>
          </p:cNvSpPr>
          <p:nvPr>
            <p:ph type="body" idx="1"/>
          </p:nvPr>
        </p:nvSpPr>
        <p:spPr>
          <a:xfrm>
            <a:off x="8990106" y="6123247"/>
            <a:ext cx="2743228" cy="332089"/>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89" name="Google Shape;89;p20"/>
          <p:cNvSpPr txBox="1">
            <a:spLocks noGrp="1"/>
          </p:cNvSpPr>
          <p:nvPr>
            <p:ph type="body" idx="3"/>
          </p:nvPr>
        </p:nvSpPr>
        <p:spPr>
          <a:xfrm>
            <a:off x="455617" y="5613708"/>
            <a:ext cx="5164657" cy="419100"/>
          </a:xfrm>
          <a:prstGeom prst="rect">
            <a:avLst/>
          </a:prstGeom>
          <a:noFill/>
          <a:ln>
            <a:noFill/>
          </a:ln>
        </p:spPr>
        <p:txBody>
          <a:bodyPr spcFirstLastPara="1" wrap="square" lIns="0" tIns="0" rIns="0" bIns="0" anchor="b" anchorCtr="0">
            <a:noAutofit/>
          </a:bodyPr>
          <a:lstStyle>
            <a:lvl1pPr marL="457207" lvl="0" indent="-228604" algn="l">
              <a:spcBef>
                <a:spcPts val="0"/>
              </a:spcBef>
              <a:spcAft>
                <a:spcPts val="0"/>
              </a:spcAft>
              <a:buClr>
                <a:schemeClr val="lt1"/>
              </a:buClr>
              <a:buSzPts val="2000"/>
              <a:buFont typeface="Roboto"/>
              <a:buNone/>
              <a:defRPr sz="2000" b="0" i="0">
                <a:solidFill>
                  <a:schemeClr val="lt1"/>
                </a:solidFill>
                <a:latin typeface="Roboto"/>
                <a:ea typeface="Roboto"/>
                <a:cs typeface="Roboto"/>
                <a:sym typeface="Roboto"/>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90" name="Google Shape;90;p20" descr="A picture containing drawing&#10;&#10;Description automatically generated"/>
          <p:cNvPicPr preferRelativeResize="0"/>
          <p:nvPr/>
        </p:nvPicPr>
        <p:blipFill rotWithShape="1">
          <a:blip r:embed="rId2">
            <a:alphaModFix/>
          </a:blip>
          <a:srcRect b="31356"/>
          <a:stretch/>
        </p:blipFill>
        <p:spPr>
          <a:xfrm>
            <a:off x="455618" y="457202"/>
            <a:ext cx="1222254" cy="62768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ivider A Image">
  <p:cSld name="Divider A Image">
    <p:spTree>
      <p:nvGrpSpPr>
        <p:cNvPr id="1" name="Shape 91"/>
        <p:cNvGrpSpPr/>
        <p:nvPr/>
      </p:nvGrpSpPr>
      <p:grpSpPr>
        <a:xfrm>
          <a:off x="0" y="0"/>
          <a:ext cx="0" cy="0"/>
          <a:chOff x="0" y="0"/>
          <a:chExt cx="0" cy="0"/>
        </a:xfrm>
      </p:grpSpPr>
      <p:sp>
        <p:nvSpPr>
          <p:cNvPr id="92" name="Google Shape;92;p21"/>
          <p:cNvSpPr>
            <a:spLocks noGrp="1"/>
          </p:cNvSpPr>
          <p:nvPr>
            <p:ph type="pic" idx="2"/>
          </p:nvPr>
        </p:nvSpPr>
        <p:spPr>
          <a:xfrm>
            <a:off x="1" y="0"/>
            <a:ext cx="1218895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93" name="Google Shape;93;p21"/>
          <p:cNvSpPr txBox="1">
            <a:spLocks noGrp="1"/>
          </p:cNvSpPr>
          <p:nvPr>
            <p:ph type="title"/>
          </p:nvPr>
        </p:nvSpPr>
        <p:spPr>
          <a:xfrm>
            <a:off x="455618" y="3166730"/>
            <a:ext cx="8915492" cy="52454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4000"/>
              <a:buFont typeface="Roboto Medium"/>
              <a:buNone/>
              <a:defRPr sz="4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1"/>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95" name="Google Shape;95;p2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Divider B">
  <p:cSld name="Divider B">
    <p:bg>
      <p:bgPr>
        <a:solidFill>
          <a:schemeClr val="lt2"/>
        </a:solidFill>
        <a:effectLst/>
      </p:bgPr>
    </p:bg>
    <p:spTree>
      <p:nvGrpSpPr>
        <p:cNvPr id="1" name="Shape 96"/>
        <p:cNvGrpSpPr/>
        <p:nvPr/>
      </p:nvGrpSpPr>
      <p:grpSpPr>
        <a:xfrm>
          <a:off x="0" y="0"/>
          <a:ext cx="0" cy="0"/>
          <a:chOff x="0" y="0"/>
          <a:chExt cx="0" cy="0"/>
        </a:xfrm>
      </p:grpSpPr>
      <p:pic>
        <p:nvPicPr>
          <p:cNvPr id="97" name="Google Shape;97;p22" descr="A close up of a logo&#10;&#10;Description automatically generated"/>
          <p:cNvPicPr preferRelativeResize="0"/>
          <p:nvPr/>
        </p:nvPicPr>
        <p:blipFill rotWithShape="1">
          <a:blip r:embed="rId2">
            <a:alphaModFix/>
          </a:blip>
          <a:srcRect l="956" t="1279" r="624" b="279"/>
          <a:stretch/>
        </p:blipFill>
        <p:spPr>
          <a:xfrm>
            <a:off x="0" y="0"/>
            <a:ext cx="12188825" cy="6858000"/>
          </a:xfrm>
          <a:prstGeom prst="rect">
            <a:avLst/>
          </a:prstGeom>
          <a:noFill/>
          <a:ln>
            <a:noFill/>
          </a:ln>
        </p:spPr>
      </p:pic>
      <p:sp>
        <p:nvSpPr>
          <p:cNvPr id="98" name="Google Shape;98;p22"/>
          <p:cNvSpPr txBox="1">
            <a:spLocks noGrp="1"/>
          </p:cNvSpPr>
          <p:nvPr>
            <p:ph type="title"/>
          </p:nvPr>
        </p:nvSpPr>
        <p:spPr>
          <a:xfrm>
            <a:off x="455618" y="3166730"/>
            <a:ext cx="8915492" cy="52454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4000"/>
              <a:buFont typeface="Roboto Medium"/>
              <a:buNone/>
              <a:defRPr sz="4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9" name="Google Shape;99;p22" descr="A picture containing drawing&#10;&#10;Description automatically generated"/>
          <p:cNvPicPr preferRelativeResize="0"/>
          <p:nvPr/>
        </p:nvPicPr>
        <p:blipFill rotWithShape="1">
          <a:blip r:embed="rId3">
            <a:alphaModFix/>
          </a:blip>
          <a:srcRect/>
          <a:stretch/>
        </p:blipFill>
        <p:spPr>
          <a:xfrm>
            <a:off x="455619" y="6267099"/>
            <a:ext cx="685800" cy="353616"/>
          </a:xfrm>
          <a:prstGeom prst="rect">
            <a:avLst/>
          </a:prstGeom>
          <a:noFill/>
          <a:ln>
            <a:noFill/>
          </a:ln>
        </p:spPr>
      </p:pic>
      <p:sp>
        <p:nvSpPr>
          <p:cNvPr id="100" name="Google Shape;100;p22"/>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ivider C">
  <p:cSld name="Divider C">
    <p:spTree>
      <p:nvGrpSpPr>
        <p:cNvPr id="1" name="Shape 101"/>
        <p:cNvGrpSpPr/>
        <p:nvPr/>
      </p:nvGrpSpPr>
      <p:grpSpPr>
        <a:xfrm>
          <a:off x="0" y="0"/>
          <a:ext cx="0" cy="0"/>
          <a:chOff x="0" y="0"/>
          <a:chExt cx="0" cy="0"/>
        </a:xfrm>
      </p:grpSpPr>
      <p:sp>
        <p:nvSpPr>
          <p:cNvPr id="102" name="Google Shape;102;p23"/>
          <p:cNvSpPr/>
          <p:nvPr/>
        </p:nvSpPr>
        <p:spPr>
          <a:xfrm>
            <a:off x="0" y="0"/>
            <a:ext cx="12188950" cy="6858000"/>
          </a:xfrm>
          <a:prstGeom prst="rect">
            <a:avLst/>
          </a:prstGeom>
          <a:gradFill>
            <a:gsLst>
              <a:gs pos="0">
                <a:schemeClr val="accent1"/>
              </a:gs>
              <a:gs pos="63000">
                <a:srgbClr val="9299F4"/>
              </a:gs>
              <a:gs pos="100000">
                <a:schemeClr val="lt2"/>
              </a:gs>
            </a:gsLst>
            <a:lin ang="13800001"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a:solidFill>
                <a:schemeClr val="lt1"/>
              </a:solidFill>
              <a:latin typeface="Roboto"/>
              <a:ea typeface="Roboto"/>
              <a:cs typeface="Roboto"/>
              <a:sym typeface="Roboto"/>
            </a:endParaRPr>
          </a:p>
        </p:txBody>
      </p:sp>
      <p:sp>
        <p:nvSpPr>
          <p:cNvPr id="103" name="Google Shape;103;p23"/>
          <p:cNvSpPr txBox="1">
            <a:spLocks noGrp="1"/>
          </p:cNvSpPr>
          <p:nvPr>
            <p:ph type="title"/>
          </p:nvPr>
        </p:nvSpPr>
        <p:spPr>
          <a:xfrm>
            <a:off x="455618" y="460683"/>
            <a:ext cx="8915492" cy="48696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9800"/>
              <a:buFont typeface="Roboto Light"/>
              <a:buNone/>
              <a:defRPr sz="9800" b="0" i="0">
                <a:solidFill>
                  <a:schemeClr val="lt1"/>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4" name="Google Shape;104;p23" descr="A picture containing drawing&#10;&#10;Description automatically generated"/>
          <p:cNvPicPr preferRelativeResize="0"/>
          <p:nvPr/>
        </p:nvPicPr>
        <p:blipFill rotWithShape="1">
          <a:blip r:embed="rId2">
            <a:alphaModFix/>
          </a:blip>
          <a:srcRect/>
          <a:stretch/>
        </p:blipFill>
        <p:spPr>
          <a:xfrm>
            <a:off x="455619" y="6264209"/>
            <a:ext cx="685800" cy="353616"/>
          </a:xfrm>
          <a:prstGeom prst="rect">
            <a:avLst/>
          </a:prstGeom>
          <a:noFill/>
          <a:ln>
            <a:noFill/>
          </a:ln>
        </p:spPr>
      </p:pic>
      <p:sp>
        <p:nvSpPr>
          <p:cNvPr id="105" name="Google Shape;105;p23"/>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106"/>
        <p:cNvGrpSpPr/>
        <p:nvPr/>
      </p:nvGrpSpPr>
      <p:grpSpPr>
        <a:xfrm>
          <a:off x="0" y="0"/>
          <a:ext cx="0" cy="0"/>
          <a:chOff x="0" y="0"/>
          <a:chExt cx="0" cy="0"/>
        </a:xfrm>
      </p:grpSpPr>
      <p:sp>
        <p:nvSpPr>
          <p:cNvPr id="107" name="Google Shape;107;p2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24"/>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09" name="Google Shape;109;p24"/>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10" name="Google Shape;110;p2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WHITE 2Col Title | Text">
  <p:cSld name="WHITE 2Col Title | Text">
    <p:spTree>
      <p:nvGrpSpPr>
        <p:cNvPr id="1" name="Shape 111"/>
        <p:cNvGrpSpPr/>
        <p:nvPr/>
      </p:nvGrpSpPr>
      <p:grpSpPr>
        <a:xfrm>
          <a:off x="0" y="0"/>
          <a:ext cx="0" cy="0"/>
          <a:chOff x="0" y="0"/>
          <a:chExt cx="0" cy="0"/>
        </a:xfrm>
      </p:grpSpPr>
      <p:sp>
        <p:nvSpPr>
          <p:cNvPr id="112" name="Google Shape;112;p25"/>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25"/>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14" name="Google Shape;114;p25"/>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15" name="Google Shape;115;p25"/>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16" name="Google Shape;116;p2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WHITE 1Col Title | Text | Small Image">
  <p:cSld name="WHITE 1Col Title | Text | Small Image">
    <p:spTree>
      <p:nvGrpSpPr>
        <p:cNvPr id="1" name="Shape 117"/>
        <p:cNvGrpSpPr/>
        <p:nvPr/>
      </p:nvGrpSpPr>
      <p:grpSpPr>
        <a:xfrm>
          <a:off x="0" y="0"/>
          <a:ext cx="0" cy="0"/>
          <a:chOff x="0" y="0"/>
          <a:chExt cx="0" cy="0"/>
        </a:xfrm>
      </p:grpSpPr>
      <p:sp>
        <p:nvSpPr>
          <p:cNvPr id="118" name="Google Shape;118;p2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26"/>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20" name="Google Shape;120;p26"/>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21" name="Google Shape;121;p2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22" name="Google Shape;122;p2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WHITE 1Col Title | Text | HP Image">
  <p:cSld name="WHITE 1Col Title | Text | HP Image">
    <p:spTree>
      <p:nvGrpSpPr>
        <p:cNvPr id="1" name="Shape 123"/>
        <p:cNvGrpSpPr/>
        <p:nvPr/>
      </p:nvGrpSpPr>
      <p:grpSpPr>
        <a:xfrm>
          <a:off x="0" y="0"/>
          <a:ext cx="0" cy="0"/>
          <a:chOff x="0" y="0"/>
          <a:chExt cx="0" cy="0"/>
        </a:xfrm>
      </p:grpSpPr>
      <p:sp>
        <p:nvSpPr>
          <p:cNvPr id="124" name="Google Shape;124;p27"/>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25" name="Google Shape;125;p27"/>
          <p:cNvSpPr txBox="1">
            <a:spLocks noGrp="1"/>
          </p:cNvSpPr>
          <p:nvPr>
            <p:ph type="title"/>
          </p:nvPr>
        </p:nvSpPr>
        <p:spPr>
          <a:xfrm>
            <a:off x="455619" y="48165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7"/>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27" name="Google Shape;127;p2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28" name="Google Shape;128;p2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WHITE Title">
  <p:cSld name="WHITE Title">
    <p:spTree>
      <p:nvGrpSpPr>
        <p:cNvPr id="1" name="Shape 129"/>
        <p:cNvGrpSpPr/>
        <p:nvPr/>
      </p:nvGrpSpPr>
      <p:grpSpPr>
        <a:xfrm>
          <a:off x="0" y="0"/>
          <a:ext cx="0" cy="0"/>
          <a:chOff x="0" y="0"/>
          <a:chExt cx="0" cy="0"/>
        </a:xfrm>
      </p:grpSpPr>
      <p:sp>
        <p:nvSpPr>
          <p:cNvPr id="130" name="Google Shape;130;p28"/>
          <p:cNvSpPr txBox="1">
            <a:spLocks noGrp="1"/>
          </p:cNvSpPr>
          <p:nvPr>
            <p:ph type="title"/>
          </p:nvPr>
        </p:nvSpPr>
        <p:spPr>
          <a:xfrm>
            <a:off x="455618" y="480449"/>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8"/>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32" name="Google Shape;132;p2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WHITE 1Col Subhead | Title | Text">
  <p:cSld name="WHITE 1Col Subhead | Title | Text">
    <p:spTree>
      <p:nvGrpSpPr>
        <p:cNvPr id="1" name="Shape 133"/>
        <p:cNvGrpSpPr/>
        <p:nvPr/>
      </p:nvGrpSpPr>
      <p:grpSpPr>
        <a:xfrm>
          <a:off x="0" y="0"/>
          <a:ext cx="0" cy="0"/>
          <a:chOff x="0" y="0"/>
          <a:chExt cx="0" cy="0"/>
        </a:xfrm>
      </p:grpSpPr>
      <p:sp>
        <p:nvSpPr>
          <p:cNvPr id="134" name="Google Shape;134;p2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29"/>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36" name="Google Shape;136;p29"/>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37" name="Google Shape;137;p29"/>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38" name="Google Shape;138;p2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WHITE 2Col Subhead | Title | Text">
  <p:cSld name="WHITE 2Col Subhead | Title | Text">
    <p:spTree>
      <p:nvGrpSpPr>
        <p:cNvPr id="1" name="Shape 139"/>
        <p:cNvGrpSpPr/>
        <p:nvPr/>
      </p:nvGrpSpPr>
      <p:grpSpPr>
        <a:xfrm>
          <a:off x="0" y="0"/>
          <a:ext cx="0" cy="0"/>
          <a:chOff x="0" y="0"/>
          <a:chExt cx="0" cy="0"/>
        </a:xfrm>
      </p:grpSpPr>
      <p:sp>
        <p:nvSpPr>
          <p:cNvPr id="140" name="Google Shape;140;p30"/>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30"/>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2" name="Google Shape;142;p30"/>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3" name="Google Shape;143;p30"/>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4" name="Google Shape;144;p30"/>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45" name="Google Shape;145;p3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WHITE Subhead | Title | Text | Image">
  <p:cSld name="WHITE Subhead | Title | Text | Image">
    <p:spTree>
      <p:nvGrpSpPr>
        <p:cNvPr id="1" name="Shape 146"/>
        <p:cNvGrpSpPr/>
        <p:nvPr/>
      </p:nvGrpSpPr>
      <p:grpSpPr>
        <a:xfrm>
          <a:off x="0" y="0"/>
          <a:ext cx="0" cy="0"/>
          <a:chOff x="0" y="0"/>
          <a:chExt cx="0" cy="0"/>
        </a:xfrm>
      </p:grpSpPr>
      <p:sp>
        <p:nvSpPr>
          <p:cNvPr id="147" name="Google Shape;147;p3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8" name="Google Shape;148;p31"/>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9" name="Google Shape;149;p31"/>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50" name="Google Shape;150;p31"/>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1" name="Google Shape;151;p31"/>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52" name="Google Shape;152;p3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WHITE Subhead | Title | Text | HP Image">
  <p:cSld name="WHITE Subhead | Title | Text | HP Image">
    <p:spTree>
      <p:nvGrpSpPr>
        <p:cNvPr id="1" name="Shape 153"/>
        <p:cNvGrpSpPr/>
        <p:nvPr/>
      </p:nvGrpSpPr>
      <p:grpSpPr>
        <a:xfrm>
          <a:off x="0" y="0"/>
          <a:ext cx="0" cy="0"/>
          <a:chOff x="0" y="0"/>
          <a:chExt cx="0" cy="0"/>
        </a:xfrm>
      </p:grpSpPr>
      <p:sp>
        <p:nvSpPr>
          <p:cNvPr id="154" name="Google Shape;154;p32"/>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55" name="Google Shape;155;p32"/>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32"/>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7" name="Google Shape;157;p32"/>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8" name="Google Shape;158;p32"/>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59" name="Google Shape;159;p3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WHITE Subhead | Title">
  <p:cSld name="WHITE Subhead | Title">
    <p:spTree>
      <p:nvGrpSpPr>
        <p:cNvPr id="1" name="Shape 160"/>
        <p:cNvGrpSpPr/>
        <p:nvPr/>
      </p:nvGrpSpPr>
      <p:grpSpPr>
        <a:xfrm>
          <a:off x="0" y="0"/>
          <a:ext cx="0" cy="0"/>
          <a:chOff x="0" y="0"/>
          <a:chExt cx="0" cy="0"/>
        </a:xfrm>
      </p:grpSpPr>
      <p:sp>
        <p:nvSpPr>
          <p:cNvPr id="161" name="Google Shape;161;p33"/>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33"/>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3" name="Google Shape;163;p33"/>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64" name="Google Shape;164;p3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WHITE 1Col Title | Subhead | Text">
  <p:cSld name="WHITE 1Col Title | Subhead | Text">
    <p:spTree>
      <p:nvGrpSpPr>
        <p:cNvPr id="1" name="Shape 165"/>
        <p:cNvGrpSpPr/>
        <p:nvPr/>
      </p:nvGrpSpPr>
      <p:grpSpPr>
        <a:xfrm>
          <a:off x="0" y="0"/>
          <a:ext cx="0" cy="0"/>
          <a:chOff x="0" y="0"/>
          <a:chExt cx="0" cy="0"/>
        </a:xfrm>
      </p:grpSpPr>
      <p:sp>
        <p:nvSpPr>
          <p:cNvPr id="166" name="Google Shape;166;p34"/>
          <p:cNvSpPr txBox="1">
            <a:spLocks noGrp="1"/>
          </p:cNvSpPr>
          <p:nvPr>
            <p:ph type="title"/>
          </p:nvPr>
        </p:nvSpPr>
        <p:spPr>
          <a:xfrm>
            <a:off x="455618" y="47549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p34"/>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8" name="Google Shape;168;p34"/>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9" name="Google Shape;169;p3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70" name="Google Shape;170;p3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WHITE 2Col Title | Subhead | Text">
  <p:cSld name="WHITE 2Col Title | Subhead | Text">
    <p:spTree>
      <p:nvGrpSpPr>
        <p:cNvPr id="1" name="Shape 171"/>
        <p:cNvGrpSpPr/>
        <p:nvPr/>
      </p:nvGrpSpPr>
      <p:grpSpPr>
        <a:xfrm>
          <a:off x="0" y="0"/>
          <a:ext cx="0" cy="0"/>
          <a:chOff x="0" y="0"/>
          <a:chExt cx="0" cy="0"/>
        </a:xfrm>
      </p:grpSpPr>
      <p:sp>
        <p:nvSpPr>
          <p:cNvPr id="172" name="Google Shape;172;p35"/>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35"/>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4" name="Google Shape;174;p35"/>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5" name="Google Shape;175;p3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6" name="Google Shape;176;p35"/>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77" name="Google Shape;177;p3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WHITE Title | Subhead | Text | Image">
  <p:cSld name="WHITE Title | Subhead | Text | Image">
    <p:spTree>
      <p:nvGrpSpPr>
        <p:cNvPr id="1" name="Shape 178"/>
        <p:cNvGrpSpPr/>
        <p:nvPr/>
      </p:nvGrpSpPr>
      <p:grpSpPr>
        <a:xfrm>
          <a:off x="0" y="0"/>
          <a:ext cx="0" cy="0"/>
          <a:chOff x="0" y="0"/>
          <a:chExt cx="0" cy="0"/>
        </a:xfrm>
      </p:grpSpPr>
      <p:sp>
        <p:nvSpPr>
          <p:cNvPr id="179" name="Google Shape;179;p36"/>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p36"/>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1" name="Google Shape;181;p36"/>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82" name="Google Shape;182;p36"/>
          <p:cNvSpPr txBox="1">
            <a:spLocks noGrp="1"/>
          </p:cNvSpPr>
          <p:nvPr>
            <p:ph type="body" idx="3"/>
          </p:nvPr>
        </p:nvSpPr>
        <p:spPr>
          <a:xfrm>
            <a:off x="455618" y="877824"/>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3" name="Google Shape;183;p36"/>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84" name="Google Shape;184;p3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WHITE Title | Subhead | Text | HP Image">
  <p:cSld name="WHITE Title | Subhead | Text | HP Image">
    <p:spTree>
      <p:nvGrpSpPr>
        <p:cNvPr id="1" name="Shape 185"/>
        <p:cNvGrpSpPr/>
        <p:nvPr/>
      </p:nvGrpSpPr>
      <p:grpSpPr>
        <a:xfrm>
          <a:off x="0" y="0"/>
          <a:ext cx="0" cy="0"/>
          <a:chOff x="0" y="0"/>
          <a:chExt cx="0" cy="0"/>
        </a:xfrm>
      </p:grpSpPr>
      <p:sp>
        <p:nvSpPr>
          <p:cNvPr id="186" name="Google Shape;186;p37"/>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87" name="Google Shape;187;p37"/>
          <p:cNvSpPr txBox="1">
            <a:spLocks noGrp="1"/>
          </p:cNvSpPr>
          <p:nvPr>
            <p:ph type="title"/>
          </p:nvPr>
        </p:nvSpPr>
        <p:spPr>
          <a:xfrm>
            <a:off x="455618" y="472700"/>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8" name="Google Shape;188;p37"/>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9" name="Google Shape;189;p37"/>
          <p:cNvSpPr txBox="1">
            <a:spLocks noGrp="1"/>
          </p:cNvSpPr>
          <p:nvPr>
            <p:ph type="body" idx="3"/>
          </p:nvPr>
        </p:nvSpPr>
        <p:spPr>
          <a:xfrm>
            <a:off x="455619" y="877824"/>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90" name="Google Shape;190;p37"/>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1" name="Google Shape;191;p3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WHITE Title | Subhead">
  <p:cSld name="WHITE Title | Subhead">
    <p:spTree>
      <p:nvGrpSpPr>
        <p:cNvPr id="1" name="Shape 192"/>
        <p:cNvGrpSpPr/>
        <p:nvPr/>
      </p:nvGrpSpPr>
      <p:grpSpPr>
        <a:xfrm>
          <a:off x="0" y="0"/>
          <a:ext cx="0" cy="0"/>
          <a:chOff x="0" y="0"/>
          <a:chExt cx="0" cy="0"/>
        </a:xfrm>
      </p:grpSpPr>
      <p:sp>
        <p:nvSpPr>
          <p:cNvPr id="193" name="Google Shape;193;p38"/>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4" name="Google Shape;194;p38"/>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95" name="Google Shape;195;p38"/>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6" name="Google Shape;196;p3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WHITE Blank">
  <p:cSld name="WHITE Blank">
    <p:spTree>
      <p:nvGrpSpPr>
        <p:cNvPr id="1" name="Shape 197"/>
        <p:cNvGrpSpPr/>
        <p:nvPr/>
      </p:nvGrpSpPr>
      <p:grpSpPr>
        <a:xfrm>
          <a:off x="0" y="0"/>
          <a:ext cx="0" cy="0"/>
          <a:chOff x="0" y="0"/>
          <a:chExt cx="0" cy="0"/>
        </a:xfrm>
      </p:grpSpPr>
      <p:sp>
        <p:nvSpPr>
          <p:cNvPr id="198" name="Google Shape;198;p39"/>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9" name="Google Shape;199;p3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NAVY 1Col Title | Text">
  <p:cSld name="NAVY 1Col Title | Text">
    <p:bg>
      <p:bgPr>
        <a:solidFill>
          <a:srgbClr val="030A14"/>
        </a:solidFill>
        <a:effectLst/>
      </p:bgPr>
    </p:bg>
    <p:spTree>
      <p:nvGrpSpPr>
        <p:cNvPr id="1" name="Shape 200"/>
        <p:cNvGrpSpPr/>
        <p:nvPr/>
      </p:nvGrpSpPr>
      <p:grpSpPr>
        <a:xfrm>
          <a:off x="0" y="0"/>
          <a:ext cx="0" cy="0"/>
          <a:chOff x="0" y="0"/>
          <a:chExt cx="0" cy="0"/>
        </a:xfrm>
      </p:grpSpPr>
      <p:sp>
        <p:nvSpPr>
          <p:cNvPr id="201" name="Google Shape;201;p40"/>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40"/>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3" name="Google Shape;203;p40"/>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04" name="Google Shape;204;p4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NAVY 2Col Title | Text">
  <p:cSld name="NAVY 2Col Title | Text">
    <p:bg>
      <p:bgPr>
        <a:solidFill>
          <a:srgbClr val="030A14"/>
        </a:solidFill>
        <a:effectLst/>
      </p:bgPr>
    </p:bg>
    <p:spTree>
      <p:nvGrpSpPr>
        <p:cNvPr id="1" name="Shape 205"/>
        <p:cNvGrpSpPr/>
        <p:nvPr/>
      </p:nvGrpSpPr>
      <p:grpSpPr>
        <a:xfrm>
          <a:off x="0" y="0"/>
          <a:ext cx="0" cy="0"/>
          <a:chOff x="0" y="0"/>
          <a:chExt cx="0" cy="0"/>
        </a:xfrm>
      </p:grpSpPr>
      <p:sp>
        <p:nvSpPr>
          <p:cNvPr id="206" name="Google Shape;206;p41"/>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7" name="Google Shape;207;p41"/>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8" name="Google Shape;208;p41"/>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9" name="Google Shape;209;p41"/>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10" name="Google Shape;210;p4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AVY Title | Text | Image">
  <p:cSld name="NAVY Title | Text | Image">
    <p:bg>
      <p:bgPr>
        <a:solidFill>
          <a:srgbClr val="030A14"/>
        </a:solidFill>
        <a:effectLst/>
      </p:bgPr>
    </p:bg>
    <p:spTree>
      <p:nvGrpSpPr>
        <p:cNvPr id="1" name="Shape 211"/>
        <p:cNvGrpSpPr/>
        <p:nvPr/>
      </p:nvGrpSpPr>
      <p:grpSpPr>
        <a:xfrm>
          <a:off x="0" y="0"/>
          <a:ext cx="0" cy="0"/>
          <a:chOff x="0" y="0"/>
          <a:chExt cx="0" cy="0"/>
        </a:xfrm>
      </p:grpSpPr>
      <p:sp>
        <p:nvSpPr>
          <p:cNvPr id="212" name="Google Shape;212;p42"/>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42"/>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14" name="Google Shape;214;p42"/>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15" name="Google Shape;215;p4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16" name="Google Shape;216;p4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AVY Title | Text | HP Image">
  <p:cSld name="NAVY Title | Text | HP Image">
    <p:bg>
      <p:bgPr>
        <a:solidFill>
          <a:srgbClr val="030A14"/>
        </a:solidFill>
        <a:effectLst/>
      </p:bgPr>
    </p:bg>
    <p:spTree>
      <p:nvGrpSpPr>
        <p:cNvPr id="1" name="Shape 217"/>
        <p:cNvGrpSpPr/>
        <p:nvPr/>
      </p:nvGrpSpPr>
      <p:grpSpPr>
        <a:xfrm>
          <a:off x="0" y="0"/>
          <a:ext cx="0" cy="0"/>
          <a:chOff x="0" y="0"/>
          <a:chExt cx="0" cy="0"/>
        </a:xfrm>
      </p:grpSpPr>
      <p:sp>
        <p:nvSpPr>
          <p:cNvPr id="218" name="Google Shape;218;p43"/>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19" name="Google Shape;219;p43"/>
          <p:cNvSpPr txBox="1">
            <a:spLocks noGrp="1"/>
          </p:cNvSpPr>
          <p:nvPr>
            <p:ph type="title"/>
          </p:nvPr>
        </p:nvSpPr>
        <p:spPr>
          <a:xfrm>
            <a:off x="455618" y="491681"/>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p43"/>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21" name="Google Shape;221;p43"/>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22" name="Google Shape;222;p4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NAVY Title">
  <p:cSld name="NAVY Title">
    <p:bg>
      <p:bgPr>
        <a:solidFill>
          <a:srgbClr val="030A14"/>
        </a:solidFill>
        <a:effectLst/>
      </p:bgPr>
    </p:bg>
    <p:spTree>
      <p:nvGrpSpPr>
        <p:cNvPr id="1" name="Shape 223"/>
        <p:cNvGrpSpPr/>
        <p:nvPr/>
      </p:nvGrpSpPr>
      <p:grpSpPr>
        <a:xfrm>
          <a:off x="0" y="0"/>
          <a:ext cx="0" cy="0"/>
          <a:chOff x="0" y="0"/>
          <a:chExt cx="0" cy="0"/>
        </a:xfrm>
      </p:grpSpPr>
      <p:sp>
        <p:nvSpPr>
          <p:cNvPr id="224" name="Google Shape;224;p4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5" name="Google Shape;225;p44"/>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26" name="Google Shape;226;p4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NAVY 1Col Subhead | Title | Text">
  <p:cSld name="NAVY 1Col Subhead | Title | Text">
    <p:bg>
      <p:bgPr>
        <a:solidFill>
          <a:srgbClr val="030A14"/>
        </a:solidFill>
        <a:effectLst/>
      </p:bgPr>
    </p:bg>
    <p:spTree>
      <p:nvGrpSpPr>
        <p:cNvPr id="1" name="Shape 227"/>
        <p:cNvGrpSpPr/>
        <p:nvPr/>
      </p:nvGrpSpPr>
      <p:grpSpPr>
        <a:xfrm>
          <a:off x="0" y="0"/>
          <a:ext cx="0" cy="0"/>
          <a:chOff x="0" y="0"/>
          <a:chExt cx="0" cy="0"/>
        </a:xfrm>
      </p:grpSpPr>
      <p:sp>
        <p:nvSpPr>
          <p:cNvPr id="228" name="Google Shape;228;p45"/>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9" name="Google Shape;229;p45"/>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0" name="Google Shape;230;p45"/>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1" name="Google Shape;231;p4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32" name="Google Shape;232;p4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NAVY 2Col Subhead | Title | Text">
  <p:cSld name="NAVY 2Col Subhead | Title | Text">
    <p:bg>
      <p:bgPr>
        <a:solidFill>
          <a:srgbClr val="030A14"/>
        </a:solidFill>
        <a:effectLst/>
      </p:bgPr>
    </p:bg>
    <p:spTree>
      <p:nvGrpSpPr>
        <p:cNvPr id="1" name="Shape 233"/>
        <p:cNvGrpSpPr/>
        <p:nvPr/>
      </p:nvGrpSpPr>
      <p:grpSpPr>
        <a:xfrm>
          <a:off x="0" y="0"/>
          <a:ext cx="0" cy="0"/>
          <a:chOff x="0" y="0"/>
          <a:chExt cx="0" cy="0"/>
        </a:xfrm>
      </p:grpSpPr>
      <p:sp>
        <p:nvSpPr>
          <p:cNvPr id="234" name="Google Shape;234;p46"/>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5" name="Google Shape;235;p46"/>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6" name="Google Shape;236;p46"/>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7" name="Google Shape;237;p4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8" name="Google Shape;238;p46"/>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39" name="Google Shape;239;p4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NAVY Subhead | Title | Text | Image">
  <p:cSld name="NAVY Subhead | Title | Text | Image">
    <p:bg>
      <p:bgPr>
        <a:solidFill>
          <a:srgbClr val="030A14"/>
        </a:solidFill>
        <a:effectLst/>
      </p:bgPr>
    </p:bg>
    <p:spTree>
      <p:nvGrpSpPr>
        <p:cNvPr id="1" name="Shape 240"/>
        <p:cNvGrpSpPr/>
        <p:nvPr/>
      </p:nvGrpSpPr>
      <p:grpSpPr>
        <a:xfrm>
          <a:off x="0" y="0"/>
          <a:ext cx="0" cy="0"/>
          <a:chOff x="0" y="0"/>
          <a:chExt cx="0" cy="0"/>
        </a:xfrm>
      </p:grpSpPr>
      <p:sp>
        <p:nvSpPr>
          <p:cNvPr id="241" name="Google Shape;241;p47"/>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2" name="Google Shape;242;p47"/>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43" name="Google Shape;243;p47"/>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44" name="Google Shape;244;p47"/>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45" name="Google Shape;245;p47"/>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46" name="Google Shape;246;p4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NAVY Subhead | Title | Text | HP Image">
  <p:cSld name="NAVY Subhead | Title | Text | HP Image">
    <p:bg>
      <p:bgPr>
        <a:solidFill>
          <a:srgbClr val="030A14"/>
        </a:solidFill>
        <a:effectLst/>
      </p:bgPr>
    </p:bg>
    <p:spTree>
      <p:nvGrpSpPr>
        <p:cNvPr id="1" name="Shape 247"/>
        <p:cNvGrpSpPr/>
        <p:nvPr/>
      </p:nvGrpSpPr>
      <p:grpSpPr>
        <a:xfrm>
          <a:off x="0" y="0"/>
          <a:ext cx="0" cy="0"/>
          <a:chOff x="0" y="0"/>
          <a:chExt cx="0" cy="0"/>
        </a:xfrm>
      </p:grpSpPr>
      <p:sp>
        <p:nvSpPr>
          <p:cNvPr id="248" name="Google Shape;248;p48"/>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49" name="Google Shape;249;p48"/>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0" name="Google Shape;250;p48"/>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1" name="Google Shape;251;p48"/>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2" name="Google Shape;252;p48"/>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53" name="Google Shape;253;p4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NAVY Subhead | Title">
  <p:cSld name="NAVY Subhead | Title">
    <p:bg>
      <p:bgPr>
        <a:solidFill>
          <a:srgbClr val="030A14"/>
        </a:solidFill>
        <a:effectLst/>
      </p:bgPr>
    </p:bg>
    <p:spTree>
      <p:nvGrpSpPr>
        <p:cNvPr id="1" name="Shape 254"/>
        <p:cNvGrpSpPr/>
        <p:nvPr/>
      </p:nvGrpSpPr>
      <p:grpSpPr>
        <a:xfrm>
          <a:off x="0" y="0"/>
          <a:ext cx="0" cy="0"/>
          <a:chOff x="0" y="0"/>
          <a:chExt cx="0" cy="0"/>
        </a:xfrm>
      </p:grpSpPr>
      <p:sp>
        <p:nvSpPr>
          <p:cNvPr id="255" name="Google Shape;255;p4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49"/>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7" name="Google Shape;257;p49"/>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58" name="Google Shape;258;p4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AVY 1Col Title | Subhead | Text">
  <p:cSld name="NAVY 1Col Title | Subhead | Text">
    <p:bg>
      <p:bgPr>
        <a:solidFill>
          <a:srgbClr val="030A14"/>
        </a:solidFill>
        <a:effectLst/>
      </p:bgPr>
    </p:bg>
    <p:spTree>
      <p:nvGrpSpPr>
        <p:cNvPr id="1" name="Shape 259"/>
        <p:cNvGrpSpPr/>
        <p:nvPr/>
      </p:nvGrpSpPr>
      <p:grpSpPr>
        <a:xfrm>
          <a:off x="0" y="0"/>
          <a:ext cx="0" cy="0"/>
          <a:chOff x="0" y="0"/>
          <a:chExt cx="0" cy="0"/>
        </a:xfrm>
      </p:grpSpPr>
      <p:sp>
        <p:nvSpPr>
          <p:cNvPr id="260" name="Google Shape;260;p50"/>
          <p:cNvSpPr txBox="1">
            <a:spLocks noGrp="1"/>
          </p:cNvSpPr>
          <p:nvPr>
            <p:ph type="title"/>
          </p:nvPr>
        </p:nvSpPr>
        <p:spPr>
          <a:xfrm>
            <a:off x="455618" y="491681"/>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1" name="Google Shape;261;p50"/>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2" name="Google Shape;262;p50"/>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3" name="Google Shape;263;p50"/>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64" name="Google Shape;264;p5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NAVY 2Col Title | Subhead | Text">
  <p:cSld name="NAVY 2Col Title | Subhead | Text">
    <p:bg>
      <p:bgPr>
        <a:solidFill>
          <a:srgbClr val="030A14"/>
        </a:solidFill>
        <a:effectLst/>
      </p:bgPr>
    </p:bg>
    <p:spTree>
      <p:nvGrpSpPr>
        <p:cNvPr id="1" name="Shape 265"/>
        <p:cNvGrpSpPr/>
        <p:nvPr/>
      </p:nvGrpSpPr>
      <p:grpSpPr>
        <a:xfrm>
          <a:off x="0" y="0"/>
          <a:ext cx="0" cy="0"/>
          <a:chOff x="0" y="0"/>
          <a:chExt cx="0" cy="0"/>
        </a:xfrm>
      </p:grpSpPr>
      <p:sp>
        <p:nvSpPr>
          <p:cNvPr id="266" name="Google Shape;266;p51"/>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51"/>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8" name="Google Shape;268;p51"/>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9" name="Google Shape;269;p51"/>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0" name="Google Shape;270;p51"/>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71" name="Google Shape;271;p5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NAVY 1Col Title | Subhead | Text | Image">
  <p:cSld name="NAVY 1Col Title | Subhead | Text | Image">
    <p:bg>
      <p:bgPr>
        <a:solidFill>
          <a:srgbClr val="030A14"/>
        </a:solidFill>
        <a:effectLst/>
      </p:bgPr>
    </p:bg>
    <p:spTree>
      <p:nvGrpSpPr>
        <p:cNvPr id="1" name="Shape 272"/>
        <p:cNvGrpSpPr/>
        <p:nvPr/>
      </p:nvGrpSpPr>
      <p:grpSpPr>
        <a:xfrm>
          <a:off x="0" y="0"/>
          <a:ext cx="0" cy="0"/>
          <a:chOff x="0" y="0"/>
          <a:chExt cx="0" cy="0"/>
        </a:xfrm>
      </p:grpSpPr>
      <p:sp>
        <p:nvSpPr>
          <p:cNvPr id="273" name="Google Shape;273;p52"/>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4" name="Google Shape;274;p52"/>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5" name="Google Shape;275;p52"/>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76" name="Google Shape;276;p52"/>
          <p:cNvSpPr txBox="1">
            <a:spLocks noGrp="1"/>
          </p:cNvSpPr>
          <p:nvPr>
            <p:ph type="body" idx="3"/>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7" name="Google Shape;277;p52"/>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78" name="Google Shape;278;p5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NAVY Title | Subhead | Text | HP Image">
  <p:cSld name="NAVY Title | Subhead | Text | HP Image">
    <p:bg>
      <p:bgPr>
        <a:solidFill>
          <a:srgbClr val="030A14"/>
        </a:solidFill>
        <a:effectLst/>
      </p:bgPr>
    </p:bg>
    <p:spTree>
      <p:nvGrpSpPr>
        <p:cNvPr id="1" name="Shape 279"/>
        <p:cNvGrpSpPr/>
        <p:nvPr/>
      </p:nvGrpSpPr>
      <p:grpSpPr>
        <a:xfrm>
          <a:off x="0" y="0"/>
          <a:ext cx="0" cy="0"/>
          <a:chOff x="0" y="0"/>
          <a:chExt cx="0" cy="0"/>
        </a:xfrm>
      </p:grpSpPr>
      <p:sp>
        <p:nvSpPr>
          <p:cNvPr id="280" name="Google Shape;280;p53"/>
          <p:cNvSpPr>
            <a:spLocks noGrp="1"/>
          </p:cNvSpPr>
          <p:nvPr>
            <p:ph type="pic" idx="2"/>
          </p:nvPr>
        </p:nvSpPr>
        <p:spPr>
          <a:xfrm>
            <a:off x="6094475" y="359"/>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81" name="Google Shape;281;p53"/>
          <p:cNvSpPr txBox="1">
            <a:spLocks noGrp="1"/>
          </p:cNvSpPr>
          <p:nvPr>
            <p:ph type="title"/>
          </p:nvPr>
        </p:nvSpPr>
        <p:spPr>
          <a:xfrm>
            <a:off x="455618" y="503696"/>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53"/>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3" name="Google Shape;283;p53"/>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4" name="Google Shape;284;p53"/>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85" name="Google Shape;285;p5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NAVY Title | Subhead">
  <p:cSld name="NAVY Title | Subhead">
    <p:bg>
      <p:bgPr>
        <a:solidFill>
          <a:srgbClr val="030A14"/>
        </a:solidFill>
        <a:effectLst/>
      </p:bgPr>
    </p:bg>
    <p:spTree>
      <p:nvGrpSpPr>
        <p:cNvPr id="1" name="Shape 286"/>
        <p:cNvGrpSpPr/>
        <p:nvPr/>
      </p:nvGrpSpPr>
      <p:grpSpPr>
        <a:xfrm>
          <a:off x="0" y="0"/>
          <a:ext cx="0" cy="0"/>
          <a:chOff x="0" y="0"/>
          <a:chExt cx="0" cy="0"/>
        </a:xfrm>
      </p:grpSpPr>
      <p:sp>
        <p:nvSpPr>
          <p:cNvPr id="287" name="Google Shape;287;p54"/>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8" name="Google Shape;288;p54"/>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9" name="Google Shape;289;p54"/>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0" name="Google Shape;290;p5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NAVY Blank">
  <p:cSld name="NAVY Blank">
    <p:bg>
      <p:bgPr>
        <a:solidFill>
          <a:srgbClr val="030A14"/>
        </a:solidFill>
        <a:effectLst/>
      </p:bgPr>
    </p:bg>
    <p:spTree>
      <p:nvGrpSpPr>
        <p:cNvPr id="1" name="Shape 291"/>
        <p:cNvGrpSpPr/>
        <p:nvPr/>
      </p:nvGrpSpPr>
      <p:grpSpPr>
        <a:xfrm>
          <a:off x="0" y="0"/>
          <a:ext cx="0" cy="0"/>
          <a:chOff x="0" y="0"/>
          <a:chExt cx="0" cy="0"/>
        </a:xfrm>
      </p:grpSpPr>
      <p:sp>
        <p:nvSpPr>
          <p:cNvPr id="292" name="Google Shape;292;p55"/>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3" name="Google Shape;293;p5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HYUNDAI  1Col Title | Text">
  <p:cSld name="HYUNDAI  1Col Title | Text">
    <p:bg>
      <p:bgPr>
        <a:solidFill>
          <a:schemeClr val="dk2"/>
        </a:solidFill>
        <a:effectLst/>
      </p:bgPr>
    </p:bg>
    <p:spTree>
      <p:nvGrpSpPr>
        <p:cNvPr id="1" name="Shape 294"/>
        <p:cNvGrpSpPr/>
        <p:nvPr/>
      </p:nvGrpSpPr>
      <p:grpSpPr>
        <a:xfrm>
          <a:off x="0" y="0"/>
          <a:ext cx="0" cy="0"/>
          <a:chOff x="0" y="0"/>
          <a:chExt cx="0" cy="0"/>
        </a:xfrm>
      </p:grpSpPr>
      <p:sp>
        <p:nvSpPr>
          <p:cNvPr id="295" name="Google Shape;295;p5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6" name="Google Shape;296;p56"/>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97" name="Google Shape;297;p56"/>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8" name="Google Shape;298;p5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HYUNDAI  2Col Title | Text">
  <p:cSld name="HYUNDAI  2Col Title | Text">
    <p:bg>
      <p:bgPr>
        <a:solidFill>
          <a:schemeClr val="dk2"/>
        </a:solidFill>
        <a:effectLst/>
      </p:bgPr>
    </p:bg>
    <p:spTree>
      <p:nvGrpSpPr>
        <p:cNvPr id="1" name="Shape 299"/>
        <p:cNvGrpSpPr/>
        <p:nvPr/>
      </p:nvGrpSpPr>
      <p:grpSpPr>
        <a:xfrm>
          <a:off x="0" y="0"/>
          <a:ext cx="0" cy="0"/>
          <a:chOff x="0" y="0"/>
          <a:chExt cx="0" cy="0"/>
        </a:xfrm>
      </p:grpSpPr>
      <p:sp>
        <p:nvSpPr>
          <p:cNvPr id="300" name="Google Shape;300;p57"/>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57"/>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02" name="Google Shape;302;p57"/>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03" name="Google Shape;303;p5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04" name="Google Shape;304;p57"/>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HYUNDAI Title | Text | Image">
  <p:cSld name="HYUNDAI Title | Text | Image">
    <p:bg>
      <p:bgPr>
        <a:solidFill>
          <a:schemeClr val="dk2"/>
        </a:solidFill>
        <a:effectLst/>
      </p:bgPr>
    </p:bg>
    <p:spTree>
      <p:nvGrpSpPr>
        <p:cNvPr id="1" name="Shape 305"/>
        <p:cNvGrpSpPr/>
        <p:nvPr/>
      </p:nvGrpSpPr>
      <p:grpSpPr>
        <a:xfrm>
          <a:off x="0" y="0"/>
          <a:ext cx="0" cy="0"/>
          <a:chOff x="0" y="0"/>
          <a:chExt cx="0" cy="0"/>
        </a:xfrm>
      </p:grpSpPr>
      <p:sp>
        <p:nvSpPr>
          <p:cNvPr id="306" name="Google Shape;306;p58"/>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7" name="Google Shape;307;p58"/>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08" name="Google Shape;308;p58"/>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09" name="Google Shape;309;p58"/>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10" name="Google Shape;310;p5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HYUNDAI  Title | Text | HP Image">
  <p:cSld name="HYUNDAI  Title | Text | HP Image">
    <p:bg>
      <p:bgPr>
        <a:solidFill>
          <a:schemeClr val="dk2"/>
        </a:solidFill>
        <a:effectLst/>
      </p:bgPr>
    </p:bg>
    <p:spTree>
      <p:nvGrpSpPr>
        <p:cNvPr id="1" name="Shape 311"/>
        <p:cNvGrpSpPr/>
        <p:nvPr/>
      </p:nvGrpSpPr>
      <p:grpSpPr>
        <a:xfrm>
          <a:off x="0" y="0"/>
          <a:ext cx="0" cy="0"/>
          <a:chOff x="0" y="0"/>
          <a:chExt cx="0" cy="0"/>
        </a:xfrm>
      </p:grpSpPr>
      <p:sp>
        <p:nvSpPr>
          <p:cNvPr id="312" name="Google Shape;312;p59"/>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13" name="Google Shape;313;p59"/>
          <p:cNvSpPr txBox="1">
            <a:spLocks noGrp="1"/>
          </p:cNvSpPr>
          <p:nvPr>
            <p:ph type="title"/>
          </p:nvPr>
        </p:nvSpPr>
        <p:spPr>
          <a:xfrm>
            <a:off x="455618" y="491681"/>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4" name="Google Shape;314;p59"/>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15" name="Google Shape;315;p59"/>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16" name="Google Shape;316;p5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HYUNDAI  Title">
  <p:cSld name="HYUNDAI  Title">
    <p:bg>
      <p:bgPr>
        <a:solidFill>
          <a:schemeClr val="dk2"/>
        </a:solidFill>
        <a:effectLst/>
      </p:bgPr>
    </p:bg>
    <p:spTree>
      <p:nvGrpSpPr>
        <p:cNvPr id="1" name="Shape 317"/>
        <p:cNvGrpSpPr/>
        <p:nvPr/>
      </p:nvGrpSpPr>
      <p:grpSpPr>
        <a:xfrm>
          <a:off x="0" y="0"/>
          <a:ext cx="0" cy="0"/>
          <a:chOff x="0" y="0"/>
          <a:chExt cx="0" cy="0"/>
        </a:xfrm>
      </p:grpSpPr>
      <p:sp>
        <p:nvSpPr>
          <p:cNvPr id="318" name="Google Shape;318;p60"/>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9" name="Google Shape;319;p60"/>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20" name="Google Shape;320;p6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HYUNDAI  1Col Subhead | Title | Text">
  <p:cSld name="HYUNDAI  1Col Subhead | Title | Text">
    <p:bg>
      <p:bgPr>
        <a:solidFill>
          <a:schemeClr val="dk2"/>
        </a:solidFill>
        <a:effectLst/>
      </p:bgPr>
    </p:bg>
    <p:spTree>
      <p:nvGrpSpPr>
        <p:cNvPr id="1" name="Shape 321"/>
        <p:cNvGrpSpPr/>
        <p:nvPr/>
      </p:nvGrpSpPr>
      <p:grpSpPr>
        <a:xfrm>
          <a:off x="0" y="0"/>
          <a:ext cx="0" cy="0"/>
          <a:chOff x="0" y="0"/>
          <a:chExt cx="0" cy="0"/>
        </a:xfrm>
      </p:grpSpPr>
      <p:sp>
        <p:nvSpPr>
          <p:cNvPr id="322" name="Google Shape;322;p6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3" name="Google Shape;323;p61"/>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24" name="Google Shape;324;p61"/>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25" name="Google Shape;325;p61"/>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26" name="Google Shape;326;p6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HYUNDAI 2Col Subhead | Title | Text">
  <p:cSld name="HYUNDAI 2Col Subhead | Title | Text">
    <p:bg>
      <p:bgPr>
        <a:solidFill>
          <a:schemeClr val="dk2"/>
        </a:solidFill>
        <a:effectLst/>
      </p:bgPr>
    </p:bg>
    <p:spTree>
      <p:nvGrpSpPr>
        <p:cNvPr id="1" name="Shape 327"/>
        <p:cNvGrpSpPr/>
        <p:nvPr/>
      </p:nvGrpSpPr>
      <p:grpSpPr>
        <a:xfrm>
          <a:off x="0" y="0"/>
          <a:ext cx="0" cy="0"/>
          <a:chOff x="0" y="0"/>
          <a:chExt cx="0" cy="0"/>
        </a:xfrm>
      </p:grpSpPr>
      <p:sp>
        <p:nvSpPr>
          <p:cNvPr id="328" name="Google Shape;328;p62"/>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9" name="Google Shape;329;p62"/>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0" name="Google Shape;330;p62"/>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1" name="Google Shape;331;p6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32" name="Google Shape;332;p6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33" name="Google Shape;333;p62"/>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HYUNDAI  Subhead | Title | Text | Image">
  <p:cSld name="HYUNDAI  Subhead | Title | Text | Image">
    <p:bg>
      <p:bgPr>
        <a:solidFill>
          <a:schemeClr val="dk2"/>
        </a:solidFill>
        <a:effectLst/>
      </p:bgPr>
    </p:bg>
    <p:spTree>
      <p:nvGrpSpPr>
        <p:cNvPr id="1" name="Shape 334"/>
        <p:cNvGrpSpPr/>
        <p:nvPr/>
      </p:nvGrpSpPr>
      <p:grpSpPr>
        <a:xfrm>
          <a:off x="0" y="0"/>
          <a:ext cx="0" cy="0"/>
          <a:chOff x="0" y="0"/>
          <a:chExt cx="0" cy="0"/>
        </a:xfrm>
      </p:grpSpPr>
      <p:sp>
        <p:nvSpPr>
          <p:cNvPr id="335" name="Google Shape;335;p63"/>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6" name="Google Shape;336;p63"/>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7" name="Google Shape;337;p63"/>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38" name="Google Shape;338;p63"/>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9" name="Google Shape;339;p63"/>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40" name="Google Shape;340;p6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HYUNDAI  Subhead | Title | Text | HP Image">
  <p:cSld name="HYUNDAI  Subhead | Title | Text | HP Image">
    <p:bg>
      <p:bgPr>
        <a:solidFill>
          <a:schemeClr val="dk2"/>
        </a:solidFill>
        <a:effectLst/>
      </p:bgPr>
    </p:bg>
    <p:spTree>
      <p:nvGrpSpPr>
        <p:cNvPr id="1" name="Shape 341"/>
        <p:cNvGrpSpPr/>
        <p:nvPr/>
      </p:nvGrpSpPr>
      <p:grpSpPr>
        <a:xfrm>
          <a:off x="0" y="0"/>
          <a:ext cx="0" cy="0"/>
          <a:chOff x="0" y="0"/>
          <a:chExt cx="0" cy="0"/>
        </a:xfrm>
      </p:grpSpPr>
      <p:sp>
        <p:nvSpPr>
          <p:cNvPr id="342" name="Google Shape;342;p64"/>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43" name="Google Shape;343;p64"/>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4" name="Google Shape;344;p64"/>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45" name="Google Shape;345;p64"/>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46" name="Google Shape;346;p64"/>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47" name="Google Shape;347;p6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HYUNDAI  Subhead | Title">
  <p:cSld name="HYUNDAI  Subhead | Title">
    <p:bg>
      <p:bgPr>
        <a:solidFill>
          <a:schemeClr val="dk2"/>
        </a:solidFill>
        <a:effectLst/>
      </p:bgPr>
    </p:bg>
    <p:spTree>
      <p:nvGrpSpPr>
        <p:cNvPr id="1" name="Shape 348"/>
        <p:cNvGrpSpPr/>
        <p:nvPr/>
      </p:nvGrpSpPr>
      <p:grpSpPr>
        <a:xfrm>
          <a:off x="0" y="0"/>
          <a:ext cx="0" cy="0"/>
          <a:chOff x="0" y="0"/>
          <a:chExt cx="0" cy="0"/>
        </a:xfrm>
      </p:grpSpPr>
      <p:sp>
        <p:nvSpPr>
          <p:cNvPr id="349" name="Google Shape;349;p65"/>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0" name="Google Shape;350;p65"/>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1" name="Google Shape;351;p65"/>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52" name="Google Shape;352;p6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HYUNDAI  1Col Title | Subhead | Text">
  <p:cSld name="HYUNDAI  1Col Title | Subhead | Text">
    <p:bg>
      <p:bgPr>
        <a:solidFill>
          <a:schemeClr val="dk2"/>
        </a:solidFill>
        <a:effectLst/>
      </p:bgPr>
    </p:bg>
    <p:spTree>
      <p:nvGrpSpPr>
        <p:cNvPr id="1" name="Shape 353"/>
        <p:cNvGrpSpPr/>
        <p:nvPr/>
      </p:nvGrpSpPr>
      <p:grpSpPr>
        <a:xfrm>
          <a:off x="0" y="0"/>
          <a:ext cx="0" cy="0"/>
          <a:chOff x="0" y="0"/>
          <a:chExt cx="0" cy="0"/>
        </a:xfrm>
      </p:grpSpPr>
      <p:sp>
        <p:nvSpPr>
          <p:cNvPr id="354" name="Google Shape;354;p66"/>
          <p:cNvSpPr txBox="1">
            <a:spLocks noGrp="1"/>
          </p:cNvSpPr>
          <p:nvPr>
            <p:ph type="title"/>
          </p:nvPr>
        </p:nvSpPr>
        <p:spPr>
          <a:xfrm>
            <a:off x="455618" y="491681"/>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5" name="Google Shape;355;p66"/>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6" name="Google Shape;356;p66"/>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7" name="Google Shape;357;p6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58" name="Google Shape;358;p6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HYUNDAI  2Col Title | Subhead | Text">
  <p:cSld name="HYUNDAI  2Col Title | Subhead | Text">
    <p:bg>
      <p:bgPr>
        <a:solidFill>
          <a:schemeClr val="dk2"/>
        </a:solidFill>
        <a:effectLst/>
      </p:bgPr>
    </p:bg>
    <p:spTree>
      <p:nvGrpSpPr>
        <p:cNvPr id="1" name="Shape 359"/>
        <p:cNvGrpSpPr/>
        <p:nvPr/>
      </p:nvGrpSpPr>
      <p:grpSpPr>
        <a:xfrm>
          <a:off x="0" y="0"/>
          <a:ext cx="0" cy="0"/>
          <a:chOff x="0" y="0"/>
          <a:chExt cx="0" cy="0"/>
        </a:xfrm>
      </p:grpSpPr>
      <p:sp>
        <p:nvSpPr>
          <p:cNvPr id="360" name="Google Shape;360;p67"/>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1" name="Google Shape;361;p67"/>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2" name="Google Shape;362;p67"/>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3" name="Google Shape;363;p6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64" name="Google Shape;364;p6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65" name="Google Shape;365;p67"/>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HYUNDAI  1Col Title | Subhead | Text | Image">
  <p:cSld name="HYUNDAI  1Col Title | Subhead | Text | Image">
    <p:bg>
      <p:bgPr>
        <a:solidFill>
          <a:schemeClr val="dk2"/>
        </a:solidFill>
        <a:effectLst/>
      </p:bgPr>
    </p:bg>
    <p:spTree>
      <p:nvGrpSpPr>
        <p:cNvPr id="1" name="Shape 366"/>
        <p:cNvGrpSpPr/>
        <p:nvPr/>
      </p:nvGrpSpPr>
      <p:grpSpPr>
        <a:xfrm>
          <a:off x="0" y="0"/>
          <a:ext cx="0" cy="0"/>
          <a:chOff x="0" y="0"/>
          <a:chExt cx="0" cy="0"/>
        </a:xfrm>
      </p:grpSpPr>
      <p:sp>
        <p:nvSpPr>
          <p:cNvPr id="367" name="Google Shape;367;p68"/>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8" name="Google Shape;368;p68"/>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9" name="Google Shape;369;p68"/>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70" name="Google Shape;370;p68"/>
          <p:cNvSpPr txBox="1">
            <a:spLocks noGrp="1"/>
          </p:cNvSpPr>
          <p:nvPr>
            <p:ph type="body" idx="3"/>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1" name="Google Shape;371;p68"/>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72" name="Google Shape;372;p6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HYUNDAI  Title | Subhead | Text | HP Image">
  <p:cSld name="HYUNDAI  Title | Subhead | Text | HP Image">
    <p:bg>
      <p:bgPr>
        <a:solidFill>
          <a:schemeClr val="dk2"/>
        </a:solidFill>
        <a:effectLst/>
      </p:bgPr>
    </p:bg>
    <p:spTree>
      <p:nvGrpSpPr>
        <p:cNvPr id="1" name="Shape 373"/>
        <p:cNvGrpSpPr/>
        <p:nvPr/>
      </p:nvGrpSpPr>
      <p:grpSpPr>
        <a:xfrm>
          <a:off x="0" y="0"/>
          <a:ext cx="0" cy="0"/>
          <a:chOff x="0" y="0"/>
          <a:chExt cx="0" cy="0"/>
        </a:xfrm>
      </p:grpSpPr>
      <p:sp>
        <p:nvSpPr>
          <p:cNvPr id="374" name="Google Shape;374;p69"/>
          <p:cNvSpPr>
            <a:spLocks noGrp="1"/>
          </p:cNvSpPr>
          <p:nvPr>
            <p:ph type="pic" idx="2"/>
          </p:nvPr>
        </p:nvSpPr>
        <p:spPr>
          <a:xfrm>
            <a:off x="6094475" y="359"/>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75" name="Google Shape;375;p69"/>
          <p:cNvSpPr txBox="1">
            <a:spLocks noGrp="1"/>
          </p:cNvSpPr>
          <p:nvPr>
            <p:ph type="title"/>
          </p:nvPr>
        </p:nvSpPr>
        <p:spPr>
          <a:xfrm>
            <a:off x="455618" y="503696"/>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6" name="Google Shape;376;p69"/>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7" name="Google Shape;377;p69"/>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8" name="Google Shape;378;p69"/>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79" name="Google Shape;379;p6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HYUNDAI  Title | Subhead">
  <p:cSld name="HYUNDAI  Title | Subhead">
    <p:bg>
      <p:bgPr>
        <a:solidFill>
          <a:schemeClr val="dk2"/>
        </a:solidFill>
        <a:effectLst/>
      </p:bgPr>
    </p:bg>
    <p:spTree>
      <p:nvGrpSpPr>
        <p:cNvPr id="1" name="Shape 380"/>
        <p:cNvGrpSpPr/>
        <p:nvPr/>
      </p:nvGrpSpPr>
      <p:grpSpPr>
        <a:xfrm>
          <a:off x="0" y="0"/>
          <a:ext cx="0" cy="0"/>
          <a:chOff x="0" y="0"/>
          <a:chExt cx="0" cy="0"/>
        </a:xfrm>
      </p:grpSpPr>
      <p:sp>
        <p:nvSpPr>
          <p:cNvPr id="381" name="Google Shape;381;p70"/>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2" name="Google Shape;382;p70"/>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83" name="Google Shape;383;p70"/>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84" name="Google Shape;384;p7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HYUNDAI  Blank">
  <p:cSld name="HYUNDAI  Blank">
    <p:bg>
      <p:bgPr>
        <a:solidFill>
          <a:schemeClr val="dk2"/>
        </a:solidFill>
        <a:effectLst/>
      </p:bgPr>
    </p:bg>
    <p:spTree>
      <p:nvGrpSpPr>
        <p:cNvPr id="1" name="Shape 385"/>
        <p:cNvGrpSpPr/>
        <p:nvPr/>
      </p:nvGrpSpPr>
      <p:grpSpPr>
        <a:xfrm>
          <a:off x="0" y="0"/>
          <a:ext cx="0" cy="0"/>
          <a:chOff x="0" y="0"/>
          <a:chExt cx="0" cy="0"/>
        </a:xfrm>
      </p:grpSpPr>
      <p:sp>
        <p:nvSpPr>
          <p:cNvPr id="386" name="Google Shape;386;p71"/>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87" name="Google Shape;387;p7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EAGLASS 1Col Title | Text">
  <p:cSld name="SEAGLASS 1Col Title | Text">
    <p:bg>
      <p:bgPr>
        <a:solidFill>
          <a:schemeClr val="accent3"/>
        </a:solidFill>
        <a:effectLst/>
      </p:bgPr>
    </p:bg>
    <p:spTree>
      <p:nvGrpSpPr>
        <p:cNvPr id="1" name="Shape 388"/>
        <p:cNvGrpSpPr/>
        <p:nvPr/>
      </p:nvGrpSpPr>
      <p:grpSpPr>
        <a:xfrm>
          <a:off x="0" y="0"/>
          <a:ext cx="0" cy="0"/>
          <a:chOff x="0" y="0"/>
          <a:chExt cx="0" cy="0"/>
        </a:xfrm>
      </p:grpSpPr>
      <p:sp>
        <p:nvSpPr>
          <p:cNvPr id="389" name="Google Shape;389;p72"/>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0" name="Google Shape;390;p72"/>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91" name="Google Shape;391;p72"/>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92" name="Google Shape;392;p72"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SEAGLASS 2Col Title | Text">
  <p:cSld name="SEAGLASS 2Col Title | Text">
    <p:bg>
      <p:bgPr>
        <a:solidFill>
          <a:schemeClr val="accent3"/>
        </a:solidFill>
        <a:effectLst/>
      </p:bgPr>
    </p:bg>
    <p:spTree>
      <p:nvGrpSpPr>
        <p:cNvPr id="1" name="Shape 393"/>
        <p:cNvGrpSpPr/>
        <p:nvPr/>
      </p:nvGrpSpPr>
      <p:grpSpPr>
        <a:xfrm>
          <a:off x="0" y="0"/>
          <a:ext cx="0" cy="0"/>
          <a:chOff x="0" y="0"/>
          <a:chExt cx="0" cy="0"/>
        </a:xfrm>
      </p:grpSpPr>
      <p:sp>
        <p:nvSpPr>
          <p:cNvPr id="394" name="Google Shape;394;p7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5" name="Google Shape;395;p73"/>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96" name="Google Shape;396;p73"/>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97" name="Google Shape;397;p73"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398" name="Google Shape;398;p73"/>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SEAGLASS Title | Text | Image">
  <p:cSld name="SEAGLASS Title | Text | Image">
    <p:bg>
      <p:bgPr>
        <a:solidFill>
          <a:schemeClr val="accent3"/>
        </a:solidFill>
        <a:effectLst/>
      </p:bgPr>
    </p:bg>
    <p:spTree>
      <p:nvGrpSpPr>
        <p:cNvPr id="1" name="Shape 399"/>
        <p:cNvGrpSpPr/>
        <p:nvPr/>
      </p:nvGrpSpPr>
      <p:grpSpPr>
        <a:xfrm>
          <a:off x="0" y="0"/>
          <a:ext cx="0" cy="0"/>
          <a:chOff x="0" y="0"/>
          <a:chExt cx="0" cy="0"/>
        </a:xfrm>
      </p:grpSpPr>
      <p:sp>
        <p:nvSpPr>
          <p:cNvPr id="400" name="Google Shape;400;p7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1" name="Google Shape;401;p74"/>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02" name="Google Shape;402;p74"/>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03" name="Google Shape;403;p7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04" name="Google Shape;404;p74"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EAGLASS Title | Text | HP Image">
  <p:cSld name="SEAGLASS Title | Text | HP Image">
    <p:bg>
      <p:bgPr>
        <a:solidFill>
          <a:schemeClr val="accent3"/>
        </a:solidFill>
        <a:effectLst/>
      </p:bgPr>
    </p:bg>
    <p:spTree>
      <p:nvGrpSpPr>
        <p:cNvPr id="1" name="Shape 405"/>
        <p:cNvGrpSpPr/>
        <p:nvPr/>
      </p:nvGrpSpPr>
      <p:grpSpPr>
        <a:xfrm>
          <a:off x="0" y="0"/>
          <a:ext cx="0" cy="0"/>
          <a:chOff x="0" y="0"/>
          <a:chExt cx="0" cy="0"/>
        </a:xfrm>
      </p:grpSpPr>
      <p:sp>
        <p:nvSpPr>
          <p:cNvPr id="406" name="Google Shape;406;p75"/>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07" name="Google Shape;407;p75"/>
          <p:cNvSpPr txBox="1">
            <a:spLocks noGrp="1"/>
          </p:cNvSpPr>
          <p:nvPr>
            <p:ph type="title"/>
          </p:nvPr>
        </p:nvSpPr>
        <p:spPr>
          <a:xfrm>
            <a:off x="455618" y="476183"/>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8" name="Google Shape;408;p75"/>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09" name="Google Shape;409;p7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10" name="Google Shape;410;p75"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SEAGLASS Title">
  <p:cSld name="SEAGLASS Title">
    <p:bg>
      <p:bgPr>
        <a:solidFill>
          <a:schemeClr val="accent3"/>
        </a:solidFill>
        <a:effectLst/>
      </p:bgPr>
    </p:bg>
    <p:spTree>
      <p:nvGrpSpPr>
        <p:cNvPr id="1" name="Shape 411"/>
        <p:cNvGrpSpPr/>
        <p:nvPr/>
      </p:nvGrpSpPr>
      <p:grpSpPr>
        <a:xfrm>
          <a:off x="0" y="0"/>
          <a:ext cx="0" cy="0"/>
          <a:chOff x="0" y="0"/>
          <a:chExt cx="0" cy="0"/>
        </a:xfrm>
      </p:grpSpPr>
      <p:sp>
        <p:nvSpPr>
          <p:cNvPr id="412" name="Google Shape;412;p7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3" name="Google Shape;413;p76"/>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14" name="Google Shape;414;p76"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SEAGLASS 1Col Subhead | Title | Text">
  <p:cSld name="SEAGLASS 1Col Subhead | Title | Text">
    <p:bg>
      <p:bgPr>
        <a:solidFill>
          <a:schemeClr val="accent3"/>
        </a:solidFill>
        <a:effectLst/>
      </p:bgPr>
    </p:bg>
    <p:spTree>
      <p:nvGrpSpPr>
        <p:cNvPr id="1" name="Shape 415"/>
        <p:cNvGrpSpPr/>
        <p:nvPr/>
      </p:nvGrpSpPr>
      <p:grpSpPr>
        <a:xfrm>
          <a:off x="0" y="0"/>
          <a:ext cx="0" cy="0"/>
          <a:chOff x="0" y="0"/>
          <a:chExt cx="0" cy="0"/>
        </a:xfrm>
      </p:grpSpPr>
      <p:sp>
        <p:nvSpPr>
          <p:cNvPr id="416" name="Google Shape;416;p77"/>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7" name="Google Shape;417;p77"/>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18" name="Google Shape;418;p77"/>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19" name="Google Shape;419;p7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20" name="Google Shape;420;p77"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EAGLASS 2Col Subhead | Title | Text">
  <p:cSld name="SEAGLASS 2Col Subhead | Title | Text">
    <p:bg>
      <p:bgPr>
        <a:solidFill>
          <a:schemeClr val="accent3"/>
        </a:solidFill>
        <a:effectLst/>
      </p:bgPr>
    </p:bg>
    <p:spTree>
      <p:nvGrpSpPr>
        <p:cNvPr id="1" name="Shape 421"/>
        <p:cNvGrpSpPr/>
        <p:nvPr/>
      </p:nvGrpSpPr>
      <p:grpSpPr>
        <a:xfrm>
          <a:off x="0" y="0"/>
          <a:ext cx="0" cy="0"/>
          <a:chOff x="0" y="0"/>
          <a:chExt cx="0" cy="0"/>
        </a:xfrm>
      </p:grpSpPr>
      <p:sp>
        <p:nvSpPr>
          <p:cNvPr id="422" name="Google Shape;422;p78"/>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3" name="Google Shape;423;p78"/>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24" name="Google Shape;424;p78"/>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25" name="Google Shape;425;p78"/>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26" name="Google Shape;426;p78"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427" name="Google Shape;427;p78"/>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AGLASS Subhead | Title | Text | Image">
  <p:cSld name="SEAGLASS Subhead | Title | Text | Image">
    <p:bg>
      <p:bgPr>
        <a:solidFill>
          <a:schemeClr val="accent3"/>
        </a:solidFill>
        <a:effectLst/>
      </p:bgPr>
    </p:bg>
    <p:spTree>
      <p:nvGrpSpPr>
        <p:cNvPr id="1" name="Shape 428"/>
        <p:cNvGrpSpPr/>
        <p:nvPr/>
      </p:nvGrpSpPr>
      <p:grpSpPr>
        <a:xfrm>
          <a:off x="0" y="0"/>
          <a:ext cx="0" cy="0"/>
          <a:chOff x="0" y="0"/>
          <a:chExt cx="0" cy="0"/>
        </a:xfrm>
      </p:grpSpPr>
      <p:sp>
        <p:nvSpPr>
          <p:cNvPr id="429" name="Google Shape;429;p7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0" name="Google Shape;430;p79"/>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1" name="Google Shape;431;p79"/>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32" name="Google Shape;432;p79"/>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3" name="Google Shape;433;p79"/>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34" name="Google Shape;434;p79"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SEAGLASS Subhead | Title | Text | HP Image">
  <p:cSld name="SEAGLASS Subhead | Title | Text | HP Image">
    <p:bg>
      <p:bgPr>
        <a:solidFill>
          <a:schemeClr val="accent3"/>
        </a:solidFill>
        <a:effectLst/>
      </p:bgPr>
    </p:bg>
    <p:spTree>
      <p:nvGrpSpPr>
        <p:cNvPr id="1" name="Shape 435"/>
        <p:cNvGrpSpPr/>
        <p:nvPr/>
      </p:nvGrpSpPr>
      <p:grpSpPr>
        <a:xfrm>
          <a:off x="0" y="0"/>
          <a:ext cx="0" cy="0"/>
          <a:chOff x="0" y="0"/>
          <a:chExt cx="0" cy="0"/>
        </a:xfrm>
      </p:grpSpPr>
      <p:sp>
        <p:nvSpPr>
          <p:cNvPr id="436" name="Google Shape;436;p80"/>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37" name="Google Shape;437;p80"/>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8" name="Google Shape;438;p80"/>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9" name="Google Shape;439;p80"/>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40" name="Google Shape;440;p80"/>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41" name="Google Shape;441;p80"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SEAGLASS Subhead | Title">
  <p:cSld name="SEAGLASS Subhead | Title">
    <p:bg>
      <p:bgPr>
        <a:solidFill>
          <a:schemeClr val="accent3"/>
        </a:solidFill>
        <a:effectLst/>
      </p:bgPr>
    </p:bg>
    <p:spTree>
      <p:nvGrpSpPr>
        <p:cNvPr id="1" name="Shape 442"/>
        <p:cNvGrpSpPr/>
        <p:nvPr/>
      </p:nvGrpSpPr>
      <p:grpSpPr>
        <a:xfrm>
          <a:off x="0" y="0"/>
          <a:ext cx="0" cy="0"/>
          <a:chOff x="0" y="0"/>
          <a:chExt cx="0" cy="0"/>
        </a:xfrm>
      </p:grpSpPr>
      <p:sp>
        <p:nvSpPr>
          <p:cNvPr id="443" name="Google Shape;443;p8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4" name="Google Shape;444;p81"/>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45" name="Google Shape;445;p81"/>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46" name="Google Shape;446;p81"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SEAGLASS 1Col Title | Subhead | Text">
  <p:cSld name="SEAGLASS 1Col Title | Subhead | Text">
    <p:bg>
      <p:bgPr>
        <a:solidFill>
          <a:schemeClr val="accent3"/>
        </a:solidFill>
        <a:effectLst/>
      </p:bgPr>
    </p:bg>
    <p:spTree>
      <p:nvGrpSpPr>
        <p:cNvPr id="1" name="Shape 447"/>
        <p:cNvGrpSpPr/>
        <p:nvPr/>
      </p:nvGrpSpPr>
      <p:grpSpPr>
        <a:xfrm>
          <a:off x="0" y="0"/>
          <a:ext cx="0" cy="0"/>
          <a:chOff x="0" y="0"/>
          <a:chExt cx="0" cy="0"/>
        </a:xfrm>
      </p:grpSpPr>
      <p:sp>
        <p:nvSpPr>
          <p:cNvPr id="448" name="Google Shape;448;p82"/>
          <p:cNvSpPr txBox="1">
            <a:spLocks noGrp="1"/>
          </p:cNvSpPr>
          <p:nvPr>
            <p:ph type="title"/>
          </p:nvPr>
        </p:nvSpPr>
        <p:spPr>
          <a:xfrm>
            <a:off x="455618" y="476183"/>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9" name="Google Shape;449;p82"/>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0" name="Google Shape;450;p82"/>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1" name="Google Shape;451;p8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52" name="Google Shape;452;p82"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SEAGLASS 2Col Title | Subhead | Text">
  <p:cSld name="SEAGLASS 2Col Title | Subhead | Text">
    <p:bg>
      <p:bgPr>
        <a:solidFill>
          <a:schemeClr val="accent3"/>
        </a:solidFill>
        <a:effectLst/>
      </p:bgPr>
    </p:bg>
    <p:spTree>
      <p:nvGrpSpPr>
        <p:cNvPr id="1" name="Shape 453"/>
        <p:cNvGrpSpPr/>
        <p:nvPr/>
      </p:nvGrpSpPr>
      <p:grpSpPr>
        <a:xfrm>
          <a:off x="0" y="0"/>
          <a:ext cx="0" cy="0"/>
          <a:chOff x="0" y="0"/>
          <a:chExt cx="0" cy="0"/>
        </a:xfrm>
      </p:grpSpPr>
      <p:sp>
        <p:nvSpPr>
          <p:cNvPr id="454" name="Google Shape;454;p83"/>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5" name="Google Shape;455;p83"/>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6" name="Google Shape;456;p83"/>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7" name="Google Shape;457;p83"/>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58" name="Google Shape;458;p83"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459" name="Google Shape;459;p83"/>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SEAGLASS 1Col Title | Subhead | Text | Image">
  <p:cSld name="SEAGLASS 1Col Title | Subhead | Text | Image">
    <p:bg>
      <p:bgPr>
        <a:solidFill>
          <a:schemeClr val="accent3"/>
        </a:solidFill>
        <a:effectLst/>
      </p:bgPr>
    </p:bg>
    <p:spTree>
      <p:nvGrpSpPr>
        <p:cNvPr id="1" name="Shape 460"/>
        <p:cNvGrpSpPr/>
        <p:nvPr/>
      </p:nvGrpSpPr>
      <p:grpSpPr>
        <a:xfrm>
          <a:off x="0" y="0"/>
          <a:ext cx="0" cy="0"/>
          <a:chOff x="0" y="0"/>
          <a:chExt cx="0" cy="0"/>
        </a:xfrm>
      </p:grpSpPr>
      <p:sp>
        <p:nvSpPr>
          <p:cNvPr id="461" name="Google Shape;461;p84"/>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2" name="Google Shape;462;p84"/>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3" name="Google Shape;463;p84"/>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4" name="Google Shape;464;p8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5" name="Google Shape;465;p84"/>
          <p:cNvSpPr>
            <a:spLocks noGrp="1"/>
          </p:cNvSpPr>
          <p:nvPr>
            <p:ph type="pic" idx="4"/>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pic>
        <p:nvPicPr>
          <p:cNvPr id="466" name="Google Shape;466;p84"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SEAGLASS Title | Subhead | Text | HP Image">
  <p:cSld name="SEAGLASS Title | Subhead | Text | HP Image">
    <p:bg>
      <p:bgPr>
        <a:solidFill>
          <a:schemeClr val="accent3"/>
        </a:solidFill>
        <a:effectLst/>
      </p:bgPr>
    </p:bg>
    <p:spTree>
      <p:nvGrpSpPr>
        <p:cNvPr id="1" name="Shape 467"/>
        <p:cNvGrpSpPr/>
        <p:nvPr/>
      </p:nvGrpSpPr>
      <p:grpSpPr>
        <a:xfrm>
          <a:off x="0" y="0"/>
          <a:ext cx="0" cy="0"/>
          <a:chOff x="0" y="0"/>
          <a:chExt cx="0" cy="0"/>
        </a:xfrm>
      </p:grpSpPr>
      <p:sp>
        <p:nvSpPr>
          <p:cNvPr id="468" name="Google Shape;468;p85"/>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69" name="Google Shape;469;p85"/>
          <p:cNvSpPr txBox="1">
            <a:spLocks noGrp="1"/>
          </p:cNvSpPr>
          <p:nvPr>
            <p:ph type="title"/>
          </p:nvPr>
        </p:nvSpPr>
        <p:spPr>
          <a:xfrm>
            <a:off x="455618" y="488198"/>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0" name="Google Shape;470;p85"/>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1" name="Google Shape;471;p85"/>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2" name="Google Shape;472;p85"/>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73" name="Google Shape;473;p85"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SEAGLASS Title | Subhead">
  <p:cSld name="SEAGLASS Title | Subhead">
    <p:bg>
      <p:bgPr>
        <a:solidFill>
          <a:schemeClr val="accent3"/>
        </a:solidFill>
        <a:effectLst/>
      </p:bgPr>
    </p:bg>
    <p:spTree>
      <p:nvGrpSpPr>
        <p:cNvPr id="1" name="Shape 474"/>
        <p:cNvGrpSpPr/>
        <p:nvPr/>
      </p:nvGrpSpPr>
      <p:grpSpPr>
        <a:xfrm>
          <a:off x="0" y="0"/>
          <a:ext cx="0" cy="0"/>
          <a:chOff x="0" y="0"/>
          <a:chExt cx="0" cy="0"/>
        </a:xfrm>
      </p:grpSpPr>
      <p:sp>
        <p:nvSpPr>
          <p:cNvPr id="475" name="Google Shape;475;p86"/>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6" name="Google Shape;476;p86"/>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7" name="Google Shape;477;p86"/>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78" name="Google Shape;478;p86"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EAGLASS Blank">
  <p:cSld name="SEAGLASS Blank">
    <p:bg>
      <p:bgPr>
        <a:solidFill>
          <a:schemeClr val="accent3"/>
        </a:solidFill>
        <a:effectLst/>
      </p:bgPr>
    </p:bg>
    <p:spTree>
      <p:nvGrpSpPr>
        <p:cNvPr id="1" name="Shape 479"/>
        <p:cNvGrpSpPr/>
        <p:nvPr/>
      </p:nvGrpSpPr>
      <p:grpSpPr>
        <a:xfrm>
          <a:off x="0" y="0"/>
          <a:ext cx="0" cy="0"/>
          <a:chOff x="0" y="0"/>
          <a:chExt cx="0" cy="0"/>
        </a:xfrm>
      </p:grpSpPr>
      <p:sp>
        <p:nvSpPr>
          <p:cNvPr id="480" name="Google Shape;480;p87"/>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81" name="Google Shape;481;p87"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Cover A">
  <p:cSld name="Cover A">
    <p:bg>
      <p:bgPr>
        <a:solidFill>
          <a:schemeClr val="lt1"/>
        </a:solidFill>
        <a:effectLst/>
      </p:bgPr>
    </p:bg>
    <p:spTree>
      <p:nvGrpSpPr>
        <p:cNvPr id="1" name="Shape 491"/>
        <p:cNvGrpSpPr/>
        <p:nvPr/>
      </p:nvGrpSpPr>
      <p:grpSpPr>
        <a:xfrm>
          <a:off x="0" y="0"/>
          <a:ext cx="0" cy="0"/>
          <a:chOff x="0" y="0"/>
          <a:chExt cx="0" cy="0"/>
        </a:xfrm>
      </p:grpSpPr>
      <p:sp>
        <p:nvSpPr>
          <p:cNvPr id="492" name="Google Shape;492;p90"/>
          <p:cNvSpPr/>
          <p:nvPr/>
        </p:nvSpPr>
        <p:spPr>
          <a:xfrm>
            <a:off x="0" y="0"/>
            <a:ext cx="12189000" cy="6858000"/>
          </a:xfrm>
          <a:prstGeom prst="rect">
            <a:avLst/>
          </a:prstGeom>
          <a:gradFill>
            <a:gsLst>
              <a:gs pos="0">
                <a:schemeClr val="accent1"/>
              </a:gs>
              <a:gs pos="57000">
                <a:srgbClr val="9299F4"/>
              </a:gs>
              <a:gs pos="100000">
                <a:schemeClr val="lt2"/>
              </a:gs>
            </a:gsLst>
            <a:lin ang="18599929"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a:ea typeface="Roboto"/>
              <a:cs typeface="Roboto"/>
              <a:sym typeface="Roboto"/>
            </a:endParaRPr>
          </a:p>
        </p:txBody>
      </p:sp>
      <p:sp>
        <p:nvSpPr>
          <p:cNvPr id="493" name="Google Shape;493;p90"/>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pic>
        <p:nvPicPr>
          <p:cNvPr id="494" name="Google Shape;494;p90" descr="A picture containing drawing&#10;&#10;Description automatically generated"/>
          <p:cNvPicPr preferRelativeResize="0"/>
          <p:nvPr/>
        </p:nvPicPr>
        <p:blipFill rotWithShape="1">
          <a:blip r:embed="rId2">
            <a:alphaModFix/>
          </a:blip>
          <a:srcRect/>
          <a:stretch/>
        </p:blipFill>
        <p:spPr>
          <a:xfrm>
            <a:off x="455618" y="457200"/>
            <a:ext cx="1222238" cy="914400"/>
          </a:xfrm>
          <a:prstGeom prst="rect">
            <a:avLst/>
          </a:prstGeom>
          <a:noFill/>
          <a:ln>
            <a:noFill/>
          </a:ln>
        </p:spPr>
      </p:pic>
      <p:sp>
        <p:nvSpPr>
          <p:cNvPr id="495" name="Google Shape;495;p90"/>
          <p:cNvSpPr txBox="1">
            <a:spLocks noGrp="1"/>
          </p:cNvSpPr>
          <p:nvPr>
            <p:ph type="title"/>
          </p:nvPr>
        </p:nvSpPr>
        <p:spPr>
          <a:xfrm>
            <a:off x="455625" y="2931050"/>
            <a:ext cx="5304000" cy="32013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5400"/>
              <a:buNone/>
              <a:defRPr sz="5400">
                <a:solidFill>
                  <a:schemeClr val="lt1"/>
                </a:solidFill>
                <a:latin typeface="Roboto"/>
                <a:ea typeface="Roboto"/>
                <a:cs typeface="Roboto"/>
                <a:sym typeface="Roboto"/>
              </a:defRPr>
            </a:lvl1pPr>
            <a:lvl2pPr lvl="1" rtl="0">
              <a:spcBef>
                <a:spcPts val="0"/>
              </a:spcBef>
              <a:spcAft>
                <a:spcPts val="0"/>
              </a:spcAft>
              <a:buSzPts val="1400"/>
              <a:buNone/>
              <a:defRPr>
                <a:latin typeface="Roboto"/>
                <a:ea typeface="Roboto"/>
                <a:cs typeface="Roboto"/>
                <a:sym typeface="Roboto"/>
              </a:defRPr>
            </a:lvl2pPr>
            <a:lvl3pPr lvl="2" rtl="0">
              <a:spcBef>
                <a:spcPts val="0"/>
              </a:spcBef>
              <a:spcAft>
                <a:spcPts val="0"/>
              </a:spcAft>
              <a:buSzPts val="1400"/>
              <a:buNone/>
              <a:defRPr>
                <a:latin typeface="Roboto"/>
                <a:ea typeface="Roboto"/>
                <a:cs typeface="Roboto"/>
                <a:sym typeface="Roboto"/>
              </a:defRPr>
            </a:lvl3pPr>
            <a:lvl4pPr lvl="3" rtl="0">
              <a:spcBef>
                <a:spcPts val="0"/>
              </a:spcBef>
              <a:spcAft>
                <a:spcPts val="0"/>
              </a:spcAft>
              <a:buSzPts val="1400"/>
              <a:buNone/>
              <a:defRPr>
                <a:latin typeface="Roboto"/>
                <a:ea typeface="Roboto"/>
                <a:cs typeface="Roboto"/>
                <a:sym typeface="Roboto"/>
              </a:defRPr>
            </a:lvl4pPr>
            <a:lvl5pPr lvl="4" rtl="0">
              <a:spcBef>
                <a:spcPts val="0"/>
              </a:spcBef>
              <a:spcAft>
                <a:spcPts val="0"/>
              </a:spcAft>
              <a:buSzPts val="1400"/>
              <a:buNone/>
              <a:defRPr>
                <a:latin typeface="Roboto"/>
                <a:ea typeface="Roboto"/>
                <a:cs typeface="Roboto"/>
                <a:sym typeface="Roboto"/>
              </a:defRPr>
            </a:lvl5pPr>
            <a:lvl6pPr lvl="5" rtl="0">
              <a:spcBef>
                <a:spcPts val="0"/>
              </a:spcBef>
              <a:spcAft>
                <a:spcPts val="0"/>
              </a:spcAft>
              <a:buSzPts val="1400"/>
              <a:buNone/>
              <a:defRPr>
                <a:latin typeface="Roboto"/>
                <a:ea typeface="Roboto"/>
                <a:cs typeface="Roboto"/>
                <a:sym typeface="Roboto"/>
              </a:defRPr>
            </a:lvl6pPr>
            <a:lvl7pPr lvl="6" rtl="0">
              <a:spcBef>
                <a:spcPts val="0"/>
              </a:spcBef>
              <a:spcAft>
                <a:spcPts val="0"/>
              </a:spcAft>
              <a:buSzPts val="1400"/>
              <a:buNone/>
              <a:defRPr>
                <a:latin typeface="Roboto"/>
                <a:ea typeface="Roboto"/>
                <a:cs typeface="Roboto"/>
                <a:sym typeface="Roboto"/>
              </a:defRPr>
            </a:lvl7pPr>
            <a:lvl8pPr lvl="7" rtl="0">
              <a:spcBef>
                <a:spcPts val="0"/>
              </a:spcBef>
              <a:spcAft>
                <a:spcPts val="0"/>
              </a:spcAft>
              <a:buSzPts val="1400"/>
              <a:buNone/>
              <a:defRPr>
                <a:latin typeface="Roboto"/>
                <a:ea typeface="Roboto"/>
                <a:cs typeface="Roboto"/>
                <a:sym typeface="Roboto"/>
              </a:defRPr>
            </a:lvl8pPr>
            <a:lvl9pPr lvl="8" rtl="0">
              <a:spcBef>
                <a:spcPts val="0"/>
              </a:spcBef>
              <a:spcAft>
                <a:spcPts val="0"/>
              </a:spcAft>
              <a:buSzPts val="1400"/>
              <a:buNone/>
              <a:defRPr>
                <a:latin typeface="Roboto"/>
                <a:ea typeface="Roboto"/>
                <a:cs typeface="Roboto"/>
                <a:sym typeface="Roboto"/>
              </a:defRPr>
            </a:lvl9pPr>
          </a:lstStyle>
          <a:p>
            <a:endParaRPr/>
          </a:p>
        </p:txBody>
      </p:sp>
      <p:sp>
        <p:nvSpPr>
          <p:cNvPr id="496" name="Google Shape;496;p90"/>
          <p:cNvSpPr txBox="1">
            <a:spLocks noGrp="1"/>
          </p:cNvSpPr>
          <p:nvPr>
            <p:ph type="subTitle" idx="1"/>
          </p:nvPr>
        </p:nvSpPr>
        <p:spPr>
          <a:xfrm>
            <a:off x="3634834" y="457200"/>
            <a:ext cx="2116199" cy="156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1600"/>
              <a:buNone/>
              <a:defRPr sz="1600">
                <a:solidFill>
                  <a:schemeClr val="lt1"/>
                </a:solidFill>
              </a:defRPr>
            </a:lvl1pPr>
            <a:lvl2pPr lvl="1" rtl="0">
              <a:spcBef>
                <a:spcPts val="600"/>
              </a:spcBef>
              <a:spcAft>
                <a:spcPts val="0"/>
              </a:spcAft>
              <a:buClr>
                <a:schemeClr val="lt1"/>
              </a:buClr>
              <a:buSzPts val="1800"/>
              <a:buNone/>
              <a:defRPr>
                <a:solidFill>
                  <a:schemeClr val="lt1"/>
                </a:solidFill>
              </a:defRPr>
            </a:lvl2pPr>
            <a:lvl3pPr lvl="2" rtl="0">
              <a:spcBef>
                <a:spcPts val="600"/>
              </a:spcBef>
              <a:spcAft>
                <a:spcPts val="0"/>
              </a:spcAft>
              <a:buClr>
                <a:schemeClr val="lt1"/>
              </a:buClr>
              <a:buSzPts val="1600"/>
              <a:buNone/>
              <a:defRPr>
                <a:solidFill>
                  <a:schemeClr val="lt1"/>
                </a:solidFill>
              </a:defRPr>
            </a:lvl3pPr>
            <a:lvl4pPr lvl="3" rtl="0">
              <a:spcBef>
                <a:spcPts val="300"/>
              </a:spcBef>
              <a:spcAft>
                <a:spcPts val="0"/>
              </a:spcAft>
              <a:buClr>
                <a:schemeClr val="lt1"/>
              </a:buClr>
              <a:buSzPts val="1400"/>
              <a:buNone/>
              <a:defRPr>
                <a:solidFill>
                  <a:schemeClr val="lt1"/>
                </a:solidFill>
              </a:defRPr>
            </a:lvl4pPr>
            <a:lvl5pPr lvl="4" rtl="0">
              <a:spcBef>
                <a:spcPts val="300"/>
              </a:spcBef>
              <a:spcAft>
                <a:spcPts val="0"/>
              </a:spcAft>
              <a:buClr>
                <a:schemeClr val="lt1"/>
              </a:buClr>
              <a:buSzPts val="1200"/>
              <a:buNone/>
              <a:defRPr>
                <a:solidFill>
                  <a:schemeClr val="lt1"/>
                </a:solidFill>
              </a:defRPr>
            </a:lvl5pPr>
            <a:lvl6pPr lvl="5" rtl="0">
              <a:spcBef>
                <a:spcPts val="533"/>
              </a:spcBef>
              <a:spcAft>
                <a:spcPts val="0"/>
              </a:spcAft>
              <a:buClr>
                <a:schemeClr val="lt1"/>
              </a:buClr>
              <a:buSzPts val="2666"/>
              <a:buNone/>
              <a:defRPr>
                <a:solidFill>
                  <a:schemeClr val="lt1"/>
                </a:solidFill>
              </a:defRPr>
            </a:lvl6pPr>
            <a:lvl7pPr lvl="6" rtl="0">
              <a:spcBef>
                <a:spcPts val="533"/>
              </a:spcBef>
              <a:spcAft>
                <a:spcPts val="0"/>
              </a:spcAft>
              <a:buClr>
                <a:schemeClr val="lt1"/>
              </a:buClr>
              <a:buSzPts val="2666"/>
              <a:buNone/>
              <a:defRPr>
                <a:solidFill>
                  <a:schemeClr val="lt1"/>
                </a:solidFill>
              </a:defRPr>
            </a:lvl7pPr>
            <a:lvl8pPr lvl="7" rtl="0">
              <a:spcBef>
                <a:spcPts val="533"/>
              </a:spcBef>
              <a:spcAft>
                <a:spcPts val="0"/>
              </a:spcAft>
              <a:buClr>
                <a:schemeClr val="lt1"/>
              </a:buClr>
              <a:buSzPts val="2666"/>
              <a:buNone/>
              <a:defRPr>
                <a:solidFill>
                  <a:schemeClr val="lt1"/>
                </a:solidFill>
              </a:defRPr>
            </a:lvl8pPr>
            <a:lvl9pPr lvl="8" rtl="0">
              <a:spcBef>
                <a:spcPts val="533"/>
              </a:spcBef>
              <a:spcAft>
                <a:spcPts val="0"/>
              </a:spcAft>
              <a:buClr>
                <a:schemeClr val="lt1"/>
              </a:buClr>
              <a:buSzPts val="2666"/>
              <a:buNone/>
              <a:defRPr>
                <a:solidFill>
                  <a:schemeClr val="lt1"/>
                </a:solidFill>
              </a:defRPr>
            </a:lvl9pPr>
          </a:lstStyle>
          <a:p>
            <a:endParaRPr/>
          </a:p>
        </p:txBody>
      </p:sp>
      <p:sp>
        <p:nvSpPr>
          <p:cNvPr id="497" name="Google Shape;497;p90"/>
          <p:cNvSpPr txBox="1">
            <a:spLocks noGrp="1"/>
          </p:cNvSpPr>
          <p:nvPr>
            <p:ph type="subTitle" idx="3"/>
          </p:nvPr>
        </p:nvSpPr>
        <p:spPr>
          <a:xfrm>
            <a:off x="455625" y="6172200"/>
            <a:ext cx="5304000" cy="45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000"/>
              <a:buNone/>
              <a:defRPr>
                <a:solidFill>
                  <a:schemeClr val="lt1"/>
                </a:solidFill>
              </a:defRPr>
            </a:lvl1pPr>
            <a:lvl2pPr lvl="1" rtl="0">
              <a:spcBef>
                <a:spcPts val="600"/>
              </a:spcBef>
              <a:spcAft>
                <a:spcPts val="0"/>
              </a:spcAft>
              <a:buSzPts val="2000"/>
              <a:buNone/>
              <a:defRPr sz="2000"/>
            </a:lvl2pPr>
            <a:lvl3pPr lvl="2" rtl="0">
              <a:spcBef>
                <a:spcPts val="600"/>
              </a:spcBef>
              <a:spcAft>
                <a:spcPts val="0"/>
              </a:spcAft>
              <a:buSzPts val="2000"/>
              <a:buNone/>
              <a:defRPr sz="2000"/>
            </a:lvl3pPr>
            <a:lvl4pPr lvl="3" rtl="0">
              <a:spcBef>
                <a:spcPts val="300"/>
              </a:spcBef>
              <a:spcAft>
                <a:spcPts val="0"/>
              </a:spcAft>
              <a:buSzPts val="2000"/>
              <a:buNone/>
              <a:defRPr sz="2000"/>
            </a:lvl4pPr>
            <a:lvl5pPr lvl="4" rtl="0">
              <a:spcBef>
                <a:spcPts val="300"/>
              </a:spcBef>
              <a:spcAft>
                <a:spcPts val="0"/>
              </a:spcAft>
              <a:buSzPts val="2000"/>
              <a:buNone/>
              <a:defRPr sz="2000"/>
            </a:lvl5pPr>
            <a:lvl6pPr lvl="5" rtl="0">
              <a:spcBef>
                <a:spcPts val="533"/>
              </a:spcBef>
              <a:spcAft>
                <a:spcPts val="0"/>
              </a:spcAft>
              <a:buSzPts val="2000"/>
              <a:buNone/>
              <a:defRPr sz="2000"/>
            </a:lvl6pPr>
            <a:lvl7pPr lvl="6" rtl="0">
              <a:spcBef>
                <a:spcPts val="533"/>
              </a:spcBef>
              <a:spcAft>
                <a:spcPts val="0"/>
              </a:spcAft>
              <a:buSzPts val="2000"/>
              <a:buNone/>
              <a:defRPr sz="2000"/>
            </a:lvl7pPr>
            <a:lvl8pPr lvl="7" rtl="0">
              <a:spcBef>
                <a:spcPts val="533"/>
              </a:spcBef>
              <a:spcAft>
                <a:spcPts val="0"/>
              </a:spcAft>
              <a:buSzPts val="2000"/>
              <a:buNone/>
              <a:defRPr sz="2000"/>
            </a:lvl8pPr>
            <a:lvl9pPr lvl="8" rtl="0">
              <a:spcBef>
                <a:spcPts val="533"/>
              </a:spcBef>
              <a:spcAft>
                <a:spcPts val="0"/>
              </a:spcAft>
              <a:buSzPts val="2000"/>
              <a:buNone/>
              <a:defRPr sz="2000"/>
            </a:lvl9pPr>
          </a:lstStyle>
          <a:p>
            <a:endParaRPr/>
          </a:p>
        </p:txBody>
      </p:sp>
      <p:sp>
        <p:nvSpPr>
          <p:cNvPr id="498" name="Google Shape;498;p90"/>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Cover B">
  <p:cSld name="Cover B">
    <p:bg>
      <p:bgPr>
        <a:solidFill>
          <a:schemeClr val="dk2"/>
        </a:solidFill>
        <a:effectLst/>
      </p:bgPr>
    </p:bg>
    <p:spTree>
      <p:nvGrpSpPr>
        <p:cNvPr id="1" name="Shape 499"/>
        <p:cNvGrpSpPr/>
        <p:nvPr/>
      </p:nvGrpSpPr>
      <p:grpSpPr>
        <a:xfrm>
          <a:off x="0" y="0"/>
          <a:ext cx="0" cy="0"/>
          <a:chOff x="0" y="0"/>
          <a:chExt cx="0" cy="0"/>
        </a:xfrm>
      </p:grpSpPr>
      <p:pic>
        <p:nvPicPr>
          <p:cNvPr id="500" name="Google Shape;500;p91" descr="A picture containing drawing&#10;&#10;Description automatically generated"/>
          <p:cNvPicPr preferRelativeResize="0"/>
          <p:nvPr/>
        </p:nvPicPr>
        <p:blipFill rotWithShape="1">
          <a:blip r:embed="rId2">
            <a:alphaModFix/>
          </a:blip>
          <a:srcRect/>
          <a:stretch/>
        </p:blipFill>
        <p:spPr>
          <a:xfrm>
            <a:off x="455618" y="457200"/>
            <a:ext cx="1222238" cy="914400"/>
          </a:xfrm>
          <a:prstGeom prst="rect">
            <a:avLst/>
          </a:prstGeom>
          <a:noFill/>
          <a:ln>
            <a:noFill/>
          </a:ln>
        </p:spPr>
      </p:pic>
      <p:sp>
        <p:nvSpPr>
          <p:cNvPr id="501" name="Google Shape;501;p91"/>
          <p:cNvSpPr txBox="1">
            <a:spLocks noGrp="1"/>
          </p:cNvSpPr>
          <p:nvPr>
            <p:ph type="subTitle" idx="1"/>
          </p:nvPr>
        </p:nvSpPr>
        <p:spPr>
          <a:xfrm>
            <a:off x="3634820" y="457200"/>
            <a:ext cx="3330301" cy="156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1600"/>
              <a:buNone/>
              <a:defRPr sz="1600">
                <a:solidFill>
                  <a:schemeClr val="lt1"/>
                </a:solidFill>
              </a:defRPr>
            </a:lvl1pPr>
            <a:lvl2pPr lvl="1" rtl="0">
              <a:spcBef>
                <a:spcPts val="600"/>
              </a:spcBef>
              <a:spcAft>
                <a:spcPts val="0"/>
              </a:spcAft>
              <a:buClr>
                <a:schemeClr val="lt1"/>
              </a:buClr>
              <a:buSzPts val="1800"/>
              <a:buNone/>
              <a:defRPr>
                <a:solidFill>
                  <a:schemeClr val="lt1"/>
                </a:solidFill>
              </a:defRPr>
            </a:lvl2pPr>
            <a:lvl3pPr lvl="2" rtl="0">
              <a:spcBef>
                <a:spcPts val="600"/>
              </a:spcBef>
              <a:spcAft>
                <a:spcPts val="0"/>
              </a:spcAft>
              <a:buClr>
                <a:schemeClr val="lt1"/>
              </a:buClr>
              <a:buSzPts val="1600"/>
              <a:buNone/>
              <a:defRPr>
                <a:solidFill>
                  <a:schemeClr val="lt1"/>
                </a:solidFill>
              </a:defRPr>
            </a:lvl3pPr>
            <a:lvl4pPr lvl="3" rtl="0">
              <a:spcBef>
                <a:spcPts val="300"/>
              </a:spcBef>
              <a:spcAft>
                <a:spcPts val="0"/>
              </a:spcAft>
              <a:buClr>
                <a:schemeClr val="lt1"/>
              </a:buClr>
              <a:buSzPts val="1400"/>
              <a:buNone/>
              <a:defRPr>
                <a:solidFill>
                  <a:schemeClr val="lt1"/>
                </a:solidFill>
              </a:defRPr>
            </a:lvl4pPr>
            <a:lvl5pPr lvl="4" rtl="0">
              <a:spcBef>
                <a:spcPts val="300"/>
              </a:spcBef>
              <a:spcAft>
                <a:spcPts val="0"/>
              </a:spcAft>
              <a:buClr>
                <a:schemeClr val="lt1"/>
              </a:buClr>
              <a:buSzPts val="1200"/>
              <a:buNone/>
              <a:defRPr>
                <a:solidFill>
                  <a:schemeClr val="lt1"/>
                </a:solidFill>
              </a:defRPr>
            </a:lvl5pPr>
            <a:lvl6pPr lvl="5" rtl="0">
              <a:spcBef>
                <a:spcPts val="533"/>
              </a:spcBef>
              <a:spcAft>
                <a:spcPts val="0"/>
              </a:spcAft>
              <a:buClr>
                <a:schemeClr val="lt1"/>
              </a:buClr>
              <a:buSzPts val="2666"/>
              <a:buNone/>
              <a:defRPr>
                <a:solidFill>
                  <a:schemeClr val="lt1"/>
                </a:solidFill>
              </a:defRPr>
            </a:lvl6pPr>
            <a:lvl7pPr lvl="6" rtl="0">
              <a:spcBef>
                <a:spcPts val="533"/>
              </a:spcBef>
              <a:spcAft>
                <a:spcPts val="0"/>
              </a:spcAft>
              <a:buClr>
                <a:schemeClr val="lt1"/>
              </a:buClr>
              <a:buSzPts val="2666"/>
              <a:buNone/>
              <a:defRPr>
                <a:solidFill>
                  <a:schemeClr val="lt1"/>
                </a:solidFill>
              </a:defRPr>
            </a:lvl7pPr>
            <a:lvl8pPr lvl="7" rtl="0">
              <a:spcBef>
                <a:spcPts val="533"/>
              </a:spcBef>
              <a:spcAft>
                <a:spcPts val="0"/>
              </a:spcAft>
              <a:buClr>
                <a:schemeClr val="lt1"/>
              </a:buClr>
              <a:buSzPts val="2666"/>
              <a:buNone/>
              <a:defRPr>
                <a:solidFill>
                  <a:schemeClr val="lt1"/>
                </a:solidFill>
              </a:defRPr>
            </a:lvl8pPr>
            <a:lvl9pPr lvl="8" rtl="0">
              <a:spcBef>
                <a:spcPts val="533"/>
              </a:spcBef>
              <a:spcAft>
                <a:spcPts val="0"/>
              </a:spcAft>
              <a:buClr>
                <a:schemeClr val="lt1"/>
              </a:buClr>
              <a:buSzPts val="2666"/>
              <a:buNone/>
              <a:defRPr>
                <a:solidFill>
                  <a:schemeClr val="lt1"/>
                </a:solidFill>
              </a:defRPr>
            </a:lvl9pPr>
          </a:lstStyle>
          <a:p>
            <a:endParaRPr/>
          </a:p>
        </p:txBody>
      </p:sp>
      <p:sp>
        <p:nvSpPr>
          <p:cNvPr id="502" name="Google Shape;502;p91"/>
          <p:cNvSpPr txBox="1">
            <a:spLocks noGrp="1"/>
          </p:cNvSpPr>
          <p:nvPr>
            <p:ph type="title"/>
          </p:nvPr>
        </p:nvSpPr>
        <p:spPr>
          <a:xfrm>
            <a:off x="455626" y="1593900"/>
            <a:ext cx="11277600" cy="4806900"/>
          </a:xfrm>
          <a:prstGeom prst="rect">
            <a:avLst/>
          </a:prstGeom>
        </p:spPr>
        <p:txBody>
          <a:bodyPr spcFirstLastPara="1" wrap="square" lIns="0" tIns="0" rIns="0" bIns="0" anchor="ctr" anchorCtr="0">
            <a:noAutofit/>
          </a:bodyPr>
          <a:lstStyle>
            <a:lvl1pPr lvl="0" rtl="0">
              <a:lnSpc>
                <a:spcPct val="70000"/>
              </a:lnSpc>
              <a:spcBef>
                <a:spcPts val="0"/>
              </a:spcBef>
              <a:spcAft>
                <a:spcPts val="0"/>
              </a:spcAft>
              <a:buClr>
                <a:schemeClr val="lt1"/>
              </a:buClr>
              <a:buSzPts val="12500"/>
              <a:buFont typeface="Roboto"/>
              <a:buNone/>
              <a:defRPr sz="12501">
                <a:solidFill>
                  <a:schemeClr val="lt1"/>
                </a:solidFill>
                <a:latin typeface="Roboto"/>
                <a:ea typeface="Roboto"/>
                <a:cs typeface="Roboto"/>
                <a:sym typeface="Roboto"/>
              </a:defRPr>
            </a:lvl1pPr>
            <a:lvl2pPr lvl="1" rtl="0">
              <a:spcBef>
                <a:spcPts val="0"/>
              </a:spcBef>
              <a:spcAft>
                <a:spcPts val="0"/>
              </a:spcAft>
              <a:buSzPts val="1400"/>
              <a:buNone/>
              <a:defRPr>
                <a:latin typeface="Roboto"/>
                <a:ea typeface="Roboto"/>
                <a:cs typeface="Roboto"/>
                <a:sym typeface="Roboto"/>
              </a:defRPr>
            </a:lvl2pPr>
            <a:lvl3pPr lvl="2" rtl="0">
              <a:spcBef>
                <a:spcPts val="0"/>
              </a:spcBef>
              <a:spcAft>
                <a:spcPts val="0"/>
              </a:spcAft>
              <a:buSzPts val="1400"/>
              <a:buNone/>
              <a:defRPr>
                <a:latin typeface="Roboto"/>
                <a:ea typeface="Roboto"/>
                <a:cs typeface="Roboto"/>
                <a:sym typeface="Roboto"/>
              </a:defRPr>
            </a:lvl3pPr>
            <a:lvl4pPr lvl="3" rtl="0">
              <a:spcBef>
                <a:spcPts val="0"/>
              </a:spcBef>
              <a:spcAft>
                <a:spcPts val="0"/>
              </a:spcAft>
              <a:buSzPts val="1400"/>
              <a:buNone/>
              <a:defRPr>
                <a:latin typeface="Roboto"/>
                <a:ea typeface="Roboto"/>
                <a:cs typeface="Roboto"/>
                <a:sym typeface="Roboto"/>
              </a:defRPr>
            </a:lvl4pPr>
            <a:lvl5pPr lvl="4" rtl="0">
              <a:spcBef>
                <a:spcPts val="0"/>
              </a:spcBef>
              <a:spcAft>
                <a:spcPts val="0"/>
              </a:spcAft>
              <a:buSzPts val="1400"/>
              <a:buNone/>
              <a:defRPr>
                <a:latin typeface="Roboto"/>
                <a:ea typeface="Roboto"/>
                <a:cs typeface="Roboto"/>
                <a:sym typeface="Roboto"/>
              </a:defRPr>
            </a:lvl5pPr>
            <a:lvl6pPr lvl="5" rtl="0">
              <a:spcBef>
                <a:spcPts val="0"/>
              </a:spcBef>
              <a:spcAft>
                <a:spcPts val="0"/>
              </a:spcAft>
              <a:buSzPts val="1400"/>
              <a:buNone/>
              <a:defRPr>
                <a:latin typeface="Roboto"/>
                <a:ea typeface="Roboto"/>
                <a:cs typeface="Roboto"/>
                <a:sym typeface="Roboto"/>
              </a:defRPr>
            </a:lvl6pPr>
            <a:lvl7pPr lvl="6" rtl="0">
              <a:spcBef>
                <a:spcPts val="0"/>
              </a:spcBef>
              <a:spcAft>
                <a:spcPts val="0"/>
              </a:spcAft>
              <a:buSzPts val="1400"/>
              <a:buNone/>
              <a:defRPr>
                <a:latin typeface="Roboto"/>
                <a:ea typeface="Roboto"/>
                <a:cs typeface="Roboto"/>
                <a:sym typeface="Roboto"/>
              </a:defRPr>
            </a:lvl7pPr>
            <a:lvl8pPr lvl="7" rtl="0">
              <a:spcBef>
                <a:spcPts val="0"/>
              </a:spcBef>
              <a:spcAft>
                <a:spcPts val="0"/>
              </a:spcAft>
              <a:buSzPts val="1400"/>
              <a:buNone/>
              <a:defRPr>
                <a:latin typeface="Roboto"/>
                <a:ea typeface="Roboto"/>
                <a:cs typeface="Roboto"/>
                <a:sym typeface="Roboto"/>
              </a:defRPr>
            </a:lvl8pPr>
            <a:lvl9pPr lvl="8" rtl="0">
              <a:spcBef>
                <a:spcPts val="0"/>
              </a:spcBef>
              <a:spcAft>
                <a:spcPts val="0"/>
              </a:spcAft>
              <a:buSzPts val="1400"/>
              <a:buNone/>
              <a:defRPr>
                <a:latin typeface="Roboto"/>
                <a:ea typeface="Roboto"/>
                <a:cs typeface="Roboto"/>
                <a:sym typeface="Roboto"/>
              </a:defRPr>
            </a:lvl9pPr>
          </a:lstStyle>
          <a:p>
            <a:endParaRPr/>
          </a:p>
        </p:txBody>
      </p:sp>
      <p:sp>
        <p:nvSpPr>
          <p:cNvPr id="503" name="Google Shape;503;p91"/>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Cover C">
  <p:cSld name="Cover C">
    <p:bg>
      <p:bgPr>
        <a:solidFill>
          <a:srgbClr val="030A14"/>
        </a:solidFill>
        <a:effectLst/>
      </p:bgPr>
    </p:bg>
    <p:spTree>
      <p:nvGrpSpPr>
        <p:cNvPr id="1" name="Shape 504"/>
        <p:cNvGrpSpPr/>
        <p:nvPr/>
      </p:nvGrpSpPr>
      <p:grpSpPr>
        <a:xfrm>
          <a:off x="0" y="0"/>
          <a:ext cx="0" cy="0"/>
          <a:chOff x="0" y="0"/>
          <a:chExt cx="0" cy="0"/>
        </a:xfrm>
      </p:grpSpPr>
      <p:sp>
        <p:nvSpPr>
          <p:cNvPr id="505" name="Google Shape;505;p92"/>
          <p:cNvSpPr txBox="1">
            <a:spLocks noGrp="1"/>
          </p:cNvSpPr>
          <p:nvPr>
            <p:ph type="title"/>
          </p:nvPr>
        </p:nvSpPr>
        <p:spPr>
          <a:xfrm>
            <a:off x="455617" y="2364060"/>
            <a:ext cx="8915400" cy="40332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506" name="Google Shape;506;p92" descr="A close up of a logo&#10;&#10;Description automatically generated"/>
          <p:cNvPicPr preferRelativeResize="0"/>
          <p:nvPr/>
        </p:nvPicPr>
        <p:blipFill rotWithShape="1">
          <a:blip r:embed="rId2">
            <a:alphaModFix/>
          </a:blip>
          <a:srcRect/>
          <a:stretch/>
        </p:blipFill>
        <p:spPr>
          <a:xfrm>
            <a:off x="3231420" y="18820"/>
            <a:ext cx="8501825" cy="6858002"/>
          </a:xfrm>
          <a:prstGeom prst="rect">
            <a:avLst/>
          </a:prstGeom>
          <a:noFill/>
          <a:ln>
            <a:noFill/>
          </a:ln>
        </p:spPr>
      </p:pic>
      <p:pic>
        <p:nvPicPr>
          <p:cNvPr id="507" name="Google Shape;507;p92" descr="A picture containing drawing&#10;&#10;Description automatically generated"/>
          <p:cNvPicPr preferRelativeResize="0"/>
          <p:nvPr/>
        </p:nvPicPr>
        <p:blipFill rotWithShape="1">
          <a:blip r:embed="rId3">
            <a:alphaModFix/>
          </a:blip>
          <a:srcRect/>
          <a:stretch/>
        </p:blipFill>
        <p:spPr>
          <a:xfrm>
            <a:off x="455618" y="457200"/>
            <a:ext cx="1222238" cy="914400"/>
          </a:xfrm>
          <a:prstGeom prst="rect">
            <a:avLst/>
          </a:prstGeom>
          <a:noFill/>
          <a:ln>
            <a:noFill/>
          </a:ln>
        </p:spPr>
      </p:pic>
      <p:sp>
        <p:nvSpPr>
          <p:cNvPr id="508" name="Google Shape;508;p92"/>
          <p:cNvSpPr txBox="1">
            <a:spLocks noGrp="1"/>
          </p:cNvSpPr>
          <p:nvPr>
            <p:ph type="subTitle" idx="1"/>
          </p:nvPr>
        </p:nvSpPr>
        <p:spPr>
          <a:xfrm>
            <a:off x="9617152" y="3127275"/>
            <a:ext cx="2116199" cy="641100"/>
          </a:xfrm>
          <a:prstGeom prst="rect">
            <a:avLst/>
          </a:prstGeom>
        </p:spPr>
        <p:txBody>
          <a:bodyPr spcFirstLastPara="1" wrap="square" lIns="0" tIns="0" rIns="0" bIns="0" anchor="ctr" anchorCtr="0">
            <a:noAutofit/>
          </a:bodyPr>
          <a:lstStyle>
            <a:lvl1pPr lvl="0" algn="r" rtl="0">
              <a:spcBef>
                <a:spcPts val="0"/>
              </a:spcBef>
              <a:spcAft>
                <a:spcPts val="0"/>
              </a:spcAft>
              <a:buClr>
                <a:schemeClr val="lt1"/>
              </a:buClr>
              <a:buSzPts val="1600"/>
              <a:buNone/>
              <a:defRPr sz="1600">
                <a:solidFill>
                  <a:schemeClr val="lt1"/>
                </a:solidFill>
              </a:defRPr>
            </a:lvl1pPr>
            <a:lvl2pPr lvl="1" algn="r" rtl="0">
              <a:spcBef>
                <a:spcPts val="600"/>
              </a:spcBef>
              <a:spcAft>
                <a:spcPts val="0"/>
              </a:spcAft>
              <a:buClr>
                <a:schemeClr val="lt1"/>
              </a:buClr>
              <a:buSzPts val="1800"/>
              <a:buNone/>
              <a:defRPr>
                <a:solidFill>
                  <a:schemeClr val="lt1"/>
                </a:solidFill>
              </a:defRPr>
            </a:lvl2pPr>
            <a:lvl3pPr lvl="2" algn="r" rtl="0">
              <a:spcBef>
                <a:spcPts val="600"/>
              </a:spcBef>
              <a:spcAft>
                <a:spcPts val="0"/>
              </a:spcAft>
              <a:buClr>
                <a:schemeClr val="lt1"/>
              </a:buClr>
              <a:buSzPts val="1600"/>
              <a:buNone/>
              <a:defRPr>
                <a:solidFill>
                  <a:schemeClr val="lt1"/>
                </a:solidFill>
              </a:defRPr>
            </a:lvl3pPr>
            <a:lvl4pPr lvl="3" algn="r" rtl="0">
              <a:spcBef>
                <a:spcPts val="300"/>
              </a:spcBef>
              <a:spcAft>
                <a:spcPts val="0"/>
              </a:spcAft>
              <a:buClr>
                <a:schemeClr val="lt1"/>
              </a:buClr>
              <a:buSzPts val="1400"/>
              <a:buNone/>
              <a:defRPr>
                <a:solidFill>
                  <a:schemeClr val="lt1"/>
                </a:solidFill>
              </a:defRPr>
            </a:lvl4pPr>
            <a:lvl5pPr lvl="4" algn="r" rtl="0">
              <a:spcBef>
                <a:spcPts val="300"/>
              </a:spcBef>
              <a:spcAft>
                <a:spcPts val="0"/>
              </a:spcAft>
              <a:buClr>
                <a:schemeClr val="lt1"/>
              </a:buClr>
              <a:buSzPts val="1200"/>
              <a:buNone/>
              <a:defRPr>
                <a:solidFill>
                  <a:schemeClr val="lt1"/>
                </a:solidFill>
              </a:defRPr>
            </a:lvl5pPr>
            <a:lvl6pPr lvl="5" algn="r" rtl="0">
              <a:spcBef>
                <a:spcPts val="533"/>
              </a:spcBef>
              <a:spcAft>
                <a:spcPts val="0"/>
              </a:spcAft>
              <a:buClr>
                <a:schemeClr val="lt1"/>
              </a:buClr>
              <a:buSzPts val="2666"/>
              <a:buNone/>
              <a:defRPr>
                <a:solidFill>
                  <a:schemeClr val="lt1"/>
                </a:solidFill>
              </a:defRPr>
            </a:lvl6pPr>
            <a:lvl7pPr lvl="6" algn="r" rtl="0">
              <a:spcBef>
                <a:spcPts val="533"/>
              </a:spcBef>
              <a:spcAft>
                <a:spcPts val="0"/>
              </a:spcAft>
              <a:buClr>
                <a:schemeClr val="lt1"/>
              </a:buClr>
              <a:buSzPts val="2666"/>
              <a:buNone/>
              <a:defRPr>
                <a:solidFill>
                  <a:schemeClr val="lt1"/>
                </a:solidFill>
              </a:defRPr>
            </a:lvl7pPr>
            <a:lvl8pPr lvl="7" algn="r" rtl="0">
              <a:spcBef>
                <a:spcPts val="533"/>
              </a:spcBef>
              <a:spcAft>
                <a:spcPts val="0"/>
              </a:spcAft>
              <a:buClr>
                <a:schemeClr val="lt1"/>
              </a:buClr>
              <a:buSzPts val="2666"/>
              <a:buNone/>
              <a:defRPr>
                <a:solidFill>
                  <a:schemeClr val="lt1"/>
                </a:solidFill>
              </a:defRPr>
            </a:lvl8pPr>
            <a:lvl9pPr lvl="8" algn="r" rtl="0">
              <a:spcBef>
                <a:spcPts val="533"/>
              </a:spcBef>
              <a:spcAft>
                <a:spcPts val="0"/>
              </a:spcAft>
              <a:buClr>
                <a:schemeClr val="lt1"/>
              </a:buClr>
              <a:buSzPts val="2666"/>
              <a:buNone/>
              <a:defRPr>
                <a:solidFill>
                  <a:schemeClr val="lt1"/>
                </a:solidFill>
              </a:defRPr>
            </a:lvl9pPr>
          </a:lstStyle>
          <a:p>
            <a:endParaRPr/>
          </a:p>
        </p:txBody>
      </p:sp>
      <p:sp>
        <p:nvSpPr>
          <p:cNvPr id="509" name="Google Shape;509;p92"/>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Cover E">
  <p:cSld name="Cover E">
    <p:spTree>
      <p:nvGrpSpPr>
        <p:cNvPr id="1" name="Shape 515"/>
        <p:cNvGrpSpPr/>
        <p:nvPr/>
      </p:nvGrpSpPr>
      <p:grpSpPr>
        <a:xfrm>
          <a:off x="0" y="0"/>
          <a:ext cx="0" cy="0"/>
          <a:chOff x="0" y="0"/>
          <a:chExt cx="0" cy="0"/>
        </a:xfrm>
      </p:grpSpPr>
      <p:sp>
        <p:nvSpPr>
          <p:cNvPr id="516" name="Google Shape;516;p94"/>
          <p:cNvSpPr>
            <a:spLocks noGrp="1"/>
          </p:cNvSpPr>
          <p:nvPr>
            <p:ph type="pic" idx="2"/>
          </p:nvPr>
        </p:nvSpPr>
        <p:spPr>
          <a:xfrm>
            <a:off x="2" y="0"/>
            <a:ext cx="121890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17" name="Google Shape;517;p94"/>
          <p:cNvSpPr txBox="1">
            <a:spLocks noGrp="1"/>
          </p:cNvSpPr>
          <p:nvPr>
            <p:ph type="title"/>
          </p:nvPr>
        </p:nvSpPr>
        <p:spPr>
          <a:xfrm>
            <a:off x="737673" y="2570700"/>
            <a:ext cx="10995600" cy="3021900"/>
          </a:xfrm>
          <a:prstGeom prst="rect">
            <a:avLst/>
          </a:prstGeom>
          <a:noFill/>
          <a:ln>
            <a:noFill/>
          </a:ln>
        </p:spPr>
        <p:txBody>
          <a:bodyPr spcFirstLastPara="1" wrap="square" lIns="0" tIns="0" rIns="0" bIns="0" anchor="b" anchorCtr="0">
            <a:noAutofit/>
          </a:bodyPr>
          <a:lstStyle>
            <a:lvl1pPr lvl="0" algn="r" rtl="0">
              <a:lnSpc>
                <a:spcPct val="80000"/>
              </a:lnSpc>
              <a:spcBef>
                <a:spcPts val="0"/>
              </a:spcBef>
              <a:spcAft>
                <a:spcPts val="0"/>
              </a:spcAft>
              <a:buClr>
                <a:schemeClr val="lt1"/>
              </a:buClr>
              <a:buSzPts val="11000"/>
              <a:buFont typeface="Roboto Light"/>
              <a:buNone/>
              <a:defRPr sz="11000" b="0" i="0" cap="none">
                <a:solidFill>
                  <a:schemeClr val="lt1"/>
                </a:solidFill>
                <a:latin typeface="Roboto Light"/>
                <a:ea typeface="Roboto Light"/>
                <a:cs typeface="Roboto Light"/>
                <a:sym typeface="Roboto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518" name="Google Shape;518;p94" descr="A picture containing drawing&#10;&#10;Description automatically generated"/>
          <p:cNvPicPr preferRelativeResize="0"/>
          <p:nvPr/>
        </p:nvPicPr>
        <p:blipFill rotWithShape="1">
          <a:blip r:embed="rId2">
            <a:alphaModFix/>
          </a:blip>
          <a:srcRect b="31356"/>
          <a:stretch/>
        </p:blipFill>
        <p:spPr>
          <a:xfrm>
            <a:off x="455617" y="457200"/>
            <a:ext cx="1222255" cy="627682"/>
          </a:xfrm>
          <a:prstGeom prst="rect">
            <a:avLst/>
          </a:prstGeom>
          <a:noFill/>
          <a:ln>
            <a:noFill/>
          </a:ln>
        </p:spPr>
      </p:pic>
      <p:sp>
        <p:nvSpPr>
          <p:cNvPr id="519" name="Google Shape;519;p94"/>
          <p:cNvSpPr txBox="1">
            <a:spLocks noGrp="1"/>
          </p:cNvSpPr>
          <p:nvPr>
            <p:ph type="subTitle" idx="1"/>
          </p:nvPr>
        </p:nvSpPr>
        <p:spPr>
          <a:xfrm>
            <a:off x="455625" y="5885950"/>
            <a:ext cx="5304000" cy="45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000"/>
              <a:buNone/>
              <a:defRPr>
                <a:solidFill>
                  <a:schemeClr val="lt1"/>
                </a:solidFill>
              </a:defRPr>
            </a:lvl1pPr>
            <a:lvl2pPr lvl="1" rtl="0">
              <a:spcBef>
                <a:spcPts val="600"/>
              </a:spcBef>
              <a:spcAft>
                <a:spcPts val="0"/>
              </a:spcAft>
              <a:buSzPts val="2000"/>
              <a:buNone/>
              <a:defRPr sz="2000"/>
            </a:lvl2pPr>
            <a:lvl3pPr lvl="2" rtl="0">
              <a:spcBef>
                <a:spcPts val="600"/>
              </a:spcBef>
              <a:spcAft>
                <a:spcPts val="0"/>
              </a:spcAft>
              <a:buSzPts val="2000"/>
              <a:buNone/>
              <a:defRPr sz="2000"/>
            </a:lvl3pPr>
            <a:lvl4pPr lvl="3" rtl="0">
              <a:spcBef>
                <a:spcPts val="300"/>
              </a:spcBef>
              <a:spcAft>
                <a:spcPts val="0"/>
              </a:spcAft>
              <a:buSzPts val="2000"/>
              <a:buNone/>
              <a:defRPr sz="2000"/>
            </a:lvl4pPr>
            <a:lvl5pPr lvl="4" rtl="0">
              <a:spcBef>
                <a:spcPts val="300"/>
              </a:spcBef>
              <a:spcAft>
                <a:spcPts val="0"/>
              </a:spcAft>
              <a:buSzPts val="2000"/>
              <a:buNone/>
              <a:defRPr sz="2000"/>
            </a:lvl5pPr>
            <a:lvl6pPr lvl="5" rtl="0">
              <a:spcBef>
                <a:spcPts val="533"/>
              </a:spcBef>
              <a:spcAft>
                <a:spcPts val="0"/>
              </a:spcAft>
              <a:buSzPts val="2000"/>
              <a:buNone/>
              <a:defRPr sz="2000"/>
            </a:lvl6pPr>
            <a:lvl7pPr lvl="6" rtl="0">
              <a:spcBef>
                <a:spcPts val="533"/>
              </a:spcBef>
              <a:spcAft>
                <a:spcPts val="0"/>
              </a:spcAft>
              <a:buSzPts val="2000"/>
              <a:buNone/>
              <a:defRPr sz="2000"/>
            </a:lvl7pPr>
            <a:lvl8pPr lvl="7" rtl="0">
              <a:spcBef>
                <a:spcPts val="533"/>
              </a:spcBef>
              <a:spcAft>
                <a:spcPts val="0"/>
              </a:spcAft>
              <a:buSzPts val="2000"/>
              <a:buNone/>
              <a:defRPr sz="2000"/>
            </a:lvl8pPr>
            <a:lvl9pPr lvl="8" rtl="0">
              <a:spcBef>
                <a:spcPts val="533"/>
              </a:spcBef>
              <a:spcAft>
                <a:spcPts val="0"/>
              </a:spcAft>
              <a:buSzPts val="2000"/>
              <a:buNone/>
              <a:defRPr sz="2000"/>
            </a:lvl9pPr>
          </a:lstStyle>
          <a:p>
            <a:endParaRPr/>
          </a:p>
        </p:txBody>
      </p:sp>
      <p:sp>
        <p:nvSpPr>
          <p:cNvPr id="520" name="Google Shape;520;p94"/>
          <p:cNvSpPr txBox="1">
            <a:spLocks noGrp="1"/>
          </p:cNvSpPr>
          <p:nvPr>
            <p:ph type="subTitle" idx="3"/>
          </p:nvPr>
        </p:nvSpPr>
        <p:spPr>
          <a:xfrm>
            <a:off x="9617152" y="5988300"/>
            <a:ext cx="2116199" cy="641100"/>
          </a:xfrm>
          <a:prstGeom prst="rect">
            <a:avLst/>
          </a:prstGeom>
        </p:spPr>
        <p:txBody>
          <a:bodyPr spcFirstLastPara="1" wrap="square" lIns="0" tIns="0" rIns="0" bIns="0" anchor="t" anchorCtr="0">
            <a:noAutofit/>
          </a:bodyPr>
          <a:lstStyle>
            <a:lvl1pPr lvl="0" algn="r" rtl="0">
              <a:spcBef>
                <a:spcPts val="0"/>
              </a:spcBef>
              <a:spcAft>
                <a:spcPts val="0"/>
              </a:spcAft>
              <a:buClr>
                <a:schemeClr val="lt1"/>
              </a:buClr>
              <a:buSzPts val="1600"/>
              <a:buNone/>
              <a:defRPr sz="1600">
                <a:solidFill>
                  <a:schemeClr val="lt1"/>
                </a:solidFill>
              </a:defRPr>
            </a:lvl1pPr>
            <a:lvl2pPr lvl="1" algn="r" rtl="0">
              <a:spcBef>
                <a:spcPts val="600"/>
              </a:spcBef>
              <a:spcAft>
                <a:spcPts val="0"/>
              </a:spcAft>
              <a:buClr>
                <a:schemeClr val="lt1"/>
              </a:buClr>
              <a:buSzPts val="1800"/>
              <a:buNone/>
              <a:defRPr>
                <a:solidFill>
                  <a:schemeClr val="lt1"/>
                </a:solidFill>
              </a:defRPr>
            </a:lvl2pPr>
            <a:lvl3pPr lvl="2" algn="r" rtl="0">
              <a:spcBef>
                <a:spcPts val="600"/>
              </a:spcBef>
              <a:spcAft>
                <a:spcPts val="0"/>
              </a:spcAft>
              <a:buClr>
                <a:schemeClr val="lt1"/>
              </a:buClr>
              <a:buSzPts val="1600"/>
              <a:buNone/>
              <a:defRPr>
                <a:solidFill>
                  <a:schemeClr val="lt1"/>
                </a:solidFill>
              </a:defRPr>
            </a:lvl3pPr>
            <a:lvl4pPr lvl="3" algn="r" rtl="0">
              <a:spcBef>
                <a:spcPts val="300"/>
              </a:spcBef>
              <a:spcAft>
                <a:spcPts val="0"/>
              </a:spcAft>
              <a:buClr>
                <a:schemeClr val="lt1"/>
              </a:buClr>
              <a:buSzPts val="1400"/>
              <a:buNone/>
              <a:defRPr>
                <a:solidFill>
                  <a:schemeClr val="lt1"/>
                </a:solidFill>
              </a:defRPr>
            </a:lvl4pPr>
            <a:lvl5pPr lvl="4" algn="r" rtl="0">
              <a:spcBef>
                <a:spcPts val="300"/>
              </a:spcBef>
              <a:spcAft>
                <a:spcPts val="0"/>
              </a:spcAft>
              <a:buClr>
                <a:schemeClr val="lt1"/>
              </a:buClr>
              <a:buSzPts val="1200"/>
              <a:buNone/>
              <a:defRPr>
                <a:solidFill>
                  <a:schemeClr val="lt1"/>
                </a:solidFill>
              </a:defRPr>
            </a:lvl5pPr>
            <a:lvl6pPr lvl="5" algn="r" rtl="0">
              <a:spcBef>
                <a:spcPts val="533"/>
              </a:spcBef>
              <a:spcAft>
                <a:spcPts val="0"/>
              </a:spcAft>
              <a:buClr>
                <a:schemeClr val="lt1"/>
              </a:buClr>
              <a:buSzPts val="2666"/>
              <a:buNone/>
              <a:defRPr>
                <a:solidFill>
                  <a:schemeClr val="lt1"/>
                </a:solidFill>
              </a:defRPr>
            </a:lvl6pPr>
            <a:lvl7pPr lvl="6" algn="r" rtl="0">
              <a:spcBef>
                <a:spcPts val="533"/>
              </a:spcBef>
              <a:spcAft>
                <a:spcPts val="0"/>
              </a:spcAft>
              <a:buClr>
                <a:schemeClr val="lt1"/>
              </a:buClr>
              <a:buSzPts val="2666"/>
              <a:buNone/>
              <a:defRPr>
                <a:solidFill>
                  <a:schemeClr val="lt1"/>
                </a:solidFill>
              </a:defRPr>
            </a:lvl7pPr>
            <a:lvl8pPr lvl="7" algn="r" rtl="0">
              <a:spcBef>
                <a:spcPts val="533"/>
              </a:spcBef>
              <a:spcAft>
                <a:spcPts val="0"/>
              </a:spcAft>
              <a:buClr>
                <a:schemeClr val="lt1"/>
              </a:buClr>
              <a:buSzPts val="2666"/>
              <a:buNone/>
              <a:defRPr>
                <a:solidFill>
                  <a:schemeClr val="lt1"/>
                </a:solidFill>
              </a:defRPr>
            </a:lvl8pPr>
            <a:lvl9pPr lvl="8" algn="r" rtl="0">
              <a:spcBef>
                <a:spcPts val="533"/>
              </a:spcBef>
              <a:spcAft>
                <a:spcPts val="0"/>
              </a:spcAft>
              <a:buClr>
                <a:schemeClr val="lt1"/>
              </a:buClr>
              <a:buSzPts val="2666"/>
              <a:buNone/>
              <a:defRPr>
                <a:solidFill>
                  <a:schemeClr val="lt1"/>
                </a:solidFill>
              </a:defRPr>
            </a:lvl9pPr>
          </a:lstStyle>
          <a:p>
            <a:endParaRPr/>
          </a:p>
        </p:txBody>
      </p:sp>
      <p:sp>
        <p:nvSpPr>
          <p:cNvPr id="521" name="Google Shape;521;p94"/>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Divider A Image">
  <p:cSld name="Divider A Image">
    <p:spTree>
      <p:nvGrpSpPr>
        <p:cNvPr id="1" name="Shape 522"/>
        <p:cNvGrpSpPr/>
        <p:nvPr/>
      </p:nvGrpSpPr>
      <p:grpSpPr>
        <a:xfrm>
          <a:off x="0" y="0"/>
          <a:ext cx="0" cy="0"/>
          <a:chOff x="0" y="0"/>
          <a:chExt cx="0" cy="0"/>
        </a:xfrm>
      </p:grpSpPr>
      <p:sp>
        <p:nvSpPr>
          <p:cNvPr id="523" name="Google Shape;523;p95"/>
          <p:cNvSpPr>
            <a:spLocks noGrp="1"/>
          </p:cNvSpPr>
          <p:nvPr>
            <p:ph type="pic" idx="2"/>
          </p:nvPr>
        </p:nvSpPr>
        <p:spPr>
          <a:xfrm>
            <a:off x="2" y="0"/>
            <a:ext cx="121890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24" name="Google Shape;524;p95"/>
          <p:cNvSpPr txBox="1">
            <a:spLocks noGrp="1"/>
          </p:cNvSpPr>
          <p:nvPr>
            <p:ph type="title"/>
          </p:nvPr>
        </p:nvSpPr>
        <p:spPr>
          <a:xfrm>
            <a:off x="455617" y="3166728"/>
            <a:ext cx="8915400" cy="5244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4000"/>
              <a:buFont typeface="Roboto Medium"/>
              <a:buNone/>
              <a:defRPr sz="4000"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5" name="Google Shape;525;p9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26" name="Google Shape;526;p9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27" name="Google Shape;527;p9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Divider B">
  <p:cSld name="Divider B">
    <p:bg>
      <p:bgPr>
        <a:solidFill>
          <a:schemeClr val="lt2"/>
        </a:solidFill>
        <a:effectLst/>
      </p:bgPr>
    </p:bg>
    <p:spTree>
      <p:nvGrpSpPr>
        <p:cNvPr id="1" name="Shape 528"/>
        <p:cNvGrpSpPr/>
        <p:nvPr/>
      </p:nvGrpSpPr>
      <p:grpSpPr>
        <a:xfrm>
          <a:off x="0" y="0"/>
          <a:ext cx="0" cy="0"/>
          <a:chOff x="0" y="0"/>
          <a:chExt cx="0" cy="0"/>
        </a:xfrm>
      </p:grpSpPr>
      <p:pic>
        <p:nvPicPr>
          <p:cNvPr id="529" name="Google Shape;529;p96" descr="A close up of a logo&#10;&#10;Description automatically generated"/>
          <p:cNvPicPr preferRelativeResize="0"/>
          <p:nvPr/>
        </p:nvPicPr>
        <p:blipFill rotWithShape="1">
          <a:blip r:embed="rId2">
            <a:alphaModFix/>
          </a:blip>
          <a:srcRect l="954" t="1279" r="629" b="275"/>
          <a:stretch/>
        </p:blipFill>
        <p:spPr>
          <a:xfrm>
            <a:off x="0" y="0"/>
            <a:ext cx="12188822" cy="6858000"/>
          </a:xfrm>
          <a:prstGeom prst="rect">
            <a:avLst/>
          </a:prstGeom>
          <a:noFill/>
          <a:ln>
            <a:noFill/>
          </a:ln>
        </p:spPr>
      </p:pic>
      <p:sp>
        <p:nvSpPr>
          <p:cNvPr id="530" name="Google Shape;530;p96"/>
          <p:cNvSpPr txBox="1">
            <a:spLocks noGrp="1"/>
          </p:cNvSpPr>
          <p:nvPr>
            <p:ph type="title"/>
          </p:nvPr>
        </p:nvSpPr>
        <p:spPr>
          <a:xfrm>
            <a:off x="455617" y="3166728"/>
            <a:ext cx="8915400" cy="5244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4000"/>
              <a:buFont typeface="Roboto Medium"/>
              <a:buNone/>
              <a:defRPr sz="4000"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1" name="Google Shape;531;p9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32" name="Google Shape;532;p96"/>
          <p:cNvPicPr preferRelativeResize="0"/>
          <p:nvPr/>
        </p:nvPicPr>
        <p:blipFill>
          <a:blip r:embed="rId3">
            <a:alphaModFix/>
          </a:blip>
          <a:stretch>
            <a:fillRect/>
          </a:stretch>
        </p:blipFill>
        <p:spPr>
          <a:xfrm>
            <a:off x="455626" y="6267555"/>
            <a:ext cx="685801" cy="352697"/>
          </a:xfrm>
          <a:prstGeom prst="rect">
            <a:avLst/>
          </a:prstGeom>
          <a:noFill/>
          <a:ln>
            <a:noFill/>
          </a:ln>
        </p:spPr>
      </p:pic>
      <p:sp>
        <p:nvSpPr>
          <p:cNvPr id="533" name="Google Shape;533;p9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Divider C">
  <p:cSld name="Divider C">
    <p:spTree>
      <p:nvGrpSpPr>
        <p:cNvPr id="1" name="Shape 534"/>
        <p:cNvGrpSpPr/>
        <p:nvPr/>
      </p:nvGrpSpPr>
      <p:grpSpPr>
        <a:xfrm>
          <a:off x="0" y="0"/>
          <a:ext cx="0" cy="0"/>
          <a:chOff x="0" y="0"/>
          <a:chExt cx="0" cy="0"/>
        </a:xfrm>
      </p:grpSpPr>
      <p:sp>
        <p:nvSpPr>
          <p:cNvPr id="535" name="Google Shape;535;p97"/>
          <p:cNvSpPr/>
          <p:nvPr/>
        </p:nvSpPr>
        <p:spPr>
          <a:xfrm>
            <a:off x="0" y="0"/>
            <a:ext cx="12189000" cy="6858000"/>
          </a:xfrm>
          <a:prstGeom prst="rect">
            <a:avLst/>
          </a:prstGeom>
          <a:gradFill>
            <a:gsLst>
              <a:gs pos="0">
                <a:schemeClr val="accent1"/>
              </a:gs>
              <a:gs pos="63000">
                <a:srgbClr val="9299F4"/>
              </a:gs>
              <a:gs pos="100000">
                <a:schemeClr val="lt2"/>
              </a:gs>
            </a:gsLst>
            <a:lin ang="13800146"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a:ea typeface="Roboto"/>
              <a:cs typeface="Roboto"/>
              <a:sym typeface="Roboto"/>
            </a:endParaRPr>
          </a:p>
        </p:txBody>
      </p:sp>
      <p:sp>
        <p:nvSpPr>
          <p:cNvPr id="536" name="Google Shape;536;p97"/>
          <p:cNvSpPr txBox="1">
            <a:spLocks noGrp="1"/>
          </p:cNvSpPr>
          <p:nvPr>
            <p:ph type="title"/>
          </p:nvPr>
        </p:nvSpPr>
        <p:spPr>
          <a:xfrm>
            <a:off x="455617" y="460683"/>
            <a:ext cx="8915400" cy="4869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9800"/>
              <a:buFont typeface="Roboto Light"/>
              <a:buNone/>
              <a:defRPr sz="9800" b="0" i="0">
                <a:solidFill>
                  <a:schemeClr val="lt1"/>
                </a:solidFill>
                <a:latin typeface="Roboto Light"/>
                <a:ea typeface="Roboto Light"/>
                <a:cs typeface="Roboto Light"/>
                <a:sym typeface="Roboto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7" name="Google Shape;537;p9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FFFFFF"/>
                </a:solidFill>
              </a:defRPr>
            </a:lvl1pPr>
            <a:lvl2pPr lvl="1" rtl="0">
              <a:buNone/>
              <a:defRPr sz="1000">
                <a:solidFill>
                  <a:srgbClr val="FFFFFF"/>
                </a:solidFill>
              </a:defRPr>
            </a:lvl2pPr>
            <a:lvl3pPr lvl="2" rtl="0">
              <a:buNone/>
              <a:defRPr sz="1000">
                <a:solidFill>
                  <a:srgbClr val="FFFFFF"/>
                </a:solidFill>
              </a:defRPr>
            </a:lvl3pPr>
            <a:lvl4pPr lvl="3" rtl="0">
              <a:buNone/>
              <a:defRPr sz="1000">
                <a:solidFill>
                  <a:srgbClr val="FFFFFF"/>
                </a:solidFill>
              </a:defRPr>
            </a:lvl4pPr>
            <a:lvl5pPr lvl="4" rtl="0">
              <a:buNone/>
              <a:defRPr sz="1000">
                <a:solidFill>
                  <a:srgbClr val="FFFFFF"/>
                </a:solidFill>
              </a:defRPr>
            </a:lvl5pPr>
            <a:lvl6pPr lvl="5" rtl="0">
              <a:buNone/>
              <a:defRPr sz="1000">
                <a:solidFill>
                  <a:srgbClr val="FFFFFF"/>
                </a:solidFill>
              </a:defRPr>
            </a:lvl6pPr>
            <a:lvl7pPr lvl="6" rtl="0">
              <a:buNone/>
              <a:defRPr sz="1000">
                <a:solidFill>
                  <a:srgbClr val="FFFFFF"/>
                </a:solidFill>
              </a:defRPr>
            </a:lvl7pPr>
            <a:lvl8pPr lvl="7" rtl="0">
              <a:buNone/>
              <a:defRPr sz="1000">
                <a:solidFill>
                  <a:srgbClr val="FFFFFF"/>
                </a:solidFill>
              </a:defRPr>
            </a:lvl8pPr>
            <a:lvl9pPr lvl="8" rtl="0">
              <a:buNone/>
              <a:defRPr sz="1000">
                <a:solidFill>
                  <a:srgbClr val="FFFFFF"/>
                </a:solidFill>
              </a:defRPr>
            </a:lvl9pPr>
          </a:lstStyle>
          <a:p>
            <a:fld id="{00000000-1234-1234-1234-123412341234}" type="slidenum">
              <a:rPr lang="en" smtClean="0"/>
              <a:pPr/>
              <a:t>‹#›</a:t>
            </a:fld>
            <a:endParaRPr lang="en"/>
          </a:p>
        </p:txBody>
      </p:sp>
      <p:pic>
        <p:nvPicPr>
          <p:cNvPr id="538" name="Google Shape;538;p97"/>
          <p:cNvPicPr preferRelativeResize="0"/>
          <p:nvPr/>
        </p:nvPicPr>
        <p:blipFill>
          <a:blip r:embed="rId2">
            <a:alphaModFix/>
          </a:blip>
          <a:stretch>
            <a:fillRect/>
          </a:stretch>
        </p:blipFill>
        <p:spPr>
          <a:xfrm>
            <a:off x="455626" y="6267555"/>
            <a:ext cx="685801" cy="352697"/>
          </a:xfrm>
          <a:prstGeom prst="rect">
            <a:avLst/>
          </a:prstGeom>
          <a:noFill/>
          <a:ln>
            <a:noFill/>
          </a:ln>
        </p:spPr>
      </p:pic>
      <p:sp>
        <p:nvSpPr>
          <p:cNvPr id="539" name="Google Shape;539;p9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WHITE 2Col Title | Text">
  <p:cSld name="WHITE 2Col Title | Text">
    <p:spTree>
      <p:nvGrpSpPr>
        <p:cNvPr id="1" name="Shape 546"/>
        <p:cNvGrpSpPr/>
        <p:nvPr/>
      </p:nvGrpSpPr>
      <p:grpSpPr>
        <a:xfrm>
          <a:off x="0" y="0"/>
          <a:ext cx="0" cy="0"/>
          <a:chOff x="0" y="0"/>
          <a:chExt cx="0" cy="0"/>
        </a:xfrm>
      </p:grpSpPr>
      <p:sp>
        <p:nvSpPr>
          <p:cNvPr id="547" name="Google Shape;547;p99"/>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8" name="Google Shape;548;p99"/>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9" name="Google Shape;549;p99"/>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50" name="Google Shape;550;p9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51" name="Google Shape;551;p9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52" name="Google Shape;552;p9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WHITE 1Col Title | Text | Small Image">
  <p:cSld name="WHITE 1Col Title | Text | Small Image">
    <p:spTree>
      <p:nvGrpSpPr>
        <p:cNvPr id="1" name="Shape 553"/>
        <p:cNvGrpSpPr/>
        <p:nvPr/>
      </p:nvGrpSpPr>
      <p:grpSpPr>
        <a:xfrm>
          <a:off x="0" y="0"/>
          <a:ext cx="0" cy="0"/>
          <a:chOff x="0" y="0"/>
          <a:chExt cx="0" cy="0"/>
        </a:xfrm>
      </p:grpSpPr>
      <p:sp>
        <p:nvSpPr>
          <p:cNvPr id="554" name="Google Shape;554;p100"/>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5" name="Google Shape;555;p10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56" name="Google Shape;556;p10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57" name="Google Shape;557;p100"/>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558" name="Google Shape;558;p10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59" name="Google Shape;559;p10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WHITE 1Col Title | Text | HP Image">
  <p:cSld name="WHITE 1Col Title | Text | HP Image">
    <p:spTree>
      <p:nvGrpSpPr>
        <p:cNvPr id="1" name="Shape 560"/>
        <p:cNvGrpSpPr/>
        <p:nvPr/>
      </p:nvGrpSpPr>
      <p:grpSpPr>
        <a:xfrm>
          <a:off x="0" y="0"/>
          <a:ext cx="0" cy="0"/>
          <a:chOff x="0" y="0"/>
          <a:chExt cx="0" cy="0"/>
        </a:xfrm>
      </p:grpSpPr>
      <p:sp>
        <p:nvSpPr>
          <p:cNvPr id="561" name="Google Shape;561;p10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62" name="Google Shape;562;p101"/>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3" name="Google Shape;563;p101"/>
          <p:cNvSpPr txBox="1">
            <a:spLocks noGrp="1"/>
          </p:cNvSpPr>
          <p:nvPr>
            <p:ph type="body" idx="1"/>
          </p:nvPr>
        </p:nvSpPr>
        <p:spPr>
          <a:xfrm>
            <a:off x="455626"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64" name="Google Shape;564;p10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65" name="Google Shape;565;p10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66" name="Google Shape;566;p10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WHITE 1Col Subhead | Title | Text">
  <p:cSld name="WHITE 1Col Subhead | Title | Text">
    <p:spTree>
      <p:nvGrpSpPr>
        <p:cNvPr id="1" name="Shape 572"/>
        <p:cNvGrpSpPr/>
        <p:nvPr/>
      </p:nvGrpSpPr>
      <p:grpSpPr>
        <a:xfrm>
          <a:off x="0" y="0"/>
          <a:ext cx="0" cy="0"/>
          <a:chOff x="0" y="0"/>
          <a:chExt cx="0" cy="0"/>
        </a:xfrm>
      </p:grpSpPr>
      <p:sp>
        <p:nvSpPr>
          <p:cNvPr id="573" name="Google Shape;573;p103"/>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4" name="Google Shape;574;p103"/>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75" name="Google Shape;575;p10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76" name="Google Shape;576;p103"/>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577" name="Google Shape;577;p10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78" name="Google Shape;578;p10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WHITE 2Col Subhead | Title | Text">
  <p:cSld name="WHITE 2Col Subhead | Title | Text">
    <p:spTree>
      <p:nvGrpSpPr>
        <p:cNvPr id="1" name="Shape 579"/>
        <p:cNvGrpSpPr/>
        <p:nvPr/>
      </p:nvGrpSpPr>
      <p:grpSpPr>
        <a:xfrm>
          <a:off x="0" y="0"/>
          <a:ext cx="0" cy="0"/>
          <a:chOff x="0" y="0"/>
          <a:chExt cx="0" cy="0"/>
        </a:xfrm>
      </p:grpSpPr>
      <p:sp>
        <p:nvSpPr>
          <p:cNvPr id="580" name="Google Shape;580;p104"/>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1" name="Google Shape;581;p104"/>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82" name="Google Shape;582;p104"/>
          <p:cNvSpPr txBox="1">
            <a:spLocks noGrp="1"/>
          </p:cNvSpPr>
          <p:nvPr>
            <p:ph type="body" idx="2"/>
          </p:nvPr>
        </p:nvSpPr>
        <p:spPr>
          <a:xfrm>
            <a:off x="4556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83" name="Google Shape;583;p104"/>
          <p:cNvSpPr txBox="1">
            <a:spLocks noGrp="1"/>
          </p:cNvSpPr>
          <p:nvPr>
            <p:ph type="body" idx="3"/>
          </p:nvPr>
        </p:nvSpPr>
        <p:spPr>
          <a:xfrm>
            <a:off x="62954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84" name="Google Shape;584;p10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85" name="Google Shape;585;p10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86" name="Google Shape;586;p10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WHITE Subhead | Title | Text | Image">
  <p:cSld name="WHITE Subhead | Title | Text | Image">
    <p:spTree>
      <p:nvGrpSpPr>
        <p:cNvPr id="1" name="Shape 587"/>
        <p:cNvGrpSpPr/>
        <p:nvPr/>
      </p:nvGrpSpPr>
      <p:grpSpPr>
        <a:xfrm>
          <a:off x="0" y="0"/>
          <a:ext cx="0" cy="0"/>
          <a:chOff x="0" y="0"/>
          <a:chExt cx="0" cy="0"/>
        </a:xfrm>
      </p:grpSpPr>
      <p:sp>
        <p:nvSpPr>
          <p:cNvPr id="588" name="Google Shape;588;p105"/>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9" name="Google Shape;589;p105"/>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90" name="Google Shape;590;p105"/>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91" name="Google Shape;591;p105"/>
          <p:cNvSpPr txBox="1">
            <a:spLocks noGrp="1"/>
          </p:cNvSpPr>
          <p:nvPr>
            <p:ph type="body" idx="3"/>
          </p:nvPr>
        </p:nvSpPr>
        <p:spPr>
          <a:xfrm>
            <a:off x="4556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92" name="Google Shape;592;p10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93" name="Google Shape;593;p10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94" name="Google Shape;594;p10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WHITE Subhead | Title | Text | HP Image">
  <p:cSld name="WHITE Subhead | Title | Text | HP Image">
    <p:spTree>
      <p:nvGrpSpPr>
        <p:cNvPr id="1" name="Shape 595"/>
        <p:cNvGrpSpPr/>
        <p:nvPr/>
      </p:nvGrpSpPr>
      <p:grpSpPr>
        <a:xfrm>
          <a:off x="0" y="0"/>
          <a:ext cx="0" cy="0"/>
          <a:chOff x="0" y="0"/>
          <a:chExt cx="0" cy="0"/>
        </a:xfrm>
      </p:grpSpPr>
      <p:sp>
        <p:nvSpPr>
          <p:cNvPr id="596" name="Google Shape;596;p106"/>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97" name="Google Shape;597;p106"/>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8" name="Google Shape;598;p106"/>
          <p:cNvSpPr txBox="1">
            <a:spLocks noGrp="1"/>
          </p:cNvSpPr>
          <p:nvPr>
            <p:ph type="subTitle" idx="1"/>
          </p:nvPr>
        </p:nvSpPr>
        <p:spPr>
          <a:xfrm>
            <a:off x="455663" y="45720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99" name="Google Shape;599;p106"/>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00" name="Google Shape;600;p10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01" name="Google Shape;601;p10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02" name="Google Shape;602;p10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3F3F3"/>
                </a:solidFill>
                <a:latin typeface="Roboto"/>
                <a:ea typeface="Roboto"/>
                <a:cs typeface="Roboto"/>
                <a:sym typeface="Roboto"/>
              </a:rPr>
              <a:t>Proprietary &amp; Confidential - For Internal Use Only</a:t>
            </a:r>
            <a:endParaRPr sz="1000">
              <a:solidFill>
                <a:srgbClr val="F3F3F3"/>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WHITE Subhead | Title">
  <p:cSld name="WHITE Subhead | Title">
    <p:spTree>
      <p:nvGrpSpPr>
        <p:cNvPr id="1" name="Shape 603"/>
        <p:cNvGrpSpPr/>
        <p:nvPr/>
      </p:nvGrpSpPr>
      <p:grpSpPr>
        <a:xfrm>
          <a:off x="0" y="0"/>
          <a:ext cx="0" cy="0"/>
          <a:chOff x="0" y="0"/>
          <a:chExt cx="0" cy="0"/>
        </a:xfrm>
      </p:grpSpPr>
      <p:sp>
        <p:nvSpPr>
          <p:cNvPr id="604" name="Google Shape;604;p107"/>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05" name="Google Shape;605;p107"/>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606" name="Google Shape;606;p10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07" name="Google Shape;607;p10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08" name="Google Shape;608;p10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WHITE 1Col Title | Subhead | Text">
  <p:cSld name="WHITE 1Col Title | Subhead | Text">
    <p:spTree>
      <p:nvGrpSpPr>
        <p:cNvPr id="1" name="Shape 609"/>
        <p:cNvGrpSpPr/>
        <p:nvPr/>
      </p:nvGrpSpPr>
      <p:grpSpPr>
        <a:xfrm>
          <a:off x="0" y="0"/>
          <a:ext cx="0" cy="0"/>
          <a:chOff x="0" y="0"/>
          <a:chExt cx="0" cy="0"/>
        </a:xfrm>
      </p:grpSpPr>
      <p:sp>
        <p:nvSpPr>
          <p:cNvPr id="610" name="Google Shape;610;p108"/>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1" name="Google Shape;611;p108"/>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12" name="Google Shape;612;p10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613" name="Google Shape;613;p108"/>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614" name="Google Shape;614;p10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15" name="Google Shape;615;p10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WHITE 2Col Title | Subhead | Text">
  <p:cSld name="WHITE 2Col Title | Subhead | Text">
    <p:spTree>
      <p:nvGrpSpPr>
        <p:cNvPr id="1" name="Shape 616"/>
        <p:cNvGrpSpPr/>
        <p:nvPr/>
      </p:nvGrpSpPr>
      <p:grpSpPr>
        <a:xfrm>
          <a:off x="0" y="0"/>
          <a:ext cx="0" cy="0"/>
          <a:chOff x="0" y="0"/>
          <a:chExt cx="0" cy="0"/>
        </a:xfrm>
      </p:grpSpPr>
      <p:sp>
        <p:nvSpPr>
          <p:cNvPr id="617" name="Google Shape;617;p109"/>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8" name="Google Shape;618;p109"/>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19" name="Google Shape;619;p109"/>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0" name="Google Shape;620;p109"/>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1" name="Google Shape;621;p10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22" name="Google Shape;622;p10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23" name="Google Shape;623;p10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WHITE Title | Subhead | Text | Image">
  <p:cSld name="WHITE Title | Subhead | Text | Image">
    <p:spTree>
      <p:nvGrpSpPr>
        <p:cNvPr id="1" name="Shape 624"/>
        <p:cNvGrpSpPr/>
        <p:nvPr/>
      </p:nvGrpSpPr>
      <p:grpSpPr>
        <a:xfrm>
          <a:off x="0" y="0"/>
          <a:ext cx="0" cy="0"/>
          <a:chOff x="0" y="0"/>
          <a:chExt cx="0" cy="0"/>
        </a:xfrm>
      </p:grpSpPr>
      <p:sp>
        <p:nvSpPr>
          <p:cNvPr id="625" name="Google Shape;625;p110"/>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6" name="Google Shape;626;p11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27" name="Google Shape;627;p110"/>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28" name="Google Shape;628;p110"/>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9" name="Google Shape;629;p11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30" name="Google Shape;630;p11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31" name="Google Shape;631;p11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WHITE Title | Subhead | Text | HP Image">
  <p:cSld name="WHITE Title | Subhead | Text | HP Image">
    <p:spTree>
      <p:nvGrpSpPr>
        <p:cNvPr id="1" name="Shape 632"/>
        <p:cNvGrpSpPr/>
        <p:nvPr/>
      </p:nvGrpSpPr>
      <p:grpSpPr>
        <a:xfrm>
          <a:off x="0" y="0"/>
          <a:ext cx="0" cy="0"/>
          <a:chOff x="0" y="0"/>
          <a:chExt cx="0" cy="0"/>
        </a:xfrm>
      </p:grpSpPr>
      <p:sp>
        <p:nvSpPr>
          <p:cNvPr id="633" name="Google Shape;633;p11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34" name="Google Shape;634;p111"/>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35" name="Google Shape;635;p111"/>
          <p:cNvSpPr txBox="1">
            <a:spLocks noGrp="1"/>
          </p:cNvSpPr>
          <p:nvPr>
            <p:ph type="subTitle" idx="1"/>
          </p:nvPr>
        </p:nvSpPr>
        <p:spPr>
          <a:xfrm>
            <a:off x="455626" y="128016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36" name="Google Shape;636;p111"/>
          <p:cNvSpPr txBox="1">
            <a:spLocks noGrp="1"/>
          </p:cNvSpPr>
          <p:nvPr>
            <p:ph type="body" idx="3"/>
          </p:nvPr>
        </p:nvSpPr>
        <p:spPr>
          <a:xfrm>
            <a:off x="455626"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37" name="Google Shape;637;p11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38" name="Google Shape;638;p11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39" name="Google Shape;639;p11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WHITE Title | Subhead">
  <p:cSld name="WHITE Title | Subhead">
    <p:spTree>
      <p:nvGrpSpPr>
        <p:cNvPr id="1" name="Shape 640"/>
        <p:cNvGrpSpPr/>
        <p:nvPr/>
      </p:nvGrpSpPr>
      <p:grpSpPr>
        <a:xfrm>
          <a:off x="0" y="0"/>
          <a:ext cx="0" cy="0"/>
          <a:chOff x="0" y="0"/>
          <a:chExt cx="0" cy="0"/>
        </a:xfrm>
      </p:grpSpPr>
      <p:sp>
        <p:nvSpPr>
          <p:cNvPr id="641" name="Google Shape;641;p112"/>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2" name="Google Shape;642;p112"/>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43" name="Google Shape;643;p11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44" name="Google Shape;644;p11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45" name="Google Shape;645;p11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NAVY 1Col Title | Text">
  <p:cSld name="NAVY 1Col Title | Text">
    <p:bg>
      <p:bgPr>
        <a:solidFill>
          <a:srgbClr val="030A14"/>
        </a:solidFill>
        <a:effectLst/>
      </p:bgPr>
    </p:bg>
    <p:spTree>
      <p:nvGrpSpPr>
        <p:cNvPr id="1" name="Shape 646"/>
        <p:cNvGrpSpPr/>
        <p:nvPr/>
      </p:nvGrpSpPr>
      <p:grpSpPr>
        <a:xfrm>
          <a:off x="0" y="0"/>
          <a:ext cx="0" cy="0"/>
          <a:chOff x="0" y="0"/>
          <a:chExt cx="0" cy="0"/>
        </a:xfrm>
      </p:grpSpPr>
      <p:sp>
        <p:nvSpPr>
          <p:cNvPr id="647" name="Google Shape;647;p11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8" name="Google Shape;648;p113"/>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sp>
        <p:nvSpPr>
          <p:cNvPr id="649" name="Google Shape;649;p11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50" name="Google Shape;650;p11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51" name="Google Shape;651;p11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NAVY 2Col Title | Text">
  <p:cSld name="NAVY 2Col Title | Text">
    <p:bg>
      <p:bgPr>
        <a:solidFill>
          <a:srgbClr val="030A14"/>
        </a:solidFill>
        <a:effectLst/>
      </p:bgPr>
    </p:bg>
    <p:spTree>
      <p:nvGrpSpPr>
        <p:cNvPr id="1" name="Shape 652"/>
        <p:cNvGrpSpPr/>
        <p:nvPr/>
      </p:nvGrpSpPr>
      <p:grpSpPr>
        <a:xfrm>
          <a:off x="0" y="0"/>
          <a:ext cx="0" cy="0"/>
          <a:chOff x="0" y="0"/>
          <a:chExt cx="0" cy="0"/>
        </a:xfrm>
      </p:grpSpPr>
      <p:sp>
        <p:nvSpPr>
          <p:cNvPr id="653" name="Google Shape;653;p114"/>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54" name="Google Shape;654;p114"/>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55" name="Google Shape;655;p114"/>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56" name="Google Shape;656;p11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57" name="Google Shape;657;p11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58" name="Google Shape;658;p11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NAVY Title | Text | Image">
  <p:cSld name="NAVY Title | Text | Image">
    <p:bg>
      <p:bgPr>
        <a:solidFill>
          <a:srgbClr val="030A14"/>
        </a:solidFill>
        <a:effectLst/>
      </p:bgPr>
    </p:bg>
    <p:spTree>
      <p:nvGrpSpPr>
        <p:cNvPr id="1" name="Shape 659"/>
        <p:cNvGrpSpPr/>
        <p:nvPr/>
      </p:nvGrpSpPr>
      <p:grpSpPr>
        <a:xfrm>
          <a:off x="0" y="0"/>
          <a:ext cx="0" cy="0"/>
          <a:chOff x="0" y="0"/>
          <a:chExt cx="0" cy="0"/>
        </a:xfrm>
      </p:grpSpPr>
      <p:sp>
        <p:nvSpPr>
          <p:cNvPr id="660" name="Google Shape;660;p115"/>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1" name="Google Shape;661;p115"/>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9D9D9"/>
              </a:buClr>
              <a:buSzPts val="2000"/>
              <a:buFont typeface="Roboto"/>
              <a:buNone/>
              <a:defRPr sz="2000" b="0" i="0" u="none" strike="noStrike" cap="none">
                <a:solidFill>
                  <a:srgbClr val="D9D9D9"/>
                </a:solidFill>
                <a:latin typeface="Roboto"/>
                <a:ea typeface="Roboto"/>
                <a:cs typeface="Roboto"/>
                <a:sym typeface="Roboto"/>
              </a:defRPr>
            </a:lvl1pPr>
            <a:lvl2pPr marR="0" lvl="1" algn="l" rtl="0">
              <a:spcBef>
                <a:spcPts val="600"/>
              </a:spcBef>
              <a:spcAft>
                <a:spcPts val="0"/>
              </a:spcAft>
              <a:buClr>
                <a:srgbClr val="D9D9D9"/>
              </a:buClr>
              <a:buSzPts val="1800"/>
              <a:buFont typeface="Arial"/>
              <a:buChar char="•"/>
              <a:defRPr sz="1800" b="0" i="0" u="none" strike="noStrike" cap="none">
                <a:solidFill>
                  <a:srgbClr val="D9D9D9"/>
                </a:solidFill>
                <a:latin typeface="Roboto"/>
                <a:ea typeface="Roboto"/>
                <a:cs typeface="Roboto"/>
                <a:sym typeface="Roboto"/>
              </a:defRPr>
            </a:lvl2pPr>
            <a:lvl3pPr marR="0" lvl="2" algn="l" rtl="0">
              <a:spcBef>
                <a:spcPts val="600"/>
              </a:spcBef>
              <a:spcAft>
                <a:spcPts val="0"/>
              </a:spcAft>
              <a:buClr>
                <a:srgbClr val="D9D9D9"/>
              </a:buClr>
              <a:buSzPts val="1600"/>
              <a:buFont typeface="Merriweather Sans"/>
              <a:buChar char="−"/>
              <a:defRPr sz="1600" b="0" i="0" u="none" strike="noStrike" cap="none">
                <a:solidFill>
                  <a:srgbClr val="D9D9D9"/>
                </a:solidFill>
                <a:latin typeface="Roboto"/>
                <a:ea typeface="Roboto"/>
                <a:cs typeface="Roboto"/>
                <a:sym typeface="Roboto"/>
              </a:defRPr>
            </a:lvl3pPr>
            <a:lvl4pPr marR="0" lvl="3" algn="l" rtl="0">
              <a:spcBef>
                <a:spcPts val="300"/>
              </a:spcBef>
              <a:spcAft>
                <a:spcPts val="0"/>
              </a:spcAft>
              <a:buClr>
                <a:srgbClr val="D9D9D9"/>
              </a:buClr>
              <a:buSzPts val="1400"/>
              <a:buFont typeface="Arial"/>
              <a:buChar char="•"/>
              <a:defRPr sz="1400" b="0" i="0" u="none" strike="noStrike" cap="none">
                <a:solidFill>
                  <a:srgbClr val="D9D9D9"/>
                </a:solidFill>
                <a:latin typeface="Roboto"/>
                <a:ea typeface="Roboto"/>
                <a:cs typeface="Roboto"/>
                <a:sym typeface="Roboto"/>
              </a:defRPr>
            </a:lvl4pPr>
            <a:lvl5pPr marR="0" lvl="4" algn="l" rtl="0">
              <a:spcBef>
                <a:spcPts val="300"/>
              </a:spcBef>
              <a:spcAft>
                <a:spcPts val="0"/>
              </a:spcAft>
              <a:buClr>
                <a:srgbClr val="D9D9D9"/>
              </a:buClr>
              <a:buSzPts val="1200"/>
              <a:buFont typeface="Merriweather Sans"/>
              <a:buChar char="−"/>
              <a:defRPr sz="1200" b="0" i="0" u="none" strike="noStrike" cap="none">
                <a:solidFill>
                  <a:srgbClr val="D9D9D9"/>
                </a:solidFill>
                <a:latin typeface="Roboto"/>
                <a:ea typeface="Roboto"/>
                <a:cs typeface="Roboto"/>
                <a:sym typeface="Roboto"/>
              </a:defRPr>
            </a:lvl5pPr>
            <a:lvl6pPr marR="0" lvl="5"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6pPr>
            <a:lvl7pPr marR="0" lvl="6"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7pPr>
            <a:lvl8pPr marR="0" lvl="7"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8pPr>
            <a:lvl9pPr marR="0" lvl="8"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9pPr>
          </a:lstStyle>
          <a:p>
            <a:endParaRPr/>
          </a:p>
        </p:txBody>
      </p:sp>
      <p:sp>
        <p:nvSpPr>
          <p:cNvPr id="662" name="Google Shape;662;p11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63" name="Google Shape;663;p115"/>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64" name="Google Shape;664;p11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65" name="Google Shape;665;p11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NAVY Title | Text | HP Image">
  <p:cSld name="NAVY Title | Text | HP Image">
    <p:bg>
      <p:bgPr>
        <a:solidFill>
          <a:srgbClr val="030A14"/>
        </a:solidFill>
        <a:effectLst/>
      </p:bgPr>
    </p:bg>
    <p:spTree>
      <p:nvGrpSpPr>
        <p:cNvPr id="1" name="Shape 666"/>
        <p:cNvGrpSpPr/>
        <p:nvPr/>
      </p:nvGrpSpPr>
      <p:grpSpPr>
        <a:xfrm>
          <a:off x="0" y="0"/>
          <a:ext cx="0" cy="0"/>
          <a:chOff x="0" y="0"/>
          <a:chExt cx="0" cy="0"/>
        </a:xfrm>
      </p:grpSpPr>
      <p:sp>
        <p:nvSpPr>
          <p:cNvPr id="667" name="Google Shape;667;p116"/>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68" name="Google Shape;668;p116"/>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9" name="Google Shape;669;p11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70" name="Google Shape;670;p116"/>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71" name="Google Shape;671;p11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72" name="Google Shape;672;p11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NAVY Title">
  <p:cSld name="NAVY Title">
    <p:bg>
      <p:bgPr>
        <a:solidFill>
          <a:srgbClr val="030A14"/>
        </a:solidFill>
        <a:effectLst/>
      </p:bgPr>
    </p:bg>
    <p:spTree>
      <p:nvGrpSpPr>
        <p:cNvPr id="1" name="Shape 673"/>
        <p:cNvGrpSpPr/>
        <p:nvPr/>
      </p:nvGrpSpPr>
      <p:grpSpPr>
        <a:xfrm>
          <a:off x="0" y="0"/>
          <a:ext cx="0" cy="0"/>
          <a:chOff x="0" y="0"/>
          <a:chExt cx="0" cy="0"/>
        </a:xfrm>
      </p:grpSpPr>
      <p:sp>
        <p:nvSpPr>
          <p:cNvPr id="674" name="Google Shape;674;p117"/>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75" name="Google Shape;675;p11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76" name="Google Shape;676;p11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77" name="Google Shape;677;p11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NAVY 1Col Subhead | Title | Text">
  <p:cSld name="NAVY 1Col Subhead | Title | Text">
    <p:bg>
      <p:bgPr>
        <a:solidFill>
          <a:srgbClr val="030A14"/>
        </a:solidFill>
        <a:effectLst/>
      </p:bgPr>
    </p:bg>
    <p:spTree>
      <p:nvGrpSpPr>
        <p:cNvPr id="1" name="Shape 678"/>
        <p:cNvGrpSpPr/>
        <p:nvPr/>
      </p:nvGrpSpPr>
      <p:grpSpPr>
        <a:xfrm>
          <a:off x="0" y="0"/>
          <a:ext cx="0" cy="0"/>
          <a:chOff x="0" y="0"/>
          <a:chExt cx="0" cy="0"/>
        </a:xfrm>
      </p:grpSpPr>
      <p:sp>
        <p:nvSpPr>
          <p:cNvPr id="679" name="Google Shape;679;p118"/>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0" name="Google Shape;680;p11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81" name="Google Shape;681;p118"/>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682" name="Google Shape;682;p118"/>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683" name="Google Shape;683;p11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84" name="Google Shape;684;p11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NAVY 2Col Subhead | Title | Text">
  <p:cSld name="NAVY 2Col Subhead | Title | Text">
    <p:bg>
      <p:bgPr>
        <a:solidFill>
          <a:srgbClr val="030A14"/>
        </a:solidFill>
        <a:effectLst/>
      </p:bgPr>
    </p:bg>
    <p:spTree>
      <p:nvGrpSpPr>
        <p:cNvPr id="1" name="Shape 685"/>
        <p:cNvGrpSpPr/>
        <p:nvPr/>
      </p:nvGrpSpPr>
      <p:grpSpPr>
        <a:xfrm>
          <a:off x="0" y="0"/>
          <a:ext cx="0" cy="0"/>
          <a:chOff x="0" y="0"/>
          <a:chExt cx="0" cy="0"/>
        </a:xfrm>
      </p:grpSpPr>
      <p:sp>
        <p:nvSpPr>
          <p:cNvPr id="686" name="Google Shape;686;p119"/>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7" name="Google Shape;687;p11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88" name="Google Shape;688;p119"/>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89" name="Google Shape;689;p119"/>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90" name="Google Shape;690;p119"/>
          <p:cNvSpPr txBox="1">
            <a:spLocks noGrp="1"/>
          </p:cNvSpPr>
          <p:nvPr>
            <p:ph type="subTitle" idx="3"/>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691" name="Google Shape;691;p11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92" name="Google Shape;692;p11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NAVY Subhead | Title | Text | Image">
  <p:cSld name="NAVY Subhead | Title | Text | Image">
    <p:bg>
      <p:bgPr>
        <a:solidFill>
          <a:srgbClr val="030A14"/>
        </a:solidFill>
        <a:effectLst/>
      </p:bgPr>
    </p:bg>
    <p:spTree>
      <p:nvGrpSpPr>
        <p:cNvPr id="1" name="Shape 693"/>
        <p:cNvGrpSpPr/>
        <p:nvPr/>
      </p:nvGrpSpPr>
      <p:grpSpPr>
        <a:xfrm>
          <a:off x="0" y="0"/>
          <a:ext cx="0" cy="0"/>
          <a:chOff x="0" y="0"/>
          <a:chExt cx="0" cy="0"/>
        </a:xfrm>
      </p:grpSpPr>
      <p:sp>
        <p:nvSpPr>
          <p:cNvPr id="694" name="Google Shape;694;p120"/>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5" name="Google Shape;695;p12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96" name="Google Shape;696;p12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97" name="Google Shape;697;p120"/>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698" name="Google Shape;698;p120"/>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99" name="Google Shape;699;p12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00" name="Google Shape;700;p12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NAVY Subhead | Title | Text | HP Image">
  <p:cSld name="NAVY Subhead | Title | Text | HP Image">
    <p:bg>
      <p:bgPr>
        <a:solidFill>
          <a:srgbClr val="030A14"/>
        </a:solidFill>
        <a:effectLst/>
      </p:bgPr>
    </p:bg>
    <p:spTree>
      <p:nvGrpSpPr>
        <p:cNvPr id="1" name="Shape 701"/>
        <p:cNvGrpSpPr/>
        <p:nvPr/>
      </p:nvGrpSpPr>
      <p:grpSpPr>
        <a:xfrm>
          <a:off x="0" y="0"/>
          <a:ext cx="0" cy="0"/>
          <a:chOff x="0" y="0"/>
          <a:chExt cx="0" cy="0"/>
        </a:xfrm>
      </p:grpSpPr>
      <p:sp>
        <p:nvSpPr>
          <p:cNvPr id="702" name="Google Shape;702;p12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03" name="Google Shape;703;p121"/>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704" name="Google Shape;704;p121" descr="A picture containing drawing&#10;&#10;Description automatically generated"/>
          <p:cNvPicPr preferRelativeResize="0"/>
          <p:nvPr/>
        </p:nvPicPr>
        <p:blipFill rotWithShape="1">
          <a:blip r:embed="rId2">
            <a:alphaModFix/>
          </a:blip>
          <a:srcRect b="31356"/>
          <a:stretch/>
        </p:blipFill>
        <p:spPr>
          <a:xfrm>
            <a:off x="455619" y="6277208"/>
            <a:ext cx="685804" cy="352192"/>
          </a:xfrm>
          <a:prstGeom prst="rect">
            <a:avLst/>
          </a:prstGeom>
          <a:noFill/>
          <a:ln>
            <a:noFill/>
          </a:ln>
        </p:spPr>
      </p:pic>
      <p:sp>
        <p:nvSpPr>
          <p:cNvPr id="705" name="Google Shape;705;p12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06" name="Google Shape;706;p121"/>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07" name="Google Shape;707;p121"/>
          <p:cNvSpPr txBox="1">
            <a:spLocks noGrp="1"/>
          </p:cNvSpPr>
          <p:nvPr>
            <p:ph type="subTitle" idx="3"/>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08" name="Google Shape;708;p12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NAVY Subhead | Title">
  <p:cSld name="NAVY Subhead | Title">
    <p:bg>
      <p:bgPr>
        <a:solidFill>
          <a:srgbClr val="030A14"/>
        </a:solidFill>
        <a:effectLst/>
      </p:bgPr>
    </p:bg>
    <p:spTree>
      <p:nvGrpSpPr>
        <p:cNvPr id="1" name="Shape 709"/>
        <p:cNvGrpSpPr/>
        <p:nvPr/>
      </p:nvGrpSpPr>
      <p:grpSpPr>
        <a:xfrm>
          <a:off x="0" y="0"/>
          <a:ext cx="0" cy="0"/>
          <a:chOff x="0" y="0"/>
          <a:chExt cx="0" cy="0"/>
        </a:xfrm>
      </p:grpSpPr>
      <p:sp>
        <p:nvSpPr>
          <p:cNvPr id="710" name="Google Shape;710;p122"/>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1" name="Google Shape;711;p12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12" name="Google Shape;712;p122"/>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713" name="Google Shape;713;p12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14" name="Google Shape;714;p12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NAVY 1Col Title | Subhead | Text">
  <p:cSld name="NAVY 1Col Title | Subhead | Text">
    <p:bg>
      <p:bgPr>
        <a:solidFill>
          <a:srgbClr val="030A14"/>
        </a:solidFill>
        <a:effectLst/>
      </p:bgPr>
    </p:bg>
    <p:spTree>
      <p:nvGrpSpPr>
        <p:cNvPr id="1" name="Shape 715"/>
        <p:cNvGrpSpPr/>
        <p:nvPr/>
      </p:nvGrpSpPr>
      <p:grpSpPr>
        <a:xfrm>
          <a:off x="0" y="0"/>
          <a:ext cx="0" cy="0"/>
          <a:chOff x="0" y="0"/>
          <a:chExt cx="0" cy="0"/>
        </a:xfrm>
      </p:grpSpPr>
      <p:sp>
        <p:nvSpPr>
          <p:cNvPr id="716" name="Google Shape;716;p12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7" name="Google Shape;717;p12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18" name="Google Shape;718;p123"/>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719" name="Google Shape;719;p123"/>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20" name="Google Shape;720;p12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21" name="Google Shape;721;p12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NAVY 2Col Title | Subhead | Text">
  <p:cSld name="NAVY 2Col Title | Subhead | Text">
    <p:bg>
      <p:bgPr>
        <a:solidFill>
          <a:srgbClr val="030A14"/>
        </a:solidFill>
        <a:effectLst/>
      </p:bgPr>
    </p:bg>
    <p:spTree>
      <p:nvGrpSpPr>
        <p:cNvPr id="1" name="Shape 722"/>
        <p:cNvGrpSpPr/>
        <p:nvPr/>
      </p:nvGrpSpPr>
      <p:grpSpPr>
        <a:xfrm>
          <a:off x="0" y="0"/>
          <a:ext cx="0" cy="0"/>
          <a:chOff x="0" y="0"/>
          <a:chExt cx="0" cy="0"/>
        </a:xfrm>
      </p:grpSpPr>
      <p:sp>
        <p:nvSpPr>
          <p:cNvPr id="723" name="Google Shape;723;p124"/>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24" name="Google Shape;724;p12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25" name="Google Shape;725;p124"/>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726" name="Google Shape;726;p124"/>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27" name="Google Shape;727;p124"/>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28" name="Google Shape;728;p12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29" name="Google Shape;729;p12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NAVY Title | Subhead">
  <p:cSld name="NAVY Title | Subhead">
    <p:bg>
      <p:bgPr>
        <a:solidFill>
          <a:srgbClr val="030A14"/>
        </a:solidFill>
        <a:effectLst/>
      </p:bgPr>
    </p:bg>
    <p:spTree>
      <p:nvGrpSpPr>
        <p:cNvPr id="1" name="Shape 730"/>
        <p:cNvGrpSpPr/>
        <p:nvPr/>
      </p:nvGrpSpPr>
      <p:grpSpPr>
        <a:xfrm>
          <a:off x="0" y="0"/>
          <a:ext cx="0" cy="0"/>
          <a:chOff x="0" y="0"/>
          <a:chExt cx="0" cy="0"/>
        </a:xfrm>
      </p:grpSpPr>
      <p:sp>
        <p:nvSpPr>
          <p:cNvPr id="731" name="Google Shape;731;p125"/>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2" name="Google Shape;732;p12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33" name="Google Shape;733;p125"/>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pic>
        <p:nvPicPr>
          <p:cNvPr id="734" name="Google Shape;734;p12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35" name="Google Shape;735;p12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HYUNDAI  1Col Title | Text">
  <p:cSld name="HYUNDAI  1Col Title | Text">
    <p:bg>
      <p:bgPr>
        <a:solidFill>
          <a:schemeClr val="dk2"/>
        </a:solidFill>
        <a:effectLst/>
      </p:bgPr>
    </p:bg>
    <p:spTree>
      <p:nvGrpSpPr>
        <p:cNvPr id="1" name="Shape 736"/>
        <p:cNvGrpSpPr/>
        <p:nvPr/>
      </p:nvGrpSpPr>
      <p:grpSpPr>
        <a:xfrm>
          <a:off x="0" y="0"/>
          <a:ext cx="0" cy="0"/>
          <a:chOff x="0" y="0"/>
          <a:chExt cx="0" cy="0"/>
        </a:xfrm>
      </p:grpSpPr>
      <p:sp>
        <p:nvSpPr>
          <p:cNvPr id="737" name="Google Shape;737;p126"/>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8" name="Google Shape;738;p12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39" name="Google Shape;739;p126"/>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40" name="Google Shape;740;p12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41" name="Google Shape;741;p12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HYUNDAI  2Col Title | Text">
  <p:cSld name="HYUNDAI  2Col Title | Text">
    <p:bg>
      <p:bgPr>
        <a:solidFill>
          <a:schemeClr val="dk2"/>
        </a:solidFill>
        <a:effectLst/>
      </p:bgPr>
    </p:bg>
    <p:spTree>
      <p:nvGrpSpPr>
        <p:cNvPr id="1" name="Shape 742"/>
        <p:cNvGrpSpPr/>
        <p:nvPr/>
      </p:nvGrpSpPr>
      <p:grpSpPr>
        <a:xfrm>
          <a:off x="0" y="0"/>
          <a:ext cx="0" cy="0"/>
          <a:chOff x="0" y="0"/>
          <a:chExt cx="0" cy="0"/>
        </a:xfrm>
      </p:grpSpPr>
      <p:sp>
        <p:nvSpPr>
          <p:cNvPr id="743" name="Google Shape;743;p127"/>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44" name="Google Shape;744;p12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45" name="Google Shape;745;p127"/>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46" name="Google Shape;746;p127"/>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47" name="Google Shape;747;p12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48" name="Google Shape;748;p12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HYUNDAI Title | Text | Image">
  <p:cSld name="HYUNDAI Title | Text | Image">
    <p:bg>
      <p:bgPr>
        <a:solidFill>
          <a:schemeClr val="dk2"/>
        </a:solidFill>
        <a:effectLst/>
      </p:bgPr>
    </p:bg>
    <p:spTree>
      <p:nvGrpSpPr>
        <p:cNvPr id="1" name="Shape 749"/>
        <p:cNvGrpSpPr/>
        <p:nvPr/>
      </p:nvGrpSpPr>
      <p:grpSpPr>
        <a:xfrm>
          <a:off x="0" y="0"/>
          <a:ext cx="0" cy="0"/>
          <a:chOff x="0" y="0"/>
          <a:chExt cx="0" cy="0"/>
        </a:xfrm>
      </p:grpSpPr>
      <p:sp>
        <p:nvSpPr>
          <p:cNvPr id="750" name="Google Shape;750;p12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51" name="Google Shape;751;p128"/>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52" name="Google Shape;752;p12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53" name="Google Shape;753;p128"/>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54" name="Google Shape;754;p12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55" name="Google Shape;755;p12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HYUNDAI  Title | Text | HP Image">
  <p:cSld name="HYUNDAI  Title | Text | HP Image">
    <p:bg>
      <p:bgPr>
        <a:solidFill>
          <a:schemeClr val="dk2"/>
        </a:solidFill>
        <a:effectLst/>
      </p:bgPr>
    </p:bg>
    <p:spTree>
      <p:nvGrpSpPr>
        <p:cNvPr id="1" name="Shape 756"/>
        <p:cNvGrpSpPr/>
        <p:nvPr/>
      </p:nvGrpSpPr>
      <p:grpSpPr>
        <a:xfrm>
          <a:off x="0" y="0"/>
          <a:ext cx="0" cy="0"/>
          <a:chOff x="0" y="0"/>
          <a:chExt cx="0" cy="0"/>
        </a:xfrm>
      </p:grpSpPr>
      <p:sp>
        <p:nvSpPr>
          <p:cNvPr id="757" name="Google Shape;757;p129"/>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58" name="Google Shape;758;p129"/>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59" name="Google Shape;759;p12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60" name="Google Shape;760;p129"/>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61" name="Google Shape;761;p12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62" name="Google Shape;762;p12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HYUNDAI  Title">
  <p:cSld name="HYUNDAI  Title">
    <p:bg>
      <p:bgPr>
        <a:solidFill>
          <a:schemeClr val="dk2"/>
        </a:solidFill>
        <a:effectLst/>
      </p:bgPr>
    </p:bg>
    <p:spTree>
      <p:nvGrpSpPr>
        <p:cNvPr id="1" name="Shape 763"/>
        <p:cNvGrpSpPr/>
        <p:nvPr/>
      </p:nvGrpSpPr>
      <p:grpSpPr>
        <a:xfrm>
          <a:off x="0" y="0"/>
          <a:ext cx="0" cy="0"/>
          <a:chOff x="0" y="0"/>
          <a:chExt cx="0" cy="0"/>
        </a:xfrm>
      </p:grpSpPr>
      <p:sp>
        <p:nvSpPr>
          <p:cNvPr id="764" name="Google Shape;764;p130"/>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5" name="Google Shape;765;p13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766" name="Google Shape;766;p13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67" name="Google Shape;767;p13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HYUNDAI  1Col Subhead | Title | Text">
  <p:cSld name="HYUNDAI  1Col Subhead | Title | Text">
    <p:bg>
      <p:bgPr>
        <a:solidFill>
          <a:schemeClr val="dk2"/>
        </a:solidFill>
        <a:effectLst/>
      </p:bgPr>
    </p:bg>
    <p:spTree>
      <p:nvGrpSpPr>
        <p:cNvPr id="1" name="Shape 768"/>
        <p:cNvGrpSpPr/>
        <p:nvPr/>
      </p:nvGrpSpPr>
      <p:grpSpPr>
        <a:xfrm>
          <a:off x="0" y="0"/>
          <a:ext cx="0" cy="0"/>
          <a:chOff x="0" y="0"/>
          <a:chExt cx="0" cy="0"/>
        </a:xfrm>
      </p:grpSpPr>
      <p:sp>
        <p:nvSpPr>
          <p:cNvPr id="769" name="Google Shape;769;p131"/>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0" name="Google Shape;770;p13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71" name="Google Shape;771;p131"/>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72" name="Google Shape;772;p131"/>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73" name="Google Shape;773;p13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74" name="Google Shape;774;p13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HYUNDAI 2Col Subhead | Title | Text">
  <p:cSld name="HYUNDAI 2Col Subhead | Title | Text">
    <p:bg>
      <p:bgPr>
        <a:solidFill>
          <a:schemeClr val="dk2"/>
        </a:solidFill>
        <a:effectLst/>
      </p:bgPr>
    </p:bg>
    <p:spTree>
      <p:nvGrpSpPr>
        <p:cNvPr id="1" name="Shape 775"/>
        <p:cNvGrpSpPr/>
        <p:nvPr/>
      </p:nvGrpSpPr>
      <p:grpSpPr>
        <a:xfrm>
          <a:off x="0" y="0"/>
          <a:ext cx="0" cy="0"/>
          <a:chOff x="0" y="0"/>
          <a:chExt cx="0" cy="0"/>
        </a:xfrm>
      </p:grpSpPr>
      <p:sp>
        <p:nvSpPr>
          <p:cNvPr id="776" name="Google Shape;776;p132"/>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7" name="Google Shape;777;p13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78" name="Google Shape;778;p132"/>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79" name="Google Shape;779;p132"/>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80" name="Google Shape;780;p132"/>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81" name="Google Shape;781;p13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82" name="Google Shape;782;p13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HYUNDAI  Subhead | Title | Text | Image">
  <p:cSld name="HYUNDAI  Subhead | Title | Text | Image">
    <p:bg>
      <p:bgPr>
        <a:solidFill>
          <a:schemeClr val="dk2"/>
        </a:solidFill>
        <a:effectLst/>
      </p:bgPr>
    </p:bg>
    <p:spTree>
      <p:nvGrpSpPr>
        <p:cNvPr id="1" name="Shape 783"/>
        <p:cNvGrpSpPr/>
        <p:nvPr/>
      </p:nvGrpSpPr>
      <p:grpSpPr>
        <a:xfrm>
          <a:off x="0" y="0"/>
          <a:ext cx="0" cy="0"/>
          <a:chOff x="0" y="0"/>
          <a:chExt cx="0" cy="0"/>
        </a:xfrm>
      </p:grpSpPr>
      <p:sp>
        <p:nvSpPr>
          <p:cNvPr id="784" name="Google Shape;784;p133"/>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5" name="Google Shape;785;p133"/>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86" name="Google Shape;786;p13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87" name="Google Shape;787;p133"/>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88" name="Google Shape;788;p133"/>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89" name="Google Shape;789;p13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90" name="Google Shape;790;p13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HYUNDAI  Subhead | Title | Text | HP Image">
  <p:cSld name="HYUNDAI  Subhead | Title | Text | HP Image">
    <p:bg>
      <p:bgPr>
        <a:solidFill>
          <a:schemeClr val="dk2"/>
        </a:solidFill>
        <a:effectLst/>
      </p:bgPr>
    </p:bg>
    <p:spTree>
      <p:nvGrpSpPr>
        <p:cNvPr id="1" name="Shape 791"/>
        <p:cNvGrpSpPr/>
        <p:nvPr/>
      </p:nvGrpSpPr>
      <p:grpSpPr>
        <a:xfrm>
          <a:off x="0" y="0"/>
          <a:ext cx="0" cy="0"/>
          <a:chOff x="0" y="0"/>
          <a:chExt cx="0" cy="0"/>
        </a:xfrm>
      </p:grpSpPr>
      <p:sp>
        <p:nvSpPr>
          <p:cNvPr id="792" name="Google Shape;792;p134"/>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93" name="Google Shape;793;p134"/>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4" name="Google Shape;794;p134"/>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95" name="Google Shape;795;p134"/>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96" name="Google Shape;796;p13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797" name="Google Shape;797;p13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98" name="Google Shape;798;p13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HYUNDAI  Subhead | Title">
  <p:cSld name="HYUNDAI  Subhead | Title">
    <p:bg>
      <p:bgPr>
        <a:solidFill>
          <a:schemeClr val="dk2"/>
        </a:solidFill>
        <a:effectLst/>
      </p:bgPr>
    </p:bg>
    <p:spTree>
      <p:nvGrpSpPr>
        <p:cNvPr id="1" name="Shape 799"/>
        <p:cNvGrpSpPr/>
        <p:nvPr/>
      </p:nvGrpSpPr>
      <p:grpSpPr>
        <a:xfrm>
          <a:off x="0" y="0"/>
          <a:ext cx="0" cy="0"/>
          <a:chOff x="0" y="0"/>
          <a:chExt cx="0" cy="0"/>
        </a:xfrm>
      </p:grpSpPr>
      <p:sp>
        <p:nvSpPr>
          <p:cNvPr id="800" name="Google Shape;800;p135"/>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1" name="Google Shape;801;p13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02" name="Google Shape;802;p135"/>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803" name="Google Shape;803;p13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04" name="Google Shape;804;p13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HYUNDAI  1Col Title | Subhead | Text">
  <p:cSld name="HYUNDAI  1Col Title | Subhead | Text">
    <p:bg>
      <p:bgPr>
        <a:solidFill>
          <a:schemeClr val="dk2"/>
        </a:solidFill>
        <a:effectLst/>
      </p:bgPr>
    </p:bg>
    <p:spTree>
      <p:nvGrpSpPr>
        <p:cNvPr id="1" name="Shape 805"/>
        <p:cNvGrpSpPr/>
        <p:nvPr/>
      </p:nvGrpSpPr>
      <p:grpSpPr>
        <a:xfrm>
          <a:off x="0" y="0"/>
          <a:ext cx="0" cy="0"/>
          <a:chOff x="0" y="0"/>
          <a:chExt cx="0" cy="0"/>
        </a:xfrm>
      </p:grpSpPr>
      <p:sp>
        <p:nvSpPr>
          <p:cNvPr id="806" name="Google Shape;806;p136"/>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7" name="Google Shape;807;p13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08" name="Google Shape;808;p136"/>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600"/>
              <a:buNone/>
              <a:defRPr sz="1600">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600"/>
              <a:buNone/>
              <a:defRPr sz="1600">
                <a:solidFill>
                  <a:schemeClr val="accent2"/>
                </a:solidFill>
              </a:defRPr>
            </a:lvl4pPr>
            <a:lvl5pPr lvl="4" rtl="0">
              <a:spcBef>
                <a:spcPts val="300"/>
              </a:spcBef>
              <a:spcAft>
                <a:spcPts val="0"/>
              </a:spcAft>
              <a:buClr>
                <a:schemeClr val="accent2"/>
              </a:buClr>
              <a:buSzPts val="1600"/>
              <a:buNone/>
              <a:defRPr sz="1600">
                <a:solidFill>
                  <a:schemeClr val="accent2"/>
                </a:solidFill>
              </a:defRPr>
            </a:lvl5pPr>
            <a:lvl6pPr lvl="5" rtl="0">
              <a:spcBef>
                <a:spcPts val="533"/>
              </a:spcBef>
              <a:spcAft>
                <a:spcPts val="0"/>
              </a:spcAft>
              <a:buClr>
                <a:schemeClr val="accent2"/>
              </a:buClr>
              <a:buSzPts val="1600"/>
              <a:buNone/>
              <a:defRPr sz="1600">
                <a:solidFill>
                  <a:schemeClr val="accent2"/>
                </a:solidFill>
              </a:defRPr>
            </a:lvl6pPr>
            <a:lvl7pPr lvl="6" rtl="0">
              <a:spcBef>
                <a:spcPts val="533"/>
              </a:spcBef>
              <a:spcAft>
                <a:spcPts val="0"/>
              </a:spcAft>
              <a:buClr>
                <a:schemeClr val="accent2"/>
              </a:buClr>
              <a:buSzPts val="1600"/>
              <a:buNone/>
              <a:defRPr sz="1600">
                <a:solidFill>
                  <a:schemeClr val="accent2"/>
                </a:solidFill>
              </a:defRPr>
            </a:lvl7pPr>
            <a:lvl8pPr lvl="7" rtl="0">
              <a:spcBef>
                <a:spcPts val="533"/>
              </a:spcBef>
              <a:spcAft>
                <a:spcPts val="0"/>
              </a:spcAft>
              <a:buClr>
                <a:schemeClr val="accent2"/>
              </a:buClr>
              <a:buSzPts val="1600"/>
              <a:buNone/>
              <a:defRPr sz="1600">
                <a:solidFill>
                  <a:schemeClr val="accent2"/>
                </a:solidFill>
              </a:defRPr>
            </a:lvl8pPr>
            <a:lvl9pPr lvl="8" rtl="0">
              <a:spcBef>
                <a:spcPts val="533"/>
              </a:spcBef>
              <a:spcAft>
                <a:spcPts val="0"/>
              </a:spcAft>
              <a:buClr>
                <a:schemeClr val="accent2"/>
              </a:buClr>
              <a:buSzPts val="1600"/>
              <a:buNone/>
              <a:defRPr sz="1600">
                <a:solidFill>
                  <a:schemeClr val="accent2"/>
                </a:solidFill>
              </a:defRPr>
            </a:lvl9pPr>
          </a:lstStyle>
          <a:p>
            <a:endParaRPr/>
          </a:p>
        </p:txBody>
      </p:sp>
      <p:sp>
        <p:nvSpPr>
          <p:cNvPr id="809" name="Google Shape;809;p136"/>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810" name="Google Shape;810;p13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11" name="Google Shape;811;p13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HYUNDAI  2Col Title | Subhead | Text">
  <p:cSld name="HYUNDAI  2Col Title | Subhead | Text">
    <p:bg>
      <p:bgPr>
        <a:solidFill>
          <a:schemeClr val="dk2"/>
        </a:solidFill>
        <a:effectLst/>
      </p:bgPr>
    </p:bg>
    <p:spTree>
      <p:nvGrpSpPr>
        <p:cNvPr id="1" name="Shape 812"/>
        <p:cNvGrpSpPr/>
        <p:nvPr/>
      </p:nvGrpSpPr>
      <p:grpSpPr>
        <a:xfrm>
          <a:off x="0" y="0"/>
          <a:ext cx="0" cy="0"/>
          <a:chOff x="0" y="0"/>
          <a:chExt cx="0" cy="0"/>
        </a:xfrm>
      </p:grpSpPr>
      <p:sp>
        <p:nvSpPr>
          <p:cNvPr id="813" name="Google Shape;813;p137"/>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4" name="Google Shape;814;p13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15" name="Google Shape;815;p137"/>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16" name="Google Shape;816;p137"/>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817" name="Google Shape;817;p137"/>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18" name="Google Shape;818;p13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19" name="Google Shape;819;p13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HYUNDAI  1Col Title | Subhead | Text | Image">
  <p:cSld name="HYUNDAI  1Col Title | Subhead | Text | Image">
    <p:bg>
      <p:bgPr>
        <a:solidFill>
          <a:schemeClr val="dk2"/>
        </a:solidFill>
        <a:effectLst/>
      </p:bgPr>
    </p:bg>
    <p:spTree>
      <p:nvGrpSpPr>
        <p:cNvPr id="1" name="Shape 820"/>
        <p:cNvGrpSpPr/>
        <p:nvPr/>
      </p:nvGrpSpPr>
      <p:grpSpPr>
        <a:xfrm>
          <a:off x="0" y="0"/>
          <a:ext cx="0" cy="0"/>
          <a:chOff x="0" y="0"/>
          <a:chExt cx="0" cy="0"/>
        </a:xfrm>
      </p:grpSpPr>
      <p:sp>
        <p:nvSpPr>
          <p:cNvPr id="821" name="Google Shape;821;p138"/>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2" name="Google Shape;822;p138"/>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23" name="Google Shape;823;p13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24" name="Google Shape;824;p138"/>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25" name="Google Shape;825;p138"/>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26" name="Google Shape;826;p13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27" name="Google Shape;827;p13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HYUNDAI  Title | Subhead | Text | HP Image">
  <p:cSld name="HYUNDAI  Title | Subhead | Text | HP Image">
    <p:bg>
      <p:bgPr>
        <a:solidFill>
          <a:schemeClr val="dk2"/>
        </a:solidFill>
        <a:effectLst/>
      </p:bgPr>
    </p:bg>
    <p:spTree>
      <p:nvGrpSpPr>
        <p:cNvPr id="1" name="Shape 828"/>
        <p:cNvGrpSpPr/>
        <p:nvPr/>
      </p:nvGrpSpPr>
      <p:grpSpPr>
        <a:xfrm>
          <a:off x="0" y="0"/>
          <a:ext cx="0" cy="0"/>
          <a:chOff x="0" y="0"/>
          <a:chExt cx="0" cy="0"/>
        </a:xfrm>
      </p:grpSpPr>
      <p:sp>
        <p:nvSpPr>
          <p:cNvPr id="829" name="Google Shape;829;p139"/>
          <p:cNvSpPr>
            <a:spLocks noGrp="1"/>
          </p:cNvSpPr>
          <p:nvPr>
            <p:ph type="pic" idx="2"/>
          </p:nvPr>
        </p:nvSpPr>
        <p:spPr>
          <a:xfrm>
            <a:off x="6094475" y="359"/>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30" name="Google Shape;830;p139"/>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1" name="Google Shape;831;p13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32" name="Google Shape;832;p139"/>
          <p:cNvSpPr txBox="1">
            <a:spLocks noGrp="1"/>
          </p:cNvSpPr>
          <p:nvPr>
            <p:ph type="subTitle" idx="1"/>
          </p:nvPr>
        </p:nvSpPr>
        <p:spPr>
          <a:xfrm>
            <a:off x="455626" y="128016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33" name="Google Shape;833;p139"/>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34" name="Google Shape;834;p13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35" name="Google Shape;835;p13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HYUNDAI  Title | Subhead">
  <p:cSld name="HYUNDAI  Title | Subhead">
    <p:bg>
      <p:bgPr>
        <a:solidFill>
          <a:schemeClr val="dk2"/>
        </a:solidFill>
        <a:effectLst/>
      </p:bgPr>
    </p:bg>
    <p:spTree>
      <p:nvGrpSpPr>
        <p:cNvPr id="1" name="Shape 836"/>
        <p:cNvGrpSpPr/>
        <p:nvPr/>
      </p:nvGrpSpPr>
      <p:grpSpPr>
        <a:xfrm>
          <a:off x="0" y="0"/>
          <a:ext cx="0" cy="0"/>
          <a:chOff x="0" y="0"/>
          <a:chExt cx="0" cy="0"/>
        </a:xfrm>
      </p:grpSpPr>
      <p:sp>
        <p:nvSpPr>
          <p:cNvPr id="837" name="Google Shape;837;p140"/>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8" name="Google Shape;838;p14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39" name="Google Shape;839;p140"/>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pic>
        <p:nvPicPr>
          <p:cNvPr id="840" name="Google Shape;840;p14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1" name="Google Shape;841;p14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HYUNDAI  Blank">
  <p:cSld name="HYUNDAI  Blank">
    <p:bg>
      <p:bgPr>
        <a:solidFill>
          <a:schemeClr val="dk2"/>
        </a:solidFill>
        <a:effectLst/>
      </p:bgPr>
    </p:bg>
    <p:spTree>
      <p:nvGrpSpPr>
        <p:cNvPr id="1" name="Shape 842"/>
        <p:cNvGrpSpPr/>
        <p:nvPr/>
      </p:nvGrpSpPr>
      <p:grpSpPr>
        <a:xfrm>
          <a:off x="0" y="0"/>
          <a:ext cx="0" cy="0"/>
          <a:chOff x="0" y="0"/>
          <a:chExt cx="0" cy="0"/>
        </a:xfrm>
      </p:grpSpPr>
      <p:sp>
        <p:nvSpPr>
          <p:cNvPr id="843" name="Google Shape;843;p14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844" name="Google Shape;844;p14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5" name="Google Shape;845;p14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WHITE Blank">
  <p:cSld name="WHITE Blank">
    <p:spTree>
      <p:nvGrpSpPr>
        <p:cNvPr id="1" name="Shape 846"/>
        <p:cNvGrpSpPr/>
        <p:nvPr/>
      </p:nvGrpSpPr>
      <p:grpSpPr>
        <a:xfrm>
          <a:off x="0" y="0"/>
          <a:ext cx="0" cy="0"/>
          <a:chOff x="0" y="0"/>
          <a:chExt cx="0" cy="0"/>
        </a:xfrm>
      </p:grpSpPr>
      <p:sp>
        <p:nvSpPr>
          <p:cNvPr id="847" name="Google Shape;847;p14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848" name="Google Shape;848;p14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9" name="Google Shape;849;p14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latin typeface="Roboto"/>
                <a:ea typeface="Roboto"/>
                <a:cs typeface="Roboto"/>
                <a:sym typeface="Roboto"/>
              </a:rPr>
              <a:t>Proprietary &amp; Confidential - For Internal Use Only</a:t>
            </a:r>
            <a:endParaRPr sz="1000">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NAVY 1Col Title | Subhead | Text | Image">
  <p:cSld name="NAVY 1Col Title | Subhead | Text | Image">
    <p:bg>
      <p:bgPr>
        <a:solidFill>
          <a:srgbClr val="030A14"/>
        </a:solidFill>
        <a:effectLst/>
      </p:bgPr>
    </p:bg>
    <p:spTree>
      <p:nvGrpSpPr>
        <p:cNvPr id="1" name="Shape 850"/>
        <p:cNvGrpSpPr/>
        <p:nvPr/>
      </p:nvGrpSpPr>
      <p:grpSpPr>
        <a:xfrm>
          <a:off x="0" y="0"/>
          <a:ext cx="0" cy="0"/>
          <a:chOff x="0" y="0"/>
          <a:chExt cx="0" cy="0"/>
        </a:xfrm>
      </p:grpSpPr>
      <p:sp>
        <p:nvSpPr>
          <p:cNvPr id="851" name="Google Shape;851;p14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52" name="Google Shape;852;p143"/>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53" name="Google Shape;853;p14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54" name="Google Shape;854;p143"/>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55" name="Google Shape;855;p143"/>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56" name="Google Shape;856;p14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57" name="Google Shape;857;p14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NAVY Title | Subhead | Text | HP Image">
  <p:cSld name="NAVY Title | Subhead | Text | HP Image">
    <p:bg>
      <p:bgPr>
        <a:solidFill>
          <a:srgbClr val="030A14"/>
        </a:solidFill>
        <a:effectLst/>
      </p:bgPr>
    </p:bg>
    <p:spTree>
      <p:nvGrpSpPr>
        <p:cNvPr id="1" name="Shape 858"/>
        <p:cNvGrpSpPr/>
        <p:nvPr/>
      </p:nvGrpSpPr>
      <p:grpSpPr>
        <a:xfrm>
          <a:off x="0" y="0"/>
          <a:ext cx="0" cy="0"/>
          <a:chOff x="0" y="0"/>
          <a:chExt cx="0" cy="0"/>
        </a:xfrm>
      </p:grpSpPr>
      <p:sp>
        <p:nvSpPr>
          <p:cNvPr id="859" name="Google Shape;859;p144"/>
          <p:cNvSpPr>
            <a:spLocks noGrp="1"/>
          </p:cNvSpPr>
          <p:nvPr>
            <p:ph type="pic" idx="2"/>
          </p:nvPr>
        </p:nvSpPr>
        <p:spPr>
          <a:xfrm>
            <a:off x="6094475" y="359"/>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60" name="Google Shape;860;p144"/>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1" name="Google Shape;861;p14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62" name="Google Shape;862;p144"/>
          <p:cNvSpPr txBox="1">
            <a:spLocks noGrp="1"/>
          </p:cNvSpPr>
          <p:nvPr>
            <p:ph type="subTitle" idx="1"/>
          </p:nvPr>
        </p:nvSpPr>
        <p:spPr>
          <a:xfrm>
            <a:off x="455625" y="128016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63" name="Google Shape;863;p144"/>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64" name="Google Shape;864;p14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65" name="Google Shape;865;p14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7.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63" Type="http://schemas.openxmlformats.org/officeDocument/2006/relationships/slideLayout" Target="../slideLayouts/slideLayout74.xml"/><Relationship Id="rId68" Type="http://schemas.openxmlformats.org/officeDocument/2006/relationships/slideLayout" Target="../slideLayouts/slideLayout7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66" Type="http://schemas.openxmlformats.org/officeDocument/2006/relationships/slideLayout" Target="../slideLayouts/slideLayout77.xml"/><Relationship Id="rId74" Type="http://schemas.openxmlformats.org/officeDocument/2006/relationships/slideLayout" Target="../slideLayouts/slideLayout85.xml"/><Relationship Id="rId5" Type="http://schemas.openxmlformats.org/officeDocument/2006/relationships/slideLayout" Target="../slideLayouts/slideLayout16.xml"/><Relationship Id="rId61" Type="http://schemas.openxmlformats.org/officeDocument/2006/relationships/slideLayout" Target="../slideLayouts/slideLayout72.xml"/><Relationship Id="rId19" Type="http://schemas.openxmlformats.org/officeDocument/2006/relationships/slideLayout" Target="../slideLayouts/slideLayout3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64" Type="http://schemas.openxmlformats.org/officeDocument/2006/relationships/slideLayout" Target="../slideLayouts/slideLayout75.xml"/><Relationship Id="rId69" Type="http://schemas.openxmlformats.org/officeDocument/2006/relationships/slideLayout" Target="../slideLayouts/slideLayout80.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slideLayout" Target="../slideLayouts/slideLayout70.xml"/><Relationship Id="rId67" Type="http://schemas.openxmlformats.org/officeDocument/2006/relationships/slideLayout" Target="../slideLayouts/slideLayout78.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62" Type="http://schemas.openxmlformats.org/officeDocument/2006/relationships/slideLayout" Target="../slideLayouts/slideLayout73.xml"/><Relationship Id="rId70" Type="http://schemas.openxmlformats.org/officeDocument/2006/relationships/slideLayout" Target="../slideLayouts/slideLayout81.xml"/><Relationship Id="rId75"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slideLayout" Target="../slideLayouts/slideLayout71.xml"/><Relationship Id="rId65" Type="http://schemas.openxmlformats.org/officeDocument/2006/relationships/slideLayout" Target="../slideLayouts/slideLayout76.xml"/><Relationship Id="rId73" Type="http://schemas.openxmlformats.org/officeDocument/2006/relationships/slideLayout" Target="../slideLayouts/slideLayout8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34" Type="http://schemas.openxmlformats.org/officeDocument/2006/relationships/slideLayout" Target="../slideLayouts/slideLayout45.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71" Type="http://schemas.openxmlformats.org/officeDocument/2006/relationships/slideLayout" Target="../slideLayouts/slideLayout8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8.xml"/><Relationship Id="rId18" Type="http://schemas.openxmlformats.org/officeDocument/2006/relationships/slideLayout" Target="../slideLayouts/slideLayout103.xml"/><Relationship Id="rId26" Type="http://schemas.openxmlformats.org/officeDocument/2006/relationships/slideLayout" Target="../slideLayouts/slideLayout111.xml"/><Relationship Id="rId39" Type="http://schemas.openxmlformats.org/officeDocument/2006/relationships/slideLayout" Target="../slideLayouts/slideLayout124.xml"/><Relationship Id="rId21" Type="http://schemas.openxmlformats.org/officeDocument/2006/relationships/slideLayout" Target="../slideLayouts/slideLayout106.xml"/><Relationship Id="rId34" Type="http://schemas.openxmlformats.org/officeDocument/2006/relationships/slideLayout" Target="../slideLayouts/slideLayout119.xml"/><Relationship Id="rId42" Type="http://schemas.openxmlformats.org/officeDocument/2006/relationships/slideLayout" Target="../slideLayouts/slideLayout127.xml"/><Relationship Id="rId47" Type="http://schemas.openxmlformats.org/officeDocument/2006/relationships/slideLayout" Target="../slideLayouts/slideLayout132.xml"/><Relationship Id="rId50" Type="http://schemas.openxmlformats.org/officeDocument/2006/relationships/slideLayout" Target="../slideLayouts/slideLayout135.xml"/><Relationship Id="rId55" Type="http://schemas.openxmlformats.org/officeDocument/2006/relationships/theme" Target="../theme/theme3.xml"/><Relationship Id="rId7" Type="http://schemas.openxmlformats.org/officeDocument/2006/relationships/slideLayout" Target="../slideLayouts/slideLayout92.xml"/><Relationship Id="rId2" Type="http://schemas.openxmlformats.org/officeDocument/2006/relationships/slideLayout" Target="../slideLayouts/slideLayout87.xml"/><Relationship Id="rId16" Type="http://schemas.openxmlformats.org/officeDocument/2006/relationships/slideLayout" Target="../slideLayouts/slideLayout101.xml"/><Relationship Id="rId29" Type="http://schemas.openxmlformats.org/officeDocument/2006/relationships/slideLayout" Target="../slideLayouts/slideLayout114.xml"/><Relationship Id="rId11" Type="http://schemas.openxmlformats.org/officeDocument/2006/relationships/slideLayout" Target="../slideLayouts/slideLayout96.xml"/><Relationship Id="rId24" Type="http://schemas.openxmlformats.org/officeDocument/2006/relationships/slideLayout" Target="../slideLayouts/slideLayout109.xml"/><Relationship Id="rId32" Type="http://schemas.openxmlformats.org/officeDocument/2006/relationships/slideLayout" Target="../slideLayouts/slideLayout117.xml"/><Relationship Id="rId37" Type="http://schemas.openxmlformats.org/officeDocument/2006/relationships/slideLayout" Target="../slideLayouts/slideLayout122.xml"/><Relationship Id="rId40" Type="http://schemas.openxmlformats.org/officeDocument/2006/relationships/slideLayout" Target="../slideLayouts/slideLayout125.xml"/><Relationship Id="rId45" Type="http://schemas.openxmlformats.org/officeDocument/2006/relationships/slideLayout" Target="../slideLayouts/slideLayout130.xml"/><Relationship Id="rId53" Type="http://schemas.openxmlformats.org/officeDocument/2006/relationships/slideLayout" Target="../slideLayouts/slideLayout138.xml"/><Relationship Id="rId5" Type="http://schemas.openxmlformats.org/officeDocument/2006/relationships/slideLayout" Target="../slideLayouts/slideLayout90.xml"/><Relationship Id="rId10" Type="http://schemas.openxmlformats.org/officeDocument/2006/relationships/slideLayout" Target="../slideLayouts/slideLayout95.xml"/><Relationship Id="rId19" Type="http://schemas.openxmlformats.org/officeDocument/2006/relationships/slideLayout" Target="../slideLayouts/slideLayout104.xml"/><Relationship Id="rId31" Type="http://schemas.openxmlformats.org/officeDocument/2006/relationships/slideLayout" Target="../slideLayouts/slideLayout116.xml"/><Relationship Id="rId44" Type="http://schemas.openxmlformats.org/officeDocument/2006/relationships/slideLayout" Target="../slideLayouts/slideLayout129.xml"/><Relationship Id="rId52" Type="http://schemas.openxmlformats.org/officeDocument/2006/relationships/slideLayout" Target="../slideLayouts/slideLayout137.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30" Type="http://schemas.openxmlformats.org/officeDocument/2006/relationships/slideLayout" Target="../slideLayouts/slideLayout115.xml"/><Relationship Id="rId35" Type="http://schemas.openxmlformats.org/officeDocument/2006/relationships/slideLayout" Target="../slideLayouts/slideLayout120.xml"/><Relationship Id="rId43" Type="http://schemas.openxmlformats.org/officeDocument/2006/relationships/slideLayout" Target="../slideLayouts/slideLayout128.xml"/><Relationship Id="rId48" Type="http://schemas.openxmlformats.org/officeDocument/2006/relationships/slideLayout" Target="../slideLayouts/slideLayout133.xml"/><Relationship Id="rId8" Type="http://schemas.openxmlformats.org/officeDocument/2006/relationships/slideLayout" Target="../slideLayouts/slideLayout93.xml"/><Relationship Id="rId51" Type="http://schemas.openxmlformats.org/officeDocument/2006/relationships/slideLayout" Target="../slideLayouts/slideLayout136.xml"/><Relationship Id="rId3" Type="http://schemas.openxmlformats.org/officeDocument/2006/relationships/slideLayout" Target="../slideLayouts/slideLayout88.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33" Type="http://schemas.openxmlformats.org/officeDocument/2006/relationships/slideLayout" Target="../slideLayouts/slideLayout118.xml"/><Relationship Id="rId38" Type="http://schemas.openxmlformats.org/officeDocument/2006/relationships/slideLayout" Target="../slideLayouts/slideLayout123.xml"/><Relationship Id="rId46" Type="http://schemas.openxmlformats.org/officeDocument/2006/relationships/slideLayout" Target="../slideLayouts/slideLayout131.xml"/><Relationship Id="rId20" Type="http://schemas.openxmlformats.org/officeDocument/2006/relationships/slideLayout" Target="../slideLayouts/slideLayout105.xml"/><Relationship Id="rId41" Type="http://schemas.openxmlformats.org/officeDocument/2006/relationships/slideLayout" Target="../slideLayouts/slideLayout126.xml"/><Relationship Id="rId54" Type="http://schemas.openxmlformats.org/officeDocument/2006/relationships/slideLayout" Target="../slideLayouts/slideLayout139.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36" Type="http://schemas.openxmlformats.org/officeDocument/2006/relationships/slideLayout" Target="../slideLayouts/slideLayout121.xml"/><Relationship Id="rId49" Type="http://schemas.openxmlformats.org/officeDocument/2006/relationships/slideLayout" Target="../slideLayouts/slideLayout1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 id="2147483713" r:id="rId55"/>
    <p:sldLayoutId id="2147483714" r:id="rId56"/>
    <p:sldLayoutId id="2147483715" r:id="rId57"/>
    <p:sldLayoutId id="2147483716" r:id="rId58"/>
    <p:sldLayoutId id="2147483717" r:id="rId59"/>
    <p:sldLayoutId id="2147483718" r:id="rId60"/>
    <p:sldLayoutId id="2147483719" r:id="rId61"/>
    <p:sldLayoutId id="2147483720" r:id="rId62"/>
    <p:sldLayoutId id="2147483721" r:id="rId63"/>
    <p:sldLayoutId id="2147483722" r:id="rId64"/>
    <p:sldLayoutId id="2147483723" r:id="rId65"/>
    <p:sldLayoutId id="2147483724" r:id="rId66"/>
    <p:sldLayoutId id="2147483725" r:id="rId67"/>
    <p:sldLayoutId id="2147483726" r:id="rId68"/>
    <p:sldLayoutId id="2147483727" r:id="rId69"/>
    <p:sldLayoutId id="2147483728" r:id="rId70"/>
    <p:sldLayoutId id="2147483729" r:id="rId71"/>
    <p:sldLayoutId id="2147483730" r:id="rId72"/>
    <p:sldLayoutId id="2147483731" r:id="rId73"/>
    <p:sldLayoutId id="2147483732" r:id="rId74"/>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34" r:id="rId1"/>
    <p:sldLayoutId id="2147483735" r:id="rId2"/>
    <p:sldLayoutId id="2147483736"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 id="2147483770" r:id="rId35"/>
    <p:sldLayoutId id="2147483771" r:id="rId36"/>
    <p:sldLayoutId id="2147483772" r:id="rId37"/>
    <p:sldLayoutId id="2147483773" r:id="rId38"/>
    <p:sldLayoutId id="2147483774" r:id="rId39"/>
    <p:sldLayoutId id="2147483775" r:id="rId40"/>
    <p:sldLayoutId id="2147483776" r:id="rId41"/>
    <p:sldLayoutId id="2147483777" r:id="rId42"/>
    <p:sldLayoutId id="2147483778" r:id="rId43"/>
    <p:sldLayoutId id="2147483779" r:id="rId44"/>
    <p:sldLayoutId id="2147483780" r:id="rId45"/>
    <p:sldLayoutId id="2147483781" r:id="rId46"/>
    <p:sldLayoutId id="2147483782" r:id="rId47"/>
    <p:sldLayoutId id="2147483783" r:id="rId48"/>
    <p:sldLayoutId id="2147483784" r:id="rId49"/>
    <p:sldLayoutId id="2147483785" r:id="rId50"/>
    <p:sldLayoutId id="2147483786" r:id="rId51"/>
    <p:sldLayoutId id="2147483787" r:id="rId52"/>
    <p:sldLayoutId id="2147483788" r:id="rId53"/>
    <p:sldLayoutId id="2147483789" r:id="rId54"/>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9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9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3.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9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9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9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9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3.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93.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93.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93.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93.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93.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93.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9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3.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93.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93.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93.xml"/></Relationships>
</file>

<file path=ppt/slides/_rels/slide26.xml.rels><?xml version="1.0" encoding="UTF-8" standalone="yes"?>
<Relationships xmlns="http://schemas.openxmlformats.org/package/2006/relationships"><Relationship Id="rId3" Type="http://schemas.openxmlformats.org/officeDocument/2006/relationships/hyperlink" Target="https://csrc.nist.gov/publications/detail/sp/800-154/draft" TargetMode="External"/><Relationship Id="rId2" Type="http://schemas.openxmlformats.org/officeDocument/2006/relationships/notesSlide" Target="../notesSlides/notesSlide26.xml"/><Relationship Id="rId1" Type="http://schemas.openxmlformats.org/officeDocument/2006/relationships/slideLayout" Target="../slideLayouts/slideLayout93.xml"/><Relationship Id="rId5" Type="http://schemas.openxmlformats.org/officeDocument/2006/relationships/hyperlink" Target="https://creativecommons.org/licenses/by/2.0/" TargetMode="External"/><Relationship Id="rId4" Type="http://schemas.openxmlformats.org/officeDocument/2006/relationships/hyperlink" Target="https://www.flickr.com/photos/41894183508@N01/375995149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Attack Surface Analysis</a:t>
            </a:r>
            <a:br>
              <a:rPr lang="en" sz="5400" dirty="0"/>
            </a:br>
            <a:r>
              <a:rPr lang="en" sz="5400" dirty="0"/>
              <a:t>Model Creation</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1</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2025-04-23</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325CF8B-3AEB-C8FB-3B39-B59C981CF1F6}"/>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FEF81D3F-911E-5203-7C36-A9224AF4232C}"/>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925773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6" name="Picture 5">
            <a:extLst>
              <a:ext uri="{FF2B5EF4-FFF2-40B4-BE49-F238E27FC236}">
                <a16:creationId xmlns:a16="http://schemas.microsoft.com/office/drawing/2014/main" id="{15679D12-CD1A-C644-264B-34DB9F50D43F}"/>
              </a:ext>
            </a:extLst>
          </p:cNvPr>
          <p:cNvPicPr>
            <a:picLocks noChangeAspect="1"/>
          </p:cNvPicPr>
          <p:nvPr/>
        </p:nvPicPr>
        <p:blipFill>
          <a:blip r:embed="rId3"/>
          <a:stretch>
            <a:fillRect/>
          </a:stretch>
        </p:blipFill>
        <p:spPr>
          <a:xfrm>
            <a:off x="472680" y="1151166"/>
            <a:ext cx="11290926" cy="5246149"/>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Attack Surface Analysis Process</a:t>
            </a:r>
            <a:endParaRPr dirty="0"/>
          </a:p>
        </p:txBody>
      </p:sp>
    </p:spTree>
    <p:extLst>
      <p:ext uri="{BB962C8B-B14F-4D97-AF65-F5344CB8AC3E}">
        <p14:creationId xmlns:p14="http://schemas.microsoft.com/office/powerpoint/2010/main" val="3876755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BA34D0C-AF91-22FE-4CFA-4FE70EF0C70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990CF32-7CB1-7C36-17A7-1B6029DE06A2}"/>
              </a:ext>
            </a:extLst>
          </p:cNvPr>
          <p:cNvPicPr>
            <a:picLocks noChangeAspect="1"/>
          </p:cNvPicPr>
          <p:nvPr/>
        </p:nvPicPr>
        <p:blipFill>
          <a:blip r:embed="rId3">
            <a:alphaModFix amt="10000"/>
          </a:blip>
          <a:stretch>
            <a:fillRect/>
          </a:stretch>
        </p:blipFill>
        <p:spPr>
          <a:xfrm>
            <a:off x="472680" y="1151166"/>
            <a:ext cx="11290926" cy="5246149"/>
          </a:xfrm>
          <a:prstGeom prst="rect">
            <a:avLst/>
          </a:prstGeom>
        </p:spPr>
      </p:pic>
      <p:sp>
        <p:nvSpPr>
          <p:cNvPr id="1199" name="Google Shape;1199;p156">
            <a:extLst>
              <a:ext uri="{FF2B5EF4-FFF2-40B4-BE49-F238E27FC236}">
                <a16:creationId xmlns:a16="http://schemas.microsoft.com/office/drawing/2014/main" id="{D83BE4D5-305E-9832-CFCE-126730920AF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Model Creation Activity</a:t>
            </a:r>
            <a:endParaRPr dirty="0"/>
          </a:p>
        </p:txBody>
      </p:sp>
      <p:pic>
        <p:nvPicPr>
          <p:cNvPr id="2" name="Picture 1">
            <a:extLst>
              <a:ext uri="{FF2B5EF4-FFF2-40B4-BE49-F238E27FC236}">
                <a16:creationId xmlns:a16="http://schemas.microsoft.com/office/drawing/2014/main" id="{FFAC7C57-A66C-9346-50EE-25F7F060D97A}"/>
              </a:ext>
            </a:extLst>
          </p:cNvPr>
          <p:cNvPicPr>
            <a:picLocks noChangeAspect="1"/>
          </p:cNvPicPr>
          <p:nvPr/>
        </p:nvPicPr>
        <p:blipFill>
          <a:blip r:embed="rId4"/>
          <a:stretch>
            <a:fillRect/>
          </a:stretch>
        </p:blipFill>
        <p:spPr>
          <a:xfrm>
            <a:off x="472680" y="1151166"/>
            <a:ext cx="4158365" cy="5246149"/>
          </a:xfrm>
          <a:prstGeom prst="rect">
            <a:avLst/>
          </a:prstGeom>
        </p:spPr>
      </p:pic>
    </p:spTree>
    <p:extLst>
      <p:ext uri="{BB962C8B-B14F-4D97-AF65-F5344CB8AC3E}">
        <p14:creationId xmlns:p14="http://schemas.microsoft.com/office/powerpoint/2010/main" val="4103827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52FF547-A2AF-C102-9A68-53A33A32B2E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B05B5ABB-CCB2-E23F-25A1-66C38BE37F43}"/>
              </a:ext>
            </a:extLst>
          </p:cNvPr>
          <p:cNvPicPr>
            <a:picLocks noChangeAspect="1"/>
          </p:cNvPicPr>
          <p:nvPr/>
        </p:nvPicPr>
        <p:blipFill>
          <a:blip r:embed="rId3">
            <a:alphaModFix amt="10000"/>
          </a:blip>
          <a:stretch>
            <a:fillRect/>
          </a:stretch>
        </p:blipFill>
        <p:spPr>
          <a:xfrm>
            <a:off x="472680" y="1151166"/>
            <a:ext cx="11290926" cy="5246149"/>
          </a:xfrm>
          <a:prstGeom prst="rect">
            <a:avLst/>
          </a:prstGeom>
        </p:spPr>
      </p:pic>
      <p:sp>
        <p:nvSpPr>
          <p:cNvPr id="1199" name="Google Shape;1199;p156">
            <a:extLst>
              <a:ext uri="{FF2B5EF4-FFF2-40B4-BE49-F238E27FC236}">
                <a16:creationId xmlns:a16="http://schemas.microsoft.com/office/drawing/2014/main" id="{4D8A89BD-0412-1A41-101D-8AC8962C6AB6}"/>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Model Creation Activity</a:t>
            </a:r>
            <a:endParaRPr dirty="0"/>
          </a:p>
        </p:txBody>
      </p:sp>
      <p:pic>
        <p:nvPicPr>
          <p:cNvPr id="2" name="Picture 1">
            <a:extLst>
              <a:ext uri="{FF2B5EF4-FFF2-40B4-BE49-F238E27FC236}">
                <a16:creationId xmlns:a16="http://schemas.microsoft.com/office/drawing/2014/main" id="{4C0A0AA0-5E37-FD97-B0B9-C26B46E631DB}"/>
              </a:ext>
            </a:extLst>
          </p:cNvPr>
          <p:cNvPicPr>
            <a:picLocks noChangeAspect="1"/>
          </p:cNvPicPr>
          <p:nvPr/>
        </p:nvPicPr>
        <p:blipFill>
          <a:blip r:embed="rId4"/>
          <a:stretch>
            <a:fillRect/>
          </a:stretch>
        </p:blipFill>
        <p:spPr>
          <a:xfrm>
            <a:off x="472680" y="1151166"/>
            <a:ext cx="4158365" cy="5246149"/>
          </a:xfrm>
          <a:prstGeom prst="rect">
            <a:avLst/>
          </a:prstGeom>
        </p:spPr>
      </p:pic>
      <p:pic>
        <p:nvPicPr>
          <p:cNvPr id="3" name="Picture 2">
            <a:extLst>
              <a:ext uri="{FF2B5EF4-FFF2-40B4-BE49-F238E27FC236}">
                <a16:creationId xmlns:a16="http://schemas.microsoft.com/office/drawing/2014/main" id="{A087686C-EF11-C316-8519-84DDD16FA7E9}"/>
              </a:ext>
            </a:extLst>
          </p:cNvPr>
          <p:cNvPicPr>
            <a:picLocks noChangeAspect="1"/>
          </p:cNvPicPr>
          <p:nvPr/>
        </p:nvPicPr>
        <p:blipFill>
          <a:blip r:embed="rId5"/>
          <a:stretch>
            <a:fillRect/>
          </a:stretch>
        </p:blipFill>
        <p:spPr>
          <a:xfrm>
            <a:off x="6215095" y="1509482"/>
            <a:ext cx="4268841" cy="4317168"/>
          </a:xfrm>
          <a:prstGeom prst="rect">
            <a:avLst/>
          </a:prstGeom>
        </p:spPr>
      </p:pic>
    </p:spTree>
    <p:extLst>
      <p:ext uri="{BB962C8B-B14F-4D97-AF65-F5344CB8AC3E}">
        <p14:creationId xmlns:p14="http://schemas.microsoft.com/office/powerpoint/2010/main" val="3411748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Areas of Interest</a:t>
            </a:r>
            <a:endParaRPr dirty="0"/>
          </a:p>
        </p:txBody>
      </p:sp>
      <p:sp>
        <p:nvSpPr>
          <p:cNvPr id="5" name="TextBox 4">
            <a:extLst>
              <a:ext uri="{FF2B5EF4-FFF2-40B4-BE49-F238E27FC236}">
                <a16:creationId xmlns:a16="http://schemas.microsoft.com/office/drawing/2014/main" id="{B1FDEB7F-3C06-4363-CDF2-1D0151C23007}"/>
              </a:ext>
            </a:extLst>
          </p:cNvPr>
          <p:cNvSpPr txBox="1"/>
          <p:nvPr/>
        </p:nvSpPr>
        <p:spPr>
          <a:xfrm>
            <a:off x="455618" y="1259754"/>
            <a:ext cx="2102179"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rPr>
              <a:t>Ports</a:t>
            </a:r>
          </a:p>
          <a:p>
            <a:pPr marL="236538" indent="-236538">
              <a:spcAft>
                <a:spcPts val="1200"/>
              </a:spcAft>
              <a:buFont typeface="Arial" panose="020B0604020202020204" pitchFamily="34" charset="0"/>
              <a:buChar char="•"/>
            </a:pPr>
            <a:r>
              <a:rPr lang="en-US" sz="2800" dirty="0">
                <a:solidFill>
                  <a:schemeClr val="tx1"/>
                </a:solidFill>
              </a:rPr>
              <a:t>Protocols</a:t>
            </a:r>
          </a:p>
          <a:p>
            <a:pPr marL="236538" indent="-236538">
              <a:spcAft>
                <a:spcPts val="1200"/>
              </a:spcAft>
              <a:buFont typeface="Arial" panose="020B0604020202020204" pitchFamily="34" charset="0"/>
              <a:buChar char="•"/>
            </a:pPr>
            <a:r>
              <a:rPr lang="en-US" sz="2800" dirty="0">
                <a:solidFill>
                  <a:schemeClr val="tx1"/>
                </a:solidFill>
              </a:rPr>
              <a:t>Processes</a:t>
            </a:r>
          </a:p>
        </p:txBody>
      </p:sp>
      <p:pic>
        <p:nvPicPr>
          <p:cNvPr id="3" name="Picture 2" descr="A screenshot of a computer&#10;&#10;AI-generated content may be incorrect.">
            <a:extLst>
              <a:ext uri="{FF2B5EF4-FFF2-40B4-BE49-F238E27FC236}">
                <a16:creationId xmlns:a16="http://schemas.microsoft.com/office/drawing/2014/main" id="{64EDC423-B027-8E73-9903-F6EE80FC8D19}"/>
              </a:ext>
            </a:extLst>
          </p:cNvPr>
          <p:cNvPicPr>
            <a:picLocks noChangeAspect="1"/>
          </p:cNvPicPr>
          <p:nvPr/>
        </p:nvPicPr>
        <p:blipFill>
          <a:blip r:embed="rId3"/>
          <a:stretch>
            <a:fillRect/>
          </a:stretch>
        </p:blipFill>
        <p:spPr>
          <a:xfrm>
            <a:off x="3124200" y="1783504"/>
            <a:ext cx="7772400" cy="3847798"/>
          </a:xfrm>
          <a:prstGeom prst="rect">
            <a:avLst/>
          </a:prstGeom>
        </p:spPr>
      </p:pic>
    </p:spTree>
    <p:extLst>
      <p:ext uri="{BB962C8B-B14F-4D97-AF65-F5344CB8AC3E}">
        <p14:creationId xmlns:p14="http://schemas.microsoft.com/office/powerpoint/2010/main" val="2981694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8F13723-17E7-33FC-25C7-8AB956DD08E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79490EA9-EC37-D30B-39BD-4FE1D8EFA3CC}"/>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3668521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7" name="Picture 6">
            <a:extLst>
              <a:ext uri="{FF2B5EF4-FFF2-40B4-BE49-F238E27FC236}">
                <a16:creationId xmlns:a16="http://schemas.microsoft.com/office/drawing/2014/main" id="{ADF299BA-E5AB-216D-11DB-AD712BAF5E3F}"/>
              </a:ext>
            </a:extLst>
          </p:cNvPr>
          <p:cNvPicPr>
            <a:picLocks noChangeAspect="1"/>
          </p:cNvPicPr>
          <p:nvPr/>
        </p:nvPicPr>
        <p:blipFill>
          <a:blip r:embed="rId3"/>
          <a:stretch>
            <a:fillRect/>
          </a:stretch>
        </p:blipFill>
        <p:spPr>
          <a:xfrm>
            <a:off x="2680175" y="1096597"/>
            <a:ext cx="6828473" cy="548780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Block View</a:t>
            </a:r>
            <a:endParaRPr dirty="0"/>
          </a:p>
        </p:txBody>
      </p:sp>
    </p:spTree>
    <p:extLst>
      <p:ext uri="{BB962C8B-B14F-4D97-AF65-F5344CB8AC3E}">
        <p14:creationId xmlns:p14="http://schemas.microsoft.com/office/powerpoint/2010/main" val="4290254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4B79F02-37AE-86F0-1CB0-A6490A93581F}"/>
            </a:ext>
          </a:extLst>
        </p:cNvPr>
        <p:cNvGrpSpPr/>
        <p:nvPr/>
      </p:nvGrpSpPr>
      <p:grpSpPr>
        <a:xfrm>
          <a:off x="0" y="0"/>
          <a:ext cx="0" cy="0"/>
          <a:chOff x="0" y="0"/>
          <a:chExt cx="0" cy="0"/>
        </a:xfrm>
      </p:grpSpPr>
      <p:pic>
        <p:nvPicPr>
          <p:cNvPr id="3" name="Picture 2" descr="A diagram of a computer server&#10;&#10;AI-generated content may be incorrect.">
            <a:extLst>
              <a:ext uri="{FF2B5EF4-FFF2-40B4-BE49-F238E27FC236}">
                <a16:creationId xmlns:a16="http://schemas.microsoft.com/office/drawing/2014/main" id="{26020D0A-2311-47E9-152D-C3800E2A7AC2}"/>
              </a:ext>
            </a:extLst>
          </p:cNvPr>
          <p:cNvPicPr>
            <a:picLocks noChangeAspect="1"/>
          </p:cNvPicPr>
          <p:nvPr/>
        </p:nvPicPr>
        <p:blipFill>
          <a:blip r:embed="rId3"/>
          <a:stretch>
            <a:fillRect/>
          </a:stretch>
        </p:blipFill>
        <p:spPr>
          <a:xfrm>
            <a:off x="2680175" y="1096596"/>
            <a:ext cx="6828471" cy="5487803"/>
          </a:xfrm>
          <a:prstGeom prst="rect">
            <a:avLst/>
          </a:prstGeom>
        </p:spPr>
      </p:pic>
      <p:sp>
        <p:nvSpPr>
          <p:cNvPr id="1199" name="Google Shape;1199;p156">
            <a:extLst>
              <a:ext uri="{FF2B5EF4-FFF2-40B4-BE49-F238E27FC236}">
                <a16:creationId xmlns:a16="http://schemas.microsoft.com/office/drawing/2014/main" id="{E7E8F70D-87AE-BCDC-B318-88E9830BDA3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Entities</a:t>
            </a:r>
            <a:endParaRPr dirty="0"/>
          </a:p>
        </p:txBody>
      </p:sp>
    </p:spTree>
    <p:extLst>
      <p:ext uri="{BB962C8B-B14F-4D97-AF65-F5344CB8AC3E}">
        <p14:creationId xmlns:p14="http://schemas.microsoft.com/office/powerpoint/2010/main" val="1254328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F64551C-B69E-74AA-1E2F-C9F1069316BB}"/>
            </a:ext>
          </a:extLst>
        </p:cNvPr>
        <p:cNvGrpSpPr/>
        <p:nvPr/>
      </p:nvGrpSpPr>
      <p:grpSpPr>
        <a:xfrm>
          <a:off x="0" y="0"/>
          <a:ext cx="0" cy="0"/>
          <a:chOff x="0" y="0"/>
          <a:chExt cx="0" cy="0"/>
        </a:xfrm>
      </p:grpSpPr>
      <p:pic>
        <p:nvPicPr>
          <p:cNvPr id="4" name="Picture 3" descr="A diagram of a computer&#10;&#10;AI-generated content may be incorrect.">
            <a:extLst>
              <a:ext uri="{FF2B5EF4-FFF2-40B4-BE49-F238E27FC236}">
                <a16:creationId xmlns:a16="http://schemas.microsoft.com/office/drawing/2014/main" id="{E0AE0237-9999-7518-42A0-BB39C3A9CC50}"/>
              </a:ext>
            </a:extLst>
          </p:cNvPr>
          <p:cNvPicPr>
            <a:picLocks noChangeAspect="1"/>
          </p:cNvPicPr>
          <p:nvPr/>
        </p:nvPicPr>
        <p:blipFill>
          <a:blip r:embed="rId3"/>
          <a:stretch>
            <a:fillRect/>
          </a:stretch>
        </p:blipFill>
        <p:spPr>
          <a:xfrm>
            <a:off x="2680175" y="1096596"/>
            <a:ext cx="6828471" cy="5487802"/>
          </a:xfrm>
          <a:prstGeom prst="rect">
            <a:avLst/>
          </a:prstGeom>
        </p:spPr>
      </p:pic>
      <p:sp>
        <p:nvSpPr>
          <p:cNvPr id="1199" name="Google Shape;1199;p156">
            <a:extLst>
              <a:ext uri="{FF2B5EF4-FFF2-40B4-BE49-F238E27FC236}">
                <a16:creationId xmlns:a16="http://schemas.microsoft.com/office/drawing/2014/main" id="{A04C8916-D716-0875-E14D-9C8A38D4F39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Interfaces</a:t>
            </a:r>
            <a:endParaRPr dirty="0"/>
          </a:p>
        </p:txBody>
      </p:sp>
    </p:spTree>
    <p:extLst>
      <p:ext uri="{BB962C8B-B14F-4D97-AF65-F5344CB8AC3E}">
        <p14:creationId xmlns:p14="http://schemas.microsoft.com/office/powerpoint/2010/main" val="3573812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CE16632-1C39-0DC1-D9F8-0DE9EDB81312}"/>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DCDC6A0-9D6B-4CEF-EBEC-C10E50A6ACCF}"/>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Documenting</a:t>
            </a:r>
            <a:endParaRPr sz="6600" dirty="0"/>
          </a:p>
        </p:txBody>
      </p:sp>
    </p:spTree>
    <p:extLst>
      <p:ext uri="{BB962C8B-B14F-4D97-AF65-F5344CB8AC3E}">
        <p14:creationId xmlns:p14="http://schemas.microsoft.com/office/powerpoint/2010/main" val="125398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64569E0-49F4-DC74-9060-FC1057CDD50D}"/>
            </a:ext>
          </a:extLst>
        </p:cNvPr>
        <p:cNvGrpSpPr/>
        <p:nvPr/>
      </p:nvGrpSpPr>
      <p:grpSpPr>
        <a:xfrm>
          <a:off x="0" y="0"/>
          <a:ext cx="0" cy="0"/>
          <a:chOff x="0" y="0"/>
          <a:chExt cx="0" cy="0"/>
        </a:xfrm>
      </p:grpSpPr>
      <p:pic>
        <p:nvPicPr>
          <p:cNvPr id="4" name="Picture 3" descr="A close-up of a computer&#10;&#10;AI-generated content may be incorrect.">
            <a:extLst>
              <a:ext uri="{FF2B5EF4-FFF2-40B4-BE49-F238E27FC236}">
                <a16:creationId xmlns:a16="http://schemas.microsoft.com/office/drawing/2014/main" id="{7BF60D51-91B7-8EE4-D4FE-95C5157EB7DC}"/>
              </a:ext>
            </a:extLst>
          </p:cNvPr>
          <p:cNvPicPr>
            <a:picLocks noChangeAspect="1"/>
          </p:cNvPicPr>
          <p:nvPr/>
        </p:nvPicPr>
        <p:blipFill>
          <a:blip r:embed="rId3"/>
          <a:srcRect t="-4555" b="9833"/>
          <a:stretch/>
        </p:blipFill>
        <p:spPr>
          <a:xfrm>
            <a:off x="0" y="-365760"/>
            <a:ext cx="12202160" cy="7223760"/>
          </a:xfrm>
          <a:prstGeom prst="rect">
            <a:avLst/>
          </a:prstGeom>
        </p:spPr>
      </p:pic>
      <p:sp>
        <p:nvSpPr>
          <p:cNvPr id="1199" name="Google Shape;1199;p156">
            <a:extLst>
              <a:ext uri="{FF2B5EF4-FFF2-40B4-BE49-F238E27FC236}">
                <a16:creationId xmlns:a16="http://schemas.microsoft.com/office/drawing/2014/main" id="{7F2398D2-3734-002E-C920-A10A59D50E56}"/>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solidFill>
                  <a:srgbClr val="FFFF00"/>
                </a:solidFill>
              </a:rPr>
              <a:t>Physical Ports</a:t>
            </a:r>
            <a:r>
              <a:rPr lang="en" sz="3200" dirty="0">
                <a:solidFill>
                  <a:srgbClr val="FFFF00"/>
                </a:solidFill>
              </a:rPr>
              <a:t> </a:t>
            </a:r>
            <a:r>
              <a:rPr lang="en" baseline="30000" dirty="0">
                <a:solidFill>
                  <a:srgbClr val="CCFFCC"/>
                </a:solidFill>
              </a:rPr>
              <a:t>*</a:t>
            </a:r>
            <a:endParaRPr dirty="0">
              <a:solidFill>
                <a:srgbClr val="CCFFCC"/>
              </a:solidFill>
            </a:endParaRPr>
          </a:p>
        </p:txBody>
      </p:sp>
      <p:sp>
        <p:nvSpPr>
          <p:cNvPr id="5" name="TextBox 4">
            <a:extLst>
              <a:ext uri="{FF2B5EF4-FFF2-40B4-BE49-F238E27FC236}">
                <a16:creationId xmlns:a16="http://schemas.microsoft.com/office/drawing/2014/main" id="{7D9D0A8A-3A6E-7E0B-42E0-909D9933E24F}"/>
              </a:ext>
            </a:extLst>
          </p:cNvPr>
          <p:cNvSpPr txBox="1"/>
          <p:nvPr/>
        </p:nvSpPr>
        <p:spPr>
          <a:xfrm>
            <a:off x="1" y="6596390"/>
            <a:ext cx="3557588" cy="261610"/>
          </a:xfrm>
          <a:prstGeom prst="rect">
            <a:avLst/>
          </a:prstGeom>
          <a:noFill/>
        </p:spPr>
        <p:txBody>
          <a:bodyPr wrap="square">
            <a:spAutoFit/>
          </a:bodyPr>
          <a:lstStyle/>
          <a:p>
            <a:r>
              <a:rPr lang="en-US" sz="1100" b="1" dirty="0">
                <a:solidFill>
                  <a:srgbClr val="CCFFCC"/>
                </a:solidFill>
              </a:rPr>
              <a:t>* System Back </a:t>
            </a:r>
            <a:r>
              <a:rPr lang="en-US" sz="1100" dirty="0">
                <a:solidFill>
                  <a:srgbClr val="CCFFCC"/>
                </a:solidFill>
              </a:rPr>
              <a:t>(links in references) </a:t>
            </a:r>
          </a:p>
        </p:txBody>
      </p:sp>
      <p:sp>
        <p:nvSpPr>
          <p:cNvPr id="2" name="Rectangle 1">
            <a:extLst>
              <a:ext uri="{FF2B5EF4-FFF2-40B4-BE49-F238E27FC236}">
                <a16:creationId xmlns:a16="http://schemas.microsoft.com/office/drawing/2014/main" id="{0F11626B-C4D5-B62A-C155-BA5B42A2FA0B}"/>
              </a:ext>
            </a:extLst>
          </p:cNvPr>
          <p:cNvSpPr/>
          <p:nvPr/>
        </p:nvSpPr>
        <p:spPr>
          <a:xfrm>
            <a:off x="3380282" y="4062334"/>
            <a:ext cx="1596452" cy="261610"/>
          </a:xfrm>
          <a:prstGeom prst="rect">
            <a:avLst/>
          </a:prstGeom>
          <a:solidFill>
            <a:srgbClr val="3031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7A0C990-9D97-F160-7FE6-CA7C92E12EDE}"/>
              </a:ext>
            </a:extLst>
          </p:cNvPr>
          <p:cNvSpPr/>
          <p:nvPr/>
        </p:nvSpPr>
        <p:spPr>
          <a:xfrm>
            <a:off x="5928610" y="4054839"/>
            <a:ext cx="1064301" cy="442210"/>
          </a:xfrm>
          <a:prstGeom prst="rect">
            <a:avLst/>
          </a:prstGeom>
          <a:solidFill>
            <a:srgbClr val="3031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5">
            <a:extLst>
              <a:ext uri="{FF2B5EF4-FFF2-40B4-BE49-F238E27FC236}">
                <a16:creationId xmlns:a16="http://schemas.microsoft.com/office/drawing/2014/main" id="{292D1FB1-BBF7-5AB7-B2BA-40BD48341146}"/>
              </a:ext>
            </a:extLst>
          </p:cNvPr>
          <p:cNvSpPr/>
          <p:nvPr/>
        </p:nvSpPr>
        <p:spPr>
          <a:xfrm>
            <a:off x="502170" y="4901783"/>
            <a:ext cx="307299" cy="449705"/>
          </a:xfrm>
          <a:custGeom>
            <a:avLst/>
            <a:gdLst>
              <a:gd name="connsiteX0" fmla="*/ 179882 w 307299"/>
              <a:gd name="connsiteY0" fmla="*/ 397239 h 397239"/>
              <a:gd name="connsiteX1" fmla="*/ 179882 w 307299"/>
              <a:gd name="connsiteY1" fmla="*/ 397239 h 397239"/>
              <a:gd name="connsiteX2" fmla="*/ 0 w 307299"/>
              <a:gd name="connsiteY2" fmla="*/ 14990 h 397239"/>
              <a:gd name="connsiteX3" fmla="*/ 254833 w 307299"/>
              <a:gd name="connsiteY3" fmla="*/ 0 h 397239"/>
              <a:gd name="connsiteX4" fmla="*/ 307299 w 307299"/>
              <a:gd name="connsiteY4" fmla="*/ 209862 h 397239"/>
              <a:gd name="connsiteX5" fmla="*/ 179882 w 307299"/>
              <a:gd name="connsiteY5" fmla="*/ 397239 h 397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299" h="397239">
                <a:moveTo>
                  <a:pt x="179882" y="397239"/>
                </a:moveTo>
                <a:lnTo>
                  <a:pt x="179882" y="397239"/>
                </a:lnTo>
                <a:lnTo>
                  <a:pt x="0" y="14990"/>
                </a:lnTo>
                <a:lnTo>
                  <a:pt x="254833" y="0"/>
                </a:lnTo>
                <a:lnTo>
                  <a:pt x="307299" y="209862"/>
                </a:lnTo>
                <a:lnTo>
                  <a:pt x="179882" y="397239"/>
                </a:lnTo>
                <a:close/>
              </a:path>
            </a:pathLst>
          </a:custGeom>
          <a:solidFill>
            <a:srgbClr val="3031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2881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76C0EFB-4215-7B02-05C5-7EF89F2B1A11}"/>
            </a:ext>
          </a:extLst>
        </p:cNvPr>
        <p:cNvGrpSpPr/>
        <p:nvPr/>
      </p:nvGrpSpPr>
      <p:grpSpPr>
        <a:xfrm>
          <a:off x="0" y="0"/>
          <a:ext cx="0" cy="0"/>
          <a:chOff x="0" y="0"/>
          <a:chExt cx="0" cy="0"/>
        </a:xfrm>
      </p:grpSpPr>
      <p:pic>
        <p:nvPicPr>
          <p:cNvPr id="7" name="Picture 6" descr="A close-up of a computer&#10;&#10;AI-generated content may be incorrect.">
            <a:extLst>
              <a:ext uri="{FF2B5EF4-FFF2-40B4-BE49-F238E27FC236}">
                <a16:creationId xmlns:a16="http://schemas.microsoft.com/office/drawing/2014/main" id="{32BFF053-1CAD-4CA8-383F-173250D12D84}"/>
              </a:ext>
            </a:extLst>
          </p:cNvPr>
          <p:cNvPicPr>
            <a:picLocks noChangeAspect="1"/>
          </p:cNvPicPr>
          <p:nvPr/>
        </p:nvPicPr>
        <p:blipFill>
          <a:blip r:embed="rId3">
            <a:alphaModFix amt="10000"/>
          </a:blip>
          <a:srcRect t="-4555" b="9833"/>
          <a:stretch/>
        </p:blipFill>
        <p:spPr>
          <a:xfrm>
            <a:off x="0" y="-365760"/>
            <a:ext cx="12202160" cy="7223760"/>
          </a:xfrm>
          <a:prstGeom prst="rect">
            <a:avLst/>
          </a:prstGeom>
        </p:spPr>
      </p:pic>
      <p:sp>
        <p:nvSpPr>
          <p:cNvPr id="8" name="Rectangle 7">
            <a:extLst>
              <a:ext uri="{FF2B5EF4-FFF2-40B4-BE49-F238E27FC236}">
                <a16:creationId xmlns:a16="http://schemas.microsoft.com/office/drawing/2014/main" id="{C5359975-D263-D77F-8A90-DF41121A2854}"/>
              </a:ext>
            </a:extLst>
          </p:cNvPr>
          <p:cNvSpPr/>
          <p:nvPr/>
        </p:nvSpPr>
        <p:spPr>
          <a:xfrm>
            <a:off x="0" y="0"/>
            <a:ext cx="12202158" cy="4019550"/>
          </a:xfrm>
          <a:prstGeom prst="rect">
            <a:avLst/>
          </a:prstGeom>
          <a:solidFill>
            <a:schemeClr val="bg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A895017-E1A7-8C11-AC1B-7ECA1B9F0BC1}"/>
              </a:ext>
            </a:extLst>
          </p:cNvPr>
          <p:cNvSpPr/>
          <p:nvPr/>
        </p:nvSpPr>
        <p:spPr>
          <a:xfrm>
            <a:off x="-2" y="5536776"/>
            <a:ext cx="12202160" cy="1321223"/>
          </a:xfrm>
          <a:prstGeom prst="rect">
            <a:avLst/>
          </a:prstGeom>
          <a:solidFill>
            <a:schemeClr val="bg1">
              <a:alpha val="995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9" name="Google Shape;1199;p156">
            <a:extLst>
              <a:ext uri="{FF2B5EF4-FFF2-40B4-BE49-F238E27FC236}">
                <a16:creationId xmlns:a16="http://schemas.microsoft.com/office/drawing/2014/main" id="{E68C4B0B-2245-56B4-58D3-3DFD46200597}"/>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Physical Ports</a:t>
            </a:r>
            <a:endParaRPr dirty="0">
              <a:solidFill>
                <a:schemeClr val="bg2">
                  <a:lumMod val="60000"/>
                  <a:lumOff val="40000"/>
                </a:schemeClr>
              </a:solidFill>
            </a:endParaRPr>
          </a:p>
        </p:txBody>
      </p:sp>
      <p:sp>
        <p:nvSpPr>
          <p:cNvPr id="13" name="Freeform 12">
            <a:extLst>
              <a:ext uri="{FF2B5EF4-FFF2-40B4-BE49-F238E27FC236}">
                <a16:creationId xmlns:a16="http://schemas.microsoft.com/office/drawing/2014/main" id="{09287902-D5FF-1D22-D08B-7A026FE022B6}"/>
              </a:ext>
            </a:extLst>
          </p:cNvPr>
          <p:cNvSpPr/>
          <p:nvPr/>
        </p:nvSpPr>
        <p:spPr>
          <a:xfrm>
            <a:off x="502170" y="4901783"/>
            <a:ext cx="307299" cy="449705"/>
          </a:xfrm>
          <a:custGeom>
            <a:avLst/>
            <a:gdLst>
              <a:gd name="connsiteX0" fmla="*/ 179882 w 307299"/>
              <a:gd name="connsiteY0" fmla="*/ 397239 h 397239"/>
              <a:gd name="connsiteX1" fmla="*/ 179882 w 307299"/>
              <a:gd name="connsiteY1" fmla="*/ 397239 h 397239"/>
              <a:gd name="connsiteX2" fmla="*/ 0 w 307299"/>
              <a:gd name="connsiteY2" fmla="*/ 14990 h 397239"/>
              <a:gd name="connsiteX3" fmla="*/ 254833 w 307299"/>
              <a:gd name="connsiteY3" fmla="*/ 0 h 397239"/>
              <a:gd name="connsiteX4" fmla="*/ 307299 w 307299"/>
              <a:gd name="connsiteY4" fmla="*/ 209862 h 397239"/>
              <a:gd name="connsiteX5" fmla="*/ 179882 w 307299"/>
              <a:gd name="connsiteY5" fmla="*/ 397239 h 397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7299" h="397239">
                <a:moveTo>
                  <a:pt x="179882" y="397239"/>
                </a:moveTo>
                <a:lnTo>
                  <a:pt x="179882" y="397239"/>
                </a:lnTo>
                <a:lnTo>
                  <a:pt x="0" y="14990"/>
                </a:lnTo>
                <a:lnTo>
                  <a:pt x="254833" y="0"/>
                </a:lnTo>
                <a:lnTo>
                  <a:pt x="307299" y="209862"/>
                </a:lnTo>
                <a:lnTo>
                  <a:pt x="179882" y="397239"/>
                </a:lnTo>
                <a:close/>
              </a:path>
            </a:pathLst>
          </a:cu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71D828-D04C-42D3-2E74-8D0FDF6CA2AA}"/>
              </a:ext>
            </a:extLst>
          </p:cNvPr>
          <p:cNvSpPr/>
          <p:nvPr/>
        </p:nvSpPr>
        <p:spPr>
          <a:xfrm>
            <a:off x="3380282" y="4062334"/>
            <a:ext cx="1596452" cy="261610"/>
          </a:xfrm>
          <a:prstGeom prst="rect">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949A1BA-2D15-AE0C-7D6F-E8A9751A0C8A}"/>
              </a:ext>
            </a:extLst>
          </p:cNvPr>
          <p:cNvSpPr/>
          <p:nvPr/>
        </p:nvSpPr>
        <p:spPr>
          <a:xfrm>
            <a:off x="5928610" y="4054839"/>
            <a:ext cx="1064301" cy="442210"/>
          </a:xfrm>
          <a:prstGeom prst="rect">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row of white circles&#10;&#10;AI-generated content may be incorrect.">
            <a:extLst>
              <a:ext uri="{FF2B5EF4-FFF2-40B4-BE49-F238E27FC236}">
                <a16:creationId xmlns:a16="http://schemas.microsoft.com/office/drawing/2014/main" id="{83DEE22E-1DD0-7A99-FA2C-AC486392A3E0}"/>
              </a:ext>
            </a:extLst>
          </p:cNvPr>
          <p:cNvPicPr>
            <a:picLocks noChangeAspect="1"/>
          </p:cNvPicPr>
          <p:nvPr/>
        </p:nvPicPr>
        <p:blipFill>
          <a:blip r:embed="rId4"/>
          <a:stretch>
            <a:fillRect/>
          </a:stretch>
        </p:blipFill>
        <p:spPr>
          <a:xfrm>
            <a:off x="590550" y="4019550"/>
            <a:ext cx="11529056" cy="1517227"/>
          </a:xfrm>
          <a:prstGeom prst="rect">
            <a:avLst/>
          </a:prstGeom>
        </p:spPr>
      </p:pic>
    </p:spTree>
    <p:extLst>
      <p:ext uri="{BB962C8B-B14F-4D97-AF65-F5344CB8AC3E}">
        <p14:creationId xmlns:p14="http://schemas.microsoft.com/office/powerpoint/2010/main" val="2869660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lt1">
            <a:alpha val="0"/>
          </a:schemeClr>
        </a:solidFill>
        <a:effectLst/>
      </p:bgPr>
    </p:bg>
    <p:spTree>
      <p:nvGrpSpPr>
        <p:cNvPr id="1" name="Shape 1198">
          <a:extLst>
            <a:ext uri="{FF2B5EF4-FFF2-40B4-BE49-F238E27FC236}">
              <a16:creationId xmlns:a16="http://schemas.microsoft.com/office/drawing/2014/main" id="{1A1F57FA-C927-A790-6173-6C66BB7A81E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4DFB03A-DEA0-9825-3D08-A58659E70AB5}"/>
              </a:ext>
            </a:extLst>
          </p:cNvPr>
          <p:cNvSpPr/>
          <p:nvPr/>
        </p:nvSpPr>
        <p:spPr>
          <a:xfrm>
            <a:off x="-2" y="5536776"/>
            <a:ext cx="12202160" cy="1321223"/>
          </a:xfrm>
          <a:prstGeom prst="rect">
            <a:avLst/>
          </a:prstGeom>
          <a:solidFill>
            <a:schemeClr val="bg1">
              <a:alpha val="995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F3D8F8F-E065-DE5B-EA35-CEDAB27C6A43}"/>
              </a:ext>
            </a:extLst>
          </p:cNvPr>
          <p:cNvSpPr txBox="1"/>
          <p:nvPr/>
        </p:nvSpPr>
        <p:spPr>
          <a:xfrm>
            <a:off x="455617" y="1071155"/>
            <a:ext cx="8354553" cy="2277547"/>
          </a:xfrm>
          <a:prstGeom prst="rect">
            <a:avLst/>
          </a:prstGeom>
          <a:noFill/>
        </p:spPr>
        <p:txBody>
          <a:bodyPr wrap="square" rtlCol="0">
            <a:spAutoFit/>
          </a:bodyPr>
          <a:lstStyle/>
          <a:p>
            <a:pPr marL="236538" indent="-236538">
              <a:spcAft>
                <a:spcPts val="1200"/>
              </a:spcAft>
              <a:buFont typeface="Arial" panose="020B0604020202020204" pitchFamily="34" charset="0"/>
              <a:buChar char="•"/>
            </a:pPr>
            <a:r>
              <a:rPr lang="en-US" sz="2800" dirty="0">
                <a:solidFill>
                  <a:schemeClr val="tx1"/>
                </a:solidFill>
              </a:rPr>
              <a:t>Required for production use</a:t>
            </a:r>
          </a:p>
          <a:p>
            <a:pPr marL="236538" lvl="2" indent="-236538">
              <a:spcAft>
                <a:spcPts val="1200"/>
              </a:spcAft>
              <a:buFont typeface="Arial" panose="020B0604020202020204" pitchFamily="34" charset="0"/>
              <a:buChar char="•"/>
            </a:pPr>
            <a:r>
              <a:rPr lang="en-US" sz="2800" dirty="0">
                <a:solidFill>
                  <a:schemeClr val="tx1"/>
                </a:solidFill>
              </a:rPr>
              <a:t>Diagnostic use</a:t>
            </a:r>
          </a:p>
          <a:p>
            <a:pPr marL="236538" lvl="3" indent="-236538">
              <a:spcAft>
                <a:spcPts val="1200"/>
              </a:spcAft>
              <a:buFont typeface="Arial" panose="020B0604020202020204" pitchFamily="34" charset="0"/>
              <a:buChar char="•"/>
            </a:pPr>
            <a:r>
              <a:rPr lang="en-US" sz="2800" dirty="0">
                <a:solidFill>
                  <a:schemeClr val="tx1"/>
                </a:solidFill>
              </a:rPr>
              <a:t>Required for pre-production use</a:t>
            </a:r>
          </a:p>
          <a:p>
            <a:pPr marL="236538" lvl="3" indent="-236538">
              <a:spcAft>
                <a:spcPts val="1200"/>
              </a:spcAft>
              <a:buFont typeface="Arial" panose="020B0604020202020204" pitchFamily="34" charset="0"/>
              <a:buChar char="•"/>
            </a:pPr>
            <a:r>
              <a:rPr lang="en-US" sz="2800" dirty="0">
                <a:solidFill>
                  <a:schemeClr val="tx1"/>
                </a:solidFill>
              </a:rPr>
              <a:t>Unused</a:t>
            </a:r>
          </a:p>
        </p:txBody>
      </p:sp>
    </p:spTree>
    <p:extLst>
      <p:ext uri="{BB962C8B-B14F-4D97-AF65-F5344CB8AC3E}">
        <p14:creationId xmlns:p14="http://schemas.microsoft.com/office/powerpoint/2010/main" val="703167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84E8AA3-5A37-DE13-A85A-E99DE6D5890E}"/>
            </a:ext>
          </a:extLst>
        </p:cNvPr>
        <p:cNvGrpSpPr/>
        <p:nvPr/>
      </p:nvGrpSpPr>
      <p:grpSpPr>
        <a:xfrm>
          <a:off x="0" y="0"/>
          <a:ext cx="0" cy="0"/>
          <a:chOff x="0" y="0"/>
          <a:chExt cx="0" cy="0"/>
        </a:xfrm>
      </p:grpSpPr>
      <p:pic>
        <p:nvPicPr>
          <p:cNvPr id="5" name="Picture 4" descr="A group of white circles with blue text&#10;&#10;AI-generated content may be incorrect.">
            <a:extLst>
              <a:ext uri="{FF2B5EF4-FFF2-40B4-BE49-F238E27FC236}">
                <a16:creationId xmlns:a16="http://schemas.microsoft.com/office/drawing/2014/main" id="{359E1BF2-B9B9-04C1-00C3-D93643A91F90}"/>
              </a:ext>
            </a:extLst>
          </p:cNvPr>
          <p:cNvPicPr>
            <a:picLocks noChangeAspect="1"/>
          </p:cNvPicPr>
          <p:nvPr/>
        </p:nvPicPr>
        <p:blipFill>
          <a:blip r:embed="rId3"/>
          <a:stretch>
            <a:fillRect/>
          </a:stretch>
        </p:blipFill>
        <p:spPr>
          <a:xfrm>
            <a:off x="329884" y="1448428"/>
            <a:ext cx="11529056" cy="1517227"/>
          </a:xfrm>
          <a:prstGeom prst="rect">
            <a:avLst/>
          </a:prstGeom>
        </p:spPr>
      </p:pic>
      <p:sp>
        <p:nvSpPr>
          <p:cNvPr id="1199" name="Google Shape;1199;p156">
            <a:extLst>
              <a:ext uri="{FF2B5EF4-FFF2-40B4-BE49-F238E27FC236}">
                <a16:creationId xmlns:a16="http://schemas.microsoft.com/office/drawing/2014/main" id="{DEF0E7E8-76D5-565F-1266-A621E04A51E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Physical Ports</a:t>
            </a:r>
            <a:endParaRPr dirty="0">
              <a:solidFill>
                <a:schemeClr val="bg2">
                  <a:lumMod val="60000"/>
                  <a:lumOff val="40000"/>
                </a:schemeClr>
              </a:solidFill>
            </a:endParaRPr>
          </a:p>
        </p:txBody>
      </p:sp>
      <p:pic>
        <p:nvPicPr>
          <p:cNvPr id="7" name="Picture 6" descr="A close-up of a table&#10;&#10;AI-generated content may be incorrect.">
            <a:extLst>
              <a:ext uri="{FF2B5EF4-FFF2-40B4-BE49-F238E27FC236}">
                <a16:creationId xmlns:a16="http://schemas.microsoft.com/office/drawing/2014/main" id="{31B6C780-78A4-59EA-D570-71A17C390D13}"/>
              </a:ext>
            </a:extLst>
          </p:cNvPr>
          <p:cNvPicPr>
            <a:picLocks noChangeAspect="1"/>
          </p:cNvPicPr>
          <p:nvPr/>
        </p:nvPicPr>
        <p:blipFill>
          <a:blip r:embed="rId4"/>
          <a:stretch>
            <a:fillRect/>
          </a:stretch>
        </p:blipFill>
        <p:spPr>
          <a:xfrm>
            <a:off x="2208212" y="3429000"/>
            <a:ext cx="7772400" cy="2923388"/>
          </a:xfrm>
          <a:prstGeom prst="rect">
            <a:avLst/>
          </a:prstGeom>
        </p:spPr>
      </p:pic>
    </p:spTree>
    <p:extLst>
      <p:ext uri="{BB962C8B-B14F-4D97-AF65-F5344CB8AC3E}">
        <p14:creationId xmlns:p14="http://schemas.microsoft.com/office/powerpoint/2010/main" val="162355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19CB54F-7D08-3BA7-C208-391D60B8398F}"/>
            </a:ext>
          </a:extLst>
        </p:cNvPr>
        <p:cNvGrpSpPr/>
        <p:nvPr/>
      </p:nvGrpSpPr>
      <p:grpSpPr>
        <a:xfrm>
          <a:off x="0" y="0"/>
          <a:ext cx="0" cy="0"/>
          <a:chOff x="0" y="0"/>
          <a:chExt cx="0" cy="0"/>
        </a:xfrm>
      </p:grpSpPr>
      <p:pic>
        <p:nvPicPr>
          <p:cNvPr id="4" name="Picture 3" descr="A diagram of a computer&#10;&#10;AI-generated content may be incorrect.">
            <a:extLst>
              <a:ext uri="{FF2B5EF4-FFF2-40B4-BE49-F238E27FC236}">
                <a16:creationId xmlns:a16="http://schemas.microsoft.com/office/drawing/2014/main" id="{C5A0AFA9-746A-39C9-1CB4-C31821864BE6}"/>
              </a:ext>
            </a:extLst>
          </p:cNvPr>
          <p:cNvPicPr>
            <a:picLocks noChangeAspect="1"/>
          </p:cNvPicPr>
          <p:nvPr/>
        </p:nvPicPr>
        <p:blipFill>
          <a:blip r:embed="rId3"/>
          <a:stretch>
            <a:fillRect/>
          </a:stretch>
        </p:blipFill>
        <p:spPr>
          <a:xfrm>
            <a:off x="2680175" y="1096596"/>
            <a:ext cx="6828471" cy="5487802"/>
          </a:xfrm>
          <a:prstGeom prst="rect">
            <a:avLst/>
          </a:prstGeom>
        </p:spPr>
      </p:pic>
      <p:sp>
        <p:nvSpPr>
          <p:cNvPr id="1199" name="Google Shape;1199;p156">
            <a:extLst>
              <a:ext uri="{FF2B5EF4-FFF2-40B4-BE49-F238E27FC236}">
                <a16:creationId xmlns:a16="http://schemas.microsoft.com/office/drawing/2014/main" id="{055ECD6E-0585-2525-6C85-F7A65E68F38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Logical Ports / Protocols</a:t>
            </a:r>
            <a:endParaRPr dirty="0"/>
          </a:p>
        </p:txBody>
      </p:sp>
    </p:spTree>
    <p:extLst>
      <p:ext uri="{BB962C8B-B14F-4D97-AF65-F5344CB8AC3E}">
        <p14:creationId xmlns:p14="http://schemas.microsoft.com/office/powerpoint/2010/main" val="3704047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F576D55-90BD-65DF-AC55-124528CFAE86}"/>
            </a:ext>
          </a:extLst>
        </p:cNvPr>
        <p:cNvGrpSpPr/>
        <p:nvPr/>
      </p:nvGrpSpPr>
      <p:grpSpPr>
        <a:xfrm>
          <a:off x="0" y="0"/>
          <a:ext cx="0" cy="0"/>
          <a:chOff x="0" y="0"/>
          <a:chExt cx="0" cy="0"/>
        </a:xfrm>
      </p:grpSpPr>
      <p:pic>
        <p:nvPicPr>
          <p:cNvPr id="5" name="Picture 4" descr="A group of white circles with blue text&#10;&#10;AI-generated content may be incorrect.">
            <a:extLst>
              <a:ext uri="{FF2B5EF4-FFF2-40B4-BE49-F238E27FC236}">
                <a16:creationId xmlns:a16="http://schemas.microsoft.com/office/drawing/2014/main" id="{54B6B708-4614-955C-EE87-9B2B0F4EBF90}"/>
              </a:ext>
            </a:extLst>
          </p:cNvPr>
          <p:cNvPicPr>
            <a:picLocks noChangeAspect="1"/>
          </p:cNvPicPr>
          <p:nvPr/>
        </p:nvPicPr>
        <p:blipFill>
          <a:blip r:embed="rId3"/>
          <a:stretch>
            <a:fillRect/>
          </a:stretch>
        </p:blipFill>
        <p:spPr>
          <a:xfrm>
            <a:off x="329884" y="1448428"/>
            <a:ext cx="11529056" cy="1517227"/>
          </a:xfrm>
          <a:prstGeom prst="rect">
            <a:avLst/>
          </a:prstGeom>
        </p:spPr>
      </p:pic>
      <p:sp>
        <p:nvSpPr>
          <p:cNvPr id="1199" name="Google Shape;1199;p156">
            <a:extLst>
              <a:ext uri="{FF2B5EF4-FFF2-40B4-BE49-F238E27FC236}">
                <a16:creationId xmlns:a16="http://schemas.microsoft.com/office/drawing/2014/main" id="{7EAA2196-DBE5-891B-B3DE-EF893DF60EF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Logical Ports / Protocols</a:t>
            </a:r>
            <a:endParaRPr dirty="0">
              <a:solidFill>
                <a:schemeClr val="bg2">
                  <a:lumMod val="60000"/>
                  <a:lumOff val="40000"/>
                </a:schemeClr>
              </a:solidFill>
            </a:endParaRPr>
          </a:p>
        </p:txBody>
      </p:sp>
      <p:pic>
        <p:nvPicPr>
          <p:cNvPr id="3" name="Picture 2" descr="A close-up of a screen&#10;&#10;AI-generated content may be incorrect.">
            <a:extLst>
              <a:ext uri="{FF2B5EF4-FFF2-40B4-BE49-F238E27FC236}">
                <a16:creationId xmlns:a16="http://schemas.microsoft.com/office/drawing/2014/main" id="{9BEC9237-BF66-5741-05C9-8EF48872A9F5}"/>
              </a:ext>
            </a:extLst>
          </p:cNvPr>
          <p:cNvPicPr>
            <a:picLocks noChangeAspect="1"/>
          </p:cNvPicPr>
          <p:nvPr/>
        </p:nvPicPr>
        <p:blipFill>
          <a:blip r:embed="rId4"/>
          <a:stretch>
            <a:fillRect/>
          </a:stretch>
        </p:blipFill>
        <p:spPr>
          <a:xfrm>
            <a:off x="2208212" y="3429000"/>
            <a:ext cx="7772400" cy="1065471"/>
          </a:xfrm>
          <a:prstGeom prst="rect">
            <a:avLst/>
          </a:prstGeom>
        </p:spPr>
      </p:pic>
    </p:spTree>
    <p:extLst>
      <p:ext uri="{BB962C8B-B14F-4D97-AF65-F5344CB8AC3E}">
        <p14:creationId xmlns:p14="http://schemas.microsoft.com/office/powerpoint/2010/main" val="1794999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290CF83-CE95-EB7B-AC83-C0174642C9EB}"/>
            </a:ext>
          </a:extLst>
        </p:cNvPr>
        <p:cNvGrpSpPr/>
        <p:nvPr/>
      </p:nvGrpSpPr>
      <p:grpSpPr>
        <a:xfrm>
          <a:off x="0" y="0"/>
          <a:ext cx="0" cy="0"/>
          <a:chOff x="0" y="0"/>
          <a:chExt cx="0" cy="0"/>
        </a:xfrm>
      </p:grpSpPr>
      <p:pic>
        <p:nvPicPr>
          <p:cNvPr id="3" name="Picture 2" descr="A diagram of a computer server&#10;&#10;AI-generated content may be incorrect.">
            <a:extLst>
              <a:ext uri="{FF2B5EF4-FFF2-40B4-BE49-F238E27FC236}">
                <a16:creationId xmlns:a16="http://schemas.microsoft.com/office/drawing/2014/main" id="{066C92E7-1C59-2DC1-54AD-37E28AB64C1F}"/>
              </a:ext>
            </a:extLst>
          </p:cNvPr>
          <p:cNvPicPr>
            <a:picLocks noChangeAspect="1"/>
          </p:cNvPicPr>
          <p:nvPr/>
        </p:nvPicPr>
        <p:blipFill>
          <a:blip r:embed="rId3"/>
          <a:stretch>
            <a:fillRect/>
          </a:stretch>
        </p:blipFill>
        <p:spPr>
          <a:xfrm>
            <a:off x="2680175" y="1096596"/>
            <a:ext cx="6828471" cy="5487803"/>
          </a:xfrm>
          <a:prstGeom prst="rect">
            <a:avLst/>
          </a:prstGeom>
        </p:spPr>
      </p:pic>
      <p:sp>
        <p:nvSpPr>
          <p:cNvPr id="1199" name="Google Shape;1199;p156">
            <a:extLst>
              <a:ext uri="{FF2B5EF4-FFF2-40B4-BE49-F238E27FC236}">
                <a16:creationId xmlns:a16="http://schemas.microsoft.com/office/drawing/2014/main" id="{C74C82BF-FF01-276A-38F8-25F80069C25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Processes</a:t>
            </a:r>
            <a:endParaRPr dirty="0"/>
          </a:p>
        </p:txBody>
      </p:sp>
    </p:spTree>
    <p:extLst>
      <p:ext uri="{BB962C8B-B14F-4D97-AF65-F5344CB8AC3E}">
        <p14:creationId xmlns:p14="http://schemas.microsoft.com/office/powerpoint/2010/main" val="9163973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062BB10-9393-7382-DB68-03851B0B8F47}"/>
            </a:ext>
          </a:extLst>
        </p:cNvPr>
        <p:cNvGrpSpPr/>
        <p:nvPr/>
      </p:nvGrpSpPr>
      <p:grpSpPr>
        <a:xfrm>
          <a:off x="0" y="0"/>
          <a:ext cx="0" cy="0"/>
          <a:chOff x="0" y="0"/>
          <a:chExt cx="0" cy="0"/>
        </a:xfrm>
      </p:grpSpPr>
      <p:pic>
        <p:nvPicPr>
          <p:cNvPr id="8" name="Picture 7" descr="A close-up of a document&#10;&#10;AI-generated content may be incorrect.">
            <a:extLst>
              <a:ext uri="{FF2B5EF4-FFF2-40B4-BE49-F238E27FC236}">
                <a16:creationId xmlns:a16="http://schemas.microsoft.com/office/drawing/2014/main" id="{2F292643-E714-F6F7-A983-3EF76B7C8505}"/>
              </a:ext>
            </a:extLst>
          </p:cNvPr>
          <p:cNvPicPr>
            <a:picLocks noChangeAspect="1"/>
          </p:cNvPicPr>
          <p:nvPr/>
        </p:nvPicPr>
        <p:blipFill>
          <a:blip r:embed="rId3"/>
          <a:stretch>
            <a:fillRect/>
          </a:stretch>
        </p:blipFill>
        <p:spPr>
          <a:xfrm>
            <a:off x="2208212" y="1882649"/>
            <a:ext cx="7772400" cy="1158260"/>
          </a:xfrm>
          <a:prstGeom prst="rect">
            <a:avLst/>
          </a:prstGeom>
        </p:spPr>
      </p:pic>
      <p:sp>
        <p:nvSpPr>
          <p:cNvPr id="1199" name="Google Shape;1199;p156">
            <a:extLst>
              <a:ext uri="{FF2B5EF4-FFF2-40B4-BE49-F238E27FC236}">
                <a16:creationId xmlns:a16="http://schemas.microsoft.com/office/drawing/2014/main" id="{533CA825-2BC3-52AF-562D-73E469D0D35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Processes</a:t>
            </a:r>
            <a:endParaRPr dirty="0"/>
          </a:p>
        </p:txBody>
      </p:sp>
    </p:spTree>
    <p:extLst>
      <p:ext uri="{BB962C8B-B14F-4D97-AF65-F5344CB8AC3E}">
        <p14:creationId xmlns:p14="http://schemas.microsoft.com/office/powerpoint/2010/main" val="1344872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0452446" cy="400110"/>
          </a:xfrm>
          <a:prstGeom prst="rect">
            <a:avLst/>
          </a:prstGeom>
          <a:noFill/>
        </p:spPr>
        <p:txBody>
          <a:bodyPr wrap="square">
            <a:spAutoFit/>
          </a:bodyPr>
          <a:lstStyle/>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&lt;AVCDL&gt;/source/reference_documents/working_material/example system/</a:t>
            </a:r>
          </a:p>
        </p:txBody>
      </p:sp>
    </p:spTree>
    <p:extLst>
      <p:ext uri="{BB962C8B-B14F-4D97-AF65-F5344CB8AC3E}">
        <p14:creationId xmlns:p14="http://schemas.microsoft.com/office/powerpoint/2010/main" val="969977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49E1A554-4BAC-34FA-08E0-C44DDC642C95}"/>
              </a:ext>
            </a:extLst>
          </p:cNvPr>
          <p:cNvPicPr>
            <a:picLocks noChangeAspect="1"/>
          </p:cNvPicPr>
          <p:nvPr/>
        </p:nvPicPr>
        <p:blipFill>
          <a:blip r:embed="rId3"/>
          <a:stretch>
            <a:fillRect/>
          </a:stretch>
        </p:blipFill>
        <p:spPr>
          <a:xfrm>
            <a:off x="1827405" y="1034903"/>
            <a:ext cx="8534014" cy="5817480"/>
          </a:xfrm>
          <a:prstGeom prst="rect">
            <a:avLst/>
          </a:prstGeom>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40714915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277592" cy="3354765"/>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Attack Surface Analysis Model Creation Procedure (AVCDL tertiary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attack surface analysis model template (AVCDL template)</a:t>
            </a:r>
          </a:p>
          <a:p>
            <a:pPr marL="0" indent="0">
              <a:spcBef>
                <a:spcPts val="0"/>
              </a:spcBef>
            </a:pPr>
            <a:r>
              <a:rPr lang="en-US" b="1" dirty="0">
                <a:latin typeface="Roboto" panose="02000000000000000000" pitchFamily="2" charset="0"/>
                <a:ea typeface="Roboto" panose="02000000000000000000" pitchFamily="2" charset="0"/>
              </a:rPr>
              <a:t>Guide to Data-Centric System Threat Modeling</a:t>
            </a: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spcAft>
                <a:spcPts val="1200"/>
              </a:spcAft>
            </a:pPr>
            <a:r>
              <a:rPr lang="en-US" sz="1600" b="1" dirty="0">
                <a:latin typeface="Courier New" panose="02070309020205020404" pitchFamily="49" charset="0"/>
                <a:cs typeface="Courier New" panose="02070309020205020404" pitchFamily="49" charset="0"/>
                <a:hlinkClick r:id="rId3"/>
              </a:rPr>
              <a:t>https://csrc.nist.gov/publications/detail/sp/800-154/draft</a:t>
            </a:r>
            <a:r>
              <a:rPr lang="en-US" sz="1600" b="1" dirty="0">
                <a:latin typeface="Courier New" panose="02070309020205020404" pitchFamily="49" charset="0"/>
                <a:cs typeface="Courier New" panose="02070309020205020404" pitchFamily="49" charset="0"/>
              </a:rPr>
              <a:t>  </a:t>
            </a:r>
          </a:p>
          <a:p>
            <a:pPr marL="0" indent="0">
              <a:spcBef>
                <a:spcPts val="0"/>
              </a:spcBef>
              <a:spcAft>
                <a:spcPts val="1200"/>
              </a:spcAft>
            </a:pPr>
            <a:r>
              <a:rPr lang="en-US" b="1" i="0" u="none" strike="noStrike" dirty="0">
                <a:solidFill>
                  <a:srgbClr val="212124"/>
                </a:solidFill>
                <a:effectLst/>
                <a:latin typeface="Roboto" panose="02000000000000000000" pitchFamily="2" charset="0"/>
                <a:ea typeface="Roboto" panose="02000000000000000000" pitchFamily="2" charset="0"/>
                <a:cs typeface="Roboto" panose="02000000000000000000" pitchFamily="2" charset="0"/>
              </a:rPr>
              <a:t>System Back (Bill Bradford, CC BY 2.0)</a:t>
            </a:r>
            <a:endParaRPr lang="en-US" b="1" dirty="0">
              <a:latin typeface="Roboto" panose="02000000000000000000" pitchFamily="2" charset="0"/>
              <a:ea typeface="Roboto" panose="02000000000000000000" pitchFamily="2" charset="0"/>
              <a:cs typeface="Roboto" panose="02000000000000000000" pitchFamily="2" charset="0"/>
            </a:endParaRPr>
          </a:p>
          <a:p>
            <a:pPr marL="0" indent="0">
              <a:spcBef>
                <a:spcPts val="0"/>
              </a:spcBef>
              <a:spcAft>
                <a:spcPts val="1200"/>
              </a:spcAft>
            </a:pPr>
            <a:r>
              <a:rPr lang="en-US" sz="1600" b="1" dirty="0">
                <a:latin typeface="Courier New" panose="02070309020205020404" pitchFamily="49" charset="0"/>
                <a:cs typeface="Courier New" panose="02070309020205020404" pitchFamily="49" charset="0"/>
                <a:hlinkClick r:id="rId4"/>
              </a:rPr>
              <a:t>https://www.flickr.com/photos/41894183508@N01/3759951495</a:t>
            </a:r>
            <a:endParaRPr lang="en-US" sz="1600" b="1" dirty="0">
              <a:latin typeface="Courier New" panose="02070309020205020404" pitchFamily="49" charset="0"/>
              <a:cs typeface="Courier New" panose="02070309020205020404" pitchFamily="49" charset="0"/>
            </a:endParaRPr>
          </a:p>
          <a:p>
            <a:pPr marL="0" indent="0">
              <a:spcBef>
                <a:spcPts val="0"/>
              </a:spcBef>
              <a:spcAft>
                <a:spcPts val="1200"/>
              </a:spcAft>
            </a:pPr>
            <a:r>
              <a:rPr lang="en-US" sz="1600" b="1" dirty="0">
                <a:latin typeface="Courier New" panose="02070309020205020404" pitchFamily="49" charset="0"/>
                <a:cs typeface="Courier New" panose="02070309020205020404" pitchFamily="49" charset="0"/>
                <a:hlinkClick r:id="rId5"/>
              </a:rPr>
              <a:t>https://creativecommons.org/licenses/by/2.0/</a:t>
            </a:r>
            <a:endParaRPr lang="en-US" sz="16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282441</TotalTime>
  <Words>3088</Words>
  <Application>Microsoft Macintosh PowerPoint</Application>
  <PresentationFormat>Custom</PresentationFormat>
  <Paragraphs>505</Paragraphs>
  <Slides>26</Slides>
  <Notes>26</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26</vt:i4>
      </vt:variant>
    </vt:vector>
  </HeadingPairs>
  <TitlesOfParts>
    <vt:vector size="37" baseType="lpstr">
      <vt:lpstr>Calibri</vt:lpstr>
      <vt:lpstr>Merriweather Sans</vt:lpstr>
      <vt:lpstr>Courier New</vt:lpstr>
      <vt:lpstr>Roboto Medium</vt:lpstr>
      <vt:lpstr>Arial</vt:lpstr>
      <vt:lpstr>Poppins Medium</vt:lpstr>
      <vt:lpstr>Roboto Light</vt:lpstr>
      <vt:lpstr>Roboto</vt:lpstr>
      <vt:lpstr>Simple Light</vt:lpstr>
      <vt:lpstr>Motional Masters</vt:lpstr>
      <vt:lpstr>Motional Masters</vt:lpstr>
      <vt:lpstr>Attack Surface Analysis Model Creation</vt:lpstr>
      <vt:lpstr>Training Path</vt:lpstr>
      <vt:lpstr>Introduction</vt:lpstr>
      <vt:lpstr>Attack Surface Analysis Process</vt:lpstr>
      <vt:lpstr>Model Creation Activity</vt:lpstr>
      <vt:lpstr>Model Creation Activity</vt:lpstr>
      <vt:lpstr>Areas of Interest</vt:lpstr>
      <vt:lpstr>Example</vt:lpstr>
      <vt:lpstr>Block View</vt:lpstr>
      <vt:lpstr>Entities</vt:lpstr>
      <vt:lpstr>Interfaces</vt:lpstr>
      <vt:lpstr>Documenting</vt:lpstr>
      <vt:lpstr>Physical Ports *</vt:lpstr>
      <vt:lpstr>Physical Ports</vt:lpstr>
      <vt:lpstr>PowerPoint Presentation</vt:lpstr>
      <vt:lpstr>Physical Ports</vt:lpstr>
      <vt:lpstr>Logical Ports / Protocols</vt:lpstr>
      <vt:lpstr>Logical Ports / Protocols</vt:lpstr>
      <vt:lpstr>Processes</vt:lpstr>
      <vt:lpstr>Processes</vt:lpstr>
      <vt:lpstr>Recap</vt:lpstr>
      <vt:lpstr>Example Materials</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Attack Surface Analysis - Model Creation (training)</dc:title>
  <dc:subject>attack surface analysis - model creation</dc:subject>
  <dc:creator>Charles Wilson</dc:creator>
  <cp:keywords>cybersecurity, attack surface analysis</cp:keywords>
  <dc:description>This work was created by Torc Robotics and is licensed under the Creative Commons Attribution-Share Alike (CC BY-SA-4.0) License.
https://creativecommons.org/licenses/by/4.0/legalcode
</dc:description>
  <cp:lastModifiedBy>Charles Wilson</cp:lastModifiedBy>
  <cp:revision>524</cp:revision>
  <cp:lastPrinted>2023-10-06T18:22:29Z</cp:lastPrinted>
  <dcterms:modified xsi:type="dcterms:W3CDTF">2025-04-30T19:29:07Z</dcterms:modified>
  <cp:category>cybersecurity</cp:category>
</cp:coreProperties>
</file>