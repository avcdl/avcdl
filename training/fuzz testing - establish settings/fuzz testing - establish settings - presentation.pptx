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0" r:id="rId1"/>
    <p:sldMasterId id="2147483791" r:id="rId2"/>
    <p:sldMasterId id="2147483792" r:id="rId3"/>
  </p:sldMasterIdLst>
  <p:notesMasterIdLst>
    <p:notesMasterId r:id="rId41"/>
  </p:notesMasterIdLst>
  <p:sldIdLst>
    <p:sldId id="256" r:id="rId4"/>
    <p:sldId id="674" r:id="rId5"/>
    <p:sldId id="648" r:id="rId6"/>
    <p:sldId id="678" r:id="rId7"/>
    <p:sldId id="679" r:id="rId8"/>
    <p:sldId id="639" r:id="rId9"/>
    <p:sldId id="665" r:id="rId10"/>
    <p:sldId id="666" r:id="rId11"/>
    <p:sldId id="636" r:id="rId12"/>
    <p:sldId id="637" r:id="rId13"/>
    <p:sldId id="638" r:id="rId14"/>
    <p:sldId id="669" r:id="rId15"/>
    <p:sldId id="652" r:id="rId16"/>
    <p:sldId id="660" r:id="rId17"/>
    <p:sldId id="661" r:id="rId18"/>
    <p:sldId id="662" r:id="rId19"/>
    <p:sldId id="663" r:id="rId20"/>
    <p:sldId id="587" r:id="rId21"/>
    <p:sldId id="682" r:id="rId22"/>
    <p:sldId id="681" r:id="rId23"/>
    <p:sldId id="685" r:id="rId24"/>
    <p:sldId id="684" r:id="rId25"/>
    <p:sldId id="599" r:id="rId26"/>
    <p:sldId id="651" r:id="rId27"/>
    <p:sldId id="680" r:id="rId28"/>
    <p:sldId id="655" r:id="rId29"/>
    <p:sldId id="683" r:id="rId30"/>
    <p:sldId id="667" r:id="rId31"/>
    <p:sldId id="668" r:id="rId32"/>
    <p:sldId id="603" r:id="rId33"/>
    <p:sldId id="488" r:id="rId34"/>
    <p:sldId id="604" r:id="rId35"/>
    <p:sldId id="343" r:id="rId36"/>
    <p:sldId id="676" r:id="rId37"/>
    <p:sldId id="677" r:id="rId38"/>
    <p:sldId id="675" r:id="rId39"/>
    <p:sldId id="368" r:id="rId40"/>
  </p:sldIdLst>
  <p:sldSz cx="12188825" cy="6858000"/>
  <p:notesSz cx="6858000" cy="9144000"/>
  <p:embeddedFontLst>
    <p:embeddedFont>
      <p:font typeface="Roboto" panose="02000000000000000000" pitchFamily="2" charset="0"/>
      <p:regular r:id="rId42"/>
      <p:bold r:id="rId43"/>
      <p:italic r:id="rId44"/>
      <p:boldItalic r:id="rId45"/>
    </p:embeddedFont>
    <p:embeddedFont>
      <p:font typeface="Roboto Medium" panose="02000000000000000000" pitchFamily="2" charset="0"/>
      <p:regular r:id="rId46"/>
      <p: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E38194"/>
    <a:srgbClr val="A7E3B3"/>
    <a:srgbClr val="CCFFCC"/>
    <a:srgbClr val="4DE354"/>
    <a:srgbClr val="FFFFFF"/>
    <a:srgbClr val="FFC161"/>
    <a:srgbClr val="FFE6CC"/>
    <a:srgbClr val="FFF2CC"/>
    <a:srgbClr val="FDFF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635"/>
    <p:restoredTop sz="75661"/>
  </p:normalViewPr>
  <p:slideViewPr>
    <p:cSldViewPr snapToGrid="0">
      <p:cViewPr varScale="1">
        <p:scale>
          <a:sx n="163" d="100"/>
          <a:sy n="163" d="100"/>
        </p:scale>
        <p:origin x="352" y="168"/>
      </p:cViewPr>
      <p:guideLst>
        <p:guide orient="horz" pos="2160"/>
        <p:guide pos="3839"/>
        <p:guide orient="horz" pos="3945"/>
      </p:guideLst>
    </p:cSldViewPr>
  </p:slideViewPr>
  <p:outlineViewPr>
    <p:cViewPr>
      <p:scale>
        <a:sx n="33" d="100"/>
        <a:sy n="33" d="100"/>
      </p:scale>
      <p:origin x="0" y="0"/>
    </p:cViewPr>
  </p:outlin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font" Target="fonts/font1.fntdata"/><Relationship Id="rId47" Type="http://schemas.openxmlformats.org/officeDocument/2006/relationships/font" Target="fonts/font6.fntdata"/><Relationship Id="rId50"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4.fntdata"/><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font" Target="fonts/font3.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font" Target="fonts/font2.fntdata"/><Relationship Id="rId48"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5.fntdata"/><Relationship Id="rId20" Type="http://schemas.openxmlformats.org/officeDocument/2006/relationships/slide" Target="slides/slide1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I'm Charles Wilson, staff product cybersecurity architect at Torc Robotics.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presentation will cover the Fuzz Testing Settings Establishment activity.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t>
            </a:r>
            <a:r>
              <a:rPr lang="en-US" sz="1400" b="1" dirty="0">
                <a:latin typeface="Calibri" panose="020F0502020204030204" pitchFamily="34" charset="0"/>
                <a:cs typeface="Calibri" panose="020F0502020204030204" pitchFamily="34" charset="0"/>
              </a:rPr>
              <a:t>AVCDL Overview </a:t>
            </a:r>
            <a:r>
              <a:rPr lang="en-US" sz="1400" dirty="0">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Apply Secure Design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Threat Prioritization</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Settings</a:t>
            </a: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Secure Coding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b="1" dirty="0">
                <a:latin typeface="Calibri" panose="020F0502020204030204" pitchFamily="34" charset="0"/>
                <a:cs typeface="Calibri" panose="020F0502020204030204" pitchFamily="34" charset="0"/>
              </a:rPr>
              <a:t>Fuzz Testing Overview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the </a:t>
            </a:r>
            <a:r>
              <a:rPr lang="en-US" sz="1400" b="1" dirty="0">
                <a:latin typeface="Calibri" panose="020F0502020204030204" pitchFamily="34" charset="0"/>
                <a:cs typeface="Calibri" panose="020F0502020204030204" pitchFamily="34" charset="0"/>
              </a:rPr>
              <a:t>Fuzz Testing - Establish Settings</a:t>
            </a:r>
            <a:r>
              <a:rPr lang="en-US" sz="1400" dirty="0">
                <a:latin typeface="Calibri" panose="020F0502020204030204" pitchFamily="34" charset="0"/>
                <a:cs typeface="Calibri" panose="020F0502020204030204" pitchFamily="34" charset="0"/>
              </a:rPr>
              <a:t> activity.</a:t>
            </a: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F06D203-A8E8-7236-860C-C2C7FAB30A5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A9F786-C5EE-EC56-1F8E-7F9B2F273B7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9B21B32-2591-BA66-7082-FA1FCE2708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dirty="0"/>
              <a:t>Before getting into settings establishment, let's briefly review where it fits, in the overall fuzz testing process.</a:t>
            </a:r>
          </a:p>
        </p:txBody>
      </p:sp>
    </p:spTree>
    <p:extLst>
      <p:ext uri="{BB962C8B-B14F-4D97-AF65-F5344CB8AC3E}">
        <p14:creationId xmlns:p14="http://schemas.microsoft.com/office/powerpoint/2010/main" val="1448404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strike="noStrike" dirty="0">
                <a:solidFill>
                  <a:srgbClr val="1D1C1D"/>
                </a:solidFill>
                <a:effectLst/>
                <a:latin typeface="Calibri" panose="020F0502020204030204" pitchFamily="34" charset="0"/>
                <a:cs typeface="Calibri" panose="020F0502020204030204" pitchFamily="34" charset="0"/>
              </a:rPr>
              <a:t>Fuzz Testing Overview </a:t>
            </a:r>
            <a:r>
              <a:rPr lang="en-US" sz="1400" strike="no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Here's the fuzz testing process which we previously covered in the </a:t>
            </a:r>
            <a:r>
              <a:rPr lang="en-US" sz="1400" b="1" strike="sngStrike" dirty="0">
                <a:solidFill>
                  <a:srgbClr val="1D1C1D"/>
                </a:solidFill>
                <a:effectLst/>
                <a:latin typeface="Calibri" panose="020F0502020204030204" pitchFamily="34" charset="0"/>
                <a:cs typeface="Calibri" panose="020F0502020204030204" pitchFamily="34" charset="0"/>
              </a:rPr>
              <a:t>Fuzz Testing Overview </a:t>
            </a:r>
            <a:r>
              <a:rPr lang="en-US" sz="1400" strike="sngStrike" dirty="0">
                <a:solidFill>
                  <a:srgbClr val="1D1C1D"/>
                </a:solidFill>
                <a:effectLst/>
                <a:latin typeface="Calibri" panose="020F0502020204030204" pitchFamily="34" charset="0"/>
                <a:cs typeface="Calibri" panose="020F0502020204030204" pitchFamily="34" charset="0"/>
              </a:rPr>
              <a:t>training.</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Our focus for this training is going to be on the first activity, that of settings establishment.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400E1AB-7115-90FD-7437-DFCEAAA40C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450A65D-F255-0B0B-57E8-D86EE45DB14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3CD2430-2185-2815-4A74-C8DAD4A0C0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Within the settings establishment activity, the development SME, fuzz testing SME, and devops SME take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build file,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framework documentation,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establish a set of element-specific settings to be used for fuzz testing.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will be put into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 updated build file and produce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security options qualification report.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If this diagram seems really information dense, that's because this is an encapsulation of the secure settings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Let's review that process.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678426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A0CBB7C-EB38-2CB6-0D13-D11B58B73E2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8E2732D-D8D0-D624-9008-FEDFF57093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9DF1504-5183-61AF-1001-6C7C554957C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402355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2A726-BD41-9BC3-E424-76F5131233D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00816AC-07BD-1162-5628-FFC7DBFD642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F9926B-AE76-0C28-ABBE-045054B86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88310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9581D16-2AAA-F089-A3F3-B878B8D745F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02B9E84-AEDD-0CB6-AA00-17BFCDD0D269}"/>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98941A4-AE0F-42D0-65B5-19DEEEC738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u="none"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u="none"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u="sng"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868446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9987C0B-F244-033E-9AF2-7B06566965EF}"/>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2F3E5E-E291-AF33-85C4-E174B8DF89A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E5DFBE6-D102-45F1-9011-12DED4B37A8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1467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DE055D-969C-1251-8D4B-9A5D6A6EF8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1FCEE36-4BC2-7CF5-2272-6001940871B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DCD742C-D5B3-C0E2-0697-8287358F58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secure settings process is comprised of four activities.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identifying the options relevant to security</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categorizing those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selecting which ones we're going to use for each element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finally, applying those options to the build system for that element.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898872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0CAD468-007A-8E5F-5A62-D6055BDFB7F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0A138CF-A5C6-66D4-B6D1-1AE20FE04BA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3542C1E-8A0C-E5E2-6733-164CBB116F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briefly review the materials that provide both documentation and training for how the secure settings activities should be undertaken.</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674422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First, we have the Secure Settings Overview training video which compliments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Document secondary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provides an overview of the secure settings process described in the AVCDL primary document.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80262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1BF8ECC-9C33-F0C8-E07A-82A53359FE6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9F55E18-FAAA-3F92-CDB3-A4575494B11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AA848CD-2590-3BD6-BF48-BFB05FBEDEF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Identify Options training goes along with the Secure Settings Identify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works its way through an example using GCC as a basis covering how one would take a tool and extract the various options from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7305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FCEB9E8-9ECB-8D19-4DAE-2C25C89F64D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27811F2-F284-1821-83AF-5969E2EFD02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B346606-A15E-E649-5347-0A55D70DBD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Categorize Options training goes along with the Secure Settings Categorize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extends the example from the identify options training and covers how one might create severity categories and categorize the identified options so that they can be processed later.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06000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82BBD2E-67FC-C6C2-2045-FD8FBB0544F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51B6EB8-F106-CF98-BD76-9014BD0F4FF2}"/>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74CC6ED-71A0-BC67-0F35-3B409113846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Secure Settings - Select Options training goes along with the Secure Settings Select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continues extending the example from the previous training and addresses how options are selected for application to a specific element of the system by the cybersecurity and development SMEs.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452522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5DF5D140-5163-5A7F-66EF-0B85A1F073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E445AFC-60CA-5DA9-7AD3-0277184E981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A1FD65F-45AB-964B-5F98-10F1B45F8A3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the Secure Settings - Apply Options training goes along with the Secure Settings Apply Options Procedure.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focus here is on the devops SME, tasked with taking the options selected for application to a particular element, and making the adjustments to the build system to integrate those options.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1786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FD66C0-793C-F9A4-A606-EDD3A393E0E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14B8548-806F-0E39-C5B0-26B8B85FB94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0F8DC3E-D083-751D-859F-34874F8B36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Unlike most of the AVCDL processes which are able to directly apply the secure settings process in order to establish the settings for a particular tool to be used, with fuzz testing we're dealing not with a specific tool but with a set of frameworks.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way we're going to approach this is slightly different.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So, let's go back to the secure settings process and see how we're going to customize it for use with fuzz testing.</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3731134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8928F25-0290-F9BF-FA72-F309E430DB6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893FEF1-2701-A297-FE7B-E226115623D3}"/>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A76E03B8-0DED-96E9-D07C-B9BDE86460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again is the secure settings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What we're going to do is customize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two processes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identification of the options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categorization of the options.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Zooming in on those from a fuzz testing standpoint, when we talk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 we're talking about the documentation of the fuzz testing framework that we're considering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identification of the options is the context required in order to make those things work.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gives 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options we can pick from to do our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our next step of categorization, what we're talking about for categories are the use cases.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use cases are documented and a use case is assigned to each of the framework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yields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categorized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254742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8B43CD1-02CA-6064-1B64-A6214B67539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4F6F44F-957B-33C7-1F4A-128E93B5EF2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E084178-00D5-9FE8-3DF9-245E6DF1C5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 again is the secure settings process.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we're going to do is customize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first two processes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identification of the options and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categorization of the options.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Zooming in on those from a fuzz testing standpoint, when we talk about</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tool documentation, we're talking about the documentation of the fuzz testing framework that we're considering here.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our identification of the options is the context required in order to make those things work.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That gives us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 set of options we can pick from to do our fuzz testing.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In our next step of categorization, what we're talking about for categories are the use cases.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fuzz testing use cases are documented and a use case is assigned to each of the framework options.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This yields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our categorized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870380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45925A3-003A-77B7-7C4C-0BFDDF8B154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CC57A93-4492-6837-0B2C-F3900C50C2CC}"/>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C13D88A2-4690-5371-7EBA-077D4FE91D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Here again is the secure settings process.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What we're going to do is customize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first two processes of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identification of the options and</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categorization of the options. </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Zooming in on those from a fuzz testing standpoint, when we talk about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tool documentation, we're talking about the documentation of the fuzz testing framework that we're considering here.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our identification of the options is the context required in order to make those things work.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That gives us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 set of options we can pick from to do our fuzz testing.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In our next step of categorization, what we're talking about for categories are the use cases.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fuzz testing use cases are documented and a use case is assigned to each of the framework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yields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our categorized options.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637892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0A649D-567C-435A-3F70-42C1E461C76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80F585E-9661-8CBD-0F22-EEF39852136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0313E9F8-B258-5EAA-9DCA-8CBE219DD0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an example of fuzz testing framework option identification and categorization.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We'll be using the </a:t>
            </a:r>
            <a:r>
              <a:rPr lang="en-US" b="1" dirty="0"/>
              <a:t>AVCDL fuzz testing framework options template </a:t>
            </a:r>
            <a:r>
              <a:rPr lang="en-US" dirty="0"/>
              <a:t>which is described in the </a:t>
            </a:r>
            <a:r>
              <a:rPr lang="en-US" b="1" dirty="0"/>
              <a:t>Fuzz Testing – Establish Setting Procedure </a:t>
            </a:r>
            <a:r>
              <a:rPr lang="en-US" dirty="0"/>
              <a:t>tertiary document that goes along with this training.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here that this is just one mechanism for documenting this information.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any number of ways this information could be documented.</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an ideal world, you'd use a database to store this information both across frameworks and versions of frameworks.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9682240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6B6CD35C-2507-7B50-9613-F89B1FAF7E3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8CEC82C-E4BD-8F9A-B732-804E6296E6F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F4EDA26-A262-7E7D-F125-FE7229595DD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our example, we record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SME who is performing this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date that the document was updated,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monotonic and increasing version number.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2553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3B19591-3F74-D1E7-FAF0-8D2098496C4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65167CEF-C6C0-F36A-E9E8-8E752159E7C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41280BA-617D-A284-BDC4-16911A642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references sheet what we have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name,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description,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location of the </a:t>
            </a:r>
            <a:r>
              <a:rPr lang="en-US" sz="1400" dirty="0" err="1">
                <a:latin typeface="Calibri" panose="020F0502020204030204" pitchFamily="34" charset="0"/>
                <a:cs typeface="Calibri" panose="020F0502020204030204" pitchFamily="34" charset="0"/>
              </a:rPr>
              <a:t>naterials</a:t>
            </a:r>
            <a:r>
              <a:rPr lang="en-US" sz="1400" dirty="0">
                <a:latin typeface="Calibri" panose="020F0502020204030204" pitchFamily="34" charset="0"/>
                <a:cs typeface="Calibri" panose="020F0502020204030204" pitchFamily="34" charset="0"/>
              </a:rPr>
              <a:t> that we use to construct the information in the remainder of the workbook.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since we're dealing with fuzz testing frameworks, we're going to make sure that we enumerate all of those frameworks and provide the relevant references for them.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since we're going to be doing categorization, we need to include any relevant references that we use in order to inform that activity.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5088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145D979-1C5F-37E3-1D5C-814139BBE768}"/>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83790EAB-DFC1-3EFF-1474-701F638CD45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7B157C44-40FD-E86B-4AEC-DDE7F3489E9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the options themselves, we include the following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unique identifier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option name, which should also be unique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name of the framework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version of the framework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features of the framework relevant to the option.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important because frameworks typically provide more features than needed for any individual use case.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operating system for the option.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 have multiple operating systems that are being utilized, you should have an option for each.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same is true for our next item which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build system that's being used.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then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compiler,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minimum compiler version,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compiler options required by with the framework option.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category, which we'll get to in a bit.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notes field.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Looking at the first two entries.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FW_HFP_LINUX_GCC_1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FW_HFP_LINUX_GCC_2.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differentiates these is whether we're using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GCC 6 and later, 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GCC 8 and later.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compiler options change, but everything else is the same.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use honggfuzz version 2.6 with identical features, targeted for Linux, built using Bazel, and managed by CI Fuzz.</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the compilers, depending on the version, have different compiler options, we need to provide those as different line items so that when we do the next secure settings activity following identification and categorization,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is the selection of options specific to the element under consideration,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select those most appropriate to the element’s particular build configuration.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Contrast these with FW_FUZZTEST_LINUX_CLANG.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see that the option name is simply FuzzTest, because it has no variants.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You'll notice that there are three different fuzz testing frameworks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honggfuzz,</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FuzzTest, and finally,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CycurFUZZ.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Remember that you need not restrict your considerations to a single framework.</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this is how you approach enumerating the fuzz testing framework options.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important thing is that you enumerate them all, so that you can be able to make appropriate selections for the elements under consideration. 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24378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8A1E5FC-713D-36E5-9EAE-1D43613C44A0}"/>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B26E7D-3B59-7468-6233-37FCA560533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F57BCFC0-1863-E690-74E1-D50617C91EE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brings us to the next secure settings activity which is that of categorization.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To handle that, we use the categories sheet.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We’re going to consider the various use cases which represent the categories we use in the context of the secure settings.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usual,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unique ID.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name of the category, which is also unique.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since this category is going to be used to auto-populate the option sheet, we want these to be concise and clear.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you can see we have two general categories,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for source fuzz testing, and the other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binary fuzz testing.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two specialized ones, one that's dealing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CAN-FD protocol against a binary,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UDS protocol also against a binary.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provide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description which is as detailed as necessary so that we understand the use case.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any qualifications which apply to the category.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answer the question, what are the limitations imposed by this particular use case?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Finally,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notes field.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63816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B4C5432-52D3-C52A-CDEF-A4164312E7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FB3ABC08-5C0A-A0B7-2CEA-B882F04F4EE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B6DA35EE-40D4-9B24-9CA7-BD44A4460A5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last step in our categorization activity is to return to the option sheet and using the now auto-populated category list, select the appropriate category for each of the options that we've enumerated.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the first three are all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general - source options.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next two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general - binary ones.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Next is another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general - source one, this time for the FuzzTest framework.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last two are the two specialized ones.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one for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CAN-FD - binary used for CAN-FD analysis, and one for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UDS - binary is being used for UDS analysis.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With the options sheet completed, we've addressed the first two of the four secure settings activities.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last two activities of selecting the options that we're going to use for the element and applying those options are performed as specified in the Secure Settings - Select Options and Apply Options procedures.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81991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D40E8D6-08FB-5803-C3B5-AA5332D30DD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17958B4-3E6D-E43E-011E-7D5215E6D1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8E68B1D8-C43A-BB3C-4E23-440F60CA3B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Since the Secure Settings process activities speak in general, let's talk about the specific things we need to consider when establishing the fuzz testing framework settings.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1825330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0CB16CD0-7FDE-ADEB-6245-C2334D3B2F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28D7E3E-8DED-BBAD-D7A3-0C91393B2D8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242069A6-5601-CDF4-4615-FFF7E30609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Aside from the typical, “is this element cybersecurity-relevant,” question when dealing with particular tools and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there are three considerations when dealing with the fuzz testing frameworks to be attached to various elements.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is because fuzz testing is a part of the test suite.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so, we first need to consider</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execution time impact because the build system may be time bounded, and the addition of fuzz testing may well exceed any time bounding established for the build process.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We need to evaluate this before we recommend any option or framework for use with a particular element.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second is very much akin to the first, and that is a consideration of</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 footprint.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This may be the overall code size impact, which is of concern when dealing with an embedded system where you have hard limits compared to when dealing with a desktop or server class machine.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Beyond the footprint of the code, you may have data memory footprint considerations.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Are you able to fit all of the necessary data into memory to be able to execute it efficiently and effectively?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Keep in mind that in real-time systems when using virtual paging, you have to take into consideration the memory footprint and the possible adverse effect of memory thrashing.</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Finally, we want to consider.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isolation of the various tests.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Because fuzz testing is usually performed by taking a corpus of known good inputs and mutating them, you need to ensure that this is being done in a way that allows you to be able to reproduce the results should an error condition occur.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having fewer variables changing for a given run of a particular test is always desirable. </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29559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covers fuzz testing settings establishment.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Let's look at a summary.</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When implementing settings establishment for fuzz testing frameworks we:</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identify the frameworks to be used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categorize the options (enumerate the use cases)</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scope the frameworks to be used based on option applicable to the element</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update the build to be able to incorporate the particular frameworks and any settings changes needed</a:t>
            </a: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report the changes that we make to the build settings</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and remember that when performing fuzz testing in a cybersecurity context to</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 keep cybersecurity-relevancy front of mind</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841265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the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the workbooks include all the sheets covered in this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additional information and to get a more in-depth set of references, the Fuzz Testing Establish Settings Procedure tertiary document is available in the AVCDL GitHub repository.</a:t>
            </a:r>
          </a:p>
        </p:txBody>
      </p:sp>
    </p:spTree>
    <p:extLst>
      <p:ext uri="{BB962C8B-B14F-4D97-AF65-F5344CB8AC3E}">
        <p14:creationId xmlns:p14="http://schemas.microsoft.com/office/powerpoint/2010/main" val="35780262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Videos covering various aspects of the AVCDL are available on our YouTube channel, as shown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with the exception of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With this training complete, if you’ve completed the other trainings covering the </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Fuzz Testing </a:t>
            </a: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process activities,  you can proceed to the other trainings at this level, these include: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Here are the references to the source material used in the creation of this presentation.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507" y="992767"/>
            <a:ext cx="11358000" cy="27369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a:endParaRPr/>
          </a:p>
        </p:txBody>
      </p:sp>
      <p:sp>
        <p:nvSpPr>
          <p:cNvPr id="11" name="Google Shape;11;p2"/>
          <p:cNvSpPr txBox="1">
            <a:spLocks noGrp="1"/>
          </p:cNvSpPr>
          <p:nvPr>
            <p:ph type="subTitle" idx="1"/>
          </p:nvPr>
        </p:nvSpPr>
        <p:spPr>
          <a:xfrm>
            <a:off x="415496" y="3778833"/>
            <a:ext cx="11358000" cy="10569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a:endParaRPr/>
          </a:p>
        </p:txBody>
      </p:sp>
      <p:sp>
        <p:nvSpPr>
          <p:cNvPr id="12" name="Google Shape;12;p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496" y="2867800"/>
            <a:ext cx="11358000" cy="1122300"/>
          </a:xfrm>
          <a:prstGeom prst="rect">
            <a:avLst/>
          </a:prstGeom>
        </p:spPr>
        <p:txBody>
          <a:bodyPr spcFirstLastPara="1" wrap="square" lIns="121875" tIns="121875" rIns="121875" bIns="12187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5" name="Google Shape;15;p3"/>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18" name="Google Shape;18;p4"/>
          <p:cNvSpPr txBox="1">
            <a:spLocks noGrp="1"/>
          </p:cNvSpPr>
          <p:nvPr>
            <p:ph type="body" idx="1"/>
          </p:nvPr>
        </p:nvSpPr>
        <p:spPr>
          <a:xfrm>
            <a:off x="415496" y="1536633"/>
            <a:ext cx="11358000" cy="4555200"/>
          </a:xfrm>
          <a:prstGeom prst="rect">
            <a:avLst/>
          </a:prstGeom>
        </p:spPr>
        <p:txBody>
          <a:bodyPr spcFirstLastPara="1" wrap="square" lIns="121875" tIns="121875" rIns="121875" bIns="121875" anchor="t"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19" name="Google Shape;19;p4"/>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2" name="Google Shape;22;p5"/>
          <p:cNvSpPr txBox="1">
            <a:spLocks noGrp="1"/>
          </p:cNvSpPr>
          <p:nvPr>
            <p:ph type="body" idx="1"/>
          </p:nvPr>
        </p:nvSpPr>
        <p:spPr>
          <a:xfrm>
            <a:off x="415497"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3" name="Google Shape;23;p5"/>
          <p:cNvSpPr txBox="1">
            <a:spLocks noGrp="1"/>
          </p:cNvSpPr>
          <p:nvPr>
            <p:ph type="body" idx="2"/>
          </p:nvPr>
        </p:nvSpPr>
        <p:spPr>
          <a:xfrm>
            <a:off x="6441588" y="1536633"/>
            <a:ext cx="5331900" cy="4555200"/>
          </a:xfrm>
          <a:prstGeom prst="rect">
            <a:avLst/>
          </a:prstGeom>
        </p:spPr>
        <p:txBody>
          <a:bodyPr spcFirstLastPara="1" wrap="square" lIns="121875" tIns="121875" rIns="121875" bIns="121875" anchor="t" anchorCtr="0">
            <a:noAutofit/>
          </a:bodyPr>
          <a:lstStyle>
            <a:lvl1pPr marL="457207" lvl="0" indent="-349255">
              <a:spcBef>
                <a:spcPts val="0"/>
              </a:spcBef>
              <a:spcAft>
                <a:spcPts val="0"/>
              </a:spcAft>
              <a:buSzPts val="1900"/>
              <a:buChar char="●"/>
              <a:defRPr sz="19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24" name="Google Shape;24;p5"/>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496" y="593367"/>
            <a:ext cx="11358000" cy="763500"/>
          </a:xfrm>
          <a:prstGeom prst="rect">
            <a:avLst/>
          </a:prstGeom>
        </p:spPr>
        <p:txBody>
          <a:bodyPr spcFirstLastPara="1" wrap="square" lIns="121875" tIns="121875" rIns="121875" bIns="121875" anchor="t" anchorCtr="0">
            <a:no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a:endParaRPr/>
          </a:p>
        </p:txBody>
      </p:sp>
      <p:sp>
        <p:nvSpPr>
          <p:cNvPr id="27" name="Google Shape;27;p6"/>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496" y="740800"/>
            <a:ext cx="3743100" cy="1007700"/>
          </a:xfrm>
          <a:prstGeom prst="rect">
            <a:avLst/>
          </a:prstGeom>
        </p:spPr>
        <p:txBody>
          <a:bodyPr spcFirstLastPara="1" wrap="square" lIns="121875" tIns="121875" rIns="121875" bIns="121875" anchor="b" anchorCtr="0">
            <a:noAutofit/>
          </a:bodyPr>
          <a:lstStyle>
            <a:lvl1pPr lvl="0">
              <a:spcBef>
                <a:spcPts val="0"/>
              </a:spcBef>
              <a:spcAft>
                <a:spcPts val="0"/>
              </a:spcAft>
              <a:buSzPts val="3200"/>
              <a:buNone/>
              <a:defRPr sz="3201"/>
            </a:lvl1pPr>
            <a:lvl2pPr lvl="1">
              <a:spcBef>
                <a:spcPts val="0"/>
              </a:spcBef>
              <a:spcAft>
                <a:spcPts val="0"/>
              </a:spcAft>
              <a:buSzPts val="3200"/>
              <a:buNone/>
              <a:defRPr sz="3201"/>
            </a:lvl2pPr>
            <a:lvl3pPr lvl="2">
              <a:spcBef>
                <a:spcPts val="0"/>
              </a:spcBef>
              <a:spcAft>
                <a:spcPts val="0"/>
              </a:spcAft>
              <a:buSzPts val="3200"/>
              <a:buNone/>
              <a:defRPr sz="3201"/>
            </a:lvl3pPr>
            <a:lvl4pPr lvl="3">
              <a:spcBef>
                <a:spcPts val="0"/>
              </a:spcBef>
              <a:spcAft>
                <a:spcPts val="0"/>
              </a:spcAft>
              <a:buSzPts val="3200"/>
              <a:buNone/>
              <a:defRPr sz="3201"/>
            </a:lvl4pPr>
            <a:lvl5pPr lvl="4">
              <a:spcBef>
                <a:spcPts val="0"/>
              </a:spcBef>
              <a:spcAft>
                <a:spcPts val="0"/>
              </a:spcAft>
              <a:buSzPts val="3200"/>
              <a:buNone/>
              <a:defRPr sz="3201"/>
            </a:lvl5pPr>
            <a:lvl6pPr lvl="5">
              <a:spcBef>
                <a:spcPts val="0"/>
              </a:spcBef>
              <a:spcAft>
                <a:spcPts val="0"/>
              </a:spcAft>
              <a:buSzPts val="3200"/>
              <a:buNone/>
              <a:defRPr sz="3201"/>
            </a:lvl6pPr>
            <a:lvl7pPr lvl="6">
              <a:spcBef>
                <a:spcPts val="0"/>
              </a:spcBef>
              <a:spcAft>
                <a:spcPts val="0"/>
              </a:spcAft>
              <a:buSzPts val="3200"/>
              <a:buNone/>
              <a:defRPr sz="3201"/>
            </a:lvl7pPr>
            <a:lvl8pPr lvl="7">
              <a:spcBef>
                <a:spcPts val="0"/>
              </a:spcBef>
              <a:spcAft>
                <a:spcPts val="0"/>
              </a:spcAft>
              <a:buSzPts val="3200"/>
              <a:buNone/>
              <a:defRPr sz="3201"/>
            </a:lvl8pPr>
            <a:lvl9pPr lvl="8">
              <a:spcBef>
                <a:spcPts val="0"/>
              </a:spcBef>
              <a:spcAft>
                <a:spcPts val="0"/>
              </a:spcAft>
              <a:buSzPts val="3200"/>
              <a:buNone/>
              <a:defRPr sz="3201"/>
            </a:lvl9pPr>
          </a:lstStyle>
          <a:p>
            <a:endParaRPr/>
          </a:p>
        </p:txBody>
      </p:sp>
      <p:sp>
        <p:nvSpPr>
          <p:cNvPr id="30" name="Google Shape;30;p7"/>
          <p:cNvSpPr txBox="1">
            <a:spLocks noGrp="1"/>
          </p:cNvSpPr>
          <p:nvPr>
            <p:ph type="body" idx="1"/>
          </p:nvPr>
        </p:nvSpPr>
        <p:spPr>
          <a:xfrm>
            <a:off x="415496" y="1852800"/>
            <a:ext cx="3743100" cy="4239300"/>
          </a:xfrm>
          <a:prstGeom prst="rect">
            <a:avLst/>
          </a:prstGeom>
        </p:spPr>
        <p:txBody>
          <a:bodyPr spcFirstLastPara="1" wrap="square" lIns="121875" tIns="121875" rIns="121875" bIns="121875" anchor="t" anchorCtr="0">
            <a:noAutofit/>
          </a:bodyPr>
          <a:lstStyle>
            <a:lvl1pPr marL="457207" lvl="0" indent="-330205">
              <a:spcBef>
                <a:spcPts val="0"/>
              </a:spcBef>
              <a:spcAft>
                <a:spcPts val="0"/>
              </a:spcAft>
              <a:buSzPts val="1600"/>
              <a:buChar char="●"/>
              <a:defRPr sz="1600"/>
            </a:lvl1pPr>
            <a:lvl2pPr marL="914415" lvl="1" indent="-330205">
              <a:spcBef>
                <a:spcPts val="2099"/>
              </a:spcBef>
              <a:spcAft>
                <a:spcPts val="0"/>
              </a:spcAft>
              <a:buSzPts val="1600"/>
              <a:buChar char="○"/>
              <a:defRPr sz="1600"/>
            </a:lvl2pPr>
            <a:lvl3pPr marL="1371622" lvl="2" indent="-330205">
              <a:spcBef>
                <a:spcPts val="2099"/>
              </a:spcBef>
              <a:spcAft>
                <a:spcPts val="0"/>
              </a:spcAft>
              <a:buSzPts val="1600"/>
              <a:buChar char="■"/>
              <a:defRPr sz="1600"/>
            </a:lvl3pPr>
            <a:lvl4pPr marL="1828831" lvl="3" indent="-330205">
              <a:spcBef>
                <a:spcPts val="2099"/>
              </a:spcBef>
              <a:spcAft>
                <a:spcPts val="0"/>
              </a:spcAft>
              <a:buSzPts val="1600"/>
              <a:buChar char="●"/>
              <a:defRPr sz="1600"/>
            </a:lvl4pPr>
            <a:lvl5pPr marL="2286038" lvl="4" indent="-330205">
              <a:spcBef>
                <a:spcPts val="2099"/>
              </a:spcBef>
              <a:spcAft>
                <a:spcPts val="0"/>
              </a:spcAft>
              <a:buSzPts val="1600"/>
              <a:buChar char="○"/>
              <a:defRPr sz="1600"/>
            </a:lvl5pPr>
            <a:lvl6pPr marL="2743246" lvl="5" indent="-330205">
              <a:spcBef>
                <a:spcPts val="2099"/>
              </a:spcBef>
              <a:spcAft>
                <a:spcPts val="0"/>
              </a:spcAft>
              <a:buSzPts val="1600"/>
              <a:buChar char="■"/>
              <a:defRPr sz="1600"/>
            </a:lvl6pPr>
            <a:lvl7pPr marL="3200453" lvl="6" indent="-330205">
              <a:spcBef>
                <a:spcPts val="2099"/>
              </a:spcBef>
              <a:spcAft>
                <a:spcPts val="0"/>
              </a:spcAft>
              <a:buSzPts val="1600"/>
              <a:buChar char="●"/>
              <a:defRPr sz="1600"/>
            </a:lvl7pPr>
            <a:lvl8pPr marL="3657661" lvl="7" indent="-330205">
              <a:spcBef>
                <a:spcPts val="2099"/>
              </a:spcBef>
              <a:spcAft>
                <a:spcPts val="0"/>
              </a:spcAft>
              <a:buSzPts val="1600"/>
              <a:buChar char="○"/>
              <a:defRPr sz="1600"/>
            </a:lvl8pPr>
            <a:lvl9pPr marL="4114868" lvl="8" indent="-330205">
              <a:spcBef>
                <a:spcPts val="2099"/>
              </a:spcBef>
              <a:spcAft>
                <a:spcPts val="2099"/>
              </a:spcAft>
              <a:buSzPts val="1600"/>
              <a:buChar char="■"/>
              <a:defRPr sz="1600"/>
            </a:lvl9pPr>
          </a:lstStyle>
          <a:p>
            <a:endParaRPr/>
          </a:p>
        </p:txBody>
      </p:sp>
      <p:sp>
        <p:nvSpPr>
          <p:cNvPr id="31" name="Google Shape;31;p7"/>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503" y="600200"/>
            <a:ext cx="8488200" cy="5454300"/>
          </a:xfrm>
          <a:prstGeom prst="rect">
            <a:avLst/>
          </a:prstGeom>
        </p:spPr>
        <p:txBody>
          <a:bodyPr spcFirstLastPara="1" wrap="square" lIns="121875" tIns="121875" rIns="121875" bIns="121875" anchor="ctr" anchorCtr="0">
            <a:no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a:endParaRPr/>
          </a:p>
        </p:txBody>
      </p:sp>
      <p:sp>
        <p:nvSpPr>
          <p:cNvPr id="34" name="Google Shape;34;p8"/>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4475" y="-167"/>
            <a:ext cx="6094500" cy="6858000"/>
          </a:xfrm>
          <a:prstGeom prst="rect">
            <a:avLst/>
          </a:prstGeom>
          <a:solidFill>
            <a:schemeClr val="lt2"/>
          </a:solidFill>
          <a:ln>
            <a:noFill/>
          </a:ln>
        </p:spPr>
        <p:txBody>
          <a:bodyPr spcFirstLastPara="1" wrap="square" lIns="121875" tIns="121875" rIns="121875" bIns="12187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353913" y="1644233"/>
            <a:ext cx="5392199" cy="19764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38" name="Google Shape;38;p9"/>
          <p:cNvSpPr txBox="1">
            <a:spLocks noGrp="1"/>
          </p:cNvSpPr>
          <p:nvPr>
            <p:ph type="subTitle" idx="1"/>
          </p:nvPr>
        </p:nvSpPr>
        <p:spPr>
          <a:xfrm>
            <a:off x="353913" y="3737433"/>
            <a:ext cx="5392199" cy="1646700"/>
          </a:xfrm>
          <a:prstGeom prst="rect">
            <a:avLst/>
          </a:prstGeom>
        </p:spPr>
        <p:txBody>
          <a:bodyPr spcFirstLastPara="1" wrap="square" lIns="121875" tIns="121875" rIns="121875" bIns="121875" anchor="t" anchorCtr="0">
            <a:noAutofit/>
          </a:bodyPr>
          <a:lstStyle>
            <a:lvl1pPr lvl="0" algn="ctr">
              <a:lnSpc>
                <a:spcPct val="100000"/>
              </a:lnSpc>
              <a:spcBef>
                <a:spcPts val="0"/>
              </a:spcBef>
              <a:spcAft>
                <a:spcPts val="0"/>
              </a:spcAft>
              <a:buSzPts val="2800"/>
              <a:buNone/>
              <a:defRPr sz="2801"/>
            </a:lvl1pPr>
            <a:lvl2pPr lvl="1" algn="ctr">
              <a:lnSpc>
                <a:spcPct val="100000"/>
              </a:lnSpc>
              <a:spcBef>
                <a:spcPts val="0"/>
              </a:spcBef>
              <a:spcAft>
                <a:spcPts val="0"/>
              </a:spcAft>
              <a:buSzPts val="2800"/>
              <a:buNone/>
              <a:defRPr sz="2801"/>
            </a:lvl2pPr>
            <a:lvl3pPr lvl="2" algn="ctr">
              <a:lnSpc>
                <a:spcPct val="100000"/>
              </a:lnSpc>
              <a:spcBef>
                <a:spcPts val="0"/>
              </a:spcBef>
              <a:spcAft>
                <a:spcPts val="0"/>
              </a:spcAft>
              <a:buSzPts val="2800"/>
              <a:buNone/>
              <a:defRPr sz="2801"/>
            </a:lvl3pPr>
            <a:lvl4pPr lvl="3" algn="ctr">
              <a:lnSpc>
                <a:spcPct val="100000"/>
              </a:lnSpc>
              <a:spcBef>
                <a:spcPts val="0"/>
              </a:spcBef>
              <a:spcAft>
                <a:spcPts val="0"/>
              </a:spcAft>
              <a:buSzPts val="2800"/>
              <a:buNone/>
              <a:defRPr sz="2801"/>
            </a:lvl4pPr>
            <a:lvl5pPr lvl="4" algn="ctr">
              <a:lnSpc>
                <a:spcPct val="100000"/>
              </a:lnSpc>
              <a:spcBef>
                <a:spcPts val="0"/>
              </a:spcBef>
              <a:spcAft>
                <a:spcPts val="0"/>
              </a:spcAft>
              <a:buSzPts val="2800"/>
              <a:buNone/>
              <a:defRPr sz="2801"/>
            </a:lvl5pPr>
            <a:lvl6pPr lvl="5" algn="ctr">
              <a:lnSpc>
                <a:spcPct val="100000"/>
              </a:lnSpc>
              <a:spcBef>
                <a:spcPts val="0"/>
              </a:spcBef>
              <a:spcAft>
                <a:spcPts val="0"/>
              </a:spcAft>
              <a:buSzPts val="2800"/>
              <a:buNone/>
              <a:defRPr sz="2801"/>
            </a:lvl6pPr>
            <a:lvl7pPr lvl="6" algn="ctr">
              <a:lnSpc>
                <a:spcPct val="100000"/>
              </a:lnSpc>
              <a:spcBef>
                <a:spcPts val="0"/>
              </a:spcBef>
              <a:spcAft>
                <a:spcPts val="0"/>
              </a:spcAft>
              <a:buSzPts val="2800"/>
              <a:buNone/>
              <a:defRPr sz="2801"/>
            </a:lvl7pPr>
            <a:lvl8pPr lvl="7" algn="ctr">
              <a:lnSpc>
                <a:spcPct val="100000"/>
              </a:lnSpc>
              <a:spcBef>
                <a:spcPts val="0"/>
              </a:spcBef>
              <a:spcAft>
                <a:spcPts val="0"/>
              </a:spcAft>
              <a:buSzPts val="2800"/>
              <a:buNone/>
              <a:defRPr sz="2801"/>
            </a:lvl8pPr>
            <a:lvl9pPr lvl="8" algn="ctr">
              <a:lnSpc>
                <a:spcPct val="100000"/>
              </a:lnSpc>
              <a:spcBef>
                <a:spcPts val="0"/>
              </a:spcBef>
              <a:spcAft>
                <a:spcPts val="0"/>
              </a:spcAft>
              <a:buSzPts val="2800"/>
              <a:buNone/>
              <a:defRPr sz="2801"/>
            </a:lvl9pPr>
          </a:lstStyle>
          <a:p>
            <a:endParaRPr/>
          </a:p>
        </p:txBody>
      </p:sp>
      <p:sp>
        <p:nvSpPr>
          <p:cNvPr id="39" name="Google Shape;39;p9"/>
          <p:cNvSpPr txBox="1">
            <a:spLocks noGrp="1"/>
          </p:cNvSpPr>
          <p:nvPr>
            <p:ph type="body" idx="2"/>
          </p:nvPr>
        </p:nvSpPr>
        <p:spPr>
          <a:xfrm>
            <a:off x="6584351" y="965433"/>
            <a:ext cx="5114700" cy="4926900"/>
          </a:xfrm>
          <a:prstGeom prst="rect">
            <a:avLst/>
          </a:prstGeom>
        </p:spPr>
        <p:txBody>
          <a:bodyPr spcFirstLastPara="1" wrap="square" lIns="121875" tIns="121875" rIns="121875" bIns="121875" anchor="ctr" anchorCtr="0">
            <a:noAutofit/>
          </a:bodyPr>
          <a:lstStyle>
            <a:lvl1pPr marL="457207" lvl="0" indent="-381006">
              <a:spcBef>
                <a:spcPts val="0"/>
              </a:spcBef>
              <a:spcAft>
                <a:spcPts val="0"/>
              </a:spcAft>
              <a:buSzPts val="2400"/>
              <a:buChar char="●"/>
              <a:defRPr/>
            </a:lvl1pPr>
            <a:lvl2pPr marL="914415" lvl="1" indent="-349255">
              <a:spcBef>
                <a:spcPts val="2099"/>
              </a:spcBef>
              <a:spcAft>
                <a:spcPts val="0"/>
              </a:spcAft>
              <a:buSzPts val="1900"/>
              <a:buChar char="○"/>
              <a:defRPr/>
            </a:lvl2pPr>
            <a:lvl3pPr marL="1371622" lvl="2" indent="-349255">
              <a:spcBef>
                <a:spcPts val="2099"/>
              </a:spcBef>
              <a:spcAft>
                <a:spcPts val="0"/>
              </a:spcAft>
              <a:buSzPts val="1900"/>
              <a:buChar char="■"/>
              <a:defRPr/>
            </a:lvl3pPr>
            <a:lvl4pPr marL="1828831" lvl="3" indent="-349255">
              <a:spcBef>
                <a:spcPts val="2099"/>
              </a:spcBef>
              <a:spcAft>
                <a:spcPts val="0"/>
              </a:spcAft>
              <a:buSzPts val="1900"/>
              <a:buChar char="●"/>
              <a:defRPr/>
            </a:lvl4pPr>
            <a:lvl5pPr marL="2286038" lvl="4" indent="-349255">
              <a:spcBef>
                <a:spcPts val="2099"/>
              </a:spcBef>
              <a:spcAft>
                <a:spcPts val="0"/>
              </a:spcAft>
              <a:buSzPts val="1900"/>
              <a:buChar char="○"/>
              <a:defRPr/>
            </a:lvl5pPr>
            <a:lvl6pPr marL="2743246" lvl="5" indent="-349255">
              <a:spcBef>
                <a:spcPts val="2099"/>
              </a:spcBef>
              <a:spcAft>
                <a:spcPts val="0"/>
              </a:spcAft>
              <a:buSzPts val="1900"/>
              <a:buChar char="■"/>
              <a:defRPr/>
            </a:lvl6pPr>
            <a:lvl7pPr marL="3200453" lvl="6" indent="-349255">
              <a:spcBef>
                <a:spcPts val="2099"/>
              </a:spcBef>
              <a:spcAft>
                <a:spcPts val="0"/>
              </a:spcAft>
              <a:buSzPts val="1900"/>
              <a:buChar char="●"/>
              <a:defRPr/>
            </a:lvl7pPr>
            <a:lvl8pPr marL="3657661" lvl="7" indent="-349255">
              <a:spcBef>
                <a:spcPts val="2099"/>
              </a:spcBef>
              <a:spcAft>
                <a:spcPts val="0"/>
              </a:spcAft>
              <a:buSzPts val="1900"/>
              <a:buChar char="○"/>
              <a:defRPr/>
            </a:lvl8pPr>
            <a:lvl9pPr marL="4114868" lvl="8" indent="-349255">
              <a:spcBef>
                <a:spcPts val="2099"/>
              </a:spcBef>
              <a:spcAft>
                <a:spcPts val="2099"/>
              </a:spcAft>
              <a:buSzPts val="1900"/>
              <a:buChar char="■"/>
              <a:defRPr/>
            </a:lvl9pPr>
          </a:lstStyle>
          <a:p>
            <a:endParaRPr/>
          </a:p>
        </p:txBody>
      </p:sp>
      <p:sp>
        <p:nvSpPr>
          <p:cNvPr id="40" name="Google Shape;40;p9"/>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496" y="5640767"/>
            <a:ext cx="7996500" cy="806700"/>
          </a:xfrm>
          <a:prstGeom prst="rect">
            <a:avLst/>
          </a:prstGeom>
        </p:spPr>
        <p:txBody>
          <a:bodyPr spcFirstLastPara="1" wrap="square" lIns="121875" tIns="121875" rIns="121875" bIns="121875" anchor="ctr" anchorCtr="0">
            <a:noAutofit/>
          </a:bodyPr>
          <a:lstStyle>
            <a:lvl1pPr marL="457207" lvl="0" indent="-228604">
              <a:lnSpc>
                <a:spcPct val="100000"/>
              </a:lnSpc>
              <a:spcBef>
                <a:spcPts val="0"/>
              </a:spcBef>
              <a:spcAft>
                <a:spcPts val="0"/>
              </a:spcAft>
              <a:buSzPts val="2400"/>
              <a:buNone/>
              <a:defRPr/>
            </a:lvl1pPr>
          </a:lstStyle>
          <a:p>
            <a:endParaRPr/>
          </a:p>
        </p:txBody>
      </p:sp>
      <p:sp>
        <p:nvSpPr>
          <p:cNvPr id="43" name="Google Shape;43;p10"/>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496" y="1474833"/>
            <a:ext cx="11358000" cy="2618100"/>
          </a:xfrm>
          <a:prstGeom prst="rect">
            <a:avLst/>
          </a:prstGeom>
        </p:spPr>
        <p:txBody>
          <a:bodyPr spcFirstLastPara="1" wrap="square" lIns="121875" tIns="121875" rIns="121875" bIns="121875" anchor="b" anchorCtr="0">
            <a:no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6" name="Google Shape;46;p11"/>
          <p:cNvSpPr txBox="1">
            <a:spLocks noGrp="1"/>
          </p:cNvSpPr>
          <p:nvPr>
            <p:ph type="body" idx="1"/>
          </p:nvPr>
        </p:nvSpPr>
        <p:spPr>
          <a:xfrm>
            <a:off x="415496" y="4202967"/>
            <a:ext cx="11358000" cy="1734300"/>
          </a:xfrm>
          <a:prstGeom prst="rect">
            <a:avLst/>
          </a:prstGeom>
        </p:spPr>
        <p:txBody>
          <a:bodyPr spcFirstLastPara="1" wrap="square" lIns="121875" tIns="121875" rIns="121875" bIns="121875" anchor="t" anchorCtr="0">
            <a:noAutofit/>
          </a:bodyPr>
          <a:lstStyle>
            <a:lvl1pPr marL="457207" lvl="0" indent="-381006" algn="ctr">
              <a:spcBef>
                <a:spcPts val="0"/>
              </a:spcBef>
              <a:spcAft>
                <a:spcPts val="0"/>
              </a:spcAft>
              <a:buSzPts val="2400"/>
              <a:buChar char="●"/>
              <a:defRPr/>
            </a:lvl1pPr>
            <a:lvl2pPr marL="914415" lvl="1" indent="-349255" algn="ctr">
              <a:spcBef>
                <a:spcPts val="2099"/>
              </a:spcBef>
              <a:spcAft>
                <a:spcPts val="0"/>
              </a:spcAft>
              <a:buSzPts val="1900"/>
              <a:buChar char="○"/>
              <a:defRPr/>
            </a:lvl2pPr>
            <a:lvl3pPr marL="1371622" lvl="2" indent="-349255" algn="ctr">
              <a:spcBef>
                <a:spcPts val="2099"/>
              </a:spcBef>
              <a:spcAft>
                <a:spcPts val="0"/>
              </a:spcAft>
              <a:buSzPts val="1900"/>
              <a:buChar char="■"/>
              <a:defRPr/>
            </a:lvl3pPr>
            <a:lvl4pPr marL="1828831" lvl="3" indent="-349255" algn="ctr">
              <a:spcBef>
                <a:spcPts val="2099"/>
              </a:spcBef>
              <a:spcAft>
                <a:spcPts val="0"/>
              </a:spcAft>
              <a:buSzPts val="1900"/>
              <a:buChar char="●"/>
              <a:defRPr/>
            </a:lvl4pPr>
            <a:lvl5pPr marL="2286038" lvl="4" indent="-349255" algn="ctr">
              <a:spcBef>
                <a:spcPts val="2099"/>
              </a:spcBef>
              <a:spcAft>
                <a:spcPts val="0"/>
              </a:spcAft>
              <a:buSzPts val="1900"/>
              <a:buChar char="○"/>
              <a:defRPr/>
            </a:lvl5pPr>
            <a:lvl6pPr marL="2743246" lvl="5" indent="-349255" algn="ctr">
              <a:spcBef>
                <a:spcPts val="2099"/>
              </a:spcBef>
              <a:spcAft>
                <a:spcPts val="0"/>
              </a:spcAft>
              <a:buSzPts val="1900"/>
              <a:buChar char="■"/>
              <a:defRPr/>
            </a:lvl6pPr>
            <a:lvl7pPr marL="3200453" lvl="6" indent="-349255" algn="ctr">
              <a:spcBef>
                <a:spcPts val="2099"/>
              </a:spcBef>
              <a:spcAft>
                <a:spcPts val="0"/>
              </a:spcAft>
              <a:buSzPts val="1900"/>
              <a:buChar char="●"/>
              <a:defRPr/>
            </a:lvl7pPr>
            <a:lvl8pPr marL="3657661" lvl="7" indent="-349255" algn="ctr">
              <a:spcBef>
                <a:spcPts val="2099"/>
              </a:spcBef>
              <a:spcAft>
                <a:spcPts val="0"/>
              </a:spcAft>
              <a:buSzPts val="1900"/>
              <a:buChar char="○"/>
              <a:defRPr/>
            </a:lvl8pPr>
            <a:lvl9pPr marL="4114868" lvl="8" indent="-349255" algn="ctr">
              <a:spcBef>
                <a:spcPts val="2099"/>
              </a:spcBef>
              <a:spcAft>
                <a:spcPts val="2099"/>
              </a:spcAft>
              <a:buSzPts val="1900"/>
              <a:buChar char="■"/>
              <a:defRPr/>
            </a:lvl9pPr>
          </a:lstStyle>
          <a:p>
            <a:endParaRPr/>
          </a:p>
        </p:txBody>
      </p:sp>
      <p:sp>
        <p:nvSpPr>
          <p:cNvPr id="47" name="Google Shape;47;p11"/>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3784" y="6217622"/>
            <a:ext cx="731400" cy="524700"/>
          </a:xfrm>
          <a:prstGeom prst="rect">
            <a:avLst/>
          </a:prstGeom>
        </p:spPr>
        <p:txBody>
          <a:bodyPr spcFirstLastPara="1" wrap="square" lIns="121875" tIns="121875" rIns="121875" bIns="12187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377441" y="6212114"/>
            <a:ext cx="9355958"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42" name="Google Shape;542;p98"/>
          <p:cNvSpPr txBox="1">
            <a:spLocks noGrp="1"/>
          </p:cNvSpPr>
          <p:nvPr>
            <p:ph type="body" idx="1"/>
          </p:nvPr>
        </p:nvSpPr>
        <p:spPr>
          <a:xfrm>
            <a:off x="455613" y="2686375"/>
            <a:ext cx="8915400" cy="3257100"/>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a:p>
        </p:txBody>
      </p:sp>
      <p:sp>
        <p:nvSpPr>
          <p:cNvPr id="543" name="Google Shape;543;p98"/>
          <p:cNvSpPr txBox="1">
            <a:spLocks noGrp="1"/>
          </p:cNvSpPr>
          <p:nvPr>
            <p:ph type="sldNum" idx="12"/>
          </p:nvPr>
        </p:nvSpPr>
        <p:spPr>
          <a:xfrm>
            <a:off x="11438849" y="6400800"/>
            <a:ext cx="294601" cy="228600"/>
          </a:xfrm>
          <a:prstGeom prst="rect">
            <a:avLst/>
          </a:prstGeom>
        </p:spPr>
        <p:txBody>
          <a:bodyPr spcFirstLastPara="1" wrap="square" lIns="0" tIns="0" rIns="0" bIns="0" anchor="b" anchorCtr="0">
            <a:noAutofit/>
          </a:bodyPr>
          <a:lstStyle>
            <a:lvl1pPr lvl="0" rtl="0">
              <a:buNone/>
              <a:defRPr sz="1000">
                <a:solidFill>
                  <a:srgbClr val="000000"/>
                </a:solidFill>
              </a:defRPr>
            </a:lvl1pPr>
            <a:lvl2pPr lvl="1" rtl="0">
              <a:buNone/>
              <a:defRPr sz="1000">
                <a:solidFill>
                  <a:srgbClr val="000000"/>
                </a:solidFill>
              </a:defRPr>
            </a:lvl2pPr>
            <a:lvl3pPr lvl="2" rtl="0">
              <a:buNone/>
              <a:defRPr sz="1000">
                <a:solidFill>
                  <a:srgbClr val="000000"/>
                </a:solidFill>
              </a:defRPr>
            </a:lvl3pPr>
            <a:lvl4pPr lvl="3" rtl="0">
              <a:buNone/>
              <a:defRPr sz="1000">
                <a:solidFill>
                  <a:srgbClr val="000000"/>
                </a:solidFill>
              </a:defRPr>
            </a:lvl4pPr>
            <a:lvl5pPr lvl="4" rtl="0">
              <a:buNone/>
              <a:defRPr sz="1000">
                <a:solidFill>
                  <a:srgbClr val="000000"/>
                </a:solidFill>
              </a:defRPr>
            </a:lvl5pPr>
            <a:lvl6pPr lvl="5" rtl="0">
              <a:buNone/>
              <a:defRPr sz="1000">
                <a:solidFill>
                  <a:srgbClr val="000000"/>
                </a:solidFill>
              </a:defRPr>
            </a:lvl6pPr>
            <a:lvl7pPr lvl="6" rtl="0">
              <a:buNone/>
              <a:defRPr sz="1000">
                <a:solidFill>
                  <a:srgbClr val="000000"/>
                </a:solidFill>
              </a:defRPr>
            </a:lvl7pPr>
            <a:lvl8pPr lvl="7" rtl="0">
              <a:buNone/>
              <a:defRPr sz="1000">
                <a:solidFill>
                  <a:srgbClr val="000000"/>
                </a:solidFill>
              </a:defRPr>
            </a:lvl8pPr>
            <a:lvl9pPr lvl="8" rtl="0">
              <a:buNone/>
              <a:defRPr sz="1000">
                <a:solidFill>
                  <a:srgbClr val="000000"/>
                </a:solidFill>
              </a:defRPr>
            </a:lvl9pPr>
          </a:lstStyle>
          <a:p>
            <a:fld id="{00000000-1234-1234-1234-123412341234}" type="slidenum">
              <a:rPr lang="en" smtClean="0"/>
              <a:pPr/>
              <a:t>‹#›</a:t>
            </a:fld>
            <a:endParaRPr lang="en"/>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6"/>
        <p:cNvGrpSpPr/>
        <p:nvPr/>
      </p:nvGrpSpPr>
      <p:grpSpPr>
        <a:xfrm>
          <a:off x="0" y="0"/>
          <a:ext cx="0" cy="0"/>
          <a:chOff x="0" y="0"/>
          <a:chExt cx="0" cy="0"/>
        </a:xfrm>
      </p:grpSpPr>
      <p:sp>
        <p:nvSpPr>
          <p:cNvPr id="867" name="Google Shape;867;p145"/>
          <p:cNvSpPr txBox="1">
            <a:spLocks noGrp="1"/>
          </p:cNvSpPr>
          <p:nvPr>
            <p:ph type="body" idx="1"/>
          </p:nvPr>
        </p:nvSpPr>
        <p:spPr>
          <a:xfrm>
            <a:off x="415496" y="5640767"/>
            <a:ext cx="7996500" cy="806700"/>
          </a:xfrm>
          <a:prstGeom prst="rect">
            <a:avLst/>
          </a:prstGeom>
        </p:spPr>
        <p:txBody>
          <a:bodyPr spcFirstLastPara="1" wrap="square" lIns="0" tIns="0" rIns="0" bIns="0" anchor="ctr" anchorCtr="0">
            <a:noAutofit/>
          </a:bodyPr>
          <a:lstStyle>
            <a:lvl1pPr marL="457207" lvl="0" indent="-228604" rtl="0">
              <a:lnSpc>
                <a:spcPct val="100000"/>
              </a:lnSpc>
              <a:spcBef>
                <a:spcPts val="0"/>
              </a:spcBef>
              <a:spcAft>
                <a:spcPts val="0"/>
              </a:spcAft>
              <a:buSzPts val="2000"/>
              <a:buNone/>
              <a:defRPr/>
            </a:lvl1pPr>
          </a:lstStyle>
          <a:p>
            <a:endParaRPr/>
          </a:p>
        </p:txBody>
      </p:sp>
      <p:sp>
        <p:nvSpPr>
          <p:cNvPr id="868" name="Google Shape;868;p145"/>
          <p:cNvSpPr txBox="1">
            <a:spLocks noGrp="1"/>
          </p:cNvSpPr>
          <p:nvPr>
            <p:ph type="sldNum" idx="12"/>
          </p:nvPr>
        </p:nvSpPr>
        <p:spPr>
          <a:xfrm>
            <a:off x="11293784" y="6217622"/>
            <a:ext cx="731400" cy="524700"/>
          </a:xfrm>
          <a:prstGeom prst="rect">
            <a:avLst/>
          </a:prstGeom>
        </p:spPr>
        <p:txBody>
          <a:bodyPr spcFirstLastPara="1" wrap="square" lIns="91425" tIns="91425" rIns="91425" bIns="91425" anchor="t"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496" y="593367"/>
            <a:ext cx="11358000" cy="763500"/>
          </a:xfrm>
          <a:prstGeom prst="rect">
            <a:avLst/>
          </a:prstGeom>
          <a:noFill/>
          <a:ln>
            <a:noFill/>
          </a:ln>
        </p:spPr>
        <p:txBody>
          <a:bodyPr spcFirstLastPara="1" wrap="square" lIns="121875" tIns="121875" rIns="121875" bIns="121875" anchor="t" anchorCtr="0">
            <a:no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a:endParaRPr/>
          </a:p>
        </p:txBody>
      </p:sp>
      <p:sp>
        <p:nvSpPr>
          <p:cNvPr id="7" name="Google Shape;7;p1"/>
          <p:cNvSpPr txBox="1">
            <a:spLocks noGrp="1"/>
          </p:cNvSpPr>
          <p:nvPr>
            <p:ph type="body" idx="1"/>
          </p:nvPr>
        </p:nvSpPr>
        <p:spPr>
          <a:xfrm>
            <a:off x="415496" y="1536633"/>
            <a:ext cx="11358000" cy="4555200"/>
          </a:xfrm>
          <a:prstGeom prst="rect">
            <a:avLst/>
          </a:prstGeom>
          <a:noFill/>
          <a:ln>
            <a:noFill/>
          </a:ln>
        </p:spPr>
        <p:txBody>
          <a:bodyPr spcFirstLastPara="1" wrap="square" lIns="121875" tIns="121875" rIns="121875" bIns="121875" anchor="t" anchorCtr="0">
            <a:noAutofit/>
          </a:bodyPr>
          <a:lstStyle>
            <a:lvl1pPr marL="457200" lvl="0" indent="-381000">
              <a:lnSpc>
                <a:spcPct val="115000"/>
              </a:lnSpc>
              <a:spcBef>
                <a:spcPts val="0"/>
              </a:spcBef>
              <a:spcAft>
                <a:spcPts val="0"/>
              </a:spcAft>
              <a:buClr>
                <a:schemeClr val="dk2"/>
              </a:buClr>
              <a:buSzPts val="2400"/>
              <a:buChar char="●"/>
              <a:defRPr sz="2400">
                <a:solidFill>
                  <a:schemeClr val="dk2"/>
                </a:solidFill>
              </a:defRPr>
            </a:lvl1pPr>
            <a:lvl2pPr marL="914400" lvl="1" indent="-349250">
              <a:lnSpc>
                <a:spcPct val="115000"/>
              </a:lnSpc>
              <a:spcBef>
                <a:spcPts val="2100"/>
              </a:spcBef>
              <a:spcAft>
                <a:spcPts val="0"/>
              </a:spcAft>
              <a:buClr>
                <a:schemeClr val="dk2"/>
              </a:buClr>
              <a:buSzPts val="1900"/>
              <a:buChar char="○"/>
              <a:defRPr sz="1900">
                <a:solidFill>
                  <a:schemeClr val="dk2"/>
                </a:solidFill>
              </a:defRPr>
            </a:lvl2pPr>
            <a:lvl3pPr marL="1371600" lvl="2" indent="-349250">
              <a:lnSpc>
                <a:spcPct val="115000"/>
              </a:lnSpc>
              <a:spcBef>
                <a:spcPts val="2100"/>
              </a:spcBef>
              <a:spcAft>
                <a:spcPts val="0"/>
              </a:spcAft>
              <a:buClr>
                <a:schemeClr val="dk2"/>
              </a:buClr>
              <a:buSzPts val="1900"/>
              <a:buChar char="■"/>
              <a:defRPr sz="1900">
                <a:solidFill>
                  <a:schemeClr val="dk2"/>
                </a:solidFill>
              </a:defRPr>
            </a:lvl3pPr>
            <a:lvl4pPr marL="1828800" lvl="3" indent="-349250">
              <a:lnSpc>
                <a:spcPct val="115000"/>
              </a:lnSpc>
              <a:spcBef>
                <a:spcPts val="2100"/>
              </a:spcBef>
              <a:spcAft>
                <a:spcPts val="0"/>
              </a:spcAft>
              <a:buClr>
                <a:schemeClr val="dk2"/>
              </a:buClr>
              <a:buSzPts val="1900"/>
              <a:buChar char="●"/>
              <a:defRPr sz="1900">
                <a:solidFill>
                  <a:schemeClr val="dk2"/>
                </a:solidFill>
              </a:defRPr>
            </a:lvl4pPr>
            <a:lvl5pPr marL="2286000" lvl="4" indent="-349250">
              <a:lnSpc>
                <a:spcPct val="115000"/>
              </a:lnSpc>
              <a:spcBef>
                <a:spcPts val="2100"/>
              </a:spcBef>
              <a:spcAft>
                <a:spcPts val="0"/>
              </a:spcAft>
              <a:buClr>
                <a:schemeClr val="dk2"/>
              </a:buClr>
              <a:buSzPts val="1900"/>
              <a:buChar char="○"/>
              <a:defRPr sz="1900">
                <a:solidFill>
                  <a:schemeClr val="dk2"/>
                </a:solidFill>
              </a:defRPr>
            </a:lvl5pPr>
            <a:lvl6pPr marL="2743200" lvl="5" indent="-349250">
              <a:lnSpc>
                <a:spcPct val="115000"/>
              </a:lnSpc>
              <a:spcBef>
                <a:spcPts val="2100"/>
              </a:spcBef>
              <a:spcAft>
                <a:spcPts val="0"/>
              </a:spcAft>
              <a:buClr>
                <a:schemeClr val="dk2"/>
              </a:buClr>
              <a:buSzPts val="1900"/>
              <a:buChar char="■"/>
              <a:defRPr sz="1900">
                <a:solidFill>
                  <a:schemeClr val="dk2"/>
                </a:solidFill>
              </a:defRPr>
            </a:lvl6pPr>
            <a:lvl7pPr marL="3200400" lvl="6" indent="-349250">
              <a:lnSpc>
                <a:spcPct val="115000"/>
              </a:lnSpc>
              <a:spcBef>
                <a:spcPts val="2100"/>
              </a:spcBef>
              <a:spcAft>
                <a:spcPts val="0"/>
              </a:spcAft>
              <a:buClr>
                <a:schemeClr val="dk2"/>
              </a:buClr>
              <a:buSzPts val="1900"/>
              <a:buChar char="●"/>
              <a:defRPr sz="1900">
                <a:solidFill>
                  <a:schemeClr val="dk2"/>
                </a:solidFill>
              </a:defRPr>
            </a:lvl7pPr>
            <a:lvl8pPr marL="3657600" lvl="7" indent="-349250">
              <a:lnSpc>
                <a:spcPct val="115000"/>
              </a:lnSpc>
              <a:spcBef>
                <a:spcPts val="2100"/>
              </a:spcBef>
              <a:spcAft>
                <a:spcPts val="0"/>
              </a:spcAft>
              <a:buClr>
                <a:schemeClr val="dk2"/>
              </a:buClr>
              <a:buSzPts val="1900"/>
              <a:buChar char="○"/>
              <a:defRPr sz="1900">
                <a:solidFill>
                  <a:schemeClr val="dk2"/>
                </a:solidFill>
              </a:defRPr>
            </a:lvl8pPr>
            <a:lvl9pPr marL="4114800" lvl="8" indent="-349250">
              <a:lnSpc>
                <a:spcPct val="115000"/>
              </a:lnSpc>
              <a:spcBef>
                <a:spcPts val="2100"/>
              </a:spcBef>
              <a:spcAft>
                <a:spcPts val="2100"/>
              </a:spcAft>
              <a:buClr>
                <a:schemeClr val="dk2"/>
              </a:buClr>
              <a:buSzPts val="1900"/>
              <a:buChar char="■"/>
              <a:defRPr sz="1900">
                <a:solidFill>
                  <a:schemeClr val="dk2"/>
                </a:solidFill>
              </a:defRPr>
            </a:lvl9pPr>
          </a:lstStyle>
          <a:p>
            <a:endParaRPr/>
          </a:p>
        </p:txBody>
      </p:sp>
      <p:sp>
        <p:nvSpPr>
          <p:cNvPr id="8" name="Google Shape;8;p1"/>
          <p:cNvSpPr txBox="1">
            <a:spLocks noGrp="1"/>
          </p:cNvSpPr>
          <p:nvPr>
            <p:ph type="sldNum" idx="12"/>
          </p:nvPr>
        </p:nvSpPr>
        <p:spPr>
          <a:xfrm>
            <a:off x="11293784" y="6217622"/>
            <a:ext cx="731400" cy="524700"/>
          </a:xfrm>
          <a:prstGeom prst="rect">
            <a:avLst/>
          </a:prstGeom>
          <a:noFill/>
          <a:ln>
            <a:noFill/>
          </a:ln>
        </p:spPr>
        <p:txBody>
          <a:bodyPr spcFirstLastPara="1" wrap="square" lIns="121875" tIns="121875" rIns="121875" bIns="121875" anchor="ctr" anchorCtr="0">
            <a:no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8915492" cy="524543"/>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6" y="1810776"/>
            <a:ext cx="8915492" cy="4132824"/>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82"/>
        <p:cNvGrpSpPr/>
        <p:nvPr/>
      </p:nvGrpSpPr>
      <p:grpSpPr>
        <a:xfrm>
          <a:off x="0" y="0"/>
          <a:ext cx="0" cy="0"/>
          <a:chOff x="0" y="0"/>
          <a:chExt cx="0" cy="0"/>
        </a:xfrm>
      </p:grpSpPr>
      <p:sp>
        <p:nvSpPr>
          <p:cNvPr id="483" name="Google Shape;483;p88"/>
          <p:cNvSpPr txBox="1">
            <a:spLocks noGrp="1"/>
          </p:cNvSpPr>
          <p:nvPr>
            <p:ph type="title"/>
          </p:nvPr>
        </p:nvSpPr>
        <p:spPr>
          <a:xfrm>
            <a:off x="455617" y="460683"/>
            <a:ext cx="8915400" cy="524400"/>
          </a:xfrm>
          <a:prstGeom prst="rect">
            <a:avLst/>
          </a:prstGeom>
          <a:noFill/>
          <a:ln>
            <a:noFill/>
          </a:ln>
        </p:spPr>
        <p:txBody>
          <a:bodyPr spcFirstLastPara="1" wrap="square" lIns="0" tIns="0" rIns="0" bIns="0" anchor="t"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484" name="Google Shape;484;p88"/>
          <p:cNvSpPr txBox="1">
            <a:spLocks noGrp="1"/>
          </p:cNvSpPr>
          <p:nvPr>
            <p:ph type="body" idx="1"/>
          </p:nvPr>
        </p:nvSpPr>
        <p:spPr>
          <a:xfrm>
            <a:off x="457205" y="1810776"/>
            <a:ext cx="8915400" cy="4132800"/>
          </a:xfrm>
          <a:prstGeom prst="rect">
            <a:avLst/>
          </a:prstGeom>
          <a:noFill/>
          <a:ln>
            <a:noFill/>
          </a:ln>
        </p:spPr>
        <p:txBody>
          <a:bodyPr spcFirstLastPara="1" wrap="square" lIns="0" tIns="0" rIns="0" bIns="0" anchor="t" anchorCtr="0">
            <a:noAutofit/>
          </a:bodyPr>
          <a:lstStyle>
            <a:lvl1pPr marL="457200" marR="0" lvl="0" indent="-228600" algn="l" rtl="0">
              <a:spcBef>
                <a:spcPts val="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a:p>
        </p:txBody>
      </p:sp>
      <p:sp>
        <p:nvSpPr>
          <p:cNvPr id="485" name="Google Shape;485;p88"/>
          <p:cNvSpPr txBox="1">
            <a:spLocks noGrp="1"/>
          </p:cNvSpPr>
          <p:nvPr>
            <p:ph type="sldNum" idx="12"/>
          </p:nvPr>
        </p:nvSpPr>
        <p:spPr>
          <a:xfrm>
            <a:off x="11406192" y="6333134"/>
            <a:ext cx="731400" cy="525000"/>
          </a:xfrm>
          <a:prstGeom prst="rect">
            <a:avLst/>
          </a:prstGeom>
          <a:noFill/>
          <a:ln>
            <a:noFill/>
          </a:ln>
        </p:spPr>
        <p:txBody>
          <a:bodyPr spcFirstLastPara="1" wrap="square" lIns="91425" tIns="91425" rIns="91425" bIns="91425" anchor="t" anchorCtr="0">
            <a:noAutofit/>
          </a:bodyPr>
          <a:lstStyle>
            <a:lvl1pPr lvl="0" algn="r" rtl="0">
              <a:buNone/>
              <a:defRPr sz="1300">
                <a:solidFill>
                  <a:schemeClr val="dk1"/>
                </a:solidFill>
                <a:latin typeface="Roboto"/>
                <a:ea typeface="Roboto"/>
                <a:cs typeface="Roboto"/>
                <a:sym typeface="Roboto"/>
              </a:defRPr>
            </a:lvl1pPr>
            <a:lvl2pPr lvl="1" algn="r" rtl="0">
              <a:buNone/>
              <a:defRPr sz="1300">
                <a:solidFill>
                  <a:schemeClr val="dk1"/>
                </a:solidFill>
                <a:latin typeface="Roboto"/>
                <a:ea typeface="Roboto"/>
                <a:cs typeface="Roboto"/>
                <a:sym typeface="Roboto"/>
              </a:defRPr>
            </a:lvl2pPr>
            <a:lvl3pPr lvl="2" algn="r" rtl="0">
              <a:buNone/>
              <a:defRPr sz="1300">
                <a:solidFill>
                  <a:schemeClr val="dk1"/>
                </a:solidFill>
                <a:latin typeface="Roboto"/>
                <a:ea typeface="Roboto"/>
                <a:cs typeface="Roboto"/>
                <a:sym typeface="Roboto"/>
              </a:defRPr>
            </a:lvl3pPr>
            <a:lvl4pPr lvl="3" algn="r" rtl="0">
              <a:buNone/>
              <a:defRPr sz="1300">
                <a:solidFill>
                  <a:schemeClr val="dk1"/>
                </a:solidFill>
                <a:latin typeface="Roboto"/>
                <a:ea typeface="Roboto"/>
                <a:cs typeface="Roboto"/>
                <a:sym typeface="Roboto"/>
              </a:defRPr>
            </a:lvl4pPr>
            <a:lvl5pPr lvl="4" algn="r" rtl="0">
              <a:buNone/>
              <a:defRPr sz="1300">
                <a:solidFill>
                  <a:schemeClr val="dk1"/>
                </a:solidFill>
                <a:latin typeface="Roboto"/>
                <a:ea typeface="Roboto"/>
                <a:cs typeface="Roboto"/>
                <a:sym typeface="Roboto"/>
              </a:defRPr>
            </a:lvl5pPr>
            <a:lvl6pPr lvl="5" algn="r" rtl="0">
              <a:buNone/>
              <a:defRPr sz="1300">
                <a:solidFill>
                  <a:schemeClr val="dk1"/>
                </a:solidFill>
                <a:latin typeface="Roboto"/>
                <a:ea typeface="Roboto"/>
                <a:cs typeface="Roboto"/>
                <a:sym typeface="Roboto"/>
              </a:defRPr>
            </a:lvl6pPr>
            <a:lvl7pPr lvl="6" algn="r" rtl="0">
              <a:buNone/>
              <a:defRPr sz="1300">
                <a:solidFill>
                  <a:schemeClr val="dk1"/>
                </a:solidFill>
                <a:latin typeface="Roboto"/>
                <a:ea typeface="Roboto"/>
                <a:cs typeface="Roboto"/>
                <a:sym typeface="Roboto"/>
              </a:defRPr>
            </a:lvl7pPr>
            <a:lvl8pPr lvl="7" algn="r" rtl="0">
              <a:buNone/>
              <a:defRPr sz="1300">
                <a:solidFill>
                  <a:schemeClr val="dk1"/>
                </a:solidFill>
                <a:latin typeface="Roboto"/>
                <a:ea typeface="Roboto"/>
                <a:cs typeface="Roboto"/>
                <a:sym typeface="Roboto"/>
              </a:defRPr>
            </a:lvl8pPr>
            <a:lvl9pPr lvl="8" algn="r" rtl="0">
              <a:buNone/>
              <a:defRPr sz="1300">
                <a:solidFill>
                  <a:schemeClr val="dk1"/>
                </a:solidFill>
                <a:latin typeface="Roboto"/>
                <a:ea typeface="Roboto"/>
                <a:cs typeface="Roboto"/>
                <a:sym typeface="Roboto"/>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42" r:id="rId1"/>
    <p:sldLayoutId id="2147483789" r:id="rId2"/>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Fuzz Testing – Establish Settings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4</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2026-05-26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
        <p:nvSpPr>
          <p:cNvPr id="3" name="Rectangle 2">
            <a:extLst>
              <a:ext uri="{FF2B5EF4-FFF2-40B4-BE49-F238E27FC236}">
                <a16:creationId xmlns:a16="http://schemas.microsoft.com/office/drawing/2014/main" id="{9375FC61-BE70-0263-1C08-9607377D87C2}"/>
              </a:ext>
            </a:extLst>
          </p:cNvPr>
          <p:cNvSpPr/>
          <p:nvPr/>
        </p:nvSpPr>
        <p:spPr>
          <a:xfrm>
            <a:off x="9813292" y="139594"/>
            <a:ext cx="2255747" cy="276999"/>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AVCDL-Implementation-10.1.1</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3" y="326959"/>
            <a:ext cx="10704919" cy="6204081"/>
          </a:xfrm>
          <a:prstGeom prst="rect">
            <a:avLst/>
          </a:prstGeom>
          <a:effectLst/>
        </p:spPr>
      </p:pic>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spTree>
    <p:extLst>
      <p:ext uri="{BB962C8B-B14F-4D97-AF65-F5344CB8AC3E}">
        <p14:creationId xmlns:p14="http://schemas.microsoft.com/office/powerpoint/2010/main" val="1862242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435D019-8E84-BEF1-6D20-0079C9B9A767}"/>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A175A47-8003-CA64-DF9A-064FBF3329E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Workflow</a:t>
            </a:r>
            <a:endParaRPr sz="6600" dirty="0"/>
          </a:p>
        </p:txBody>
      </p:sp>
    </p:spTree>
    <p:extLst>
      <p:ext uri="{BB962C8B-B14F-4D97-AF65-F5344CB8AC3E}">
        <p14:creationId xmlns:p14="http://schemas.microsoft.com/office/powerpoint/2010/main" val="190089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14DD5FF4-D58F-1BF9-8E1C-367DD4BEA5FB}"/>
              </a:ext>
            </a:extLst>
          </p:cNvPr>
          <p:cNvPicPr>
            <a:picLocks noChangeAspect="1"/>
          </p:cNvPicPr>
          <p:nvPr/>
        </p:nvPicPr>
        <p:blipFill>
          <a:blip r:embed="rId3"/>
          <a:srcRect/>
          <a:stretch/>
        </p:blipFill>
        <p:spPr>
          <a:xfrm>
            <a:off x="238268" y="1625725"/>
            <a:ext cx="11712288" cy="3606549"/>
          </a:xfrm>
          <a:prstGeom prst="rect">
            <a:avLst/>
          </a:prstGeom>
        </p:spPr>
      </p:pic>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spTree>
    <p:extLst>
      <p:ext uri="{BB962C8B-B14F-4D97-AF65-F5344CB8AC3E}">
        <p14:creationId xmlns:p14="http://schemas.microsoft.com/office/powerpoint/2010/main" val="29539001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Process Workflow</a:t>
            </a:r>
            <a:endParaRPr dirty="0"/>
          </a:p>
        </p:txBody>
      </p:sp>
      <p:pic>
        <p:nvPicPr>
          <p:cNvPr id="6" name="Picture 5">
            <a:extLst>
              <a:ext uri="{FF2B5EF4-FFF2-40B4-BE49-F238E27FC236}">
                <a16:creationId xmlns:a16="http://schemas.microsoft.com/office/drawing/2014/main" id="{65BDA7F5-1597-7FB3-01E6-3598A841EED7}"/>
              </a:ext>
            </a:extLst>
          </p:cNvPr>
          <p:cNvPicPr>
            <a:picLocks noChangeAspect="1"/>
          </p:cNvPicPr>
          <p:nvPr/>
        </p:nvPicPr>
        <p:blipFill>
          <a:blip r:embed="rId3"/>
          <a:srcRect/>
          <a:stretch/>
        </p:blipFill>
        <p:spPr>
          <a:xfrm>
            <a:off x="238269" y="1625725"/>
            <a:ext cx="3030652" cy="3606549"/>
          </a:xfrm>
          <a:prstGeom prst="rect">
            <a:avLst/>
          </a:prstGeom>
        </p:spPr>
      </p:pic>
      <p:pic>
        <p:nvPicPr>
          <p:cNvPr id="9" name="Picture 8">
            <a:extLst>
              <a:ext uri="{FF2B5EF4-FFF2-40B4-BE49-F238E27FC236}">
                <a16:creationId xmlns:a16="http://schemas.microsoft.com/office/drawing/2014/main" id="{E4DBD81A-1A61-E920-02AB-A015FAC38D09}"/>
              </a:ext>
            </a:extLst>
          </p:cNvPr>
          <p:cNvPicPr>
            <a:picLocks noChangeAspect="1"/>
          </p:cNvPicPr>
          <p:nvPr/>
        </p:nvPicPr>
        <p:blipFill>
          <a:blip r:embed="rId4">
            <a:alphaModFix amt="10000"/>
          </a:blip>
          <a:srcRect/>
          <a:stretch/>
        </p:blipFill>
        <p:spPr>
          <a:xfrm>
            <a:off x="238268" y="1625725"/>
            <a:ext cx="11712288" cy="3606549"/>
          </a:xfrm>
          <a:prstGeom prst="rect">
            <a:avLst/>
          </a:prstGeom>
        </p:spPr>
      </p:pic>
    </p:spTree>
    <p:extLst>
      <p:ext uri="{BB962C8B-B14F-4D97-AF65-F5344CB8AC3E}">
        <p14:creationId xmlns:p14="http://schemas.microsoft.com/office/powerpoint/2010/main" val="1839821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905FA8F0-CA02-D0F4-C6EC-ABE2B96C309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1C5F5F98-BA62-DD58-04BF-CF03D1FA659F}"/>
              </a:ext>
            </a:extLst>
          </p:cNvPr>
          <p:cNvPicPr>
            <a:picLocks noChangeAspect="1"/>
          </p:cNvPicPr>
          <p:nvPr/>
        </p:nvPicPr>
        <p:blipFill>
          <a:blip r:embed="rId3"/>
          <a:srcRect/>
          <a:stretch/>
        </p:blipFill>
        <p:spPr>
          <a:xfrm>
            <a:off x="3851005" y="1057900"/>
            <a:ext cx="4486814" cy="5339416"/>
          </a:xfrm>
          <a:prstGeom prst="rect">
            <a:avLst/>
          </a:prstGeom>
        </p:spPr>
      </p:pic>
      <p:sp>
        <p:nvSpPr>
          <p:cNvPr id="1199" name="Google Shape;1199;p156">
            <a:extLst>
              <a:ext uri="{FF2B5EF4-FFF2-40B4-BE49-F238E27FC236}">
                <a16:creationId xmlns:a16="http://schemas.microsoft.com/office/drawing/2014/main" id="{09AF6A5B-351A-2131-38B9-D4541B16555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Establish Settings Activity</a:t>
            </a:r>
            <a:endParaRPr dirty="0"/>
          </a:p>
        </p:txBody>
      </p:sp>
    </p:spTree>
    <p:extLst>
      <p:ext uri="{BB962C8B-B14F-4D97-AF65-F5344CB8AC3E}">
        <p14:creationId xmlns:p14="http://schemas.microsoft.com/office/powerpoint/2010/main" val="2581357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4E3669D-F86E-FDE7-7E31-F90D50DD3DE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C3048004-0C1B-3382-FC33-11D83421F449}"/>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081917B5-D38D-75C7-4D31-0A25C42D16F1}"/>
              </a:ext>
            </a:extLst>
          </p:cNvPr>
          <p:cNvPicPr>
            <a:picLocks noChangeAspect="1"/>
          </p:cNvPicPr>
          <p:nvPr/>
        </p:nvPicPr>
        <p:blipFill>
          <a:blip r:embed="rId3"/>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670228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9D55F6-06EB-E809-14C1-EECC5BB008D5}"/>
            </a:ext>
          </a:extLst>
        </p:cNvPr>
        <p:cNvGrpSpPr/>
        <p:nvPr/>
      </p:nvGrpSpPr>
      <p:grpSpPr>
        <a:xfrm>
          <a:off x="0" y="0"/>
          <a:ext cx="0" cy="0"/>
          <a:chOff x="0" y="0"/>
          <a:chExt cx="0" cy="0"/>
        </a:xfrm>
      </p:grpSpPr>
      <p:pic>
        <p:nvPicPr>
          <p:cNvPr id="4" name="Picture 3" descr="A diagram of a security system&#10;&#10;AI-generated content may be incorrect.">
            <a:extLst>
              <a:ext uri="{FF2B5EF4-FFF2-40B4-BE49-F238E27FC236}">
                <a16:creationId xmlns:a16="http://schemas.microsoft.com/office/drawing/2014/main" id="{3DAFB547-E064-BE77-DADB-0FD32061C128}"/>
              </a:ext>
            </a:extLst>
          </p:cNvPr>
          <p:cNvPicPr>
            <a:picLocks noChangeAspect="1"/>
          </p:cNvPicPr>
          <p:nvPr/>
        </p:nvPicPr>
        <p:blipFill>
          <a:blip r:embed="rId3"/>
          <a:stretch>
            <a:fillRect/>
          </a:stretch>
        </p:blipFill>
        <p:spPr>
          <a:xfrm>
            <a:off x="274865" y="1543690"/>
            <a:ext cx="3197961" cy="3770619"/>
          </a:xfrm>
          <a:prstGeom prst="rect">
            <a:avLst/>
          </a:prstGeom>
        </p:spPr>
      </p:pic>
      <p:sp>
        <p:nvSpPr>
          <p:cNvPr id="1199" name="Google Shape;1199;p156">
            <a:extLst>
              <a:ext uri="{FF2B5EF4-FFF2-40B4-BE49-F238E27FC236}">
                <a16:creationId xmlns:a16="http://schemas.microsoft.com/office/drawing/2014/main" id="{01F82A40-77AB-6E11-8A42-0968A774737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8B18FB8-1F00-5ED4-16C3-706D9E5E8A15}"/>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1092715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01C6719-B3C7-99B9-D116-187133B21736}"/>
            </a:ext>
          </a:extLst>
        </p:cNvPr>
        <p:cNvGrpSpPr/>
        <p:nvPr/>
      </p:nvGrpSpPr>
      <p:grpSpPr>
        <a:xfrm>
          <a:off x="0" y="0"/>
          <a:ext cx="0" cy="0"/>
          <a:chOff x="0" y="0"/>
          <a:chExt cx="0" cy="0"/>
        </a:xfrm>
      </p:grpSpPr>
      <p:pic>
        <p:nvPicPr>
          <p:cNvPr id="5" name="Picture 4" descr="A diagram of a security system&#10;&#10;AI-generated content may be incorrect.">
            <a:extLst>
              <a:ext uri="{FF2B5EF4-FFF2-40B4-BE49-F238E27FC236}">
                <a16:creationId xmlns:a16="http://schemas.microsoft.com/office/drawing/2014/main" id="{09B88BD6-7D1C-6F0E-D608-72AAECD76F64}"/>
              </a:ext>
            </a:extLst>
          </p:cNvPr>
          <p:cNvPicPr>
            <a:picLocks noChangeAspect="1"/>
          </p:cNvPicPr>
          <p:nvPr/>
        </p:nvPicPr>
        <p:blipFill>
          <a:blip r:embed="rId3"/>
          <a:stretch>
            <a:fillRect/>
          </a:stretch>
        </p:blipFill>
        <p:spPr>
          <a:xfrm>
            <a:off x="2693052" y="1543123"/>
            <a:ext cx="3019925" cy="3771186"/>
          </a:xfrm>
          <a:prstGeom prst="rect">
            <a:avLst/>
          </a:prstGeom>
        </p:spPr>
      </p:pic>
      <p:sp>
        <p:nvSpPr>
          <p:cNvPr id="1199" name="Google Shape;1199;p156">
            <a:extLst>
              <a:ext uri="{FF2B5EF4-FFF2-40B4-BE49-F238E27FC236}">
                <a16:creationId xmlns:a16="http://schemas.microsoft.com/office/drawing/2014/main" id="{3D79D334-DC71-24A0-9370-01C6335C3AA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472A14D2-15EB-BE4A-93F3-E3CA54CAFEF4}"/>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1694418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4B2164A-295A-0288-9D11-2D1D1B6D7A8E}"/>
            </a:ext>
          </a:extLst>
        </p:cNvPr>
        <p:cNvGrpSpPr/>
        <p:nvPr/>
      </p:nvGrpSpPr>
      <p:grpSpPr>
        <a:xfrm>
          <a:off x="0" y="0"/>
          <a:ext cx="0" cy="0"/>
          <a:chOff x="0" y="0"/>
          <a:chExt cx="0" cy="0"/>
        </a:xfrm>
      </p:grpSpPr>
      <p:pic>
        <p:nvPicPr>
          <p:cNvPr id="5" name="Picture 4" descr="A diagram of security options&#10;&#10;AI-generated content may be incorrect.">
            <a:extLst>
              <a:ext uri="{FF2B5EF4-FFF2-40B4-BE49-F238E27FC236}">
                <a16:creationId xmlns:a16="http://schemas.microsoft.com/office/drawing/2014/main" id="{AF8D00A3-316F-22A2-E1C0-A09A4272B176}"/>
              </a:ext>
            </a:extLst>
          </p:cNvPr>
          <p:cNvPicPr>
            <a:picLocks noChangeAspect="1"/>
          </p:cNvPicPr>
          <p:nvPr/>
        </p:nvPicPr>
        <p:blipFill>
          <a:blip r:embed="rId3"/>
          <a:stretch>
            <a:fillRect/>
          </a:stretch>
        </p:blipFill>
        <p:spPr>
          <a:xfrm>
            <a:off x="4888207" y="1543689"/>
            <a:ext cx="4031433" cy="3770619"/>
          </a:xfrm>
          <a:prstGeom prst="rect">
            <a:avLst/>
          </a:prstGeom>
        </p:spPr>
      </p:pic>
      <p:sp>
        <p:nvSpPr>
          <p:cNvPr id="1199" name="Google Shape;1199;p156">
            <a:extLst>
              <a:ext uri="{FF2B5EF4-FFF2-40B4-BE49-F238E27FC236}">
                <a16:creationId xmlns:a16="http://schemas.microsoft.com/office/drawing/2014/main" id="{A978AB51-0A05-7CED-E08D-2D4FDCD3DA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5F175B17-2548-4560-3671-B38775CC3B45}"/>
              </a:ext>
            </a:extLst>
          </p:cNvPr>
          <p:cNvPicPr>
            <a:picLocks noChangeAspect="1"/>
          </p:cNvPicPr>
          <p:nvPr/>
        </p:nvPicPr>
        <p:blipFill>
          <a:blip r:embed="rId4">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273970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7FFD8B6E-37C9-C610-8072-4A447D4CB93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4894D278-0016-91EE-ADF1-C155A2D7795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83924966-6778-9940-D243-9D15FED9AFC2}"/>
              </a:ext>
            </a:extLst>
          </p:cNvPr>
          <p:cNvPicPr>
            <a:picLocks noChangeAspect="1"/>
          </p:cNvPicPr>
          <p:nvPr/>
        </p:nvPicPr>
        <p:blipFill>
          <a:blip r:embed="rId3">
            <a:alphaModFix amt="10000"/>
          </a:blip>
          <a:stretch>
            <a:fillRect/>
          </a:stretch>
        </p:blipFill>
        <p:spPr>
          <a:xfrm>
            <a:off x="274865" y="1543690"/>
            <a:ext cx="11639093" cy="3770619"/>
          </a:xfrm>
          <a:prstGeom prst="rect">
            <a:avLst/>
          </a:prstGeom>
        </p:spPr>
      </p:pic>
      <p:pic>
        <p:nvPicPr>
          <p:cNvPr id="5" name="Picture 4" descr="A diagram of a software security system&#10;&#10;AI-generated content may be incorrect.">
            <a:extLst>
              <a:ext uri="{FF2B5EF4-FFF2-40B4-BE49-F238E27FC236}">
                <a16:creationId xmlns:a16="http://schemas.microsoft.com/office/drawing/2014/main" id="{6DF2A48D-4E5B-8BA5-C093-5CE77889286E}"/>
              </a:ext>
            </a:extLst>
          </p:cNvPr>
          <p:cNvPicPr>
            <a:picLocks noChangeAspect="1"/>
          </p:cNvPicPr>
          <p:nvPr/>
        </p:nvPicPr>
        <p:blipFill>
          <a:blip r:embed="rId4"/>
          <a:stretch>
            <a:fillRect/>
          </a:stretch>
        </p:blipFill>
        <p:spPr>
          <a:xfrm>
            <a:off x="8129326" y="1543689"/>
            <a:ext cx="3807879" cy="3770620"/>
          </a:xfrm>
          <a:prstGeom prst="rect">
            <a:avLst/>
          </a:prstGeom>
        </p:spPr>
      </p:pic>
    </p:spTree>
    <p:extLst>
      <p:ext uri="{BB962C8B-B14F-4D97-AF65-F5344CB8AC3E}">
        <p14:creationId xmlns:p14="http://schemas.microsoft.com/office/powerpoint/2010/main" val="291934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1AAD78-083E-F5D0-FECC-9701E0D25F25}"/>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C6C7598-49A1-1872-26D9-76F2D153B6B9}"/>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Secure Settings Material</a:t>
            </a:r>
            <a:endParaRPr sz="6600" dirty="0"/>
          </a:p>
        </p:txBody>
      </p:sp>
    </p:spTree>
    <p:extLst>
      <p:ext uri="{BB962C8B-B14F-4D97-AF65-F5344CB8AC3E}">
        <p14:creationId xmlns:p14="http://schemas.microsoft.com/office/powerpoint/2010/main" val="1715810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11" name="Picture 10" descr="A document with text on it&#10;&#10;AI-generated content may be incorrect.">
            <a:extLst>
              <a:ext uri="{FF2B5EF4-FFF2-40B4-BE49-F238E27FC236}">
                <a16:creationId xmlns:a16="http://schemas.microsoft.com/office/drawing/2014/main" id="{9AF391E0-343E-BC1F-91F6-B2E02B18B081}"/>
              </a:ext>
            </a:extLst>
          </p:cNvPr>
          <p:cNvPicPr>
            <a:picLocks noChangeAspect="1"/>
          </p:cNvPicPr>
          <p:nvPr/>
        </p:nvPicPr>
        <p:blipFill>
          <a:blip r:embed="rId3"/>
          <a:stretch>
            <a:fillRect/>
          </a:stretch>
        </p:blipFill>
        <p:spPr>
          <a:xfrm>
            <a:off x="7650847" y="1239500"/>
            <a:ext cx="4082604"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Overview</a:t>
            </a:r>
          </a:p>
        </p:txBody>
      </p:sp>
      <p:pic>
        <p:nvPicPr>
          <p:cNvPr id="3" name="Picture 2" descr="A screenshot of a computer&#10;&#10;AI-generated content may be incorrect.">
            <a:extLst>
              <a:ext uri="{FF2B5EF4-FFF2-40B4-BE49-F238E27FC236}">
                <a16:creationId xmlns:a16="http://schemas.microsoft.com/office/drawing/2014/main" id="{601CEB04-A119-F7B5-5B2A-9DDB1D0F9C0F}"/>
              </a:ext>
            </a:extLst>
          </p:cNvPr>
          <p:cNvPicPr>
            <a:picLocks noChangeAspect="1"/>
          </p:cNvPicPr>
          <p:nvPr/>
        </p:nvPicPr>
        <p:blipFill>
          <a:blip r:embed="rId4"/>
          <a:stretch>
            <a:fillRect/>
          </a:stretch>
        </p:blipFill>
        <p:spPr>
          <a:xfrm>
            <a:off x="455374" y="1993108"/>
            <a:ext cx="6685929" cy="3764756"/>
          </a:xfrm>
          <a:prstGeom prst="rect">
            <a:avLst/>
          </a:prstGeom>
        </p:spPr>
      </p:pic>
    </p:spTree>
    <p:extLst>
      <p:ext uri="{BB962C8B-B14F-4D97-AF65-F5344CB8AC3E}">
        <p14:creationId xmlns:p14="http://schemas.microsoft.com/office/powerpoint/2010/main" val="2730175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A7A2EDF-E9F7-50F4-8705-BDEB40C7915B}"/>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DE28E5DD-CFB8-07C2-D954-1BCFE21CA807}"/>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75AAF9B6-0EA6-A0EE-9342-FDA84CF79422}"/>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Identify Options</a:t>
            </a:r>
          </a:p>
        </p:txBody>
      </p:sp>
      <p:pic>
        <p:nvPicPr>
          <p:cNvPr id="3" name="Picture 2">
            <a:extLst>
              <a:ext uri="{FF2B5EF4-FFF2-40B4-BE49-F238E27FC236}">
                <a16:creationId xmlns:a16="http://schemas.microsoft.com/office/drawing/2014/main" id="{6C309C2D-64AB-57BF-6AF8-E1BB585F7284}"/>
              </a:ext>
            </a:extLst>
          </p:cNvPr>
          <p:cNvPicPr>
            <a:picLocks noChangeAspect="1"/>
          </p:cNvPicPr>
          <p:nvPr/>
        </p:nvPicPr>
        <p:blipFill>
          <a:blip r:embed="rId4"/>
          <a:srcRect/>
          <a:stretch/>
        </p:blipFill>
        <p:spPr>
          <a:xfrm>
            <a:off x="455375" y="1993108"/>
            <a:ext cx="6685927" cy="3764756"/>
          </a:xfrm>
          <a:prstGeom prst="rect">
            <a:avLst/>
          </a:prstGeom>
        </p:spPr>
      </p:pic>
    </p:spTree>
    <p:extLst>
      <p:ext uri="{BB962C8B-B14F-4D97-AF65-F5344CB8AC3E}">
        <p14:creationId xmlns:p14="http://schemas.microsoft.com/office/powerpoint/2010/main" val="276128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94A0425-B2C9-2E32-F9C9-35575BE05FA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84CB76E6-0733-C1D1-B193-0ED26F86F74D}"/>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5B57FF0B-5C2F-C95B-B26A-4D023F8DDC17}"/>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Categorize Options</a:t>
            </a:r>
          </a:p>
        </p:txBody>
      </p:sp>
      <p:pic>
        <p:nvPicPr>
          <p:cNvPr id="3" name="Picture 2">
            <a:extLst>
              <a:ext uri="{FF2B5EF4-FFF2-40B4-BE49-F238E27FC236}">
                <a16:creationId xmlns:a16="http://schemas.microsoft.com/office/drawing/2014/main" id="{3B06F80A-84BA-B596-CA2B-D06C3FA73150}"/>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118607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E066091-2D47-C253-071C-F736E30438B7}"/>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7D93EA06-0A3D-7514-3FF5-D63A14B14DD6}"/>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E78F395C-7422-9D9D-1CA0-87EFCDED3F9A}"/>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Select Options</a:t>
            </a:r>
          </a:p>
        </p:txBody>
      </p:sp>
      <p:pic>
        <p:nvPicPr>
          <p:cNvPr id="3" name="Picture 2">
            <a:extLst>
              <a:ext uri="{FF2B5EF4-FFF2-40B4-BE49-F238E27FC236}">
                <a16:creationId xmlns:a16="http://schemas.microsoft.com/office/drawing/2014/main" id="{112C07A0-966B-2B5A-8670-9F4E67CD6D97}"/>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3151183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643A064-487E-DDAB-2BAF-CB70B535CFC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CB7975A-2655-B07A-4EC7-F69B679DA670}"/>
              </a:ext>
            </a:extLst>
          </p:cNvPr>
          <p:cNvPicPr>
            <a:picLocks noChangeAspect="1"/>
          </p:cNvPicPr>
          <p:nvPr/>
        </p:nvPicPr>
        <p:blipFill>
          <a:blip r:embed="rId3"/>
          <a:srcRect/>
          <a:stretch/>
        </p:blipFill>
        <p:spPr>
          <a:xfrm>
            <a:off x="7654049" y="1239500"/>
            <a:ext cx="4076200" cy="5283370"/>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a:extLst>
              <a:ext uri="{FF2B5EF4-FFF2-40B4-BE49-F238E27FC236}">
                <a16:creationId xmlns:a16="http://schemas.microsoft.com/office/drawing/2014/main" id="{AA5DDDF1-1C23-2C35-A25B-E355DA8D044C}"/>
              </a:ext>
            </a:extLst>
          </p:cNvPr>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 Apply Options</a:t>
            </a:r>
          </a:p>
        </p:txBody>
      </p:sp>
      <p:pic>
        <p:nvPicPr>
          <p:cNvPr id="3" name="Picture 2">
            <a:extLst>
              <a:ext uri="{FF2B5EF4-FFF2-40B4-BE49-F238E27FC236}">
                <a16:creationId xmlns:a16="http://schemas.microsoft.com/office/drawing/2014/main" id="{540A8E96-1E97-C258-9BFF-5CB15A80E781}"/>
              </a:ext>
            </a:extLst>
          </p:cNvPr>
          <p:cNvPicPr>
            <a:picLocks noChangeAspect="1"/>
          </p:cNvPicPr>
          <p:nvPr/>
        </p:nvPicPr>
        <p:blipFill>
          <a:blip r:embed="rId4"/>
          <a:srcRect/>
          <a:stretch/>
        </p:blipFill>
        <p:spPr>
          <a:xfrm>
            <a:off x="455375" y="1993108"/>
            <a:ext cx="6685927" cy="3764755"/>
          </a:xfrm>
          <a:prstGeom prst="rect">
            <a:avLst/>
          </a:prstGeom>
        </p:spPr>
      </p:pic>
    </p:spTree>
    <p:extLst>
      <p:ext uri="{BB962C8B-B14F-4D97-AF65-F5344CB8AC3E}">
        <p14:creationId xmlns:p14="http://schemas.microsoft.com/office/powerpoint/2010/main" val="8943092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CE16632-1C39-0DC1-D9F8-0DE9EDB81312}"/>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DCDC6A0-9D6B-4CEF-EBEC-C10E50A6ACCF}"/>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Fuzz Testing Customization</a:t>
            </a:r>
            <a:endParaRPr sz="6600" dirty="0"/>
          </a:p>
        </p:txBody>
      </p:sp>
    </p:spTree>
    <p:extLst>
      <p:ext uri="{BB962C8B-B14F-4D97-AF65-F5344CB8AC3E}">
        <p14:creationId xmlns:p14="http://schemas.microsoft.com/office/powerpoint/2010/main" val="125398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B28A1EB-E6A2-330B-2BCB-D27E63F67AFE}"/>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A56AF0C-A82E-85C4-3C79-40291BDEDE7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a:t>
            </a:r>
            <a:endParaRPr dirty="0"/>
          </a:p>
        </p:txBody>
      </p:sp>
      <p:pic>
        <p:nvPicPr>
          <p:cNvPr id="3" name="Picture 2" descr="A diagram of a diagram of a diagram&#10;&#10;AI-generated content may be incorrect.">
            <a:extLst>
              <a:ext uri="{FF2B5EF4-FFF2-40B4-BE49-F238E27FC236}">
                <a16:creationId xmlns:a16="http://schemas.microsoft.com/office/drawing/2014/main" id="{9424CA88-2B0F-65A3-EC24-D3D8A5CEBF33}"/>
              </a:ext>
            </a:extLst>
          </p:cNvPr>
          <p:cNvPicPr>
            <a:picLocks noChangeAspect="1"/>
          </p:cNvPicPr>
          <p:nvPr/>
        </p:nvPicPr>
        <p:blipFill>
          <a:blip r:embed="rId3"/>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42310272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9E69981-AA9E-99DC-3DE5-5326ECBC3BF1}"/>
            </a:ext>
          </a:extLst>
        </p:cNvPr>
        <p:cNvGrpSpPr/>
        <p:nvPr/>
      </p:nvGrpSpPr>
      <p:grpSpPr>
        <a:xfrm>
          <a:off x="0" y="0"/>
          <a:ext cx="0" cy="0"/>
          <a:chOff x="0" y="0"/>
          <a:chExt cx="0" cy="0"/>
        </a:xfrm>
      </p:grpSpPr>
      <p:pic>
        <p:nvPicPr>
          <p:cNvPr id="4" name="Picture 3" descr="A diagram of a security system&#10;&#10;AI-generated content may be incorrect.">
            <a:extLst>
              <a:ext uri="{FF2B5EF4-FFF2-40B4-BE49-F238E27FC236}">
                <a16:creationId xmlns:a16="http://schemas.microsoft.com/office/drawing/2014/main" id="{27D3FF00-52ED-7087-F715-311392A99336}"/>
              </a:ext>
            </a:extLst>
          </p:cNvPr>
          <p:cNvPicPr>
            <a:picLocks noChangeAspect="1"/>
          </p:cNvPicPr>
          <p:nvPr/>
        </p:nvPicPr>
        <p:blipFill>
          <a:blip r:embed="rId3"/>
          <a:stretch>
            <a:fillRect/>
          </a:stretch>
        </p:blipFill>
        <p:spPr>
          <a:xfrm>
            <a:off x="274865" y="1543690"/>
            <a:ext cx="3197961" cy="3770619"/>
          </a:xfrm>
          <a:prstGeom prst="rect">
            <a:avLst/>
          </a:prstGeom>
        </p:spPr>
      </p:pic>
      <p:pic>
        <p:nvPicPr>
          <p:cNvPr id="2" name="Picture 1" descr="A diagram of a security system&#10;&#10;AI-generated content may be incorrect.">
            <a:extLst>
              <a:ext uri="{FF2B5EF4-FFF2-40B4-BE49-F238E27FC236}">
                <a16:creationId xmlns:a16="http://schemas.microsoft.com/office/drawing/2014/main" id="{2C11647F-2C78-F09C-E075-167DD7AD72DC}"/>
              </a:ext>
            </a:extLst>
          </p:cNvPr>
          <p:cNvPicPr>
            <a:picLocks noChangeAspect="1"/>
          </p:cNvPicPr>
          <p:nvPr/>
        </p:nvPicPr>
        <p:blipFill>
          <a:blip r:embed="rId4"/>
          <a:stretch>
            <a:fillRect/>
          </a:stretch>
        </p:blipFill>
        <p:spPr>
          <a:xfrm>
            <a:off x="2693052" y="1543123"/>
            <a:ext cx="3019925" cy="3771186"/>
          </a:xfrm>
          <a:prstGeom prst="rect">
            <a:avLst/>
          </a:prstGeom>
        </p:spPr>
      </p:pic>
      <p:sp>
        <p:nvSpPr>
          <p:cNvPr id="1199" name="Google Shape;1199;p156">
            <a:extLst>
              <a:ext uri="{FF2B5EF4-FFF2-40B4-BE49-F238E27FC236}">
                <a16:creationId xmlns:a16="http://schemas.microsoft.com/office/drawing/2014/main" id="{6C85CC63-ED2B-3E3F-5701-01C74DDA0E8B}"/>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 (Fuzz Testing Customization)</a:t>
            </a:r>
            <a:endParaRPr dirty="0"/>
          </a:p>
        </p:txBody>
      </p:sp>
      <p:pic>
        <p:nvPicPr>
          <p:cNvPr id="3" name="Picture 2" descr="A diagram of a diagram of a diagram&#10;&#10;AI-generated content may be incorrect.">
            <a:extLst>
              <a:ext uri="{FF2B5EF4-FFF2-40B4-BE49-F238E27FC236}">
                <a16:creationId xmlns:a16="http://schemas.microsoft.com/office/drawing/2014/main" id="{09130F2C-EFA7-B046-9789-E79C1D4212AE}"/>
              </a:ext>
            </a:extLst>
          </p:cNvPr>
          <p:cNvPicPr>
            <a:picLocks noChangeAspect="1"/>
          </p:cNvPicPr>
          <p:nvPr/>
        </p:nvPicPr>
        <p:blipFill>
          <a:blip r:embed="rId5">
            <a:alphaModFix amt="10000"/>
          </a:blip>
          <a:stretch>
            <a:fillRect/>
          </a:stretch>
        </p:blipFill>
        <p:spPr>
          <a:xfrm>
            <a:off x="274865" y="1543690"/>
            <a:ext cx="11639093" cy="3770619"/>
          </a:xfrm>
          <a:prstGeom prst="rect">
            <a:avLst/>
          </a:prstGeom>
        </p:spPr>
      </p:pic>
    </p:spTree>
    <p:extLst>
      <p:ext uri="{BB962C8B-B14F-4D97-AF65-F5344CB8AC3E}">
        <p14:creationId xmlns:p14="http://schemas.microsoft.com/office/powerpoint/2010/main" val="3770545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623D40C-8FC6-0D0B-9661-4385268A3228}"/>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8E568E5F-59EF-D9D9-D833-CAC500125FD0}"/>
              </a:ext>
            </a:extLst>
          </p:cNvPr>
          <p:cNvGrpSpPr/>
          <p:nvPr/>
        </p:nvGrpSpPr>
        <p:grpSpPr>
          <a:xfrm>
            <a:off x="2191779" y="1139228"/>
            <a:ext cx="7805266" cy="5409666"/>
            <a:chOff x="1584919" y="1139228"/>
            <a:chExt cx="7805266" cy="5409666"/>
          </a:xfrm>
        </p:grpSpPr>
        <p:pic>
          <p:nvPicPr>
            <p:cNvPr id="4" name="Picture 3" descr="A diagram of a security system&#10;&#10;AI-generated content may be incorrect.">
              <a:extLst>
                <a:ext uri="{FF2B5EF4-FFF2-40B4-BE49-F238E27FC236}">
                  <a16:creationId xmlns:a16="http://schemas.microsoft.com/office/drawing/2014/main" id="{45FD50BE-9893-BFE2-61A6-0B382FD47E06}"/>
                </a:ext>
              </a:extLst>
            </p:cNvPr>
            <p:cNvPicPr>
              <a:picLocks noChangeAspect="1"/>
            </p:cNvPicPr>
            <p:nvPr/>
          </p:nvPicPr>
          <p:blipFill>
            <a:blip r:embed="rId3"/>
            <a:stretch>
              <a:fillRect/>
            </a:stretch>
          </p:blipFill>
          <p:spPr>
            <a:xfrm>
              <a:off x="1584919" y="1139228"/>
              <a:ext cx="4586052" cy="5407275"/>
            </a:xfrm>
            <a:prstGeom prst="rect">
              <a:avLst/>
            </a:prstGeom>
          </p:spPr>
        </p:pic>
        <p:pic>
          <p:nvPicPr>
            <p:cNvPr id="2" name="Picture 1" descr="A diagram of a security system&#10;&#10;AI-generated content may be incorrect.">
              <a:extLst>
                <a:ext uri="{FF2B5EF4-FFF2-40B4-BE49-F238E27FC236}">
                  <a16:creationId xmlns:a16="http://schemas.microsoft.com/office/drawing/2014/main" id="{826EB0CD-968E-32BD-09AA-9A540F2140B5}"/>
                </a:ext>
              </a:extLst>
            </p:cNvPr>
            <p:cNvPicPr>
              <a:picLocks noChangeAspect="1"/>
            </p:cNvPicPr>
            <p:nvPr/>
          </p:nvPicPr>
          <p:blipFill>
            <a:blip r:embed="rId4"/>
            <a:stretch>
              <a:fillRect/>
            </a:stretch>
          </p:blipFill>
          <p:spPr>
            <a:xfrm>
              <a:off x="5058183" y="1139228"/>
              <a:ext cx="4332002" cy="5409666"/>
            </a:xfrm>
            <a:prstGeom prst="rect">
              <a:avLst/>
            </a:prstGeom>
          </p:spPr>
        </p:pic>
      </p:grpSp>
      <p:sp>
        <p:nvSpPr>
          <p:cNvPr id="1199" name="Google Shape;1199;p156">
            <a:extLst>
              <a:ext uri="{FF2B5EF4-FFF2-40B4-BE49-F238E27FC236}">
                <a16:creationId xmlns:a16="http://schemas.microsoft.com/office/drawing/2014/main" id="{78F51A12-E31D-EB83-2582-01C6D4141C5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US" dirty="0"/>
              <a:t>Secure Settings Process (Fuzz Testing Customization)</a:t>
            </a:r>
            <a:endParaRPr dirty="0"/>
          </a:p>
        </p:txBody>
      </p:sp>
    </p:spTree>
    <p:extLst>
      <p:ext uri="{BB962C8B-B14F-4D97-AF65-F5344CB8AC3E}">
        <p14:creationId xmlns:p14="http://schemas.microsoft.com/office/powerpoint/2010/main" val="3300094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84B2A0D-5BD8-DC8D-78C3-7E4FE7DE3FA3}"/>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B4214F9-02FB-62EB-9192-BC673E0C8017}"/>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1832141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C174DC1-3B34-550B-143F-3D26F356EDD2}"/>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71AA15C-BE75-DD93-033B-C38B9C34F9D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Cover Sheet</a:t>
            </a:r>
            <a:endParaRPr dirty="0"/>
          </a:p>
        </p:txBody>
      </p:sp>
      <p:pic>
        <p:nvPicPr>
          <p:cNvPr id="5" name="Picture 4">
            <a:extLst>
              <a:ext uri="{FF2B5EF4-FFF2-40B4-BE49-F238E27FC236}">
                <a16:creationId xmlns:a16="http://schemas.microsoft.com/office/drawing/2014/main" id="{3EC8D5A6-6D03-B300-F957-F6FFF13BF0E6}"/>
              </a:ext>
            </a:extLst>
          </p:cNvPr>
          <p:cNvPicPr>
            <a:picLocks noChangeAspect="1"/>
          </p:cNvPicPr>
          <p:nvPr/>
        </p:nvPicPr>
        <p:blipFill>
          <a:blip r:embed="rId3"/>
          <a:srcRect/>
          <a:stretch/>
        </p:blipFill>
        <p:spPr>
          <a:xfrm>
            <a:off x="2208212" y="1356702"/>
            <a:ext cx="7772400" cy="2072298"/>
          </a:xfrm>
          <a:prstGeom prst="rect">
            <a:avLst/>
          </a:prstGeom>
        </p:spPr>
      </p:pic>
    </p:spTree>
    <p:extLst>
      <p:ext uri="{BB962C8B-B14F-4D97-AF65-F5344CB8AC3E}">
        <p14:creationId xmlns:p14="http://schemas.microsoft.com/office/powerpoint/2010/main" val="3821437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F91684C-E8E1-00E1-991A-BF75F90AF38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5AD0260-8A26-A5D1-49B6-031B4D5ACBE7}"/>
              </a:ext>
            </a:extLst>
          </p:cNvPr>
          <p:cNvPicPr>
            <a:picLocks noChangeAspect="1"/>
          </p:cNvPicPr>
          <p:nvPr/>
        </p:nvPicPr>
        <p:blipFill>
          <a:blip r:embed="rId3"/>
          <a:stretch>
            <a:fillRect/>
          </a:stretch>
        </p:blipFill>
        <p:spPr>
          <a:xfrm>
            <a:off x="455495" y="1285932"/>
            <a:ext cx="11277833" cy="1914485"/>
          </a:xfrm>
          <a:prstGeom prst="rect">
            <a:avLst/>
          </a:prstGeom>
        </p:spPr>
      </p:pic>
      <p:sp>
        <p:nvSpPr>
          <p:cNvPr id="1199" name="Google Shape;1199;p156">
            <a:extLst>
              <a:ext uri="{FF2B5EF4-FFF2-40B4-BE49-F238E27FC236}">
                <a16:creationId xmlns:a16="http://schemas.microsoft.com/office/drawing/2014/main" id="{2DB84596-EC97-5C1B-2C0D-4936622BD51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References Sheet</a:t>
            </a:r>
            <a:endParaRPr dirty="0"/>
          </a:p>
        </p:txBody>
      </p:sp>
    </p:spTree>
    <p:extLst>
      <p:ext uri="{BB962C8B-B14F-4D97-AF65-F5344CB8AC3E}">
        <p14:creationId xmlns:p14="http://schemas.microsoft.com/office/powerpoint/2010/main" val="39763823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15A84F33-F7D5-A806-906E-489C71C7FBEB}"/>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CD10621-EE0A-B558-A0F3-B946091D56F8}"/>
              </a:ext>
            </a:extLst>
          </p:cNvPr>
          <p:cNvPicPr>
            <a:picLocks noChangeAspect="1"/>
          </p:cNvPicPr>
          <p:nvPr/>
        </p:nvPicPr>
        <p:blipFill>
          <a:blip r:embed="rId3"/>
          <a:stretch>
            <a:fillRect/>
          </a:stretch>
        </p:blipFill>
        <p:spPr>
          <a:xfrm>
            <a:off x="455375" y="1385918"/>
            <a:ext cx="11258796" cy="3172020"/>
          </a:xfrm>
          <a:prstGeom prst="rect">
            <a:avLst/>
          </a:prstGeom>
        </p:spPr>
      </p:pic>
      <p:sp>
        <p:nvSpPr>
          <p:cNvPr id="1199" name="Google Shape;1199;p156">
            <a:extLst>
              <a:ext uri="{FF2B5EF4-FFF2-40B4-BE49-F238E27FC236}">
                <a16:creationId xmlns:a16="http://schemas.microsoft.com/office/drawing/2014/main" id="{E4B8C5E4-1191-5B2A-47C7-985EB97A14C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 Sheet</a:t>
            </a:r>
            <a:endParaRPr dirty="0"/>
          </a:p>
        </p:txBody>
      </p:sp>
      <p:sp>
        <p:nvSpPr>
          <p:cNvPr id="3" name="Rectangle 2">
            <a:extLst>
              <a:ext uri="{FF2B5EF4-FFF2-40B4-BE49-F238E27FC236}">
                <a16:creationId xmlns:a16="http://schemas.microsoft.com/office/drawing/2014/main" id="{25C68903-3EDC-D3F7-7E02-A975CF274DCB}"/>
              </a:ext>
            </a:extLst>
          </p:cNvPr>
          <p:cNvSpPr/>
          <p:nvPr/>
        </p:nvSpPr>
        <p:spPr>
          <a:xfrm>
            <a:off x="9995308" y="1855382"/>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896257F-D797-7307-F9CB-4A4805FBEBAF}"/>
              </a:ext>
            </a:extLst>
          </p:cNvPr>
          <p:cNvSpPr/>
          <p:nvPr/>
        </p:nvSpPr>
        <p:spPr>
          <a:xfrm>
            <a:off x="9995308" y="2137412"/>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01462E5-1346-AEDD-F162-8D36D6C701C9}"/>
              </a:ext>
            </a:extLst>
          </p:cNvPr>
          <p:cNvSpPr/>
          <p:nvPr/>
        </p:nvSpPr>
        <p:spPr>
          <a:xfrm>
            <a:off x="9995308" y="2419668"/>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3B12509-177C-8201-CCB7-687D5D8FB599}"/>
              </a:ext>
            </a:extLst>
          </p:cNvPr>
          <p:cNvSpPr/>
          <p:nvPr/>
        </p:nvSpPr>
        <p:spPr>
          <a:xfrm>
            <a:off x="9995308" y="2835267"/>
            <a:ext cx="797442" cy="194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55855E1-E3B8-B368-8979-2C958D61ECF8}"/>
              </a:ext>
            </a:extLst>
          </p:cNvPr>
          <p:cNvSpPr/>
          <p:nvPr/>
        </p:nvSpPr>
        <p:spPr>
          <a:xfrm>
            <a:off x="9995308" y="3693263"/>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FEEB09B9-CBF9-CFE6-17D9-0379EE394139}"/>
              </a:ext>
            </a:extLst>
          </p:cNvPr>
          <p:cNvSpPr/>
          <p:nvPr/>
        </p:nvSpPr>
        <p:spPr>
          <a:xfrm>
            <a:off x="9995308" y="3847273"/>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18029C0-6B58-D952-E2E2-12DE1FDE24B7}"/>
              </a:ext>
            </a:extLst>
          </p:cNvPr>
          <p:cNvSpPr/>
          <p:nvPr/>
        </p:nvSpPr>
        <p:spPr>
          <a:xfrm>
            <a:off x="9995308" y="4261661"/>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583BAC5-D532-9FC8-DE3D-242C325F6F9C}"/>
              </a:ext>
            </a:extLst>
          </p:cNvPr>
          <p:cNvSpPr/>
          <p:nvPr/>
        </p:nvSpPr>
        <p:spPr>
          <a:xfrm>
            <a:off x="9995308" y="4399723"/>
            <a:ext cx="797442" cy="1222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1764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F81AFC03-6C07-29B1-7671-F910C0583E31}"/>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664EFC9-62FF-7011-41E6-105A13405E4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Categories Sheet</a:t>
            </a:r>
            <a:endParaRPr dirty="0"/>
          </a:p>
        </p:txBody>
      </p:sp>
      <p:pic>
        <p:nvPicPr>
          <p:cNvPr id="3" name="Picture 2">
            <a:extLst>
              <a:ext uri="{FF2B5EF4-FFF2-40B4-BE49-F238E27FC236}">
                <a16:creationId xmlns:a16="http://schemas.microsoft.com/office/drawing/2014/main" id="{EFD02C1B-E3C6-FBB6-1D4C-7E7DB7E100D2}"/>
              </a:ext>
            </a:extLst>
          </p:cNvPr>
          <p:cNvPicPr>
            <a:picLocks noChangeAspect="1"/>
          </p:cNvPicPr>
          <p:nvPr/>
        </p:nvPicPr>
        <p:blipFill>
          <a:blip r:embed="rId3"/>
          <a:srcRect/>
          <a:stretch/>
        </p:blipFill>
        <p:spPr>
          <a:xfrm>
            <a:off x="1018424" y="1332260"/>
            <a:ext cx="10151976" cy="4193479"/>
          </a:xfrm>
          <a:prstGeom prst="rect">
            <a:avLst/>
          </a:prstGeom>
        </p:spPr>
      </p:pic>
    </p:spTree>
    <p:extLst>
      <p:ext uri="{BB962C8B-B14F-4D97-AF65-F5344CB8AC3E}">
        <p14:creationId xmlns:p14="http://schemas.microsoft.com/office/powerpoint/2010/main" val="3207753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883209A-321B-231C-7404-7A8A265336F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6A3C796-5A60-1E9C-E8A6-5889EA0B2291}"/>
              </a:ext>
            </a:extLst>
          </p:cNvPr>
          <p:cNvPicPr>
            <a:picLocks noChangeAspect="1"/>
          </p:cNvPicPr>
          <p:nvPr/>
        </p:nvPicPr>
        <p:blipFill>
          <a:blip r:embed="rId3"/>
          <a:stretch>
            <a:fillRect/>
          </a:stretch>
        </p:blipFill>
        <p:spPr>
          <a:xfrm>
            <a:off x="455375" y="1385918"/>
            <a:ext cx="11258796" cy="3172020"/>
          </a:xfrm>
          <a:prstGeom prst="rect">
            <a:avLst/>
          </a:prstGeom>
        </p:spPr>
      </p:pic>
      <p:sp>
        <p:nvSpPr>
          <p:cNvPr id="1199" name="Google Shape;1199;p156">
            <a:extLst>
              <a:ext uri="{FF2B5EF4-FFF2-40B4-BE49-F238E27FC236}">
                <a16:creationId xmlns:a16="http://schemas.microsoft.com/office/drawing/2014/main" id="{576997E1-0D4B-26D5-AA94-86FB58392EA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Options Sheet (Categorized)</a:t>
            </a:r>
            <a:endParaRPr dirty="0"/>
          </a:p>
        </p:txBody>
      </p:sp>
    </p:spTree>
    <p:extLst>
      <p:ext uri="{BB962C8B-B14F-4D97-AF65-F5344CB8AC3E}">
        <p14:creationId xmlns:p14="http://schemas.microsoft.com/office/powerpoint/2010/main" val="6147296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A1B6300-4150-9DD1-EAB2-84C678CB072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664DDA98-0F6D-C54D-128F-679E03F5053E}"/>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Fuzz Testing Considerations</a:t>
            </a:r>
            <a:endParaRPr sz="6600" dirty="0"/>
          </a:p>
        </p:txBody>
      </p:sp>
    </p:spTree>
    <p:extLst>
      <p:ext uri="{BB962C8B-B14F-4D97-AF65-F5344CB8AC3E}">
        <p14:creationId xmlns:p14="http://schemas.microsoft.com/office/powerpoint/2010/main" val="1242754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BE4B0FF-BB0D-B94C-5377-2ED07887A12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DFD168AF-42C8-6A28-F5A0-4F3F1DEBBA6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Considerations</a:t>
            </a:r>
            <a:endParaRPr dirty="0"/>
          </a:p>
        </p:txBody>
      </p:sp>
      <p:sp>
        <p:nvSpPr>
          <p:cNvPr id="2" name="TextBox 1">
            <a:extLst>
              <a:ext uri="{FF2B5EF4-FFF2-40B4-BE49-F238E27FC236}">
                <a16:creationId xmlns:a16="http://schemas.microsoft.com/office/drawing/2014/main" id="{BB25012F-D809-9633-25D4-D71A786B669C}"/>
              </a:ext>
            </a:extLst>
          </p:cNvPr>
          <p:cNvSpPr txBox="1"/>
          <p:nvPr/>
        </p:nvSpPr>
        <p:spPr>
          <a:xfrm>
            <a:off x="455618" y="1437554"/>
            <a:ext cx="2884444" cy="1692771"/>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Execution Time</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Footprint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Isolation</a:t>
            </a:r>
          </a:p>
        </p:txBody>
      </p:sp>
    </p:spTree>
    <p:extLst>
      <p:ext uri="{BB962C8B-B14F-4D97-AF65-F5344CB8AC3E}">
        <p14:creationId xmlns:p14="http://schemas.microsoft.com/office/powerpoint/2010/main" val="1083501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xfrm>
            <a:off x="-1"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Summary</a:t>
            </a:r>
            <a:endParaRPr dirty="0"/>
          </a:p>
        </p:txBody>
      </p:sp>
      <p:sp>
        <p:nvSpPr>
          <p:cNvPr id="2" name="TextBox 1">
            <a:extLst>
              <a:ext uri="{FF2B5EF4-FFF2-40B4-BE49-F238E27FC236}">
                <a16:creationId xmlns:a16="http://schemas.microsoft.com/office/drawing/2014/main" id="{7815AB7C-3B20-E395-B8D1-B8413068BE32}"/>
              </a:ext>
            </a:extLst>
          </p:cNvPr>
          <p:cNvSpPr txBox="1"/>
          <p:nvPr/>
        </p:nvSpPr>
        <p:spPr>
          <a:xfrm>
            <a:off x="455618" y="1437554"/>
            <a:ext cx="8379538" cy="3447098"/>
          </a:xfrm>
          <a:prstGeom prst="rect">
            <a:avLst/>
          </a:prstGeom>
          <a:noFill/>
        </p:spPr>
        <p:txBody>
          <a:bodyPr wrap="none" rtlCol="0">
            <a:spAutoFit/>
          </a:bodyPr>
          <a:lstStyle/>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Identify the frameworks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Categorize the options (enumerate the use cases)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Scope to the element</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Update the build</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Report the settings</a:t>
            </a:r>
          </a:p>
          <a:p>
            <a:pPr marL="236538" indent="-236538">
              <a:spcAft>
                <a:spcPts val="1200"/>
              </a:spcAft>
              <a:buFont typeface="Arial" panose="020B0604020202020204" pitchFamily="34" charset="0"/>
              <a:buChar char="•"/>
            </a:pPr>
            <a:r>
              <a:rPr lang="en-US" sz="2800" dirty="0">
                <a:solidFill>
                  <a:schemeClr val="tx1"/>
                </a:solidFill>
                <a:latin typeface="Roboto" panose="02000000000000000000" pitchFamily="2" charset="0"/>
                <a:ea typeface="Roboto" panose="02000000000000000000" pitchFamily="2" charset="0"/>
                <a:cs typeface="Roboto" panose="02000000000000000000" pitchFamily="2" charset="0"/>
              </a:rPr>
              <a:t>Keep cybersecurity-relevancy in mind</a:t>
            </a:r>
          </a:p>
        </p:txBody>
      </p:sp>
    </p:spTree>
    <p:extLst>
      <p:ext uri="{BB962C8B-B14F-4D97-AF65-F5344CB8AC3E}">
        <p14:creationId xmlns:p14="http://schemas.microsoft.com/office/powerpoint/2010/main" val="1703593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695602" cy="707886"/>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&lt;AVCDL&gt;/source/reference_documents/working_material/secure settings/</a:t>
            </a:r>
          </a:p>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&lt;AVCDL&gt;/source/reference_documents/working_material/fuzz testing/</a:t>
            </a:r>
          </a:p>
        </p:txBody>
      </p:sp>
    </p:spTree>
    <p:extLst>
      <p:ext uri="{BB962C8B-B14F-4D97-AF65-F5344CB8AC3E}">
        <p14:creationId xmlns:p14="http://schemas.microsoft.com/office/powerpoint/2010/main" val="9699774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3" name="Picture 2">
            <a:extLst>
              <a:ext uri="{FF2B5EF4-FFF2-40B4-BE49-F238E27FC236}">
                <a16:creationId xmlns:a16="http://schemas.microsoft.com/office/drawing/2014/main" id="{97170D5F-8BD9-ECF4-AF82-900DA81B4716}"/>
              </a:ext>
            </a:extLst>
          </p:cNvPr>
          <p:cNvPicPr>
            <a:picLocks noChangeAspect="1"/>
          </p:cNvPicPr>
          <p:nvPr/>
        </p:nvPicPr>
        <p:blipFill>
          <a:blip r:embed="rId3"/>
          <a:srcRect/>
          <a:stretch/>
        </p:blipFill>
        <p:spPr>
          <a:xfrm>
            <a:off x="4056310" y="1239500"/>
            <a:ext cx="4076200" cy="5283369"/>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80021"/>
            <a:ext cx="11277833" cy="524399"/>
          </a:xfrm>
          <a:prstGeom prst="rect">
            <a:avLst/>
          </a:prstGeom>
        </p:spPr>
        <p:txBody>
          <a:bodyPr spcFirstLastPara="1" wrap="square" lIns="0" tIns="0" rIns="0" bIns="0" anchor="ctr" anchorCtr="0">
            <a:noAutofit/>
          </a:bodyPr>
          <a:lstStyle/>
          <a:p>
            <a:pPr>
              <a:lnSpc>
                <a:spcPct val="100000"/>
              </a:lnSpc>
            </a:pPr>
            <a:r>
              <a:rPr lang="en-US" dirty="0"/>
              <a:t>Further Reading</a:t>
            </a:r>
          </a:p>
        </p:txBody>
      </p:sp>
    </p:spTree>
    <p:extLst>
      <p:ext uri="{BB962C8B-B14F-4D97-AF65-F5344CB8AC3E}">
        <p14:creationId xmlns:p14="http://schemas.microsoft.com/office/powerpoint/2010/main" val="28685550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C2A2ADBF-13F1-8937-91E4-97FBA4F83BB0}"/>
              </a:ext>
            </a:extLst>
          </p:cNvPr>
          <p:cNvPicPr>
            <a:picLocks noChangeAspect="1"/>
          </p:cNvPicPr>
          <p:nvPr/>
        </p:nvPicPr>
        <p:blipFill>
          <a:blip r:embed="rId3"/>
          <a:srcRect/>
          <a:stretch/>
        </p:blipFill>
        <p:spPr>
          <a:xfrm>
            <a:off x="1813953" y="985083"/>
            <a:ext cx="8560918"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7341767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a:extLst>
              <a:ext uri="{FF2B5EF4-FFF2-40B4-BE49-F238E27FC236}">
                <a16:creationId xmlns:a16="http://schemas.microsoft.com/office/drawing/2014/main" id="{24875B67-DABD-EC7D-D876-FF0A75BC967B}"/>
              </a:ext>
            </a:extLst>
          </p:cNvPr>
          <p:cNvPicPr>
            <a:picLocks noChangeAspect="1"/>
          </p:cNvPicPr>
          <p:nvPr/>
        </p:nvPicPr>
        <p:blipFill>
          <a:blip r:embed="rId3"/>
          <a:srcRect/>
          <a:stretch/>
        </p:blipFill>
        <p:spPr>
          <a:xfrm>
            <a:off x="1658351" y="985083"/>
            <a:ext cx="8483870" cy="5763705"/>
          </a:xfrm>
          <a:prstGeom prst="rect">
            <a:avLst/>
          </a:prstGeom>
          <a:ln w="12700">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a:t>
            </a:r>
          </a:p>
        </p:txBody>
      </p:sp>
    </p:spTree>
    <p:extLst>
      <p:ext uri="{BB962C8B-B14F-4D97-AF65-F5344CB8AC3E}">
        <p14:creationId xmlns:p14="http://schemas.microsoft.com/office/powerpoint/2010/main" val="35809066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rcRect/>
          <a:stretch/>
        </p:blipFill>
        <p:spPr>
          <a:xfrm>
            <a:off x="741952" y="326959"/>
            <a:ext cx="10704919" cy="6204081"/>
          </a:xfrm>
          <a:prstGeom prst="rect">
            <a:avLst/>
          </a:prstGeom>
          <a:effectLst/>
        </p:spPr>
      </p:pic>
    </p:spTree>
    <p:extLst>
      <p:ext uri="{BB962C8B-B14F-4D97-AF65-F5344CB8AC3E}">
        <p14:creationId xmlns:p14="http://schemas.microsoft.com/office/powerpoint/2010/main" val="27502918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5" y="1146448"/>
            <a:ext cx="11277592" cy="5601533"/>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primary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Fuzz Testing Report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Fuzz Testing – Establish Settings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Document (AVCDL secondary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Identify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Categorize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Select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Secure Settings – Apply Options Procedure (AVCDL tertiary document)</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fuzz testing framework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tool cybersecurity options template (AVCDL template)</a:t>
            </a:r>
          </a:p>
          <a:p>
            <a:pPr marL="0" indent="0">
              <a:spcBef>
                <a:spcPts val="1200"/>
              </a:spcBef>
            </a:pPr>
            <a:r>
              <a:rPr lang="en-US" b="1" dirty="0">
                <a:latin typeface="Roboto" panose="02000000000000000000" pitchFamily="2" charset="0"/>
                <a:ea typeface="Roboto" panose="02000000000000000000" pitchFamily="2" charset="0"/>
                <a:cs typeface="Courier New" panose="02070309020205020404" pitchFamily="49" charset="0"/>
              </a:rPr>
              <a:t>AVCDL element-specific tool cybersecurity options template (AVCDL template)</a:t>
            </a:r>
          </a:p>
          <a:p>
            <a:pPr marL="0" indent="0">
              <a:spcBef>
                <a:spcPts val="1200"/>
              </a:spcBef>
            </a:pP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pPr>
            <a:endParaRPr lang="en-US" sz="1400" b="1" dirty="0">
              <a:latin typeface="Courier New" panose="02070309020205020404" pitchFamily="49" charset="0"/>
              <a:cs typeface="Courier New" panose="02070309020205020404" pitchFamily="49" charset="0"/>
            </a:endParaRPr>
          </a:p>
        </p:txBody>
      </p:sp>
      <p:sp>
        <p:nvSpPr>
          <p:cNvPr id="3" name="TextBox 2">
            <a:extLst>
              <a:ext uri="{FF2B5EF4-FFF2-40B4-BE49-F238E27FC236}">
                <a16:creationId xmlns:a16="http://schemas.microsoft.com/office/drawing/2014/main" id="{04196100-3210-8F6F-EB91-A22D494DD397}"/>
              </a:ext>
            </a:extLst>
          </p:cNvPr>
          <p:cNvSpPr txBox="1"/>
          <p:nvPr/>
        </p:nvSpPr>
        <p:spPr>
          <a:xfrm>
            <a:off x="11913079" y="5089585"/>
            <a:ext cx="184731" cy="307777"/>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394920</TotalTime>
  <Words>3600</Words>
  <Application>Microsoft Macintosh PowerPoint</Application>
  <PresentationFormat>Custom</PresentationFormat>
  <Paragraphs>819</Paragraphs>
  <Slides>37</Slides>
  <Notes>37</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37</vt:i4>
      </vt:variant>
    </vt:vector>
  </HeadingPairs>
  <TitlesOfParts>
    <vt:vector size="45" baseType="lpstr">
      <vt:lpstr>Calibri</vt:lpstr>
      <vt:lpstr>Arial</vt:lpstr>
      <vt:lpstr>Courier New</vt:lpstr>
      <vt:lpstr>Roboto</vt:lpstr>
      <vt:lpstr>Roboto Medium</vt:lpstr>
      <vt:lpstr>Simple Light</vt:lpstr>
      <vt:lpstr>Motional Masters</vt:lpstr>
      <vt:lpstr>Motional Masters</vt:lpstr>
      <vt:lpstr>Fuzz Testing – Establish Settings</vt:lpstr>
      <vt:lpstr>Training Path</vt:lpstr>
      <vt:lpstr>Workflow</vt:lpstr>
      <vt:lpstr>Process Workflow</vt:lpstr>
      <vt:lpstr>Process Workflow</vt:lpstr>
      <vt:lpstr>Establish Settings Activity</vt:lpstr>
      <vt:lpstr>Secure Settings Process</vt:lpstr>
      <vt:lpstr>Secure Settings Process</vt:lpstr>
      <vt:lpstr>Secure Settings Process</vt:lpstr>
      <vt:lpstr>Secure Settings Process</vt:lpstr>
      <vt:lpstr>Secure Settings Process</vt:lpstr>
      <vt:lpstr>Secure Settings Material</vt:lpstr>
      <vt:lpstr>Secure Settings - Overview</vt:lpstr>
      <vt:lpstr>Secure Settings – Identify Options</vt:lpstr>
      <vt:lpstr>Secure Settings – Categorize Options</vt:lpstr>
      <vt:lpstr>Secure Settings – Select Options</vt:lpstr>
      <vt:lpstr>Secure Settings – Apply Options</vt:lpstr>
      <vt:lpstr>Fuzz Testing Customization</vt:lpstr>
      <vt:lpstr>Secure Settings Process</vt:lpstr>
      <vt:lpstr>Secure Settings Process (Fuzz Testing Customization)</vt:lpstr>
      <vt:lpstr>Secure Settings Process (Fuzz Testing Customization)</vt:lpstr>
      <vt:lpstr>Example</vt:lpstr>
      <vt:lpstr>Cover Sheet</vt:lpstr>
      <vt:lpstr>References Sheet</vt:lpstr>
      <vt:lpstr>Options Sheet</vt:lpstr>
      <vt:lpstr>Categories Sheet</vt:lpstr>
      <vt:lpstr>Options Sheet (Categorized)</vt:lpstr>
      <vt:lpstr>Fuzz Testing Considerations</vt:lpstr>
      <vt:lpstr>Considerations</vt:lpstr>
      <vt:lpstr>Recap</vt:lpstr>
      <vt:lpstr>Summary</vt:lpstr>
      <vt:lpstr>Example Materials</vt:lpstr>
      <vt:lpstr>Further Reading</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Fuzz Testing - Establish Settings (training)</dc:title>
  <dc:subject>fuzz testing settings establishment</dc:subject>
  <dc:creator>Charles Wilson</dc:creator>
  <cp:keywords>cybersecurity, fuzz testing</cp:keywords>
  <dc:description>This work was created by Torc Robotics and is licensed under the Creative Commons Attribution-Share Alike (CC BY-SA-4.0) License.
https://creativecommons.org/licenses/by/4.0/legalcode 
</dc:description>
  <cp:lastModifiedBy>Charles Wilson</cp:lastModifiedBy>
  <cp:revision>605</cp:revision>
  <cp:lastPrinted>2025-07-24T18:37:57Z</cp:lastPrinted>
  <dcterms:modified xsi:type="dcterms:W3CDTF">2026-06-02T13:32:54Z</dcterms:modified>
  <cp:category>fuzz testing</cp:category>
</cp:coreProperties>
</file>