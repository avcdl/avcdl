
<file path=[Content_Types].xml><?xml version="1.0" encoding="utf-8"?>
<Types xmlns="http://schemas.openxmlformats.org/package/2006/content-types">
  <Default Extension="fntdata" ContentType="application/x-fontdata"/>
  <Default Extension="JPG" ContentType="image/jpeg"/>
  <Default Extension="png" ContentType="image/png"/>
  <Default Extension="rels" ContentType="application/vnd.openxmlformats-package.relationships+xml"/>
  <Default Extension="xml" ContentType="application/xml"/>
  <Override PartName="/ppt/presentation.xml" ContentType="application/vnd.openxmlformats-officedocument.presentationml.presentation.main+xml"/>
  <Override PartName="/ppt/slideMasters/slideMaster1.xml" ContentType="application/vnd.openxmlformats-officedocument.presentationml.slideMaster+xml"/>
  <Override PartName="/ppt/slideMasters/slideMaster2.xml" ContentType="application/vnd.openxmlformats-officedocument.presentationml.slideMaster+xml"/>
  <Override PartName="/ppt/slideMasters/slideMaster3.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16.xml" ContentType="application/vnd.openxmlformats-officedocument.presentationml.slide+xml"/>
  <Override PartName="/ppt/slides/slide17.xml" ContentType="application/vnd.openxmlformats-officedocument.presentationml.slide+xml"/>
  <Override PartName="/ppt/slides/slide18.xml" ContentType="application/vnd.openxmlformats-officedocument.presentationml.slide+xml"/>
  <Override PartName="/ppt/slides/slide19.xml" ContentType="application/vnd.openxmlformats-officedocument.presentationml.slide+xml"/>
  <Override PartName="/ppt/slides/slide20.xml" ContentType="application/vnd.openxmlformats-officedocument.presentationml.slide+xml"/>
  <Override PartName="/ppt/slides/slide21.xml" ContentType="application/vnd.openxmlformats-officedocument.presentationml.slide+xml"/>
  <Override PartName="/ppt/slides/slide22.xml" ContentType="application/vnd.openxmlformats-officedocument.presentationml.slide+xml"/>
  <Override PartName="/ppt/slides/slide23.xml" ContentType="application/vnd.openxmlformats-officedocument.presentationml.slide+xml"/>
  <Override PartName="/ppt/slides/slide24.xml" ContentType="application/vnd.openxmlformats-officedocument.presentationml.slide+xml"/>
  <Override PartName="/ppt/slides/slide25.xml" ContentType="application/vnd.openxmlformats-officedocument.presentationml.slide+xml"/>
  <Override PartName="/ppt/slides/slide26.xml" ContentType="application/vnd.openxmlformats-officedocument.presentationml.slide+xml"/>
  <Override PartName="/ppt/slides/slide27.xml" ContentType="application/vnd.openxmlformats-officedocument.presentationml.slide+xml"/>
  <Override PartName="/ppt/slides/slide28.xml" ContentType="application/vnd.openxmlformats-officedocument.presentationml.slide+xml"/>
  <Override PartName="/ppt/slides/slide29.xml" ContentType="application/vnd.openxmlformats-officedocument.presentationml.slide+xml"/>
  <Override PartName="/ppt/slides/slide30.xml" ContentType="application/vnd.openxmlformats-officedocument.presentationml.slide+xml"/>
  <Override PartName="/ppt/slides/slide31.xml" ContentType="application/vnd.openxmlformats-officedocument.presentationml.slide+xml"/>
  <Override PartName="/ppt/slides/slide32.xml" ContentType="application/vnd.openxmlformats-officedocument.presentationml.slide+xml"/>
  <Override PartName="/ppt/slides/slide33.xml" ContentType="application/vnd.openxmlformats-officedocument.presentationml.slide+xml"/>
  <Override PartName="/ppt/slides/slide34.xml" ContentType="application/vnd.openxmlformats-officedocument.presentationml.slide+xml"/>
  <Override PartName="/ppt/slides/slide35.xml" ContentType="application/vnd.openxmlformats-officedocument.presentationml.slide+xml"/>
  <Override PartName="/ppt/slides/slide36.xml" ContentType="application/vnd.openxmlformats-officedocument.presentationml.slide+xml"/>
  <Override PartName="/ppt/slides/slide37.xml" ContentType="application/vnd.openxmlformats-officedocument.presentationml.slide+xml"/>
  <Override PartName="/ppt/slides/slide38.xml" ContentType="application/vnd.openxmlformats-officedocument.presentationml.slide+xml"/>
  <Override PartName="/ppt/slides/slide39.xml" ContentType="application/vnd.openxmlformats-officedocument.presentationml.slide+xml"/>
  <Override PartName="/ppt/slides/slide40.xml" ContentType="application/vnd.openxmlformats-officedocument.presentationml.slide+xml"/>
  <Override PartName="/ppt/slides/slide41.xml" ContentType="application/vnd.openxmlformats-officedocument.presentationml.slide+xml"/>
  <Override PartName="/ppt/slides/slide42.xml" ContentType="application/vnd.openxmlformats-officedocument.presentationml.slide+xml"/>
  <Override PartName="/ppt/slides/slide43.xml" ContentType="application/vnd.openxmlformats-officedocument.presentationml.slide+xml"/>
  <Override PartName="/ppt/slides/slide44.xml" ContentType="application/vnd.openxmlformats-officedocument.presentationml.slide+xml"/>
  <Override PartName="/ppt/slides/slide45.xml" ContentType="application/vnd.openxmlformats-officedocument.presentationml.slide+xml"/>
  <Override PartName="/ppt/slides/slide46.xml" ContentType="application/vnd.openxmlformats-officedocument.presentationml.slide+xml"/>
  <Override PartName="/ppt/slides/slide47.xml" ContentType="application/vnd.openxmlformats-officedocument.presentationml.slide+xml"/>
  <Override PartName="/ppt/slides/slide48.xml" ContentType="application/vnd.openxmlformats-officedocument.presentationml.slide+xml"/>
  <Override PartName="/ppt/slides/slide49.xml" ContentType="application/vnd.openxmlformats-officedocument.presentationml.slide+xml"/>
  <Override PartName="/ppt/slides/slide50.xml" ContentType="application/vnd.openxmlformats-officedocument.presentationml.slide+xml"/>
  <Override PartName="/ppt/slides/slide51.xml" ContentType="application/vnd.openxmlformats-officedocument.presentationml.slide+xml"/>
  <Override PartName="/ppt/slides/slide52.xml" ContentType="application/vnd.openxmlformats-officedocument.presentationml.slide+xml"/>
  <Override PartName="/ppt/slides/slide53.xml" ContentType="application/vnd.openxmlformats-officedocument.presentationml.slide+xml"/>
  <Override PartName="/ppt/slides/slide54.xml" ContentType="application/vnd.openxmlformats-officedocument.presentationml.slide+xml"/>
  <Override PartName="/ppt/slides/slide55.xml" ContentType="application/vnd.openxmlformats-officedocument.presentationml.slide+xml"/>
  <Override PartName="/ppt/slides/slide56.xml" ContentType="application/vnd.openxmlformats-officedocument.presentationml.slide+xml"/>
  <Override PartName="/ppt/slides/slide57.xml" ContentType="application/vnd.openxmlformats-officedocument.presentationml.slide+xml"/>
  <Override PartName="/ppt/slides/slide58.xml" ContentType="application/vnd.openxmlformats-officedocument.presentationml.slide+xml"/>
  <Override PartName="/ppt/slides/slide59.xml" ContentType="application/vnd.openxmlformats-officedocument.presentationml.slide+xml"/>
  <Override PartName="/ppt/slides/slide60.xml" ContentType="application/vnd.openxmlformats-officedocument.presentationml.slide+xml"/>
  <Override PartName="/ppt/slides/slide61.xml" ContentType="application/vnd.openxmlformats-officedocument.presentationml.slide+xml"/>
  <Override PartName="/ppt/slides/slide62.xml" ContentType="application/vnd.openxmlformats-officedocument.presentationml.slide+xml"/>
  <Override PartName="/ppt/slides/slide63.xml" ContentType="application/vnd.openxmlformats-officedocument.presentationml.slide+xml"/>
  <Override PartName="/ppt/slides/slide64.xml" ContentType="application/vnd.openxmlformats-officedocument.presentationml.slide+xml"/>
  <Override PartName="/ppt/notesMasters/notesMaster1.xml" ContentType="application/vnd.openxmlformats-officedocument.presentationml.notesMaster+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slideLayouts/slideLayout12.xml" ContentType="application/vnd.openxmlformats-officedocument.presentationml.slideLayout+xml"/>
  <Override PartName="/ppt/slideLayouts/slideLayout13.xml" ContentType="application/vnd.openxmlformats-officedocument.presentationml.slideLayout+xml"/>
  <Override PartName="/ppt/slideLayouts/slideLayout14.xml" ContentType="application/vnd.openxmlformats-officedocument.presentationml.slideLayout+xml"/>
  <Override PartName="/ppt/slideLayouts/slideLayout15.xml" ContentType="application/vnd.openxmlformats-officedocument.presentationml.slideLayout+xml"/>
  <Override PartName="/ppt/slideLayouts/slideLayout16.xml" ContentType="application/vnd.openxmlformats-officedocument.presentationml.slideLayout+xml"/>
  <Override PartName="/ppt/slideLayouts/slideLayout17.xml" ContentType="application/vnd.openxmlformats-officedocument.presentationml.slideLayout+xml"/>
  <Override PartName="/ppt/slideLayouts/slideLayout18.xml" ContentType="application/vnd.openxmlformats-officedocument.presentationml.slideLayout+xml"/>
  <Override PartName="/ppt/slideLayouts/slideLayout19.xml" ContentType="application/vnd.openxmlformats-officedocument.presentationml.slideLayout+xml"/>
  <Override PartName="/ppt/slideLayouts/slideLayout20.xml" ContentType="application/vnd.openxmlformats-officedocument.presentationml.slideLayout+xml"/>
  <Override PartName="/ppt/slideLayouts/slideLayout21.xml" ContentType="application/vnd.openxmlformats-officedocument.presentationml.slideLayout+xml"/>
  <Override PartName="/ppt/slideLayouts/slideLayout22.xml" ContentType="application/vnd.openxmlformats-officedocument.presentationml.slideLayout+xml"/>
  <Override PartName="/ppt/slideLayouts/slideLayout23.xml" ContentType="application/vnd.openxmlformats-officedocument.presentationml.slideLayout+xml"/>
  <Override PartName="/ppt/slideLayouts/slideLayout24.xml" ContentType="application/vnd.openxmlformats-officedocument.presentationml.slideLayout+xml"/>
  <Override PartName="/ppt/slideLayouts/slideLayout25.xml" ContentType="application/vnd.openxmlformats-officedocument.presentationml.slideLayout+xml"/>
  <Override PartName="/ppt/slideLayouts/slideLayout26.xml" ContentType="application/vnd.openxmlformats-officedocument.presentationml.slideLayout+xml"/>
  <Override PartName="/ppt/slideLayouts/slideLayout27.xml" ContentType="application/vnd.openxmlformats-officedocument.presentationml.slideLayout+xml"/>
  <Override PartName="/ppt/slideLayouts/slideLayout28.xml" ContentType="application/vnd.openxmlformats-officedocument.presentationml.slideLayout+xml"/>
  <Override PartName="/ppt/slideLayouts/slideLayout29.xml" ContentType="application/vnd.openxmlformats-officedocument.presentationml.slideLayout+xml"/>
  <Override PartName="/ppt/slideLayouts/slideLayout30.xml" ContentType="application/vnd.openxmlformats-officedocument.presentationml.slideLayout+xml"/>
  <Override PartName="/ppt/slideLayouts/slideLayout31.xml" ContentType="application/vnd.openxmlformats-officedocument.presentationml.slideLayout+xml"/>
  <Override PartName="/ppt/slideLayouts/slideLayout32.xml" ContentType="application/vnd.openxmlformats-officedocument.presentationml.slideLayout+xml"/>
  <Override PartName="/ppt/slideLayouts/slideLayout33.xml" ContentType="application/vnd.openxmlformats-officedocument.presentationml.slideLayout+xml"/>
  <Override PartName="/ppt/slideLayouts/slideLayout34.xml" ContentType="application/vnd.openxmlformats-officedocument.presentationml.slideLayout+xml"/>
  <Override PartName="/ppt/slideLayouts/slideLayout35.xml" ContentType="application/vnd.openxmlformats-officedocument.presentationml.slideLayout+xml"/>
  <Override PartName="/ppt/slideLayouts/slideLayout36.xml" ContentType="application/vnd.openxmlformats-officedocument.presentationml.slideLayout+xml"/>
  <Override PartName="/ppt/slideLayouts/slideLayout37.xml" ContentType="application/vnd.openxmlformats-officedocument.presentationml.slideLayout+xml"/>
  <Override PartName="/ppt/slideLayouts/slideLayout38.xml" ContentType="application/vnd.openxmlformats-officedocument.presentationml.slideLayout+xml"/>
  <Override PartName="/ppt/slideLayouts/slideLayout39.xml" ContentType="application/vnd.openxmlformats-officedocument.presentationml.slideLayout+xml"/>
  <Override PartName="/ppt/slideLayouts/slideLayout40.xml" ContentType="application/vnd.openxmlformats-officedocument.presentationml.slideLayout+xml"/>
  <Override PartName="/ppt/slideLayouts/slideLayout41.xml" ContentType="application/vnd.openxmlformats-officedocument.presentationml.slideLayout+xml"/>
  <Override PartName="/ppt/slideLayouts/slideLayout42.xml" ContentType="application/vnd.openxmlformats-officedocument.presentationml.slideLayout+xml"/>
  <Override PartName="/ppt/slideLayouts/slideLayout43.xml" ContentType="application/vnd.openxmlformats-officedocument.presentationml.slideLayout+xml"/>
  <Override PartName="/ppt/slideLayouts/slideLayout44.xml" ContentType="application/vnd.openxmlformats-officedocument.presentationml.slideLayout+xml"/>
  <Override PartName="/ppt/slideLayouts/slideLayout45.xml" ContentType="application/vnd.openxmlformats-officedocument.presentationml.slideLayout+xml"/>
  <Override PartName="/ppt/slideLayouts/slideLayout46.xml" ContentType="application/vnd.openxmlformats-officedocument.presentationml.slideLayout+xml"/>
  <Override PartName="/ppt/slideLayouts/slideLayout47.xml" ContentType="application/vnd.openxmlformats-officedocument.presentationml.slideLayout+xml"/>
  <Override PartName="/ppt/slideLayouts/slideLayout48.xml" ContentType="application/vnd.openxmlformats-officedocument.presentationml.slideLayout+xml"/>
  <Override PartName="/ppt/slideLayouts/slideLayout49.xml" ContentType="application/vnd.openxmlformats-officedocument.presentationml.slideLayout+xml"/>
  <Override PartName="/ppt/slideLayouts/slideLayout50.xml" ContentType="application/vnd.openxmlformats-officedocument.presentationml.slideLayout+xml"/>
  <Override PartName="/ppt/slideLayouts/slideLayout51.xml" ContentType="application/vnd.openxmlformats-officedocument.presentationml.slideLayout+xml"/>
  <Override PartName="/ppt/slideLayouts/slideLayout52.xml" ContentType="application/vnd.openxmlformats-officedocument.presentationml.slideLayout+xml"/>
  <Override PartName="/ppt/slideLayouts/slideLayout53.xml" ContentType="application/vnd.openxmlformats-officedocument.presentationml.slideLayout+xml"/>
  <Override PartName="/ppt/slideLayouts/slideLayout54.xml" ContentType="application/vnd.openxmlformats-officedocument.presentationml.slideLayout+xml"/>
  <Override PartName="/ppt/slideLayouts/slideLayout55.xml" ContentType="application/vnd.openxmlformats-officedocument.presentationml.slideLayout+xml"/>
  <Override PartName="/ppt/slideLayouts/slideLayout56.xml" ContentType="application/vnd.openxmlformats-officedocument.presentationml.slideLayout+xml"/>
  <Override PartName="/ppt/slideLayouts/slideLayout57.xml" ContentType="application/vnd.openxmlformats-officedocument.presentationml.slideLayout+xml"/>
  <Override PartName="/ppt/slideLayouts/slideLayout58.xml" ContentType="application/vnd.openxmlformats-officedocument.presentationml.slideLayout+xml"/>
  <Override PartName="/ppt/slideLayouts/slideLayout59.xml" ContentType="application/vnd.openxmlformats-officedocument.presentationml.slideLayout+xml"/>
  <Override PartName="/ppt/slideLayouts/slideLayout60.xml" ContentType="application/vnd.openxmlformats-officedocument.presentationml.slideLayout+xml"/>
  <Override PartName="/ppt/slideLayouts/slideLayout61.xml" ContentType="application/vnd.openxmlformats-officedocument.presentationml.slideLayout+xml"/>
  <Override PartName="/ppt/slideLayouts/slideLayout62.xml" ContentType="application/vnd.openxmlformats-officedocument.presentationml.slideLayout+xml"/>
  <Override PartName="/ppt/slideLayouts/slideLayout63.xml" ContentType="application/vnd.openxmlformats-officedocument.presentationml.slideLayout+xml"/>
  <Override PartName="/ppt/slideLayouts/slideLayout64.xml" ContentType="application/vnd.openxmlformats-officedocument.presentationml.slideLayout+xml"/>
  <Override PartName="/ppt/slideLayouts/slideLayout65.xml" ContentType="application/vnd.openxmlformats-officedocument.presentationml.slideLayout+xml"/>
  <Override PartName="/ppt/slideLayouts/slideLayout66.xml" ContentType="application/vnd.openxmlformats-officedocument.presentationml.slideLayout+xml"/>
  <Override PartName="/ppt/slideLayouts/slideLayout67.xml" ContentType="application/vnd.openxmlformats-officedocument.presentationml.slideLayout+xml"/>
  <Override PartName="/ppt/slideLayouts/slideLayout68.xml" ContentType="application/vnd.openxmlformats-officedocument.presentationml.slideLayout+xml"/>
  <Override PartName="/ppt/slideLayouts/slideLayout69.xml" ContentType="application/vnd.openxmlformats-officedocument.presentationml.slideLayout+xml"/>
  <Override PartName="/ppt/slideLayouts/slideLayout70.xml" ContentType="application/vnd.openxmlformats-officedocument.presentationml.slideLayout+xml"/>
  <Override PartName="/ppt/slideLayouts/slideLayout71.xml" ContentType="application/vnd.openxmlformats-officedocument.presentationml.slideLayout+xml"/>
  <Override PartName="/ppt/slideLayouts/slideLayout72.xml" ContentType="application/vnd.openxmlformats-officedocument.presentationml.slideLayout+xml"/>
  <Override PartName="/ppt/slideLayouts/slideLayout73.xml" ContentType="application/vnd.openxmlformats-officedocument.presentationml.slideLayout+xml"/>
  <Override PartName="/ppt/slideLayouts/slideLayout74.xml" ContentType="application/vnd.openxmlformats-officedocument.presentationml.slideLayout+xml"/>
  <Override PartName="/ppt/slideLayouts/slideLayout75.xml" ContentType="application/vnd.openxmlformats-officedocument.presentationml.slideLayout+xml"/>
  <Override PartName="/ppt/slideLayouts/slideLayout76.xml" ContentType="application/vnd.openxmlformats-officedocument.presentationml.slideLayout+xml"/>
  <Override PartName="/ppt/slideLayouts/slideLayout77.xml" ContentType="application/vnd.openxmlformats-officedocument.presentationml.slideLayout+xml"/>
  <Override PartName="/ppt/slideLayouts/slideLayout78.xml" ContentType="application/vnd.openxmlformats-officedocument.presentationml.slideLayout+xml"/>
  <Override PartName="/ppt/slideLayouts/slideLayout79.xml" ContentType="application/vnd.openxmlformats-officedocument.presentationml.slideLayout+xml"/>
  <Override PartName="/ppt/slideLayouts/slideLayout80.xml" ContentType="application/vnd.openxmlformats-officedocument.presentationml.slideLayout+xml"/>
  <Override PartName="/ppt/slideLayouts/slideLayout81.xml" ContentType="application/vnd.openxmlformats-officedocument.presentationml.slideLayout+xml"/>
  <Override PartName="/ppt/slideLayouts/slideLayout82.xml" ContentType="application/vnd.openxmlformats-officedocument.presentationml.slideLayout+xml"/>
  <Override PartName="/ppt/slideLayouts/slideLayout83.xml" ContentType="application/vnd.openxmlformats-officedocument.presentationml.slideLayout+xml"/>
  <Override PartName="/ppt/slideLayouts/slideLayout84.xml" ContentType="application/vnd.openxmlformats-officedocument.presentationml.slideLayout+xml"/>
  <Override PartName="/ppt/slideLayouts/slideLayout85.xml" ContentType="application/vnd.openxmlformats-officedocument.presentationml.slideLayout+xml"/>
  <Override PartName="/ppt/theme/theme2.xml" ContentType="application/vnd.openxmlformats-officedocument.theme+xml"/>
  <Override PartName="/ppt/slideLayouts/slideLayout86.xml" ContentType="application/vnd.openxmlformats-officedocument.presentationml.slideLayout+xml"/>
  <Override PartName="/ppt/slideLayouts/slideLayout87.xml" ContentType="application/vnd.openxmlformats-officedocument.presentationml.slideLayout+xml"/>
  <Override PartName="/ppt/slideLayouts/slideLayout88.xml" ContentType="application/vnd.openxmlformats-officedocument.presentationml.slideLayout+xml"/>
  <Override PartName="/ppt/slideLayouts/slideLayout89.xml" ContentType="application/vnd.openxmlformats-officedocument.presentationml.slideLayout+xml"/>
  <Override PartName="/ppt/slideLayouts/slideLayout90.xml" ContentType="application/vnd.openxmlformats-officedocument.presentationml.slideLayout+xml"/>
  <Override PartName="/ppt/slideLayouts/slideLayout91.xml" ContentType="application/vnd.openxmlformats-officedocument.presentationml.slideLayout+xml"/>
  <Override PartName="/ppt/slideLayouts/slideLayout92.xml" ContentType="application/vnd.openxmlformats-officedocument.presentationml.slideLayout+xml"/>
  <Override PartName="/ppt/slideLayouts/slideLayout93.xml" ContentType="application/vnd.openxmlformats-officedocument.presentationml.slideLayout+xml"/>
  <Override PartName="/ppt/slideLayouts/slideLayout94.xml" ContentType="application/vnd.openxmlformats-officedocument.presentationml.slideLayout+xml"/>
  <Override PartName="/ppt/slideLayouts/slideLayout95.xml" ContentType="application/vnd.openxmlformats-officedocument.presentationml.slideLayout+xml"/>
  <Override PartName="/ppt/slideLayouts/slideLayout96.xml" ContentType="application/vnd.openxmlformats-officedocument.presentationml.slideLayout+xml"/>
  <Override PartName="/ppt/slideLayouts/slideLayout97.xml" ContentType="application/vnd.openxmlformats-officedocument.presentationml.slideLayout+xml"/>
  <Override PartName="/ppt/slideLayouts/slideLayout98.xml" ContentType="application/vnd.openxmlformats-officedocument.presentationml.slideLayout+xml"/>
  <Override PartName="/ppt/slideLayouts/slideLayout99.xml" ContentType="application/vnd.openxmlformats-officedocument.presentationml.slideLayout+xml"/>
  <Override PartName="/ppt/slideLayouts/slideLayout100.xml" ContentType="application/vnd.openxmlformats-officedocument.presentationml.slideLayout+xml"/>
  <Override PartName="/ppt/slideLayouts/slideLayout101.xml" ContentType="application/vnd.openxmlformats-officedocument.presentationml.slideLayout+xml"/>
  <Override PartName="/ppt/slideLayouts/slideLayout102.xml" ContentType="application/vnd.openxmlformats-officedocument.presentationml.slideLayout+xml"/>
  <Override PartName="/ppt/slideLayouts/slideLayout103.xml" ContentType="application/vnd.openxmlformats-officedocument.presentationml.slideLayout+xml"/>
  <Override PartName="/ppt/slideLayouts/slideLayout104.xml" ContentType="application/vnd.openxmlformats-officedocument.presentationml.slideLayout+xml"/>
  <Override PartName="/ppt/slideLayouts/slideLayout105.xml" ContentType="application/vnd.openxmlformats-officedocument.presentationml.slideLayout+xml"/>
  <Override PartName="/ppt/slideLayouts/slideLayout106.xml" ContentType="application/vnd.openxmlformats-officedocument.presentationml.slideLayout+xml"/>
  <Override PartName="/ppt/slideLayouts/slideLayout107.xml" ContentType="application/vnd.openxmlformats-officedocument.presentationml.slideLayout+xml"/>
  <Override PartName="/ppt/slideLayouts/slideLayout108.xml" ContentType="application/vnd.openxmlformats-officedocument.presentationml.slideLayout+xml"/>
  <Override PartName="/ppt/slideLayouts/slideLayout109.xml" ContentType="application/vnd.openxmlformats-officedocument.presentationml.slideLayout+xml"/>
  <Override PartName="/ppt/slideLayouts/slideLayout110.xml" ContentType="application/vnd.openxmlformats-officedocument.presentationml.slideLayout+xml"/>
  <Override PartName="/ppt/slideLayouts/slideLayout111.xml" ContentType="application/vnd.openxmlformats-officedocument.presentationml.slideLayout+xml"/>
  <Override PartName="/ppt/slideLayouts/slideLayout112.xml" ContentType="application/vnd.openxmlformats-officedocument.presentationml.slideLayout+xml"/>
  <Override PartName="/ppt/slideLayouts/slideLayout113.xml" ContentType="application/vnd.openxmlformats-officedocument.presentationml.slideLayout+xml"/>
  <Override PartName="/ppt/slideLayouts/slideLayout114.xml" ContentType="application/vnd.openxmlformats-officedocument.presentationml.slideLayout+xml"/>
  <Override PartName="/ppt/slideLayouts/slideLayout115.xml" ContentType="application/vnd.openxmlformats-officedocument.presentationml.slideLayout+xml"/>
  <Override PartName="/ppt/slideLayouts/slideLayout116.xml" ContentType="application/vnd.openxmlformats-officedocument.presentationml.slideLayout+xml"/>
  <Override PartName="/ppt/slideLayouts/slideLayout117.xml" ContentType="application/vnd.openxmlformats-officedocument.presentationml.slideLayout+xml"/>
  <Override PartName="/ppt/slideLayouts/slideLayout118.xml" ContentType="application/vnd.openxmlformats-officedocument.presentationml.slideLayout+xml"/>
  <Override PartName="/ppt/slideLayouts/slideLayout119.xml" ContentType="application/vnd.openxmlformats-officedocument.presentationml.slideLayout+xml"/>
  <Override PartName="/ppt/slideLayouts/slideLayout120.xml" ContentType="application/vnd.openxmlformats-officedocument.presentationml.slideLayout+xml"/>
  <Override PartName="/ppt/slideLayouts/slideLayout121.xml" ContentType="application/vnd.openxmlformats-officedocument.presentationml.slideLayout+xml"/>
  <Override PartName="/ppt/slideLayouts/slideLayout122.xml" ContentType="application/vnd.openxmlformats-officedocument.presentationml.slideLayout+xml"/>
  <Override PartName="/ppt/slideLayouts/slideLayout123.xml" ContentType="application/vnd.openxmlformats-officedocument.presentationml.slideLayout+xml"/>
  <Override PartName="/ppt/slideLayouts/slideLayout124.xml" ContentType="application/vnd.openxmlformats-officedocument.presentationml.slideLayout+xml"/>
  <Override PartName="/ppt/slideLayouts/slideLayout125.xml" ContentType="application/vnd.openxmlformats-officedocument.presentationml.slideLayout+xml"/>
  <Override PartName="/ppt/slideLayouts/slideLayout126.xml" ContentType="application/vnd.openxmlformats-officedocument.presentationml.slideLayout+xml"/>
  <Override PartName="/ppt/slideLayouts/slideLayout127.xml" ContentType="application/vnd.openxmlformats-officedocument.presentationml.slideLayout+xml"/>
  <Override PartName="/ppt/slideLayouts/slideLayout128.xml" ContentType="application/vnd.openxmlformats-officedocument.presentationml.slideLayout+xml"/>
  <Override PartName="/ppt/slideLayouts/slideLayout129.xml" ContentType="application/vnd.openxmlformats-officedocument.presentationml.slideLayout+xml"/>
  <Override PartName="/ppt/slideLayouts/slideLayout130.xml" ContentType="application/vnd.openxmlformats-officedocument.presentationml.slideLayout+xml"/>
  <Override PartName="/ppt/slideLayouts/slideLayout131.xml" ContentType="application/vnd.openxmlformats-officedocument.presentationml.slideLayout+xml"/>
  <Override PartName="/ppt/slideLayouts/slideLayout132.xml" ContentType="application/vnd.openxmlformats-officedocument.presentationml.slideLayout+xml"/>
  <Override PartName="/ppt/slideLayouts/slideLayout133.xml" ContentType="application/vnd.openxmlformats-officedocument.presentationml.slideLayout+xml"/>
  <Override PartName="/ppt/slideLayouts/slideLayout134.xml" ContentType="application/vnd.openxmlformats-officedocument.presentationml.slideLayout+xml"/>
  <Override PartName="/ppt/slideLayouts/slideLayout135.xml" ContentType="application/vnd.openxmlformats-officedocument.presentationml.slideLayout+xml"/>
  <Override PartName="/ppt/slideLayouts/slideLayout136.xml" ContentType="application/vnd.openxmlformats-officedocument.presentationml.slideLayout+xml"/>
  <Override PartName="/ppt/slideLayouts/slideLayout137.xml" ContentType="application/vnd.openxmlformats-officedocument.presentationml.slideLayout+xml"/>
  <Override PartName="/ppt/slideLayouts/slideLayout138.xml" ContentType="application/vnd.openxmlformats-officedocument.presentationml.slideLayout+xml"/>
  <Override PartName="/ppt/slideLayouts/slideLayout139.xml" ContentType="application/vnd.openxmlformats-officedocument.presentationml.slideLayout+xml"/>
  <Override PartName="/ppt/theme/theme3.xml" ContentType="application/vnd.openxmlformats-officedocument.theme+xml"/>
  <Override PartName="/ppt/theme/theme4.xml" ContentType="application/vnd.openxmlformats-officedocument.theme+xml"/>
  <Override PartName="/ppt/notesSlides/notesSlide1.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notesSlides/notesSlide10.xml" ContentType="application/vnd.openxmlformats-officedocument.presentationml.notesSlide+xml"/>
  <Override PartName="/ppt/notesSlides/notesSlide11.xml" ContentType="application/vnd.openxmlformats-officedocument.presentationml.notesSlide+xml"/>
  <Override PartName="/ppt/notesSlides/notesSlide12.xml" ContentType="application/vnd.openxmlformats-officedocument.presentationml.notesSlide+xml"/>
  <Override PartName="/ppt/notesSlides/notesSlide13.xml" ContentType="application/vnd.openxmlformats-officedocument.presentationml.notesSlide+xml"/>
  <Override PartName="/ppt/notesSlides/notesSlide14.xml" ContentType="application/vnd.openxmlformats-officedocument.presentationml.notesSlide+xml"/>
  <Override PartName="/ppt/notesSlides/notesSlide15.xml" ContentType="application/vnd.openxmlformats-officedocument.presentationml.notesSlide+xml"/>
  <Override PartName="/ppt/notesSlides/notesSlide16.xml" ContentType="application/vnd.openxmlformats-officedocument.presentationml.notesSlide+xml"/>
  <Override PartName="/ppt/notesSlides/notesSlide17.xml" ContentType="application/vnd.openxmlformats-officedocument.presentationml.notesSlide+xml"/>
  <Override PartName="/ppt/notesSlides/notesSlide18.xml" ContentType="application/vnd.openxmlformats-officedocument.presentationml.notesSlide+xml"/>
  <Override PartName="/ppt/notesSlides/notesSlide19.xml" ContentType="application/vnd.openxmlformats-officedocument.presentationml.notesSlide+xml"/>
  <Override PartName="/ppt/notesSlides/notesSlide20.xml" ContentType="application/vnd.openxmlformats-officedocument.presentationml.notesSlide+xml"/>
  <Override PartName="/ppt/notesSlides/notesSlide21.xml" ContentType="application/vnd.openxmlformats-officedocument.presentationml.notesSlide+xml"/>
  <Override PartName="/ppt/notesSlides/notesSlide22.xml" ContentType="application/vnd.openxmlformats-officedocument.presentationml.notesSlide+xml"/>
  <Override PartName="/ppt/notesSlides/notesSlide23.xml" ContentType="application/vnd.openxmlformats-officedocument.presentationml.notesSlide+xml"/>
  <Override PartName="/ppt/notesSlides/notesSlide24.xml" ContentType="application/vnd.openxmlformats-officedocument.presentationml.notesSlide+xml"/>
  <Override PartName="/ppt/notesSlides/notesSlide25.xml" ContentType="application/vnd.openxmlformats-officedocument.presentationml.notesSlide+xml"/>
  <Override PartName="/ppt/notesSlides/notesSlide26.xml" ContentType="application/vnd.openxmlformats-officedocument.presentationml.notesSlide+xml"/>
  <Override PartName="/ppt/notesSlides/notesSlide27.xml" ContentType="application/vnd.openxmlformats-officedocument.presentationml.notesSlide+xml"/>
  <Override PartName="/ppt/notesSlides/notesSlide28.xml" ContentType="application/vnd.openxmlformats-officedocument.presentationml.notesSlide+xml"/>
  <Override PartName="/ppt/notesSlides/notesSlide29.xml" ContentType="application/vnd.openxmlformats-officedocument.presentationml.notesSlide+xml"/>
  <Override PartName="/ppt/notesSlides/notesSlide30.xml" ContentType="application/vnd.openxmlformats-officedocument.presentationml.notesSlide+xml"/>
  <Override PartName="/ppt/notesSlides/notesSlide31.xml" ContentType="application/vnd.openxmlformats-officedocument.presentationml.notesSlide+xml"/>
  <Override PartName="/ppt/notesSlides/notesSlide32.xml" ContentType="application/vnd.openxmlformats-officedocument.presentationml.notesSlide+xml"/>
  <Override PartName="/ppt/notesSlides/notesSlide33.xml" ContentType="application/vnd.openxmlformats-officedocument.presentationml.notesSlide+xml"/>
  <Override PartName="/ppt/notesSlides/notesSlide34.xml" ContentType="application/vnd.openxmlformats-officedocument.presentationml.notesSlide+xml"/>
  <Override PartName="/ppt/notesSlides/notesSlide35.xml" ContentType="application/vnd.openxmlformats-officedocument.presentationml.notesSlide+xml"/>
  <Override PartName="/ppt/notesSlides/notesSlide36.xml" ContentType="application/vnd.openxmlformats-officedocument.presentationml.notesSlide+xml"/>
  <Override PartName="/ppt/notesSlides/notesSlide37.xml" ContentType="application/vnd.openxmlformats-officedocument.presentationml.notesSlide+xml"/>
  <Override PartName="/ppt/notesSlides/notesSlide38.xml" ContentType="application/vnd.openxmlformats-officedocument.presentationml.notesSlide+xml"/>
  <Override PartName="/ppt/notesSlides/notesSlide39.xml" ContentType="application/vnd.openxmlformats-officedocument.presentationml.notesSlide+xml"/>
  <Override PartName="/ppt/notesSlides/notesSlide40.xml" ContentType="application/vnd.openxmlformats-officedocument.presentationml.notesSlide+xml"/>
  <Override PartName="/ppt/notesSlides/notesSlide41.xml" ContentType="application/vnd.openxmlformats-officedocument.presentationml.notesSlide+xml"/>
  <Override PartName="/ppt/notesSlides/notesSlide42.xml" ContentType="application/vnd.openxmlformats-officedocument.presentationml.notesSlide+xml"/>
  <Override PartName="/ppt/notesSlides/notesSlide43.xml" ContentType="application/vnd.openxmlformats-officedocument.presentationml.notesSlide+xml"/>
  <Override PartName="/ppt/notesSlides/notesSlide44.xml" ContentType="application/vnd.openxmlformats-officedocument.presentationml.notesSlide+xml"/>
  <Override PartName="/ppt/notesSlides/notesSlide45.xml" ContentType="application/vnd.openxmlformats-officedocument.presentationml.notesSlide+xml"/>
  <Override PartName="/ppt/notesSlides/notesSlide46.xml" ContentType="application/vnd.openxmlformats-officedocument.presentationml.notesSlide+xml"/>
  <Override PartName="/ppt/notesSlides/notesSlide47.xml" ContentType="application/vnd.openxmlformats-officedocument.presentationml.notesSlide+xml"/>
  <Override PartName="/ppt/notesSlides/notesSlide48.xml" ContentType="application/vnd.openxmlformats-officedocument.presentationml.notesSlide+xml"/>
  <Override PartName="/ppt/notesSlides/notesSlide49.xml" ContentType="application/vnd.openxmlformats-officedocument.presentationml.notesSlide+xml"/>
  <Override PartName="/ppt/notesSlides/notesSlide50.xml" ContentType="application/vnd.openxmlformats-officedocument.presentationml.notesSlide+xml"/>
  <Override PartName="/ppt/notesSlides/notesSlide51.xml" ContentType="application/vnd.openxmlformats-officedocument.presentationml.notesSlide+xml"/>
  <Override PartName="/ppt/notesSlides/notesSlide52.xml" ContentType="application/vnd.openxmlformats-officedocument.presentationml.notesSlide+xml"/>
  <Override PartName="/ppt/notesSlides/notesSlide53.xml" ContentType="application/vnd.openxmlformats-officedocument.presentationml.notesSlide+xml"/>
  <Override PartName="/ppt/notesSlides/notesSlide54.xml" ContentType="application/vnd.openxmlformats-officedocument.presentationml.notesSlide+xml"/>
  <Override PartName="/ppt/notesSlides/notesSlide55.xml" ContentType="application/vnd.openxmlformats-officedocument.presentationml.notesSlide+xml"/>
  <Override PartName="/ppt/notesSlides/notesSlide56.xml" ContentType="application/vnd.openxmlformats-officedocument.presentationml.notesSlide+xml"/>
  <Override PartName="/ppt/notesSlides/notesSlide57.xml" ContentType="application/vnd.openxmlformats-officedocument.presentationml.notesSlide+xml"/>
  <Override PartName="/ppt/notesSlides/notesSlide58.xml" ContentType="application/vnd.openxmlformats-officedocument.presentationml.notesSlide+xml"/>
  <Override PartName="/ppt/notesSlides/notesSlide59.xml" ContentType="application/vnd.openxmlformats-officedocument.presentationml.notesSlide+xml"/>
  <Override PartName="/ppt/notesSlides/notesSlide60.xml" ContentType="application/vnd.openxmlformats-officedocument.presentationml.notesSlide+xml"/>
  <Override PartName="/ppt/notesSlides/notesSlide61.xml" ContentType="application/vnd.openxmlformats-officedocument.presentationml.notesSlide+xml"/>
  <Override PartName="/ppt/notesSlides/notesSlide62.xml" ContentType="application/vnd.openxmlformats-officedocument.presentationml.notesSlide+xml"/>
  <Override PartName="/ppt/notesSlides/notesSlide63.xml" ContentType="application/vnd.openxmlformats-officedocument.presentationml.notesSlide+xml"/>
  <Override PartName="/ppt/notesSlides/notesSlide64.xml" ContentType="application/vnd.openxmlformats-officedocument.presentationml.notesSlide+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Relationship Id="rId3" Type="http://schemas.openxmlformats.org/officeDocument/2006/relationships/extended-properties" Target="docProps/app.xml"/><Relationship Id="rId2" Type="http://schemas.openxmlformats.org/package/2006/relationships/metadata/core-properties" Target="docProps/core.xml"/><Relationship Id="rId1" Type="http://schemas.openxmlformats.org/officeDocument/2006/relationships/officeDocument" Target="ppt/presentation.xml"/></Relationships>
</file>

<file path=ppt/presentation.xml><?xml version="1.0" encoding="utf-8"?>
<p:presentation xmlns:a="http://schemas.openxmlformats.org/drawingml/2006/main" xmlns:r="http://schemas.openxmlformats.org/officeDocument/2006/relationships" xmlns:p="http://schemas.openxmlformats.org/presentationml/2006/main" strictFirstAndLastChars="0" embedTrueTypeFonts="1" saveSubsetFonts="1" autoCompressPictures="0">
  <p:sldMasterIdLst>
    <p:sldMasterId id="2147483790" r:id="rId1"/>
    <p:sldMasterId id="2147483791" r:id="rId2"/>
    <p:sldMasterId id="2147483792" r:id="rId3"/>
  </p:sldMasterIdLst>
  <p:notesMasterIdLst>
    <p:notesMasterId r:id="rId68"/>
  </p:notesMasterIdLst>
  <p:sldIdLst>
    <p:sldId id="256" r:id="rId4"/>
    <p:sldId id="306" r:id="rId5"/>
    <p:sldId id="470" r:id="rId6"/>
    <p:sldId id="472" r:id="rId7"/>
    <p:sldId id="473" r:id="rId8"/>
    <p:sldId id="474" r:id="rId9"/>
    <p:sldId id="475" r:id="rId10"/>
    <p:sldId id="471" r:id="rId11"/>
    <p:sldId id="434" r:id="rId12"/>
    <p:sldId id="483" r:id="rId13"/>
    <p:sldId id="464" r:id="rId14"/>
    <p:sldId id="465" r:id="rId15"/>
    <p:sldId id="466" r:id="rId16"/>
    <p:sldId id="467" r:id="rId17"/>
    <p:sldId id="469" r:id="rId18"/>
    <p:sldId id="422" r:id="rId19"/>
    <p:sldId id="423" r:id="rId20"/>
    <p:sldId id="308" r:id="rId21"/>
    <p:sldId id="430" r:id="rId22"/>
    <p:sldId id="476" r:id="rId23"/>
    <p:sldId id="477" r:id="rId24"/>
    <p:sldId id="455" r:id="rId25"/>
    <p:sldId id="442" r:id="rId26"/>
    <p:sldId id="478" r:id="rId27"/>
    <p:sldId id="479" r:id="rId28"/>
    <p:sldId id="443" r:id="rId29"/>
    <p:sldId id="480" r:id="rId30"/>
    <p:sldId id="481" r:id="rId31"/>
    <p:sldId id="418" r:id="rId32"/>
    <p:sldId id="489" r:id="rId33"/>
    <p:sldId id="456" r:id="rId34"/>
    <p:sldId id="457" r:id="rId35"/>
    <p:sldId id="458" r:id="rId36"/>
    <p:sldId id="438" r:id="rId37"/>
    <p:sldId id="486" r:id="rId38"/>
    <p:sldId id="484" r:id="rId39"/>
    <p:sldId id="439" r:id="rId40"/>
    <p:sldId id="444" r:id="rId41"/>
    <p:sldId id="490" r:id="rId42"/>
    <p:sldId id="446" r:id="rId43"/>
    <p:sldId id="448" r:id="rId44"/>
    <p:sldId id="450" r:id="rId45"/>
    <p:sldId id="445" r:id="rId46"/>
    <p:sldId id="447" r:id="rId47"/>
    <p:sldId id="449" r:id="rId48"/>
    <p:sldId id="451" r:id="rId49"/>
    <p:sldId id="487" r:id="rId50"/>
    <p:sldId id="482" r:id="rId51"/>
    <p:sldId id="463" r:id="rId52"/>
    <p:sldId id="417" r:id="rId53"/>
    <p:sldId id="459" r:id="rId54"/>
    <p:sldId id="460" r:id="rId55"/>
    <p:sldId id="461" r:id="rId56"/>
    <p:sldId id="462" r:id="rId57"/>
    <p:sldId id="452" r:id="rId58"/>
    <p:sldId id="454" r:id="rId59"/>
    <p:sldId id="453" r:id="rId60"/>
    <p:sldId id="488" r:id="rId61"/>
    <p:sldId id="283" r:id="rId62"/>
    <p:sldId id="420" r:id="rId63"/>
    <p:sldId id="368" r:id="rId64"/>
    <p:sldId id="287" r:id="rId65"/>
    <p:sldId id="421" r:id="rId66"/>
    <p:sldId id="485" r:id="rId67"/>
  </p:sldIdLst>
  <p:sldSz cx="12188825" cy="6858000"/>
  <p:notesSz cx="6858000" cy="9144000"/>
  <p:embeddedFontLst>
    <p:embeddedFont>
      <p:font typeface="Merriweather Sans" pitchFamily="2" charset="77"/>
      <p:regular r:id="rId69"/>
      <p:bold r:id="rId70"/>
      <p:italic r:id="rId71"/>
      <p:boldItalic r:id="rId72"/>
    </p:embeddedFont>
    <p:embeddedFont>
      <p:font typeface="Poppins Medium" panose="020B0604020202020204" pitchFamily="34" charset="0"/>
      <p:regular r:id="rId73"/>
      <p:bold r:id="rId74"/>
      <p:italic r:id="rId75"/>
      <p:boldItalic r:id="rId76"/>
    </p:embeddedFont>
    <p:embeddedFont>
      <p:font typeface="Roboto" panose="02000000000000000000" pitchFamily="2" charset="0"/>
      <p:regular r:id="rId77"/>
      <p:bold r:id="rId78"/>
      <p:italic r:id="rId79"/>
      <p:boldItalic r:id="rId80"/>
    </p:embeddedFont>
    <p:embeddedFont>
      <p:font typeface="Roboto Light" panose="02000000000000000000" pitchFamily="2" charset="0"/>
      <p:regular r:id="rId81"/>
      <p:bold r:id="rId82"/>
      <p:italic r:id="rId83"/>
      <p:boldItalic r:id="rId84"/>
    </p:embeddedFont>
    <p:embeddedFont>
      <p:font typeface="Roboto Medium" panose="020F0502020204030204" pitchFamily="34" charset="0"/>
      <p:regular r:id="rId85"/>
      <p:bold r:id="rId86"/>
      <p:italic r:id="rId87"/>
      <p:boldItalic r:id="rId88"/>
    </p:embeddedFont>
  </p:embeddedFontLst>
  <p:defaultText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1pPr>
    <a:lvl2pPr marR="0" lvl="1"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2pPr>
    <a:lvl3pPr marR="0" lvl="2"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3pPr>
    <a:lvl4pPr marR="0" lvl="3"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4pPr>
    <a:lvl5pPr marR="0" lvl="4"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5pPr>
    <a:lvl6pPr marR="0" lvl="5"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6pPr>
    <a:lvl7pPr marR="0" lvl="6"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7pPr>
    <a:lvl8pPr marR="0" lvl="7"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8pPr>
    <a:lvl9pPr marR="0" lvl="8"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9pPr>
  </p:defaultTextStyle>
  <p:extLst>
    <p:ext uri="{EFAFB233-063F-42B5-8137-9DF3F51BA10A}">
      <p15:sldGuideLst xmlns:p15="http://schemas.microsoft.com/office/powerpoint/2012/main">
        <p15:guide id="1" orient="horz" pos="2160" userDrawn="1">
          <p15:clr>
            <a:srgbClr val="A4A3A4"/>
          </p15:clr>
        </p15:guide>
        <p15:guide id="2" pos="3839" userDrawn="1">
          <p15:clr>
            <a:srgbClr val="A4A3A4"/>
          </p15:clr>
        </p15:guide>
        <p15:guide id="3" orient="horz" pos="3945" userDrawn="1">
          <p15:clr>
            <a:srgbClr val="9AA0A6"/>
          </p15:clr>
        </p15:guide>
      </p15:sldGuideLst>
    </p:ext>
  </p:extLst>
</p:presentation>
</file>

<file path=ppt/presProps.xml><?xml version="1.0" encoding="utf-8"?>
<p:presentationPr xmlns:a="http://schemas.openxmlformats.org/drawingml/2006/main" xmlns:r="http://schemas.openxmlformats.org/officeDocument/2006/relationships" xmlns:p="http://schemas.openxmlformats.org/presentationml/2006/main">
  <p:clrMru>
    <a:srgbClr val="4DE354"/>
    <a:srgbClr val="CCFFCC"/>
    <a:srgbClr val="FFFAB2"/>
    <a:srgbClr val="FFFFFF"/>
    <a:srgbClr val="FFC161"/>
    <a:srgbClr val="FFE6CC"/>
    <a:srgbClr val="A7E3B3"/>
    <a:srgbClr val="E38194"/>
    <a:srgbClr val="FFF2CC"/>
    <a:srgbClr val="FDFFE0"/>
  </p:clrMru>
  <p:extLst>
    <p:ext uri="{E76CE94A-603C-4142-B9EB-6D1370010A27}">
      <p14:discardImageEditData xmlns:p14="http://schemas.microsoft.com/office/powerpoint/2010/main" val="0"/>
    </p:ext>
    <p:ext uri="{D31A062A-798A-4329-ABDD-BBA856620510}">
      <p14:defaultImageDpi xmlns:p14="http://schemas.microsoft.com/office/powerpoint/2010/main" val="220"/>
    </p:ext>
    <p:ext uri="{FD5EFAAD-0ECE-453E-9831-46B23BE46B34}">
      <p15:chartTrackingRefBased xmlns:p15="http://schemas.microsoft.com/office/powerpoint/2012/main" val="0"/>
    </p:ext>
  </p:extLst>
</p:presentationPr>
</file>

<file path=ppt/tableStyles.xml><?xml version="1.0" encoding="utf-8"?>
<a:tblStyleLst xmlns:a="http://schemas.openxmlformats.org/drawingml/2006/main" def="{F9A1F375-83D2-49B6-B6D9-1E75FAB2CD22}">
  <a:tblStyle styleId="{F9A1F375-83D2-49B6-B6D9-1E75FAB2CD22}" styleName="Table_0">
    <a:wholeTbl>
      <a:tcTxStyle>
        <a:font>
          <a:latin typeface="Arial"/>
          <a:ea typeface="Arial"/>
          <a:cs typeface="Arial"/>
        </a:font>
        <a:srgbClr val="000000"/>
      </a:tcTxStyle>
      <a:tcStyle>
        <a:tcBdr/>
      </a:tcStyle>
    </a:wholeTbl>
    <a:band1H>
      <a:tcTxStyle/>
      <a:tcStyle>
        <a:tcBdr/>
      </a:tcStyle>
    </a:band1H>
    <a:band2H>
      <a:tcTxStyle/>
      <a:tcStyle>
        <a:tcBdr/>
      </a:tcStyle>
    </a:band2H>
    <a:band1V>
      <a:tcTxStyle/>
      <a:tcStyle>
        <a:tcBdr/>
      </a:tcStyle>
    </a:band1V>
    <a:band2V>
      <a:tcTxStyle/>
      <a:tcStyle>
        <a:tcBdr/>
      </a:tcStyle>
    </a:band2V>
    <a:lastCol>
      <a:tcTxStyle/>
      <a:tcStyle>
        <a:tcBdr/>
      </a:tcStyle>
    </a:lastCol>
    <a:firstCol>
      <a:tcTxStyle/>
      <a:tcStyle>
        <a:tcBdr/>
      </a:tcStyle>
    </a:firstCol>
    <a:lastRow>
      <a:tcTxStyle/>
      <a:tcStyle>
        <a:tcBdr/>
      </a:tcStyle>
    </a:lastRow>
    <a:seCell>
      <a:tcTxStyle/>
      <a:tcStyle>
        <a:tcBdr/>
      </a:tcStyle>
    </a:seCell>
    <a:swCell>
      <a:tcTxStyle/>
      <a:tcStyle>
        <a:tcBdr/>
      </a:tcStyle>
    </a:swCell>
    <a:firstRow>
      <a:tcTxStyle/>
      <a:tcStyle>
        <a:tcBdr/>
      </a:tcStyle>
    </a:firstRow>
    <a:neCell>
      <a:tcTxStyle/>
      <a:tcStyle>
        <a:tcBdr/>
      </a:tcStyle>
    </a:neCell>
    <a:nwCell>
      <a:tcTxStyle/>
      <a:tcStyle>
        <a:tcBdr/>
      </a:tcStyle>
    </a:nwCell>
  </a:tblStyle>
</a:tblStyleLst>
</file>

<file path=ppt/viewProps.xml><?xml version="1.0" encoding="utf-8"?>
<p:viewPr xmlns:a="http://schemas.openxmlformats.org/drawingml/2006/main" xmlns:r="http://schemas.openxmlformats.org/officeDocument/2006/relationships" xmlns:p="http://schemas.openxmlformats.org/presentationml/2006/main" lastView="sldThumbnailView">
  <p:normalViewPr>
    <p:restoredLeft sz="15361"/>
    <p:restoredTop sz="54684"/>
  </p:normalViewPr>
  <p:slideViewPr>
    <p:cSldViewPr snapToGrid="0">
      <p:cViewPr varScale="1">
        <p:scale>
          <a:sx n="114" d="100"/>
          <a:sy n="114" d="100"/>
        </p:scale>
        <p:origin x="256" y="176"/>
      </p:cViewPr>
      <p:guideLst>
        <p:guide orient="horz" pos="2160"/>
        <p:guide pos="3839"/>
        <p:guide orient="horz" pos="3945"/>
      </p:guideLst>
    </p:cSldViewPr>
  </p:slideViewPr>
  <p:notesTextViewPr>
    <p:cViewPr>
      <p:scale>
        <a:sx n="1" d="1"/>
        <a:sy n="1" d="1"/>
      </p:scale>
      <p:origin x="0" y="0"/>
    </p:cViewPr>
  </p:notesTextViewPr>
  <p:sorterViewPr>
    <p:cViewPr>
      <p:scale>
        <a:sx n="130" d="100"/>
        <a:sy n="130" d="100"/>
      </p:scale>
      <p:origin x="0" y="0"/>
    </p:cViewPr>
  </p:sorterViewPr>
  <p:gridSpacing cx="76200" cy="76200"/>
</p:viewPr>
</file>

<file path=ppt/_rels/presentation.xml.rels><?xml version="1.0" encoding="UTF-8" standalone="yes"?>
<Relationships xmlns="http://schemas.openxmlformats.org/package/2006/relationships"><Relationship Id="rId26" Type="http://schemas.openxmlformats.org/officeDocument/2006/relationships/slide" Target="slides/slide23.xml"/><Relationship Id="rId21" Type="http://schemas.openxmlformats.org/officeDocument/2006/relationships/slide" Target="slides/slide18.xml"/><Relationship Id="rId42" Type="http://schemas.openxmlformats.org/officeDocument/2006/relationships/slide" Target="slides/slide39.xml"/><Relationship Id="rId47" Type="http://schemas.openxmlformats.org/officeDocument/2006/relationships/slide" Target="slides/slide44.xml"/><Relationship Id="rId63" Type="http://schemas.openxmlformats.org/officeDocument/2006/relationships/slide" Target="slides/slide60.xml"/><Relationship Id="rId68" Type="http://schemas.openxmlformats.org/officeDocument/2006/relationships/notesMaster" Target="notesMasters/notesMaster1.xml"/><Relationship Id="rId84" Type="http://schemas.openxmlformats.org/officeDocument/2006/relationships/font" Target="fonts/font16.fntdata"/><Relationship Id="rId89" Type="http://schemas.openxmlformats.org/officeDocument/2006/relationships/presProps" Target="presProps.xml"/><Relationship Id="rId16" Type="http://schemas.openxmlformats.org/officeDocument/2006/relationships/slide" Target="slides/slide13.xml"/><Relationship Id="rId11" Type="http://schemas.openxmlformats.org/officeDocument/2006/relationships/slide" Target="slides/slide8.xml"/><Relationship Id="rId32" Type="http://schemas.openxmlformats.org/officeDocument/2006/relationships/slide" Target="slides/slide29.xml"/><Relationship Id="rId37" Type="http://schemas.openxmlformats.org/officeDocument/2006/relationships/slide" Target="slides/slide34.xml"/><Relationship Id="rId53" Type="http://schemas.openxmlformats.org/officeDocument/2006/relationships/slide" Target="slides/slide50.xml"/><Relationship Id="rId58" Type="http://schemas.openxmlformats.org/officeDocument/2006/relationships/slide" Target="slides/slide55.xml"/><Relationship Id="rId74" Type="http://schemas.openxmlformats.org/officeDocument/2006/relationships/font" Target="fonts/font6.fntdata"/><Relationship Id="rId79" Type="http://schemas.openxmlformats.org/officeDocument/2006/relationships/font" Target="fonts/font11.fntdata"/><Relationship Id="rId5" Type="http://schemas.openxmlformats.org/officeDocument/2006/relationships/slide" Target="slides/slide2.xml"/><Relationship Id="rId90" Type="http://schemas.openxmlformats.org/officeDocument/2006/relationships/viewProps" Target="viewProps.xml"/><Relationship Id="rId14" Type="http://schemas.openxmlformats.org/officeDocument/2006/relationships/slide" Target="slides/slide11.xml"/><Relationship Id="rId22" Type="http://schemas.openxmlformats.org/officeDocument/2006/relationships/slide" Target="slides/slide19.xml"/><Relationship Id="rId27" Type="http://schemas.openxmlformats.org/officeDocument/2006/relationships/slide" Target="slides/slide24.xml"/><Relationship Id="rId30" Type="http://schemas.openxmlformats.org/officeDocument/2006/relationships/slide" Target="slides/slide27.xml"/><Relationship Id="rId35" Type="http://schemas.openxmlformats.org/officeDocument/2006/relationships/slide" Target="slides/slide32.xml"/><Relationship Id="rId43" Type="http://schemas.openxmlformats.org/officeDocument/2006/relationships/slide" Target="slides/slide40.xml"/><Relationship Id="rId48" Type="http://schemas.openxmlformats.org/officeDocument/2006/relationships/slide" Target="slides/slide45.xml"/><Relationship Id="rId56" Type="http://schemas.openxmlformats.org/officeDocument/2006/relationships/slide" Target="slides/slide53.xml"/><Relationship Id="rId64" Type="http://schemas.openxmlformats.org/officeDocument/2006/relationships/slide" Target="slides/slide61.xml"/><Relationship Id="rId69" Type="http://schemas.openxmlformats.org/officeDocument/2006/relationships/font" Target="fonts/font1.fntdata"/><Relationship Id="rId77" Type="http://schemas.openxmlformats.org/officeDocument/2006/relationships/font" Target="fonts/font9.fntdata"/><Relationship Id="rId8" Type="http://schemas.openxmlformats.org/officeDocument/2006/relationships/slide" Target="slides/slide5.xml"/><Relationship Id="rId51" Type="http://schemas.openxmlformats.org/officeDocument/2006/relationships/slide" Target="slides/slide48.xml"/><Relationship Id="rId72" Type="http://schemas.openxmlformats.org/officeDocument/2006/relationships/font" Target="fonts/font4.fntdata"/><Relationship Id="rId80" Type="http://schemas.openxmlformats.org/officeDocument/2006/relationships/font" Target="fonts/font12.fntdata"/><Relationship Id="rId85" Type="http://schemas.openxmlformats.org/officeDocument/2006/relationships/font" Target="fonts/font17.fntdata"/><Relationship Id="rId3" Type="http://schemas.openxmlformats.org/officeDocument/2006/relationships/slideMaster" Target="slideMasters/slideMaster3.xml"/><Relationship Id="rId12" Type="http://schemas.openxmlformats.org/officeDocument/2006/relationships/slide" Target="slides/slide9.xml"/><Relationship Id="rId17" Type="http://schemas.openxmlformats.org/officeDocument/2006/relationships/slide" Target="slides/slide14.xml"/><Relationship Id="rId25" Type="http://schemas.openxmlformats.org/officeDocument/2006/relationships/slide" Target="slides/slide22.xml"/><Relationship Id="rId33" Type="http://schemas.openxmlformats.org/officeDocument/2006/relationships/slide" Target="slides/slide30.xml"/><Relationship Id="rId38" Type="http://schemas.openxmlformats.org/officeDocument/2006/relationships/slide" Target="slides/slide35.xml"/><Relationship Id="rId46" Type="http://schemas.openxmlformats.org/officeDocument/2006/relationships/slide" Target="slides/slide43.xml"/><Relationship Id="rId59" Type="http://schemas.openxmlformats.org/officeDocument/2006/relationships/slide" Target="slides/slide56.xml"/><Relationship Id="rId67" Type="http://schemas.openxmlformats.org/officeDocument/2006/relationships/slide" Target="slides/slide64.xml"/><Relationship Id="rId20" Type="http://schemas.openxmlformats.org/officeDocument/2006/relationships/slide" Target="slides/slide17.xml"/><Relationship Id="rId41" Type="http://schemas.openxmlformats.org/officeDocument/2006/relationships/slide" Target="slides/slide38.xml"/><Relationship Id="rId54" Type="http://schemas.openxmlformats.org/officeDocument/2006/relationships/slide" Target="slides/slide51.xml"/><Relationship Id="rId62" Type="http://schemas.openxmlformats.org/officeDocument/2006/relationships/slide" Target="slides/slide59.xml"/><Relationship Id="rId70" Type="http://schemas.openxmlformats.org/officeDocument/2006/relationships/font" Target="fonts/font2.fntdata"/><Relationship Id="rId75" Type="http://schemas.openxmlformats.org/officeDocument/2006/relationships/font" Target="fonts/font7.fntdata"/><Relationship Id="rId83" Type="http://schemas.openxmlformats.org/officeDocument/2006/relationships/font" Target="fonts/font15.fntdata"/><Relationship Id="rId88" Type="http://schemas.openxmlformats.org/officeDocument/2006/relationships/font" Target="fonts/font20.fntdata"/><Relationship Id="rId91" Type="http://schemas.openxmlformats.org/officeDocument/2006/relationships/theme" Target="theme/theme1.xml"/><Relationship Id="rId1" Type="http://schemas.openxmlformats.org/officeDocument/2006/relationships/slideMaster" Target="slideMasters/slideMaster1.xml"/><Relationship Id="rId6" Type="http://schemas.openxmlformats.org/officeDocument/2006/relationships/slide" Target="slides/slide3.xml"/><Relationship Id="rId15" Type="http://schemas.openxmlformats.org/officeDocument/2006/relationships/slide" Target="slides/slide12.xml"/><Relationship Id="rId23" Type="http://schemas.openxmlformats.org/officeDocument/2006/relationships/slide" Target="slides/slide20.xml"/><Relationship Id="rId28" Type="http://schemas.openxmlformats.org/officeDocument/2006/relationships/slide" Target="slides/slide25.xml"/><Relationship Id="rId36" Type="http://schemas.openxmlformats.org/officeDocument/2006/relationships/slide" Target="slides/slide33.xml"/><Relationship Id="rId49" Type="http://schemas.openxmlformats.org/officeDocument/2006/relationships/slide" Target="slides/slide46.xml"/><Relationship Id="rId57" Type="http://schemas.openxmlformats.org/officeDocument/2006/relationships/slide" Target="slides/slide54.xml"/><Relationship Id="rId10" Type="http://schemas.openxmlformats.org/officeDocument/2006/relationships/slide" Target="slides/slide7.xml"/><Relationship Id="rId31" Type="http://schemas.openxmlformats.org/officeDocument/2006/relationships/slide" Target="slides/slide28.xml"/><Relationship Id="rId44" Type="http://schemas.openxmlformats.org/officeDocument/2006/relationships/slide" Target="slides/slide41.xml"/><Relationship Id="rId52" Type="http://schemas.openxmlformats.org/officeDocument/2006/relationships/slide" Target="slides/slide49.xml"/><Relationship Id="rId60" Type="http://schemas.openxmlformats.org/officeDocument/2006/relationships/slide" Target="slides/slide57.xml"/><Relationship Id="rId65" Type="http://schemas.openxmlformats.org/officeDocument/2006/relationships/slide" Target="slides/slide62.xml"/><Relationship Id="rId73" Type="http://schemas.openxmlformats.org/officeDocument/2006/relationships/font" Target="fonts/font5.fntdata"/><Relationship Id="rId78" Type="http://schemas.openxmlformats.org/officeDocument/2006/relationships/font" Target="fonts/font10.fntdata"/><Relationship Id="rId81" Type="http://schemas.openxmlformats.org/officeDocument/2006/relationships/font" Target="fonts/font13.fntdata"/><Relationship Id="rId86" Type="http://schemas.openxmlformats.org/officeDocument/2006/relationships/font" Target="fonts/font18.fntdata"/><Relationship Id="rId4" Type="http://schemas.openxmlformats.org/officeDocument/2006/relationships/slide" Target="slides/slide1.xml"/><Relationship Id="rId9" Type="http://schemas.openxmlformats.org/officeDocument/2006/relationships/slide" Target="slides/slide6.xml"/><Relationship Id="rId13" Type="http://schemas.openxmlformats.org/officeDocument/2006/relationships/slide" Target="slides/slide10.xml"/><Relationship Id="rId18" Type="http://schemas.openxmlformats.org/officeDocument/2006/relationships/slide" Target="slides/slide15.xml"/><Relationship Id="rId39" Type="http://schemas.openxmlformats.org/officeDocument/2006/relationships/slide" Target="slides/slide36.xml"/><Relationship Id="rId34" Type="http://schemas.openxmlformats.org/officeDocument/2006/relationships/slide" Target="slides/slide31.xml"/><Relationship Id="rId50" Type="http://schemas.openxmlformats.org/officeDocument/2006/relationships/slide" Target="slides/slide47.xml"/><Relationship Id="rId55" Type="http://schemas.openxmlformats.org/officeDocument/2006/relationships/slide" Target="slides/slide52.xml"/><Relationship Id="rId76" Type="http://schemas.openxmlformats.org/officeDocument/2006/relationships/font" Target="fonts/font8.fntdata"/><Relationship Id="rId7" Type="http://schemas.openxmlformats.org/officeDocument/2006/relationships/slide" Target="slides/slide4.xml"/><Relationship Id="rId71" Type="http://schemas.openxmlformats.org/officeDocument/2006/relationships/font" Target="fonts/font3.fntdata"/><Relationship Id="rId92" Type="http://schemas.openxmlformats.org/officeDocument/2006/relationships/tableStyles" Target="tableStyles.xml"/><Relationship Id="rId2" Type="http://schemas.openxmlformats.org/officeDocument/2006/relationships/slideMaster" Target="slideMasters/slideMaster2.xml"/><Relationship Id="rId29" Type="http://schemas.openxmlformats.org/officeDocument/2006/relationships/slide" Target="slides/slide26.xml"/><Relationship Id="rId24" Type="http://schemas.openxmlformats.org/officeDocument/2006/relationships/slide" Target="slides/slide21.xml"/><Relationship Id="rId40" Type="http://schemas.openxmlformats.org/officeDocument/2006/relationships/slide" Target="slides/slide37.xml"/><Relationship Id="rId45" Type="http://schemas.openxmlformats.org/officeDocument/2006/relationships/slide" Target="slides/slide42.xml"/><Relationship Id="rId66" Type="http://schemas.openxmlformats.org/officeDocument/2006/relationships/slide" Target="slides/slide63.xml"/><Relationship Id="rId87" Type="http://schemas.openxmlformats.org/officeDocument/2006/relationships/font" Target="fonts/font19.fntdata"/><Relationship Id="rId61" Type="http://schemas.openxmlformats.org/officeDocument/2006/relationships/slide" Target="slides/slide58.xml"/><Relationship Id="rId82" Type="http://schemas.openxmlformats.org/officeDocument/2006/relationships/font" Target="fonts/font14.fntdata"/><Relationship Id="rId19" Type="http://schemas.openxmlformats.org/officeDocument/2006/relationships/slide" Target="slides/slide16.xml"/></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4.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Shape 2"/>
        <p:cNvGrpSpPr/>
        <p:nvPr/>
      </p:nvGrpSpPr>
      <p:grpSpPr>
        <a:xfrm>
          <a:off x="0" y="0"/>
          <a:ext cx="0" cy="0"/>
          <a:chOff x="0" y="0"/>
          <a:chExt cx="0" cy="0"/>
        </a:xfrm>
      </p:grpSpPr>
      <p:sp>
        <p:nvSpPr>
          <p:cNvPr id="3" name="Google Shape;3;n"/>
          <p:cNvSpPr>
            <a:spLocks noGrp="1" noRot="1" noChangeAspect="1"/>
          </p:cNvSpPr>
          <p:nvPr>
            <p:ph type="sldImg" idx="2"/>
          </p:nvPr>
        </p:nvSpPr>
        <p:spPr>
          <a:xfrm>
            <a:off x="382588" y="685800"/>
            <a:ext cx="6094412" cy="3429000"/>
          </a:xfrm>
          <a:custGeom>
            <a:avLst/>
            <a:gdLst/>
            <a:ahLst/>
            <a:cxnLst/>
            <a:rect l="l" t="t" r="r" b="b"/>
            <a:pathLst>
              <a:path w="120000" h="120000" extrusionOk="0">
                <a:moveTo>
                  <a:pt x="0" y="0"/>
                </a:moveTo>
                <a:lnTo>
                  <a:pt x="120000" y="0"/>
                </a:lnTo>
                <a:lnTo>
                  <a:pt x="120000" y="120000"/>
                </a:lnTo>
                <a:lnTo>
                  <a:pt x="0" y="120000"/>
                </a:lnTo>
                <a:close/>
              </a:path>
            </a:pathLst>
          </a:custGeom>
          <a:noFill/>
          <a:ln w="9525" cap="flat" cmpd="sng">
            <a:solidFill>
              <a:srgbClr val="000000"/>
            </a:solidFill>
            <a:prstDash val="solid"/>
            <a:round/>
            <a:headEnd type="none" w="sm" len="sm"/>
            <a:tailEnd type="none" w="sm" len="sm"/>
          </a:ln>
        </p:spPr>
      </p:sp>
      <p:sp>
        <p:nvSpPr>
          <p:cNvPr id="4" name="Google Shape;4;n"/>
          <p:cNvSpPr txBox="1">
            <a:spLocks noGrp="1"/>
          </p:cNvSpPr>
          <p:nvPr>
            <p:ph type="body" idx="1"/>
          </p:nvPr>
        </p:nvSpPr>
        <p:spPr>
          <a:xfrm>
            <a:off x="685800" y="4343400"/>
            <a:ext cx="5486400" cy="4114800"/>
          </a:xfrm>
          <a:prstGeom prst="rect">
            <a:avLst/>
          </a:prstGeom>
          <a:noFill/>
          <a:ln>
            <a:noFill/>
          </a:ln>
        </p:spPr>
        <p:txBody>
          <a:bodyPr spcFirstLastPara="1" wrap="square" lIns="91425" tIns="91425" rIns="91425" bIns="91425" anchor="t" anchorCtr="0">
            <a:noAutofit/>
          </a:bodyPr>
          <a:lstStyle>
            <a:lvl1pPr marL="457200" lvl="0" indent="-298450">
              <a:spcBef>
                <a:spcPts val="0"/>
              </a:spcBef>
              <a:spcAft>
                <a:spcPts val="0"/>
              </a:spcAft>
              <a:buSzPts val="1100"/>
              <a:buChar char="●"/>
              <a:defRPr sz="1100"/>
            </a:lvl1pPr>
            <a:lvl2pPr marL="914400" lvl="1" indent="-298450">
              <a:spcBef>
                <a:spcPts val="0"/>
              </a:spcBef>
              <a:spcAft>
                <a:spcPts val="0"/>
              </a:spcAft>
              <a:buSzPts val="1100"/>
              <a:buChar char="○"/>
              <a:defRPr sz="1100"/>
            </a:lvl2pPr>
            <a:lvl3pPr marL="1371600" lvl="2" indent="-298450">
              <a:spcBef>
                <a:spcPts val="0"/>
              </a:spcBef>
              <a:spcAft>
                <a:spcPts val="0"/>
              </a:spcAft>
              <a:buSzPts val="1100"/>
              <a:buChar char="■"/>
              <a:defRPr sz="1100"/>
            </a:lvl3pPr>
            <a:lvl4pPr marL="1828800" lvl="3" indent="-298450">
              <a:spcBef>
                <a:spcPts val="0"/>
              </a:spcBef>
              <a:spcAft>
                <a:spcPts val="0"/>
              </a:spcAft>
              <a:buSzPts val="1100"/>
              <a:buChar char="●"/>
              <a:defRPr sz="1100"/>
            </a:lvl4pPr>
            <a:lvl5pPr marL="2286000" lvl="4" indent="-298450">
              <a:spcBef>
                <a:spcPts val="0"/>
              </a:spcBef>
              <a:spcAft>
                <a:spcPts val="0"/>
              </a:spcAft>
              <a:buSzPts val="1100"/>
              <a:buChar char="○"/>
              <a:defRPr sz="1100"/>
            </a:lvl5pPr>
            <a:lvl6pPr marL="2743200" lvl="5" indent="-298450">
              <a:spcBef>
                <a:spcPts val="0"/>
              </a:spcBef>
              <a:spcAft>
                <a:spcPts val="0"/>
              </a:spcAft>
              <a:buSzPts val="1100"/>
              <a:buChar char="■"/>
              <a:defRPr sz="1100"/>
            </a:lvl6pPr>
            <a:lvl7pPr marL="3200400" lvl="6" indent="-298450">
              <a:spcBef>
                <a:spcPts val="0"/>
              </a:spcBef>
              <a:spcAft>
                <a:spcPts val="0"/>
              </a:spcAft>
              <a:buSzPts val="1100"/>
              <a:buChar char="●"/>
              <a:defRPr sz="1100"/>
            </a:lvl7pPr>
            <a:lvl8pPr marL="3657600" lvl="7" indent="-298450">
              <a:spcBef>
                <a:spcPts val="0"/>
              </a:spcBef>
              <a:spcAft>
                <a:spcPts val="0"/>
              </a:spcAft>
              <a:buSzPts val="1100"/>
              <a:buChar char="○"/>
              <a:defRPr sz="1100"/>
            </a:lvl8pPr>
            <a:lvl9pPr marL="4114800" lvl="8" indent="-298450">
              <a:spcBef>
                <a:spcPts val="0"/>
              </a:spcBef>
              <a:spcAft>
                <a:spcPts val="0"/>
              </a:spcAft>
              <a:buSzPts val="1100"/>
              <a:buChar char="■"/>
              <a:defRPr sz="1100"/>
            </a:lvl9pPr>
          </a:lstStyle>
          <a:p>
            <a:endParaRPr/>
          </a:p>
        </p:txBody>
      </p:sp>
    </p:spTree>
  </p:cSld>
  <p:clrMap bg1="lt1" tx1="dk1" bg2="dk2" tx2="lt2" accent1="accent1" accent2="accent2" accent3="accent3" accent4="accent4" accent5="accent5" accent6="accent6" hlink="hlink" folHlink="folHlink"/>
  <p:notes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1pPr>
    <a:lvl2pPr marR="0" lvl="1"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2pPr>
    <a:lvl3pPr marR="0" lvl="2"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3pPr>
    <a:lvl4pPr marR="0" lvl="3"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4pPr>
    <a:lvl5pPr marR="0" lvl="4"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5pPr>
    <a:lvl6pPr marR="0" lvl="5"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6pPr>
    <a:lvl7pPr marR="0" lvl="6"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7pPr>
    <a:lvl8pPr marR="0" lvl="7"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8pPr>
    <a:lvl9pPr marR="0" lvl="8"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9pPr>
  </p:notesStyle>
</p:notesMaster>
</file>

<file path=ppt/notesSlides/_rels/notesSlide1.xml.rels><?xml version="1.0" encoding="UTF-8" standalone="yes"?>
<Relationships xmlns="http://schemas.openxmlformats.org/package/2006/relationships"><Relationship Id="rId2" Type="http://schemas.openxmlformats.org/officeDocument/2006/relationships/slide" Target="../slides/slide1.xml"/><Relationship Id="rId1" Type="http://schemas.openxmlformats.org/officeDocument/2006/relationships/notesMaster" Target="../notesMasters/notesMaster1.xml"/></Relationships>
</file>

<file path=ppt/notesSlides/_rels/notesSlide2.xml.rels><?xml version="1.0" encoding="UTF-8" standalone="yes"?>
<Relationships xmlns="http://schemas.openxmlformats.org/package/2006/relationships"><Relationship Id="rId2" Type="http://schemas.openxmlformats.org/officeDocument/2006/relationships/slide" Target="../slides/slide2.xml"/><Relationship Id="rId1" Type="http://schemas.openxmlformats.org/officeDocument/2006/relationships/notesMaster" Target="../notesMasters/notesMaster1.xml"/></Relationships>
</file>

<file path=ppt/notesSlides/_rels/notesSlide3.xml.rels><?xml version="1.0" encoding="UTF-8" standalone="yes"?>
<Relationships xmlns="http://schemas.openxmlformats.org/package/2006/relationships"><Relationship Id="rId2" Type="http://schemas.openxmlformats.org/officeDocument/2006/relationships/slide" Target="../slides/slide3.xml"/><Relationship Id="rId1" Type="http://schemas.openxmlformats.org/officeDocument/2006/relationships/notesMaster" Target="../notesMasters/notesMaster1.xml"/></Relationships>
</file>

<file path=ppt/notesSlides/_rels/notesSlide4.xml.rels><?xml version="1.0" encoding="UTF-8" standalone="yes"?>
<Relationships xmlns="http://schemas.openxmlformats.org/package/2006/relationships"><Relationship Id="rId2" Type="http://schemas.openxmlformats.org/officeDocument/2006/relationships/slide" Target="../slides/slide4.xml"/><Relationship Id="rId1" Type="http://schemas.openxmlformats.org/officeDocument/2006/relationships/notesMaster" Target="../notesMasters/notesMaster1.xml"/></Relationships>
</file>

<file path=ppt/notesSlides/_rels/notesSlide5.xml.rels><?xml version="1.0" encoding="UTF-8" standalone="yes"?>
<Relationships xmlns="http://schemas.openxmlformats.org/package/2006/relationships"><Relationship Id="rId2" Type="http://schemas.openxmlformats.org/officeDocument/2006/relationships/slide" Target="../slides/slide5.xml"/><Relationship Id="rId1" Type="http://schemas.openxmlformats.org/officeDocument/2006/relationships/notesMaster" Target="../notesMasters/notesMaster1.xml"/></Relationships>
</file>

<file path=ppt/notesSlides/_rels/notesSlide6.xml.rels><?xml version="1.0" encoding="UTF-8" standalone="yes"?>
<Relationships xmlns="http://schemas.openxmlformats.org/package/2006/relationships"><Relationship Id="rId2" Type="http://schemas.openxmlformats.org/officeDocument/2006/relationships/slide" Target="../slides/slide6.xml"/><Relationship Id="rId1" Type="http://schemas.openxmlformats.org/officeDocument/2006/relationships/notesMaster" Target="../notesMasters/notesMaster1.xml"/></Relationships>
</file>

<file path=ppt/notesSlides/_rels/notesSlide7.xml.rels><?xml version="1.0" encoding="UTF-8" standalone="yes"?>
<Relationships xmlns="http://schemas.openxmlformats.org/package/2006/relationships"><Relationship Id="rId2" Type="http://schemas.openxmlformats.org/officeDocument/2006/relationships/slide" Target="../slides/slide7.xml"/><Relationship Id="rId1" Type="http://schemas.openxmlformats.org/officeDocument/2006/relationships/notesMaster" Target="../notesMasters/notesMaster1.xml"/></Relationships>
</file>

<file path=ppt/notesSlides/_rels/notesSlide8.xml.rels><?xml version="1.0" encoding="UTF-8" standalone="yes"?>
<Relationships xmlns="http://schemas.openxmlformats.org/package/2006/relationships"><Relationship Id="rId2" Type="http://schemas.openxmlformats.org/officeDocument/2006/relationships/slide" Target="../slides/slide8.xml"/><Relationship Id="rId1" Type="http://schemas.openxmlformats.org/officeDocument/2006/relationships/notesMaster" Target="../notesMasters/notesMaster1.xml"/></Relationships>
</file>

<file path=ppt/notesSlides/_rels/notesSlide9.xml.rels><?xml version="1.0" encoding="UTF-8" standalone="yes"?>
<Relationships xmlns="http://schemas.openxmlformats.org/package/2006/relationships"><Relationship Id="rId2" Type="http://schemas.openxmlformats.org/officeDocument/2006/relationships/slide" Target="../slides/slide9.xml"/><Relationship Id="rId1" Type="http://schemas.openxmlformats.org/officeDocument/2006/relationships/notesMaster" Target="../notesMasters/notesMaster1.xml"/></Relationships>
</file>

<file path=ppt/notesSlides/_rels/notesSlide10.xml.rels><?xml version="1.0" encoding="UTF-8" standalone="yes"?>
<Relationships xmlns="http://schemas.openxmlformats.org/package/2006/relationships"><Relationship Id="rId2" Type="http://schemas.openxmlformats.org/officeDocument/2006/relationships/slide" Target="../slides/slide10.xml"/><Relationship Id="rId1" Type="http://schemas.openxmlformats.org/officeDocument/2006/relationships/notesMaster" Target="../notesMasters/notesMaster1.xml"/></Relationships>
</file>

<file path=ppt/notesSlides/_rels/notesSlide11.xml.rels><?xml version="1.0" encoding="UTF-8" standalone="yes"?>
<Relationships xmlns="http://schemas.openxmlformats.org/package/2006/relationships"><Relationship Id="rId2" Type="http://schemas.openxmlformats.org/officeDocument/2006/relationships/slide" Target="../slides/slide11.xml"/><Relationship Id="rId1" Type="http://schemas.openxmlformats.org/officeDocument/2006/relationships/notesMaster" Target="../notesMasters/notesMaster1.xml"/></Relationships>
</file>

<file path=ppt/notesSlides/_rels/notesSlide12.xml.rels><?xml version="1.0" encoding="UTF-8" standalone="yes"?>
<Relationships xmlns="http://schemas.openxmlformats.org/package/2006/relationships"><Relationship Id="rId2" Type="http://schemas.openxmlformats.org/officeDocument/2006/relationships/slide" Target="../slides/slide12.xml"/><Relationship Id="rId1" Type="http://schemas.openxmlformats.org/officeDocument/2006/relationships/notesMaster" Target="../notesMasters/notesMaster1.xml"/></Relationships>
</file>

<file path=ppt/notesSlides/_rels/notesSlide13.xml.rels><?xml version="1.0" encoding="UTF-8" standalone="yes"?>
<Relationships xmlns="http://schemas.openxmlformats.org/package/2006/relationships"><Relationship Id="rId2" Type="http://schemas.openxmlformats.org/officeDocument/2006/relationships/slide" Target="../slides/slide13.xml"/><Relationship Id="rId1" Type="http://schemas.openxmlformats.org/officeDocument/2006/relationships/notesMaster" Target="../notesMasters/notesMaster1.xml"/></Relationships>
</file>

<file path=ppt/notesSlides/_rels/notesSlide14.xml.rels><?xml version="1.0" encoding="UTF-8" standalone="yes"?>
<Relationships xmlns="http://schemas.openxmlformats.org/package/2006/relationships"><Relationship Id="rId2" Type="http://schemas.openxmlformats.org/officeDocument/2006/relationships/slide" Target="../slides/slide14.xml"/><Relationship Id="rId1" Type="http://schemas.openxmlformats.org/officeDocument/2006/relationships/notesMaster" Target="../notesMasters/notesMaster1.xml"/></Relationships>
</file>

<file path=ppt/notesSlides/_rels/notesSlide15.xml.rels><?xml version="1.0" encoding="UTF-8" standalone="yes"?>
<Relationships xmlns="http://schemas.openxmlformats.org/package/2006/relationships"><Relationship Id="rId2" Type="http://schemas.openxmlformats.org/officeDocument/2006/relationships/slide" Target="../slides/slide15.xml"/><Relationship Id="rId1" Type="http://schemas.openxmlformats.org/officeDocument/2006/relationships/notesMaster" Target="../notesMasters/notesMaster1.xml"/></Relationships>
</file>

<file path=ppt/notesSlides/_rels/notesSlide16.xml.rels><?xml version="1.0" encoding="UTF-8" standalone="yes"?>
<Relationships xmlns="http://schemas.openxmlformats.org/package/2006/relationships"><Relationship Id="rId2" Type="http://schemas.openxmlformats.org/officeDocument/2006/relationships/slide" Target="../slides/slide16.xml"/><Relationship Id="rId1" Type="http://schemas.openxmlformats.org/officeDocument/2006/relationships/notesMaster" Target="../notesMasters/notesMaster1.xml"/></Relationships>
</file>

<file path=ppt/notesSlides/_rels/notesSlide17.xml.rels><?xml version="1.0" encoding="UTF-8" standalone="yes"?>
<Relationships xmlns="http://schemas.openxmlformats.org/package/2006/relationships"><Relationship Id="rId2" Type="http://schemas.openxmlformats.org/officeDocument/2006/relationships/slide" Target="../slides/slide17.xml"/><Relationship Id="rId1" Type="http://schemas.openxmlformats.org/officeDocument/2006/relationships/notesMaster" Target="../notesMasters/notesMaster1.xml"/></Relationships>
</file>

<file path=ppt/notesSlides/_rels/notesSlide18.xml.rels><?xml version="1.0" encoding="UTF-8" standalone="yes"?>
<Relationships xmlns="http://schemas.openxmlformats.org/package/2006/relationships"><Relationship Id="rId2" Type="http://schemas.openxmlformats.org/officeDocument/2006/relationships/slide" Target="../slides/slide18.xml"/><Relationship Id="rId1" Type="http://schemas.openxmlformats.org/officeDocument/2006/relationships/notesMaster" Target="../notesMasters/notesMaster1.xml"/></Relationships>
</file>

<file path=ppt/notesSlides/_rels/notesSlide19.xml.rels><?xml version="1.0" encoding="UTF-8" standalone="yes"?>
<Relationships xmlns="http://schemas.openxmlformats.org/package/2006/relationships"><Relationship Id="rId2" Type="http://schemas.openxmlformats.org/officeDocument/2006/relationships/slide" Target="../slides/slide19.xml"/><Relationship Id="rId1" Type="http://schemas.openxmlformats.org/officeDocument/2006/relationships/notesMaster" Target="../notesMasters/notesMaster1.xml"/></Relationships>
</file>

<file path=ppt/notesSlides/_rels/notesSlide20.xml.rels><?xml version="1.0" encoding="UTF-8" standalone="yes"?>
<Relationships xmlns="http://schemas.openxmlformats.org/package/2006/relationships"><Relationship Id="rId2" Type="http://schemas.openxmlformats.org/officeDocument/2006/relationships/slide" Target="../slides/slide20.xml"/><Relationship Id="rId1" Type="http://schemas.openxmlformats.org/officeDocument/2006/relationships/notesMaster" Target="../notesMasters/notesMaster1.xml"/></Relationships>
</file>

<file path=ppt/notesSlides/_rels/notesSlide21.xml.rels><?xml version="1.0" encoding="UTF-8" standalone="yes"?>
<Relationships xmlns="http://schemas.openxmlformats.org/package/2006/relationships"><Relationship Id="rId2" Type="http://schemas.openxmlformats.org/officeDocument/2006/relationships/slide" Target="../slides/slide21.xml"/><Relationship Id="rId1" Type="http://schemas.openxmlformats.org/officeDocument/2006/relationships/notesMaster" Target="../notesMasters/notesMaster1.xml"/></Relationships>
</file>

<file path=ppt/notesSlides/_rels/notesSlide22.xml.rels><?xml version="1.0" encoding="UTF-8" standalone="yes"?>
<Relationships xmlns="http://schemas.openxmlformats.org/package/2006/relationships"><Relationship Id="rId2" Type="http://schemas.openxmlformats.org/officeDocument/2006/relationships/slide" Target="../slides/slide22.xml"/><Relationship Id="rId1" Type="http://schemas.openxmlformats.org/officeDocument/2006/relationships/notesMaster" Target="../notesMasters/notesMaster1.xml"/></Relationships>
</file>

<file path=ppt/notesSlides/_rels/notesSlide23.xml.rels><?xml version="1.0" encoding="UTF-8" standalone="yes"?>
<Relationships xmlns="http://schemas.openxmlformats.org/package/2006/relationships"><Relationship Id="rId2" Type="http://schemas.openxmlformats.org/officeDocument/2006/relationships/slide" Target="../slides/slide23.xml"/><Relationship Id="rId1" Type="http://schemas.openxmlformats.org/officeDocument/2006/relationships/notesMaster" Target="../notesMasters/notesMaster1.xml"/></Relationships>
</file>

<file path=ppt/notesSlides/_rels/notesSlide24.xml.rels><?xml version="1.0" encoding="UTF-8" standalone="yes"?>
<Relationships xmlns="http://schemas.openxmlformats.org/package/2006/relationships"><Relationship Id="rId2" Type="http://schemas.openxmlformats.org/officeDocument/2006/relationships/slide" Target="../slides/slide24.xml"/><Relationship Id="rId1" Type="http://schemas.openxmlformats.org/officeDocument/2006/relationships/notesMaster" Target="../notesMasters/notesMaster1.xml"/></Relationships>
</file>

<file path=ppt/notesSlides/_rels/notesSlide25.xml.rels><?xml version="1.0" encoding="UTF-8" standalone="yes"?>
<Relationships xmlns="http://schemas.openxmlformats.org/package/2006/relationships"><Relationship Id="rId2" Type="http://schemas.openxmlformats.org/officeDocument/2006/relationships/slide" Target="../slides/slide25.xml"/><Relationship Id="rId1" Type="http://schemas.openxmlformats.org/officeDocument/2006/relationships/notesMaster" Target="../notesMasters/notesMaster1.xml"/></Relationships>
</file>

<file path=ppt/notesSlides/_rels/notesSlide26.xml.rels><?xml version="1.0" encoding="UTF-8" standalone="yes"?>
<Relationships xmlns="http://schemas.openxmlformats.org/package/2006/relationships"><Relationship Id="rId2" Type="http://schemas.openxmlformats.org/officeDocument/2006/relationships/slide" Target="../slides/slide26.xml"/><Relationship Id="rId1" Type="http://schemas.openxmlformats.org/officeDocument/2006/relationships/notesMaster" Target="../notesMasters/notesMaster1.xml"/></Relationships>
</file>

<file path=ppt/notesSlides/_rels/notesSlide27.xml.rels><?xml version="1.0" encoding="UTF-8" standalone="yes"?>
<Relationships xmlns="http://schemas.openxmlformats.org/package/2006/relationships"><Relationship Id="rId2" Type="http://schemas.openxmlformats.org/officeDocument/2006/relationships/slide" Target="../slides/slide27.xml"/><Relationship Id="rId1" Type="http://schemas.openxmlformats.org/officeDocument/2006/relationships/notesMaster" Target="../notesMasters/notesMaster1.xml"/></Relationships>
</file>

<file path=ppt/notesSlides/_rels/notesSlide28.xml.rels><?xml version="1.0" encoding="UTF-8" standalone="yes"?>
<Relationships xmlns="http://schemas.openxmlformats.org/package/2006/relationships"><Relationship Id="rId2" Type="http://schemas.openxmlformats.org/officeDocument/2006/relationships/slide" Target="../slides/slide28.xml"/><Relationship Id="rId1" Type="http://schemas.openxmlformats.org/officeDocument/2006/relationships/notesMaster" Target="../notesMasters/notesMaster1.xml"/></Relationships>
</file>

<file path=ppt/notesSlides/_rels/notesSlide29.xml.rels><?xml version="1.0" encoding="UTF-8" standalone="yes"?>
<Relationships xmlns="http://schemas.openxmlformats.org/package/2006/relationships"><Relationship Id="rId2" Type="http://schemas.openxmlformats.org/officeDocument/2006/relationships/slide" Target="../slides/slide29.xml"/><Relationship Id="rId1" Type="http://schemas.openxmlformats.org/officeDocument/2006/relationships/notesMaster" Target="../notesMasters/notesMaster1.xml"/></Relationships>
</file>

<file path=ppt/notesSlides/_rels/notesSlide30.xml.rels><?xml version="1.0" encoding="UTF-8" standalone="yes"?>
<Relationships xmlns="http://schemas.openxmlformats.org/package/2006/relationships"><Relationship Id="rId2" Type="http://schemas.openxmlformats.org/officeDocument/2006/relationships/slide" Target="../slides/slide30.xml"/><Relationship Id="rId1" Type="http://schemas.openxmlformats.org/officeDocument/2006/relationships/notesMaster" Target="../notesMasters/notesMaster1.xml"/></Relationships>
</file>

<file path=ppt/notesSlides/_rels/notesSlide31.xml.rels><?xml version="1.0" encoding="UTF-8" standalone="yes"?>
<Relationships xmlns="http://schemas.openxmlformats.org/package/2006/relationships"><Relationship Id="rId2" Type="http://schemas.openxmlformats.org/officeDocument/2006/relationships/slide" Target="../slides/slide31.xml"/><Relationship Id="rId1" Type="http://schemas.openxmlformats.org/officeDocument/2006/relationships/notesMaster" Target="../notesMasters/notesMaster1.xml"/></Relationships>
</file>

<file path=ppt/notesSlides/_rels/notesSlide32.xml.rels><?xml version="1.0" encoding="UTF-8" standalone="yes"?>
<Relationships xmlns="http://schemas.openxmlformats.org/package/2006/relationships"><Relationship Id="rId2" Type="http://schemas.openxmlformats.org/officeDocument/2006/relationships/slide" Target="../slides/slide32.xml"/><Relationship Id="rId1" Type="http://schemas.openxmlformats.org/officeDocument/2006/relationships/notesMaster" Target="../notesMasters/notesMaster1.xml"/></Relationships>
</file>

<file path=ppt/notesSlides/_rels/notesSlide33.xml.rels><?xml version="1.0" encoding="UTF-8" standalone="yes"?>
<Relationships xmlns="http://schemas.openxmlformats.org/package/2006/relationships"><Relationship Id="rId2" Type="http://schemas.openxmlformats.org/officeDocument/2006/relationships/slide" Target="../slides/slide33.xml"/><Relationship Id="rId1" Type="http://schemas.openxmlformats.org/officeDocument/2006/relationships/notesMaster" Target="../notesMasters/notesMaster1.xml"/></Relationships>
</file>

<file path=ppt/notesSlides/_rels/notesSlide34.xml.rels><?xml version="1.0" encoding="UTF-8" standalone="yes"?>
<Relationships xmlns="http://schemas.openxmlformats.org/package/2006/relationships"><Relationship Id="rId2" Type="http://schemas.openxmlformats.org/officeDocument/2006/relationships/slide" Target="../slides/slide34.xml"/><Relationship Id="rId1" Type="http://schemas.openxmlformats.org/officeDocument/2006/relationships/notesMaster" Target="../notesMasters/notesMaster1.xml"/></Relationships>
</file>

<file path=ppt/notesSlides/_rels/notesSlide35.xml.rels><?xml version="1.0" encoding="UTF-8" standalone="yes"?>
<Relationships xmlns="http://schemas.openxmlformats.org/package/2006/relationships"><Relationship Id="rId2" Type="http://schemas.openxmlformats.org/officeDocument/2006/relationships/slide" Target="../slides/slide35.xml"/><Relationship Id="rId1" Type="http://schemas.openxmlformats.org/officeDocument/2006/relationships/notesMaster" Target="../notesMasters/notesMaster1.xml"/></Relationships>
</file>

<file path=ppt/notesSlides/_rels/notesSlide36.xml.rels><?xml version="1.0" encoding="UTF-8" standalone="yes"?>
<Relationships xmlns="http://schemas.openxmlformats.org/package/2006/relationships"><Relationship Id="rId2" Type="http://schemas.openxmlformats.org/officeDocument/2006/relationships/slide" Target="../slides/slide36.xml"/><Relationship Id="rId1" Type="http://schemas.openxmlformats.org/officeDocument/2006/relationships/notesMaster" Target="../notesMasters/notesMaster1.xml"/></Relationships>
</file>

<file path=ppt/notesSlides/_rels/notesSlide37.xml.rels><?xml version="1.0" encoding="UTF-8" standalone="yes"?>
<Relationships xmlns="http://schemas.openxmlformats.org/package/2006/relationships"><Relationship Id="rId2" Type="http://schemas.openxmlformats.org/officeDocument/2006/relationships/slide" Target="../slides/slide37.xml"/><Relationship Id="rId1" Type="http://schemas.openxmlformats.org/officeDocument/2006/relationships/notesMaster" Target="../notesMasters/notesMaster1.xml"/></Relationships>
</file>

<file path=ppt/notesSlides/_rels/notesSlide38.xml.rels><?xml version="1.0" encoding="UTF-8" standalone="yes"?>
<Relationships xmlns="http://schemas.openxmlformats.org/package/2006/relationships"><Relationship Id="rId2" Type="http://schemas.openxmlformats.org/officeDocument/2006/relationships/slide" Target="../slides/slide38.xml"/><Relationship Id="rId1" Type="http://schemas.openxmlformats.org/officeDocument/2006/relationships/notesMaster" Target="../notesMasters/notesMaster1.xml"/></Relationships>
</file>

<file path=ppt/notesSlides/_rels/notesSlide39.xml.rels><?xml version="1.0" encoding="UTF-8" standalone="yes"?>
<Relationships xmlns="http://schemas.openxmlformats.org/package/2006/relationships"><Relationship Id="rId2" Type="http://schemas.openxmlformats.org/officeDocument/2006/relationships/slide" Target="../slides/slide39.xml"/><Relationship Id="rId1" Type="http://schemas.openxmlformats.org/officeDocument/2006/relationships/notesMaster" Target="../notesMasters/notesMaster1.xml"/></Relationships>
</file>

<file path=ppt/notesSlides/_rels/notesSlide40.xml.rels><?xml version="1.0" encoding="UTF-8" standalone="yes"?>
<Relationships xmlns="http://schemas.openxmlformats.org/package/2006/relationships"><Relationship Id="rId2" Type="http://schemas.openxmlformats.org/officeDocument/2006/relationships/slide" Target="../slides/slide40.xml"/><Relationship Id="rId1" Type="http://schemas.openxmlformats.org/officeDocument/2006/relationships/notesMaster" Target="../notesMasters/notesMaster1.xml"/></Relationships>
</file>

<file path=ppt/notesSlides/_rels/notesSlide41.xml.rels><?xml version="1.0" encoding="UTF-8" standalone="yes"?>
<Relationships xmlns="http://schemas.openxmlformats.org/package/2006/relationships"><Relationship Id="rId2" Type="http://schemas.openxmlformats.org/officeDocument/2006/relationships/slide" Target="../slides/slide41.xml"/><Relationship Id="rId1" Type="http://schemas.openxmlformats.org/officeDocument/2006/relationships/notesMaster" Target="../notesMasters/notesMaster1.xml"/></Relationships>
</file>

<file path=ppt/notesSlides/_rels/notesSlide42.xml.rels><?xml version="1.0" encoding="UTF-8" standalone="yes"?>
<Relationships xmlns="http://schemas.openxmlformats.org/package/2006/relationships"><Relationship Id="rId2" Type="http://schemas.openxmlformats.org/officeDocument/2006/relationships/slide" Target="../slides/slide42.xml"/><Relationship Id="rId1" Type="http://schemas.openxmlformats.org/officeDocument/2006/relationships/notesMaster" Target="../notesMasters/notesMaster1.xml"/></Relationships>
</file>

<file path=ppt/notesSlides/_rels/notesSlide43.xml.rels><?xml version="1.0" encoding="UTF-8" standalone="yes"?>
<Relationships xmlns="http://schemas.openxmlformats.org/package/2006/relationships"><Relationship Id="rId2" Type="http://schemas.openxmlformats.org/officeDocument/2006/relationships/slide" Target="../slides/slide43.xml"/><Relationship Id="rId1" Type="http://schemas.openxmlformats.org/officeDocument/2006/relationships/notesMaster" Target="../notesMasters/notesMaster1.xml"/></Relationships>
</file>

<file path=ppt/notesSlides/_rels/notesSlide44.xml.rels><?xml version="1.0" encoding="UTF-8" standalone="yes"?>
<Relationships xmlns="http://schemas.openxmlformats.org/package/2006/relationships"><Relationship Id="rId2" Type="http://schemas.openxmlformats.org/officeDocument/2006/relationships/slide" Target="../slides/slide44.xml"/><Relationship Id="rId1" Type="http://schemas.openxmlformats.org/officeDocument/2006/relationships/notesMaster" Target="../notesMasters/notesMaster1.xml"/></Relationships>
</file>

<file path=ppt/notesSlides/_rels/notesSlide45.xml.rels><?xml version="1.0" encoding="UTF-8" standalone="yes"?>
<Relationships xmlns="http://schemas.openxmlformats.org/package/2006/relationships"><Relationship Id="rId2" Type="http://schemas.openxmlformats.org/officeDocument/2006/relationships/slide" Target="../slides/slide45.xml"/><Relationship Id="rId1" Type="http://schemas.openxmlformats.org/officeDocument/2006/relationships/notesMaster" Target="../notesMasters/notesMaster1.xml"/></Relationships>
</file>

<file path=ppt/notesSlides/_rels/notesSlide46.xml.rels><?xml version="1.0" encoding="UTF-8" standalone="yes"?>
<Relationships xmlns="http://schemas.openxmlformats.org/package/2006/relationships"><Relationship Id="rId2" Type="http://schemas.openxmlformats.org/officeDocument/2006/relationships/slide" Target="../slides/slide46.xml"/><Relationship Id="rId1" Type="http://schemas.openxmlformats.org/officeDocument/2006/relationships/notesMaster" Target="../notesMasters/notesMaster1.xml"/></Relationships>
</file>

<file path=ppt/notesSlides/_rels/notesSlide47.xml.rels><?xml version="1.0" encoding="UTF-8" standalone="yes"?>
<Relationships xmlns="http://schemas.openxmlformats.org/package/2006/relationships"><Relationship Id="rId2" Type="http://schemas.openxmlformats.org/officeDocument/2006/relationships/slide" Target="../slides/slide47.xml"/><Relationship Id="rId1" Type="http://schemas.openxmlformats.org/officeDocument/2006/relationships/notesMaster" Target="../notesMasters/notesMaster1.xml"/></Relationships>
</file>

<file path=ppt/notesSlides/_rels/notesSlide48.xml.rels><?xml version="1.0" encoding="UTF-8" standalone="yes"?>
<Relationships xmlns="http://schemas.openxmlformats.org/package/2006/relationships"><Relationship Id="rId2" Type="http://schemas.openxmlformats.org/officeDocument/2006/relationships/slide" Target="../slides/slide48.xml"/><Relationship Id="rId1" Type="http://schemas.openxmlformats.org/officeDocument/2006/relationships/notesMaster" Target="../notesMasters/notesMaster1.xml"/></Relationships>
</file>

<file path=ppt/notesSlides/_rels/notesSlide49.xml.rels><?xml version="1.0" encoding="UTF-8" standalone="yes"?>
<Relationships xmlns="http://schemas.openxmlformats.org/package/2006/relationships"><Relationship Id="rId2" Type="http://schemas.openxmlformats.org/officeDocument/2006/relationships/slide" Target="../slides/slide49.xml"/><Relationship Id="rId1" Type="http://schemas.openxmlformats.org/officeDocument/2006/relationships/notesMaster" Target="../notesMasters/notesMaster1.xml"/></Relationships>
</file>

<file path=ppt/notesSlides/_rels/notesSlide50.xml.rels><?xml version="1.0" encoding="UTF-8" standalone="yes"?>
<Relationships xmlns="http://schemas.openxmlformats.org/package/2006/relationships"><Relationship Id="rId2" Type="http://schemas.openxmlformats.org/officeDocument/2006/relationships/slide" Target="../slides/slide50.xml"/><Relationship Id="rId1" Type="http://schemas.openxmlformats.org/officeDocument/2006/relationships/notesMaster" Target="../notesMasters/notesMaster1.xml"/></Relationships>
</file>

<file path=ppt/notesSlides/_rels/notesSlide51.xml.rels><?xml version="1.0" encoding="UTF-8" standalone="yes"?>
<Relationships xmlns="http://schemas.openxmlformats.org/package/2006/relationships"><Relationship Id="rId2" Type="http://schemas.openxmlformats.org/officeDocument/2006/relationships/slide" Target="../slides/slide51.xml"/><Relationship Id="rId1" Type="http://schemas.openxmlformats.org/officeDocument/2006/relationships/notesMaster" Target="../notesMasters/notesMaster1.xml"/></Relationships>
</file>

<file path=ppt/notesSlides/_rels/notesSlide52.xml.rels><?xml version="1.0" encoding="UTF-8" standalone="yes"?>
<Relationships xmlns="http://schemas.openxmlformats.org/package/2006/relationships"><Relationship Id="rId2" Type="http://schemas.openxmlformats.org/officeDocument/2006/relationships/slide" Target="../slides/slide52.xml"/><Relationship Id="rId1" Type="http://schemas.openxmlformats.org/officeDocument/2006/relationships/notesMaster" Target="../notesMasters/notesMaster1.xml"/></Relationships>
</file>

<file path=ppt/notesSlides/_rels/notesSlide53.xml.rels><?xml version="1.0" encoding="UTF-8" standalone="yes"?>
<Relationships xmlns="http://schemas.openxmlformats.org/package/2006/relationships"><Relationship Id="rId2" Type="http://schemas.openxmlformats.org/officeDocument/2006/relationships/slide" Target="../slides/slide53.xml"/><Relationship Id="rId1" Type="http://schemas.openxmlformats.org/officeDocument/2006/relationships/notesMaster" Target="../notesMasters/notesMaster1.xml"/></Relationships>
</file>

<file path=ppt/notesSlides/_rels/notesSlide54.xml.rels><?xml version="1.0" encoding="UTF-8" standalone="yes"?>
<Relationships xmlns="http://schemas.openxmlformats.org/package/2006/relationships"><Relationship Id="rId2" Type="http://schemas.openxmlformats.org/officeDocument/2006/relationships/slide" Target="../slides/slide54.xml"/><Relationship Id="rId1" Type="http://schemas.openxmlformats.org/officeDocument/2006/relationships/notesMaster" Target="../notesMasters/notesMaster1.xml"/></Relationships>
</file>

<file path=ppt/notesSlides/_rels/notesSlide55.xml.rels><?xml version="1.0" encoding="UTF-8" standalone="yes"?>
<Relationships xmlns="http://schemas.openxmlformats.org/package/2006/relationships"><Relationship Id="rId2" Type="http://schemas.openxmlformats.org/officeDocument/2006/relationships/slide" Target="../slides/slide55.xml"/><Relationship Id="rId1" Type="http://schemas.openxmlformats.org/officeDocument/2006/relationships/notesMaster" Target="../notesMasters/notesMaster1.xml"/></Relationships>
</file>

<file path=ppt/notesSlides/_rels/notesSlide56.xml.rels><?xml version="1.0" encoding="UTF-8" standalone="yes"?>
<Relationships xmlns="http://schemas.openxmlformats.org/package/2006/relationships"><Relationship Id="rId2" Type="http://schemas.openxmlformats.org/officeDocument/2006/relationships/slide" Target="../slides/slide56.xml"/><Relationship Id="rId1" Type="http://schemas.openxmlformats.org/officeDocument/2006/relationships/notesMaster" Target="../notesMasters/notesMaster1.xml"/></Relationships>
</file>

<file path=ppt/notesSlides/_rels/notesSlide57.xml.rels><?xml version="1.0" encoding="UTF-8" standalone="yes"?>
<Relationships xmlns="http://schemas.openxmlformats.org/package/2006/relationships"><Relationship Id="rId2" Type="http://schemas.openxmlformats.org/officeDocument/2006/relationships/slide" Target="../slides/slide57.xml"/><Relationship Id="rId1" Type="http://schemas.openxmlformats.org/officeDocument/2006/relationships/notesMaster" Target="../notesMasters/notesMaster1.xml"/></Relationships>
</file>

<file path=ppt/notesSlides/_rels/notesSlide58.xml.rels><?xml version="1.0" encoding="UTF-8" standalone="yes"?>
<Relationships xmlns="http://schemas.openxmlformats.org/package/2006/relationships"><Relationship Id="rId2" Type="http://schemas.openxmlformats.org/officeDocument/2006/relationships/slide" Target="../slides/slide58.xml"/><Relationship Id="rId1" Type="http://schemas.openxmlformats.org/officeDocument/2006/relationships/notesMaster" Target="../notesMasters/notesMaster1.xml"/></Relationships>
</file>

<file path=ppt/notesSlides/_rels/notesSlide59.xml.rels><?xml version="1.0" encoding="UTF-8" standalone="yes"?>
<Relationships xmlns="http://schemas.openxmlformats.org/package/2006/relationships"><Relationship Id="rId2" Type="http://schemas.openxmlformats.org/officeDocument/2006/relationships/slide" Target="../slides/slide59.xml"/><Relationship Id="rId1" Type="http://schemas.openxmlformats.org/officeDocument/2006/relationships/notesMaster" Target="../notesMasters/notesMaster1.xml"/></Relationships>
</file>

<file path=ppt/notesSlides/_rels/notesSlide60.xml.rels><?xml version="1.0" encoding="UTF-8" standalone="yes"?>
<Relationships xmlns="http://schemas.openxmlformats.org/package/2006/relationships"><Relationship Id="rId2" Type="http://schemas.openxmlformats.org/officeDocument/2006/relationships/slide" Target="../slides/slide60.xml"/><Relationship Id="rId1" Type="http://schemas.openxmlformats.org/officeDocument/2006/relationships/notesMaster" Target="../notesMasters/notesMaster1.xml"/></Relationships>
</file>

<file path=ppt/notesSlides/_rels/notesSlide61.xml.rels><?xml version="1.0" encoding="UTF-8" standalone="yes"?>
<Relationships xmlns="http://schemas.openxmlformats.org/package/2006/relationships"><Relationship Id="rId2" Type="http://schemas.openxmlformats.org/officeDocument/2006/relationships/slide" Target="../slides/slide61.xml"/><Relationship Id="rId1" Type="http://schemas.openxmlformats.org/officeDocument/2006/relationships/notesMaster" Target="../notesMasters/notesMaster1.xml"/></Relationships>
</file>

<file path=ppt/notesSlides/_rels/notesSlide62.xml.rels><?xml version="1.0" encoding="UTF-8" standalone="yes"?>
<Relationships xmlns="http://schemas.openxmlformats.org/package/2006/relationships"><Relationship Id="rId2" Type="http://schemas.openxmlformats.org/officeDocument/2006/relationships/slide" Target="../slides/slide62.xml"/><Relationship Id="rId1" Type="http://schemas.openxmlformats.org/officeDocument/2006/relationships/notesMaster" Target="../notesMasters/notesMaster1.xml"/></Relationships>
</file>

<file path=ppt/notesSlides/_rels/notesSlide63.xml.rels><?xml version="1.0" encoding="UTF-8" standalone="yes"?>
<Relationships xmlns="http://schemas.openxmlformats.org/package/2006/relationships"><Relationship Id="rId2" Type="http://schemas.openxmlformats.org/officeDocument/2006/relationships/slide" Target="../slides/slide63.xml"/><Relationship Id="rId1" Type="http://schemas.openxmlformats.org/officeDocument/2006/relationships/notesMaster" Target="../notesMasters/notesMaster1.xml"/></Relationships>
</file>

<file path=ppt/notesSlides/_rels/notesSlide64.xml.rels><?xml version="1.0" encoding="UTF-8" standalone="yes"?>
<Relationships xmlns="http://schemas.openxmlformats.org/package/2006/relationships"><Relationship Id="rId2" Type="http://schemas.openxmlformats.org/officeDocument/2006/relationships/slide" Target="../slides/slide64.xml"/><Relationship Id="rId1" Type="http://schemas.openxmlformats.org/officeDocument/2006/relationships/notesMaster" Target="../notesMasters/notesMaster1.xml"/></Relationships>
</file>

<file path=ppt/notesSlides/notesSlide1.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869"/>
        <p:cNvGrpSpPr/>
        <p:nvPr/>
      </p:nvGrpSpPr>
      <p:grpSpPr>
        <a:xfrm>
          <a:off x="0" y="0"/>
          <a:ext cx="0" cy="0"/>
          <a:chOff x="0" y="0"/>
          <a:chExt cx="0" cy="0"/>
        </a:xfrm>
      </p:grpSpPr>
      <p:sp>
        <p:nvSpPr>
          <p:cNvPr id="870" name="Google Shape;870;g8f58836269_9_432:notes"/>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r>
              <a:rPr lang="en-US" sz="1400" dirty="0">
                <a:latin typeface="Calibri" panose="020F0502020204030204" pitchFamily="34" charset="0"/>
                <a:cs typeface="Calibri" panose="020F0502020204030204" pitchFamily="34" charset="0"/>
              </a:rPr>
              <a:t>Script:</a:t>
            </a:r>
          </a:p>
          <a:p>
            <a:pPr marL="0" lvl="0" indent="0" algn="l" rtl="0">
              <a:spcBef>
                <a:spcPts val="0"/>
              </a:spcBef>
              <a:spcAft>
                <a:spcPts val="0"/>
              </a:spcAft>
              <a:buNone/>
            </a:pPr>
            <a:endParaRPr lang="en-US" sz="1400" dirty="0">
              <a:latin typeface="Calibri" panose="020F0502020204030204" pitchFamily="34" charset="0"/>
              <a:cs typeface="Calibri" panose="020F0502020204030204" pitchFamily="34" charset="0"/>
            </a:endParaRPr>
          </a:p>
          <a:p>
            <a:pPr marL="0" marR="0" lvl="0" indent="0" algn="l" defTabSz="914400" rtl="0" eaLnBrk="1" fontAlgn="auto" latinLnBrk="0" hangingPunct="1">
              <a:lnSpc>
                <a:spcPct val="100000"/>
              </a:lnSpc>
              <a:spcBef>
                <a:spcPts val="0"/>
              </a:spcBef>
              <a:spcAft>
                <a:spcPts val="0"/>
              </a:spcAft>
              <a:buClr>
                <a:srgbClr val="000000"/>
              </a:buClr>
              <a:buSzPts val="1100"/>
              <a:buFont typeface="Arial"/>
              <a:buNone/>
              <a:tabLst/>
              <a:defRPr/>
            </a:pPr>
            <a:r>
              <a:rPr lang="en-US" sz="1400" b="0" i="0" dirty="0">
                <a:solidFill>
                  <a:srgbClr val="000000"/>
                </a:solidFill>
                <a:effectLst/>
                <a:latin typeface="Calibri" panose="020F0502020204030204" pitchFamily="34" charset="0"/>
                <a:cs typeface="Calibri" panose="020F0502020204030204" pitchFamily="34" charset="0"/>
              </a:rPr>
              <a:t>I'm Charles Wilson, Cybersecurity Engineering Technical Fellow at Motional, responsible for cybersecurity development lifecycle practice.</a:t>
            </a:r>
          </a:p>
          <a:p>
            <a:pPr marL="0" marR="0" lvl="0" indent="0" algn="l" defTabSz="914400" rtl="0" eaLnBrk="1" fontAlgn="auto" latinLnBrk="0" hangingPunct="1">
              <a:lnSpc>
                <a:spcPct val="100000"/>
              </a:lnSpc>
              <a:spcBef>
                <a:spcPts val="0"/>
              </a:spcBef>
              <a:spcAft>
                <a:spcPts val="0"/>
              </a:spcAft>
              <a:buClr>
                <a:srgbClr val="000000"/>
              </a:buClr>
              <a:buSzPts val="1100"/>
              <a:buFont typeface="Arial"/>
              <a:buNone/>
              <a:tabLst/>
              <a:defRPr/>
            </a:pPr>
            <a:endParaRPr lang="en-US" sz="1400" b="0" i="0" dirty="0">
              <a:solidFill>
                <a:srgbClr val="000000"/>
              </a:solidFill>
              <a:effectLst/>
              <a:latin typeface="Calibri" panose="020F0502020204030204" pitchFamily="34" charset="0"/>
              <a:cs typeface="Calibri" panose="020F0502020204030204" pitchFamily="34" charset="0"/>
            </a:endParaRPr>
          </a:p>
          <a:p>
            <a:pPr marL="0" marR="0" lvl="0" indent="0" algn="l" defTabSz="914400" rtl="0" eaLnBrk="1" fontAlgn="auto" latinLnBrk="0" hangingPunct="1">
              <a:lnSpc>
                <a:spcPct val="100000"/>
              </a:lnSpc>
              <a:spcBef>
                <a:spcPts val="0"/>
              </a:spcBef>
              <a:spcAft>
                <a:spcPts val="0"/>
              </a:spcAft>
              <a:buClr>
                <a:srgbClr val="000000"/>
              </a:buClr>
              <a:buSzPts val="1100"/>
              <a:buFont typeface="Arial"/>
              <a:buNone/>
              <a:tabLst/>
              <a:defRPr/>
            </a:pPr>
            <a:r>
              <a:rPr lang="en-US" sz="1400" b="0" i="0" dirty="0">
                <a:solidFill>
                  <a:srgbClr val="000000"/>
                </a:solidFill>
                <a:effectLst/>
                <a:latin typeface="Calibri" panose="020F0502020204030204" pitchFamily="34" charset="0"/>
                <a:cs typeface="Calibri" panose="020F0502020204030204" pitchFamily="34" charset="0"/>
              </a:rPr>
              <a:t>This presentation will cover threat prioritization within the context of the AVCDL.</a:t>
            </a:r>
            <a:endParaRPr sz="1400" dirty="0">
              <a:latin typeface="Calibri" panose="020F0502020204030204" pitchFamily="34" charset="0"/>
              <a:cs typeface="Calibri" panose="020F0502020204030204" pitchFamily="34" charset="0"/>
            </a:endParaRPr>
          </a:p>
        </p:txBody>
      </p:sp>
      <p:sp>
        <p:nvSpPr>
          <p:cNvPr id="871" name="Google Shape;871;g8f58836269_9_432:notes"/>
          <p:cNvSpPr>
            <a:spLocks noGrp="1" noRot="1" noChangeAspect="1"/>
          </p:cNvSpPr>
          <p:nvPr>
            <p:ph type="sldImg" idx="2"/>
          </p:nvPr>
        </p:nvSpPr>
        <p:spPr>
          <a:xfrm>
            <a:off x="382588" y="685800"/>
            <a:ext cx="6092825" cy="3429000"/>
          </a:xfrm>
          <a:custGeom>
            <a:avLst/>
            <a:gdLst/>
            <a:ahLst/>
            <a:cxnLst/>
            <a:rect l="l" t="t" r="r" b="b"/>
            <a:pathLst>
              <a:path w="120000" h="120000" extrusionOk="0">
                <a:moveTo>
                  <a:pt x="0" y="0"/>
                </a:moveTo>
                <a:lnTo>
                  <a:pt x="120000" y="0"/>
                </a:lnTo>
                <a:lnTo>
                  <a:pt x="120000" y="120000"/>
                </a:lnTo>
                <a:lnTo>
                  <a:pt x="0" y="120000"/>
                </a:lnTo>
                <a:close/>
              </a:path>
            </a:pathLst>
          </a:custGeom>
        </p:spPr>
      </p:sp>
    </p:spTree>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1195"/>
        <p:cNvGrpSpPr/>
        <p:nvPr/>
      </p:nvGrpSpPr>
      <p:grpSpPr>
        <a:xfrm>
          <a:off x="0" y="0"/>
          <a:ext cx="0" cy="0"/>
          <a:chOff x="0" y="0"/>
          <a:chExt cx="0" cy="0"/>
        </a:xfrm>
      </p:grpSpPr>
      <p:sp>
        <p:nvSpPr>
          <p:cNvPr id="1196" name="Google Shape;1196;g9ac6590046_0_272:notes"/>
          <p:cNvSpPr>
            <a:spLocks noGrp="1" noRot="1" noChangeAspect="1"/>
          </p:cNvSpPr>
          <p:nvPr>
            <p:ph type="sldImg" idx="2"/>
          </p:nvPr>
        </p:nvSpPr>
        <p:spPr>
          <a:xfrm>
            <a:off x="382588" y="685800"/>
            <a:ext cx="6094412" cy="3429000"/>
          </a:xfrm>
          <a:custGeom>
            <a:avLst/>
            <a:gdLst/>
            <a:ahLst/>
            <a:cxnLst/>
            <a:rect l="l" t="t" r="r" b="b"/>
            <a:pathLst>
              <a:path w="120000" h="120000" extrusionOk="0">
                <a:moveTo>
                  <a:pt x="0" y="0"/>
                </a:moveTo>
                <a:lnTo>
                  <a:pt x="120000" y="0"/>
                </a:lnTo>
                <a:lnTo>
                  <a:pt x="120000" y="120000"/>
                </a:lnTo>
                <a:lnTo>
                  <a:pt x="0" y="120000"/>
                </a:lnTo>
                <a:close/>
              </a:path>
            </a:pathLst>
          </a:custGeom>
        </p:spPr>
      </p:sp>
      <p:sp>
        <p:nvSpPr>
          <p:cNvPr id="1197" name="Google Shape;1197;g9ac6590046_0_272:notes"/>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r>
              <a:rPr lang="en-US" sz="1400" dirty="0">
                <a:latin typeface="Calibri" panose="020F0502020204030204" pitchFamily="34" charset="0"/>
                <a:cs typeface="Calibri" panose="020F0502020204030204" pitchFamily="34" charset="0"/>
              </a:rPr>
              <a:t>Script:</a:t>
            </a:r>
          </a:p>
          <a:p>
            <a:pPr marL="0" lvl="0" indent="0" algn="l" rtl="0">
              <a:spcBef>
                <a:spcPts val="0"/>
              </a:spcBef>
              <a:spcAft>
                <a:spcPts val="0"/>
              </a:spcAft>
              <a:buNone/>
            </a:pPr>
            <a:endParaRPr lang="en-US" sz="1400" dirty="0">
              <a:latin typeface="Calibri" panose="020F0502020204030204" pitchFamily="34" charset="0"/>
              <a:cs typeface="Calibri" panose="020F0502020204030204" pitchFamily="34" charset="0"/>
            </a:endParaRPr>
          </a:p>
          <a:p>
            <a:pPr marL="0" lvl="0" indent="0" algn="l" rtl="0">
              <a:spcBef>
                <a:spcPts val="0"/>
              </a:spcBef>
              <a:spcAft>
                <a:spcPts val="0"/>
              </a:spcAft>
              <a:buNone/>
            </a:pPr>
            <a:r>
              <a:rPr lang="en-US" sz="1400" dirty="0">
                <a:latin typeface="Calibri" panose="020F0502020204030204" pitchFamily="34" charset="0"/>
                <a:cs typeface="Calibri" panose="020F0502020204030204" pitchFamily="34" charset="0"/>
              </a:rPr>
              <a:t>This diagram shows the overall AVCDL training path.</a:t>
            </a:r>
          </a:p>
          <a:p>
            <a:pPr marL="0" lvl="0" indent="0" algn="l" rtl="0">
              <a:spcBef>
                <a:spcPts val="0"/>
              </a:spcBef>
              <a:spcAft>
                <a:spcPts val="0"/>
              </a:spcAft>
              <a:buNone/>
            </a:pPr>
            <a:endParaRPr lang="en-US" sz="1400" dirty="0">
              <a:latin typeface="Calibri" panose="020F0502020204030204" pitchFamily="34" charset="0"/>
              <a:cs typeface="Calibri" panose="020F0502020204030204" pitchFamily="34" charset="0"/>
            </a:endParaRPr>
          </a:p>
          <a:p>
            <a:pPr marL="0" lvl="0" indent="0" algn="l" rtl="0">
              <a:spcBef>
                <a:spcPts val="0"/>
              </a:spcBef>
              <a:spcAft>
                <a:spcPts val="0"/>
              </a:spcAft>
              <a:buNone/>
            </a:pPr>
            <a:r>
              <a:rPr lang="en-US" sz="1400" dirty="0">
                <a:latin typeface="Calibri" panose="020F0502020204030204" pitchFamily="34" charset="0"/>
                <a:cs typeface="Calibri" panose="020F0502020204030204" pitchFamily="34" charset="0"/>
              </a:rPr>
              <a:t>If you’re taking this training, it’s assumed that you’ve already completed the AVCDL overview training.</a:t>
            </a:r>
          </a:p>
          <a:p>
            <a:pPr marL="0" lvl="0" indent="0" algn="l" rtl="0">
              <a:spcBef>
                <a:spcPts val="0"/>
              </a:spcBef>
              <a:spcAft>
                <a:spcPts val="0"/>
              </a:spcAft>
              <a:buNone/>
            </a:pPr>
            <a:endParaRPr lang="en-US" sz="1400" dirty="0">
              <a:latin typeface="Calibri" panose="020F0502020204030204" pitchFamily="34" charset="0"/>
              <a:cs typeface="Calibri" panose="020F0502020204030204" pitchFamily="34" charset="0"/>
            </a:endParaRPr>
          </a:p>
          <a:p>
            <a:pPr marL="0" lvl="0" indent="0" algn="l" rtl="0">
              <a:spcBef>
                <a:spcPts val="0"/>
              </a:spcBef>
              <a:spcAft>
                <a:spcPts val="0"/>
              </a:spcAft>
              <a:buNone/>
            </a:pPr>
            <a:r>
              <a:rPr lang="en-US" sz="1400" dirty="0">
                <a:latin typeface="Calibri" panose="020F0502020204030204" pitchFamily="34" charset="0"/>
                <a:cs typeface="Calibri" panose="020F0502020204030204" pitchFamily="34" charset="0"/>
              </a:rPr>
              <a:t>This training covers threat prioritization.</a:t>
            </a:r>
          </a:p>
          <a:p>
            <a:pPr marL="0" lvl="0" indent="0" algn="l" rtl="0">
              <a:spcBef>
                <a:spcPts val="0"/>
              </a:spcBef>
              <a:spcAft>
                <a:spcPts val="0"/>
              </a:spcAft>
              <a:buNone/>
            </a:pPr>
            <a:endParaRPr lang="en-US" sz="1400" dirty="0">
              <a:latin typeface="Calibri" panose="020F0502020204030204" pitchFamily="34" charset="0"/>
              <a:cs typeface="Calibri" panose="020F0502020204030204" pitchFamily="34" charset="0"/>
            </a:endParaRPr>
          </a:p>
        </p:txBody>
      </p:sp>
    </p:spTree>
    <p:extLst>
      <p:ext uri="{BB962C8B-B14F-4D97-AF65-F5344CB8AC3E}">
        <p14:creationId xmlns:p14="http://schemas.microsoft.com/office/powerpoint/2010/main" val="3053854696"/>
      </p:ext>
    </p:extLst>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1195"/>
        <p:cNvGrpSpPr/>
        <p:nvPr/>
      </p:nvGrpSpPr>
      <p:grpSpPr>
        <a:xfrm>
          <a:off x="0" y="0"/>
          <a:ext cx="0" cy="0"/>
          <a:chOff x="0" y="0"/>
          <a:chExt cx="0" cy="0"/>
        </a:xfrm>
      </p:grpSpPr>
      <p:sp>
        <p:nvSpPr>
          <p:cNvPr id="1196" name="Google Shape;1196;g9ac6590046_0_272:notes"/>
          <p:cNvSpPr>
            <a:spLocks noGrp="1" noRot="1" noChangeAspect="1"/>
          </p:cNvSpPr>
          <p:nvPr>
            <p:ph type="sldImg" idx="2"/>
          </p:nvPr>
        </p:nvSpPr>
        <p:spPr>
          <a:xfrm>
            <a:off x="382588" y="685800"/>
            <a:ext cx="6094412" cy="3429000"/>
          </a:xfrm>
          <a:custGeom>
            <a:avLst/>
            <a:gdLst/>
            <a:ahLst/>
            <a:cxnLst/>
            <a:rect l="l" t="t" r="r" b="b"/>
            <a:pathLst>
              <a:path w="120000" h="120000" extrusionOk="0">
                <a:moveTo>
                  <a:pt x="0" y="0"/>
                </a:moveTo>
                <a:lnTo>
                  <a:pt x="120000" y="0"/>
                </a:lnTo>
                <a:lnTo>
                  <a:pt x="120000" y="120000"/>
                </a:lnTo>
                <a:lnTo>
                  <a:pt x="0" y="120000"/>
                </a:lnTo>
                <a:close/>
              </a:path>
            </a:pathLst>
          </a:custGeom>
        </p:spPr>
      </p:sp>
      <p:sp>
        <p:nvSpPr>
          <p:cNvPr id="1197" name="Google Shape;1197;g9ac6590046_0_272:notes"/>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r>
              <a:rPr lang="en-US" sz="1400" dirty="0">
                <a:latin typeface="Calibri" panose="020F0502020204030204" pitchFamily="34" charset="0"/>
                <a:cs typeface="Calibri" panose="020F0502020204030204" pitchFamily="34" charset="0"/>
              </a:rPr>
              <a:t>Script:</a:t>
            </a:r>
          </a:p>
          <a:p>
            <a:pPr marL="0" lvl="0" indent="0" algn="l" rtl="0">
              <a:spcBef>
                <a:spcPts val="0"/>
              </a:spcBef>
              <a:spcAft>
                <a:spcPts val="0"/>
              </a:spcAft>
              <a:buNone/>
            </a:pPr>
            <a:endParaRPr lang="en-US" sz="1400" dirty="0">
              <a:solidFill>
                <a:srgbClr val="1D1C1D"/>
              </a:solidFill>
              <a:effectLst/>
              <a:latin typeface="Calibri" panose="020F0502020204030204" pitchFamily="34" charset="0"/>
              <a:cs typeface="Calibri" panose="020F0502020204030204" pitchFamily="34" charset="0"/>
            </a:endParaRPr>
          </a:p>
          <a:p>
            <a:pPr marL="0" lvl="0" indent="0" algn="l" rtl="0">
              <a:spcBef>
                <a:spcPts val="0"/>
              </a:spcBef>
              <a:spcAft>
                <a:spcPts val="0"/>
              </a:spcAft>
              <a:buNone/>
            </a:pPr>
            <a:r>
              <a:rPr lang="en-US" sz="1400" dirty="0">
                <a:latin typeface="Calibri" panose="020F0502020204030204" pitchFamily="34" charset="0"/>
                <a:cs typeface="Calibri" panose="020F0502020204030204" pitchFamily="34" charset="0"/>
              </a:rPr>
              <a:t>Unlike many aspects of product development, cybersecurity is traditionally treated like a one-man band.</a:t>
            </a:r>
          </a:p>
          <a:p>
            <a:pPr marL="0" lvl="0" indent="0" algn="l" rtl="0">
              <a:spcBef>
                <a:spcPts val="0"/>
              </a:spcBef>
              <a:spcAft>
                <a:spcPts val="0"/>
              </a:spcAft>
              <a:buNone/>
            </a:pPr>
            <a:endParaRPr lang="en-US" sz="1400" dirty="0">
              <a:latin typeface="Calibri" panose="020F0502020204030204" pitchFamily="34" charset="0"/>
              <a:cs typeface="Calibri" panose="020F0502020204030204" pitchFamily="34" charset="0"/>
            </a:endParaRPr>
          </a:p>
          <a:p>
            <a:pPr marL="0" lvl="0" indent="0" algn="l" rtl="0">
              <a:spcBef>
                <a:spcPts val="0"/>
              </a:spcBef>
              <a:spcAft>
                <a:spcPts val="0"/>
              </a:spcAft>
              <a:buNone/>
            </a:pPr>
            <a:r>
              <a:rPr lang="en-US" sz="1400" dirty="0">
                <a:latin typeface="Calibri" panose="020F0502020204030204" pitchFamily="34" charset="0"/>
                <a:cs typeface="Calibri" panose="020F0502020204030204" pitchFamily="34" charset="0"/>
              </a:rPr>
              <a:t>They're responsible for bringing their own instruments, playing their own music, and dealing with everything related to the function they try to accomplish.</a:t>
            </a:r>
          </a:p>
          <a:p>
            <a:pPr marL="0" lvl="0" indent="0" algn="l" rtl="0">
              <a:spcBef>
                <a:spcPts val="0"/>
              </a:spcBef>
              <a:spcAft>
                <a:spcPts val="0"/>
              </a:spcAft>
              <a:buNone/>
            </a:pPr>
            <a:endParaRPr lang="en-US" sz="1400" dirty="0">
              <a:latin typeface="Calibri" panose="020F0502020204030204" pitchFamily="34" charset="0"/>
              <a:cs typeface="Calibri" panose="020F0502020204030204" pitchFamily="34" charset="0"/>
            </a:endParaRPr>
          </a:p>
          <a:p>
            <a:pPr marL="0" lvl="0" indent="0" algn="l" rtl="0">
              <a:spcBef>
                <a:spcPts val="0"/>
              </a:spcBef>
              <a:spcAft>
                <a:spcPts val="0"/>
              </a:spcAft>
              <a:buNone/>
            </a:pPr>
            <a:r>
              <a:rPr lang="en-US" sz="1400" dirty="0">
                <a:latin typeface="Calibri" panose="020F0502020204030204" pitchFamily="34" charset="0"/>
                <a:cs typeface="Calibri" panose="020F0502020204030204" pitchFamily="34" charset="0"/>
              </a:rPr>
              <a:t>A classic example is that of penetration testing.</a:t>
            </a:r>
          </a:p>
          <a:p>
            <a:pPr marL="0" lvl="0" indent="0" algn="l" rtl="0">
              <a:spcBef>
                <a:spcPts val="0"/>
              </a:spcBef>
              <a:spcAft>
                <a:spcPts val="0"/>
              </a:spcAft>
              <a:buNone/>
            </a:pPr>
            <a:endParaRPr lang="en-US" sz="1400" dirty="0">
              <a:latin typeface="Calibri" panose="020F0502020204030204" pitchFamily="34" charset="0"/>
              <a:cs typeface="Calibri" panose="020F0502020204030204" pitchFamily="34" charset="0"/>
            </a:endParaRPr>
          </a:p>
          <a:p>
            <a:pPr marL="0" lvl="0" indent="0" algn="l" rtl="0">
              <a:spcBef>
                <a:spcPts val="0"/>
              </a:spcBef>
              <a:spcAft>
                <a:spcPts val="0"/>
              </a:spcAft>
              <a:buNone/>
            </a:pPr>
            <a:r>
              <a:rPr lang="en-US" sz="1400" dirty="0">
                <a:latin typeface="Calibri" panose="020F0502020204030204" pitchFamily="34" charset="0"/>
                <a:cs typeface="Calibri" panose="020F0502020204030204" pitchFamily="34" charset="0"/>
              </a:rPr>
              <a:t>You can penetration test anything.</a:t>
            </a:r>
          </a:p>
          <a:p>
            <a:pPr marL="0" lvl="0" indent="0" algn="l" rtl="0">
              <a:spcBef>
                <a:spcPts val="0"/>
              </a:spcBef>
              <a:spcAft>
                <a:spcPts val="0"/>
              </a:spcAft>
              <a:buNone/>
            </a:pPr>
            <a:endParaRPr lang="en-US" sz="1400" dirty="0">
              <a:latin typeface="Calibri" panose="020F0502020204030204" pitchFamily="34" charset="0"/>
              <a:cs typeface="Calibri" panose="020F0502020204030204" pitchFamily="34" charset="0"/>
            </a:endParaRPr>
          </a:p>
          <a:p>
            <a:pPr marL="0" lvl="0" indent="0" algn="l" rtl="0">
              <a:spcBef>
                <a:spcPts val="0"/>
              </a:spcBef>
              <a:spcAft>
                <a:spcPts val="0"/>
              </a:spcAft>
              <a:buNone/>
            </a:pPr>
            <a:r>
              <a:rPr lang="en-US" sz="1400" dirty="0">
                <a:latin typeface="Calibri" panose="020F0502020204030204" pitchFamily="34" charset="0"/>
                <a:cs typeface="Calibri" panose="020F0502020204030204" pitchFamily="34" charset="0"/>
              </a:rPr>
              <a:t>You don't need input from any other group.</a:t>
            </a:r>
          </a:p>
          <a:p>
            <a:pPr marL="0" lvl="0" indent="0" algn="l" rtl="0">
              <a:spcBef>
                <a:spcPts val="0"/>
              </a:spcBef>
              <a:spcAft>
                <a:spcPts val="0"/>
              </a:spcAft>
              <a:buNone/>
            </a:pPr>
            <a:endParaRPr lang="en-US" sz="1400" dirty="0">
              <a:latin typeface="Calibri" panose="020F0502020204030204" pitchFamily="34" charset="0"/>
              <a:cs typeface="Calibri" panose="020F0502020204030204" pitchFamily="34" charset="0"/>
            </a:endParaRPr>
          </a:p>
          <a:p>
            <a:pPr marL="0" lvl="0" indent="0" algn="l" rtl="0">
              <a:spcBef>
                <a:spcPts val="0"/>
              </a:spcBef>
              <a:spcAft>
                <a:spcPts val="0"/>
              </a:spcAft>
              <a:buNone/>
            </a:pPr>
            <a:r>
              <a:rPr lang="en-US" sz="1400" dirty="0">
                <a:latin typeface="Calibri" panose="020F0502020204030204" pitchFamily="34" charset="0"/>
                <a:cs typeface="Calibri" panose="020F0502020204030204" pitchFamily="34" charset="0"/>
              </a:rPr>
              <a:t>You just need the device and you can perform a penetration test and produce a penetration test report.</a:t>
            </a:r>
          </a:p>
          <a:p>
            <a:pPr marL="0" lvl="0" indent="0" algn="l" rtl="0">
              <a:spcBef>
                <a:spcPts val="0"/>
              </a:spcBef>
              <a:spcAft>
                <a:spcPts val="0"/>
              </a:spcAft>
              <a:buNone/>
            </a:pPr>
            <a:endParaRPr lang="en-US" sz="1400" dirty="0">
              <a:latin typeface="Calibri" panose="020F0502020204030204" pitchFamily="34" charset="0"/>
              <a:cs typeface="Calibri" panose="020F0502020204030204" pitchFamily="34" charset="0"/>
            </a:endParaRPr>
          </a:p>
          <a:p>
            <a:pPr marL="0" lvl="0" indent="0" algn="l" rtl="0">
              <a:spcBef>
                <a:spcPts val="0"/>
              </a:spcBef>
              <a:spcAft>
                <a:spcPts val="0"/>
              </a:spcAft>
              <a:buNone/>
            </a:pPr>
            <a:r>
              <a:rPr lang="en-US" sz="1400" dirty="0">
                <a:latin typeface="Calibri" panose="020F0502020204030204" pitchFamily="34" charset="0"/>
                <a:cs typeface="Calibri" panose="020F0502020204030204" pitchFamily="34" charset="0"/>
              </a:rPr>
              <a:t>This in and of itself is fine.</a:t>
            </a:r>
          </a:p>
          <a:p>
            <a:pPr marL="0" lvl="0" indent="0" algn="l" rtl="0">
              <a:spcBef>
                <a:spcPts val="0"/>
              </a:spcBef>
              <a:spcAft>
                <a:spcPts val="0"/>
              </a:spcAft>
              <a:buNone/>
            </a:pPr>
            <a:endParaRPr lang="en-US" sz="1400" dirty="0">
              <a:latin typeface="Calibri" panose="020F0502020204030204" pitchFamily="34" charset="0"/>
              <a:cs typeface="Calibri" panose="020F0502020204030204" pitchFamily="34" charset="0"/>
            </a:endParaRPr>
          </a:p>
          <a:p>
            <a:pPr marL="0" lvl="0" indent="0" algn="l" rtl="0">
              <a:spcBef>
                <a:spcPts val="0"/>
              </a:spcBef>
              <a:spcAft>
                <a:spcPts val="0"/>
              </a:spcAft>
              <a:buNone/>
            </a:pPr>
            <a:r>
              <a:rPr lang="en-US" sz="1400" dirty="0">
                <a:latin typeface="Calibri" panose="020F0502020204030204" pitchFamily="34" charset="0"/>
                <a:cs typeface="Calibri" panose="020F0502020204030204" pitchFamily="34" charset="0"/>
              </a:rPr>
              <a:t>&lt;pause&gt;</a:t>
            </a:r>
          </a:p>
          <a:p>
            <a:pPr marL="0" lvl="0" indent="0" algn="l" rtl="0">
              <a:spcBef>
                <a:spcPts val="0"/>
              </a:spcBef>
              <a:spcAft>
                <a:spcPts val="0"/>
              </a:spcAft>
              <a:buNone/>
            </a:pPr>
            <a:endParaRPr lang="en-US" sz="1400" dirty="0">
              <a:latin typeface="Calibri" panose="020F0502020204030204" pitchFamily="34" charset="0"/>
              <a:cs typeface="Calibri" panose="020F0502020204030204" pitchFamily="34" charset="0"/>
            </a:endParaRPr>
          </a:p>
          <a:p>
            <a:pPr marL="0" lvl="0" indent="0" algn="l" rtl="0">
              <a:spcBef>
                <a:spcPts val="0"/>
              </a:spcBef>
              <a:spcAft>
                <a:spcPts val="0"/>
              </a:spcAft>
              <a:buNone/>
            </a:pPr>
            <a:r>
              <a:rPr lang="en-US" sz="1400" strike="sngStrike" dirty="0">
                <a:latin typeface="Calibri" panose="020F0502020204030204" pitchFamily="34" charset="0"/>
                <a:cs typeface="Calibri" panose="020F0502020204030204" pitchFamily="34" charset="0"/>
              </a:rPr>
              <a:t>But if we then go and look at something like threat modeling, we discover that it’s the same kind of animal.</a:t>
            </a:r>
          </a:p>
          <a:p>
            <a:pPr marL="0" lvl="0" indent="0" algn="l" rtl="0">
              <a:spcBef>
                <a:spcPts val="0"/>
              </a:spcBef>
              <a:spcAft>
                <a:spcPts val="0"/>
              </a:spcAft>
              <a:buNone/>
            </a:pPr>
            <a:endParaRPr lang="en-US" sz="1400" strike="sngStrike" dirty="0">
              <a:latin typeface="Calibri" panose="020F0502020204030204" pitchFamily="34" charset="0"/>
              <a:cs typeface="Calibri" panose="020F0502020204030204" pitchFamily="34" charset="0"/>
            </a:endParaRPr>
          </a:p>
          <a:p>
            <a:pPr marL="0" lvl="0" indent="0" algn="l" rtl="0">
              <a:spcBef>
                <a:spcPts val="0"/>
              </a:spcBef>
              <a:spcAft>
                <a:spcPts val="0"/>
              </a:spcAft>
              <a:buNone/>
            </a:pPr>
            <a:r>
              <a:rPr lang="en-US" sz="1400" strike="sngStrike" dirty="0">
                <a:latin typeface="Calibri" panose="020F0502020204030204" pitchFamily="34" charset="0"/>
                <a:cs typeface="Calibri" panose="020F0502020204030204" pitchFamily="34" charset="0"/>
              </a:rPr>
              <a:t>If we can have the device or the design or the requirements, we can synthesize a DFD which we can then reason on and generate a report from.</a:t>
            </a:r>
          </a:p>
          <a:p>
            <a:pPr marL="0" lvl="0" indent="0" algn="l" rtl="0">
              <a:spcBef>
                <a:spcPts val="0"/>
              </a:spcBef>
              <a:spcAft>
                <a:spcPts val="0"/>
              </a:spcAft>
              <a:buNone/>
            </a:pPr>
            <a:endParaRPr lang="en-US" sz="1400" strike="sngStrike" dirty="0">
              <a:latin typeface="Calibri" panose="020F0502020204030204" pitchFamily="34" charset="0"/>
              <a:cs typeface="Calibri" panose="020F0502020204030204" pitchFamily="34" charset="0"/>
            </a:endParaRPr>
          </a:p>
          <a:p>
            <a:pPr marL="0" lvl="0" indent="0" algn="l" rtl="0">
              <a:spcBef>
                <a:spcPts val="0"/>
              </a:spcBef>
              <a:spcAft>
                <a:spcPts val="0"/>
              </a:spcAft>
              <a:buNone/>
            </a:pPr>
            <a:r>
              <a:rPr lang="en-US" sz="1400" strike="sngStrike" dirty="0">
                <a:latin typeface="Calibri" panose="020F0502020204030204" pitchFamily="34" charset="0"/>
                <a:cs typeface="Calibri" panose="020F0502020204030204" pitchFamily="34" charset="0"/>
              </a:rPr>
              <a:t>&lt;pause&gt;</a:t>
            </a:r>
          </a:p>
          <a:p>
            <a:pPr marL="0" lvl="0" indent="0" algn="l" rtl="0">
              <a:spcBef>
                <a:spcPts val="0"/>
              </a:spcBef>
              <a:spcAft>
                <a:spcPts val="0"/>
              </a:spcAft>
              <a:buNone/>
            </a:pPr>
            <a:endParaRPr lang="en-US" sz="1400" strike="sngStrike" dirty="0">
              <a:latin typeface="Calibri" panose="020F0502020204030204" pitchFamily="34" charset="0"/>
              <a:cs typeface="Calibri" panose="020F0502020204030204" pitchFamily="34" charset="0"/>
            </a:endParaRPr>
          </a:p>
          <a:p>
            <a:pPr marL="0" lvl="0" indent="0" algn="l" rtl="0">
              <a:spcBef>
                <a:spcPts val="0"/>
              </a:spcBef>
              <a:spcAft>
                <a:spcPts val="0"/>
              </a:spcAft>
              <a:buNone/>
            </a:pPr>
            <a:r>
              <a:rPr lang="en-US" sz="1400" strike="sngStrike" dirty="0">
                <a:latin typeface="Calibri" panose="020F0502020204030204" pitchFamily="34" charset="0"/>
                <a:cs typeface="Calibri" panose="020F0502020204030204" pitchFamily="34" charset="0"/>
              </a:rPr>
              <a:t>Or we could do static analysis and take all the source code and run it through a separate program, generate output, and then produce that set of results.</a:t>
            </a:r>
          </a:p>
          <a:p>
            <a:pPr marL="0" lvl="0" indent="0" algn="l" rtl="0">
              <a:spcBef>
                <a:spcPts val="0"/>
              </a:spcBef>
              <a:spcAft>
                <a:spcPts val="0"/>
              </a:spcAft>
              <a:buNone/>
            </a:pPr>
            <a:endParaRPr lang="en-US" sz="1400" strike="sngStrike" dirty="0">
              <a:latin typeface="Calibri" panose="020F0502020204030204" pitchFamily="34" charset="0"/>
              <a:cs typeface="Calibri" panose="020F0502020204030204" pitchFamily="34" charset="0"/>
            </a:endParaRPr>
          </a:p>
          <a:p>
            <a:pPr marL="0" lvl="0" indent="0" algn="l" rtl="0">
              <a:spcBef>
                <a:spcPts val="0"/>
              </a:spcBef>
              <a:spcAft>
                <a:spcPts val="0"/>
              </a:spcAft>
              <a:buNone/>
            </a:pPr>
            <a:r>
              <a:rPr lang="en-US" sz="1400" strike="sngStrike" dirty="0">
                <a:latin typeface="Calibri" panose="020F0502020204030204" pitchFamily="34" charset="0"/>
                <a:cs typeface="Calibri" panose="020F0502020204030204" pitchFamily="34" charset="0"/>
              </a:rPr>
              <a:t>&lt;pause&gt;</a:t>
            </a:r>
          </a:p>
          <a:p>
            <a:pPr marL="0" lvl="0" indent="0" algn="l" rtl="0">
              <a:spcBef>
                <a:spcPts val="0"/>
              </a:spcBef>
              <a:spcAft>
                <a:spcPts val="0"/>
              </a:spcAft>
              <a:buNone/>
            </a:pPr>
            <a:endParaRPr lang="en-US" sz="1400" strike="sngStrike" dirty="0">
              <a:latin typeface="Calibri" panose="020F0502020204030204" pitchFamily="34" charset="0"/>
              <a:cs typeface="Calibri" panose="020F0502020204030204" pitchFamily="34" charset="0"/>
            </a:endParaRPr>
          </a:p>
          <a:p>
            <a:pPr marL="0" lvl="0" indent="0" algn="l" rtl="0">
              <a:spcBef>
                <a:spcPts val="0"/>
              </a:spcBef>
              <a:spcAft>
                <a:spcPts val="0"/>
              </a:spcAft>
              <a:buNone/>
            </a:pPr>
            <a:r>
              <a:rPr lang="en-US" sz="1400" strike="sngStrike" dirty="0">
                <a:latin typeface="Calibri" panose="020F0502020204030204" pitchFamily="34" charset="0"/>
                <a:cs typeface="Calibri" panose="020F0502020204030204" pitchFamily="34" charset="0"/>
              </a:rPr>
              <a:t>Or perhaps we could do something like fuzz testing where we actually are slightly more intrusive, but we still bring all the other pieces to the table ourselves.</a:t>
            </a:r>
          </a:p>
          <a:p>
            <a:pPr marL="0" lvl="0" indent="0" algn="l" rtl="0">
              <a:spcBef>
                <a:spcPts val="0"/>
              </a:spcBef>
              <a:spcAft>
                <a:spcPts val="0"/>
              </a:spcAft>
              <a:buNone/>
            </a:pPr>
            <a:endParaRPr lang="en-US" sz="1400" strike="sngStrike" dirty="0">
              <a:latin typeface="Calibri" panose="020F0502020204030204" pitchFamily="34" charset="0"/>
              <a:cs typeface="Calibri" panose="020F0502020204030204" pitchFamily="34" charset="0"/>
            </a:endParaRPr>
          </a:p>
          <a:p>
            <a:pPr marL="0" lvl="0" indent="0" algn="l" rtl="0">
              <a:spcBef>
                <a:spcPts val="0"/>
              </a:spcBef>
              <a:spcAft>
                <a:spcPts val="0"/>
              </a:spcAft>
              <a:buNone/>
            </a:pPr>
            <a:r>
              <a:rPr lang="en-US" sz="1400" strike="sngStrike" dirty="0">
                <a:latin typeface="Calibri" panose="020F0502020204030204" pitchFamily="34" charset="0"/>
                <a:cs typeface="Calibri" panose="020F0502020204030204" pitchFamily="34" charset="0"/>
              </a:rPr>
              <a:t>And we again generate a report.</a:t>
            </a:r>
          </a:p>
          <a:p>
            <a:pPr marL="0" lvl="0" indent="0" algn="l" rtl="0">
              <a:spcBef>
                <a:spcPts val="0"/>
              </a:spcBef>
              <a:spcAft>
                <a:spcPts val="0"/>
              </a:spcAft>
              <a:buNone/>
            </a:pPr>
            <a:endParaRPr lang="en-US" sz="1400" strike="sngStrike" dirty="0">
              <a:latin typeface="Calibri" panose="020F0502020204030204" pitchFamily="34" charset="0"/>
              <a:cs typeface="Calibri" panose="020F0502020204030204" pitchFamily="34" charset="0"/>
            </a:endParaRPr>
          </a:p>
          <a:p>
            <a:pPr marL="0" lvl="0" indent="0" algn="l" rtl="0">
              <a:spcBef>
                <a:spcPts val="0"/>
              </a:spcBef>
              <a:spcAft>
                <a:spcPts val="0"/>
              </a:spcAft>
              <a:buNone/>
            </a:pPr>
            <a:r>
              <a:rPr lang="en-US" sz="1400" strike="sngStrike" dirty="0">
                <a:latin typeface="Calibri" panose="020F0502020204030204" pitchFamily="34" charset="0"/>
                <a:cs typeface="Calibri" panose="020F0502020204030204" pitchFamily="34" charset="0"/>
              </a:rPr>
              <a:t>&lt;pause&gt;</a:t>
            </a:r>
          </a:p>
          <a:p>
            <a:pPr marL="0" lvl="0" indent="0" algn="l" rtl="0">
              <a:spcBef>
                <a:spcPts val="0"/>
              </a:spcBef>
              <a:spcAft>
                <a:spcPts val="0"/>
              </a:spcAft>
              <a:buNone/>
            </a:pPr>
            <a:endParaRPr lang="en-US" sz="1400" strike="sngStrike" dirty="0">
              <a:latin typeface="Calibri" panose="020F0502020204030204" pitchFamily="34" charset="0"/>
              <a:cs typeface="Calibri" panose="020F0502020204030204" pitchFamily="34" charset="0"/>
            </a:endParaRPr>
          </a:p>
          <a:p>
            <a:pPr marL="0" lvl="0" indent="0" algn="l" rtl="0">
              <a:spcBef>
                <a:spcPts val="0"/>
              </a:spcBef>
              <a:spcAft>
                <a:spcPts val="0"/>
              </a:spcAft>
              <a:buNone/>
            </a:pPr>
            <a:r>
              <a:rPr lang="en-US" sz="1400" strike="sngStrike" dirty="0">
                <a:latin typeface="Calibri" panose="020F0502020204030204" pitchFamily="34" charset="0"/>
                <a:cs typeface="Calibri" panose="020F0502020204030204" pitchFamily="34" charset="0"/>
              </a:rPr>
              <a:t>Now it's not desirable for us to treat all of these activities and several more in isolation, but that's the way that they have traditionally been treated.</a:t>
            </a:r>
          </a:p>
          <a:p>
            <a:pPr marL="0" lvl="0" indent="0" algn="l" rtl="0">
              <a:spcBef>
                <a:spcPts val="0"/>
              </a:spcBef>
              <a:spcAft>
                <a:spcPts val="0"/>
              </a:spcAft>
              <a:buNone/>
            </a:pPr>
            <a:endParaRPr lang="en-US" sz="1400" strike="sngStrike" dirty="0">
              <a:latin typeface="Calibri" panose="020F0502020204030204" pitchFamily="34" charset="0"/>
              <a:cs typeface="Calibri" panose="020F0502020204030204" pitchFamily="34" charset="0"/>
            </a:endParaRPr>
          </a:p>
          <a:p>
            <a:pPr marL="0" lvl="0" indent="0" algn="l" rtl="0">
              <a:spcBef>
                <a:spcPts val="0"/>
              </a:spcBef>
              <a:spcAft>
                <a:spcPts val="0"/>
              </a:spcAft>
              <a:buNone/>
            </a:pPr>
            <a:r>
              <a:rPr lang="en-US" sz="1400" strike="sngStrike" dirty="0">
                <a:latin typeface="Calibri" panose="020F0502020204030204" pitchFamily="34" charset="0"/>
                <a:cs typeface="Calibri" panose="020F0502020204030204" pitchFamily="34" charset="0"/>
              </a:rPr>
              <a:t>&lt;pause&gt;</a:t>
            </a:r>
          </a:p>
          <a:p>
            <a:pPr marL="0" lvl="0" indent="0" algn="l" rtl="0">
              <a:spcBef>
                <a:spcPts val="0"/>
              </a:spcBef>
              <a:spcAft>
                <a:spcPts val="0"/>
              </a:spcAft>
              <a:buNone/>
            </a:pPr>
            <a:endParaRPr lang="en-US" sz="1400" strike="sngStrike" dirty="0">
              <a:latin typeface="Calibri" panose="020F0502020204030204" pitchFamily="34" charset="0"/>
              <a:cs typeface="Calibri" panose="020F0502020204030204" pitchFamily="34" charset="0"/>
            </a:endParaRPr>
          </a:p>
          <a:p>
            <a:pPr marL="0" lvl="0" indent="0" algn="l" rtl="0">
              <a:spcBef>
                <a:spcPts val="0"/>
              </a:spcBef>
              <a:spcAft>
                <a:spcPts val="0"/>
              </a:spcAft>
              <a:buNone/>
            </a:pPr>
            <a:r>
              <a:rPr lang="en-US" sz="1400" strike="sngStrike" dirty="0">
                <a:latin typeface="Calibri" panose="020F0502020204030204" pitchFamily="34" charset="0"/>
                <a:cs typeface="Calibri" panose="020F0502020204030204" pitchFamily="34" charset="0"/>
              </a:rPr>
              <a:t>What we would like to have is not a collection of one-man bands, but rather a symphony orchestra where discrete elements can be composed and work harmoniously with each other.</a:t>
            </a:r>
          </a:p>
          <a:p>
            <a:pPr marL="0" lvl="0" indent="0" algn="l" rtl="0">
              <a:spcBef>
                <a:spcPts val="0"/>
              </a:spcBef>
              <a:spcAft>
                <a:spcPts val="0"/>
              </a:spcAft>
              <a:buNone/>
            </a:pPr>
            <a:endParaRPr lang="en-US" sz="1400" strike="sngStrike" dirty="0">
              <a:latin typeface="Calibri" panose="020F0502020204030204" pitchFamily="34" charset="0"/>
              <a:cs typeface="Calibri" panose="020F0502020204030204" pitchFamily="34" charset="0"/>
            </a:endParaRPr>
          </a:p>
          <a:p>
            <a:pPr marL="0" lvl="0" indent="0" algn="l" rtl="0">
              <a:spcBef>
                <a:spcPts val="0"/>
              </a:spcBef>
              <a:spcAft>
                <a:spcPts val="0"/>
              </a:spcAft>
              <a:buNone/>
            </a:pPr>
            <a:r>
              <a:rPr lang="en-US" sz="1400" strike="sngStrike" dirty="0">
                <a:latin typeface="Calibri" panose="020F0502020204030204" pitchFamily="34" charset="0"/>
                <a:cs typeface="Calibri" panose="020F0502020204030204" pitchFamily="34" charset="0"/>
              </a:rPr>
              <a:t>That's what the threat prioritization aspect of the AVCDL is intended to accomplish.</a:t>
            </a:r>
          </a:p>
        </p:txBody>
      </p:sp>
    </p:spTree>
    <p:extLst>
      <p:ext uri="{BB962C8B-B14F-4D97-AF65-F5344CB8AC3E}">
        <p14:creationId xmlns:p14="http://schemas.microsoft.com/office/powerpoint/2010/main" val="3905351553"/>
      </p:ext>
    </p:extLst>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1195"/>
        <p:cNvGrpSpPr/>
        <p:nvPr/>
      </p:nvGrpSpPr>
      <p:grpSpPr>
        <a:xfrm>
          <a:off x="0" y="0"/>
          <a:ext cx="0" cy="0"/>
          <a:chOff x="0" y="0"/>
          <a:chExt cx="0" cy="0"/>
        </a:xfrm>
      </p:grpSpPr>
      <p:sp>
        <p:nvSpPr>
          <p:cNvPr id="1196" name="Google Shape;1196;g9ac6590046_0_272:notes"/>
          <p:cNvSpPr>
            <a:spLocks noGrp="1" noRot="1" noChangeAspect="1"/>
          </p:cNvSpPr>
          <p:nvPr>
            <p:ph type="sldImg" idx="2"/>
          </p:nvPr>
        </p:nvSpPr>
        <p:spPr>
          <a:xfrm>
            <a:off x="382588" y="685800"/>
            <a:ext cx="6094412" cy="3429000"/>
          </a:xfrm>
          <a:custGeom>
            <a:avLst/>
            <a:gdLst/>
            <a:ahLst/>
            <a:cxnLst/>
            <a:rect l="l" t="t" r="r" b="b"/>
            <a:pathLst>
              <a:path w="120000" h="120000" extrusionOk="0">
                <a:moveTo>
                  <a:pt x="0" y="0"/>
                </a:moveTo>
                <a:lnTo>
                  <a:pt x="120000" y="0"/>
                </a:lnTo>
                <a:lnTo>
                  <a:pt x="120000" y="120000"/>
                </a:lnTo>
                <a:lnTo>
                  <a:pt x="0" y="120000"/>
                </a:lnTo>
                <a:close/>
              </a:path>
            </a:pathLst>
          </a:custGeom>
        </p:spPr>
      </p:sp>
      <p:sp>
        <p:nvSpPr>
          <p:cNvPr id="1197" name="Google Shape;1197;g9ac6590046_0_272:notes"/>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r>
              <a:rPr lang="en-US" sz="1400" dirty="0">
                <a:latin typeface="Calibri" panose="020F0502020204030204" pitchFamily="34" charset="0"/>
                <a:cs typeface="Calibri" panose="020F0502020204030204" pitchFamily="34" charset="0"/>
              </a:rPr>
              <a:t>Script:</a:t>
            </a:r>
          </a:p>
          <a:p>
            <a:pPr marL="0" lvl="0" indent="0" algn="l" rtl="0">
              <a:spcBef>
                <a:spcPts val="0"/>
              </a:spcBef>
              <a:spcAft>
                <a:spcPts val="0"/>
              </a:spcAft>
              <a:buNone/>
            </a:pPr>
            <a:endParaRPr lang="en-US" sz="1400" dirty="0">
              <a:solidFill>
                <a:srgbClr val="1D1C1D"/>
              </a:solidFill>
              <a:effectLst/>
              <a:latin typeface="Calibri" panose="020F0502020204030204" pitchFamily="34" charset="0"/>
              <a:cs typeface="Calibri" panose="020F0502020204030204" pitchFamily="34" charset="0"/>
            </a:endParaRPr>
          </a:p>
          <a:p>
            <a:pPr marL="0" lvl="0" indent="0" algn="l" rtl="0">
              <a:spcBef>
                <a:spcPts val="0"/>
              </a:spcBef>
              <a:spcAft>
                <a:spcPts val="0"/>
              </a:spcAft>
              <a:buNone/>
            </a:pPr>
            <a:r>
              <a:rPr lang="en-US" sz="1400" strike="sngStrike" dirty="0">
                <a:latin typeface="Calibri" panose="020F0502020204030204" pitchFamily="34" charset="0"/>
                <a:cs typeface="Calibri" panose="020F0502020204030204" pitchFamily="34" charset="0"/>
              </a:rPr>
              <a:t>Unlike many aspects of product development, cybersecurity is traditionally treated like a one-man band.</a:t>
            </a:r>
          </a:p>
          <a:p>
            <a:pPr marL="0" lvl="0" indent="0" algn="l" rtl="0">
              <a:spcBef>
                <a:spcPts val="0"/>
              </a:spcBef>
              <a:spcAft>
                <a:spcPts val="0"/>
              </a:spcAft>
              <a:buNone/>
            </a:pPr>
            <a:endParaRPr lang="en-US" sz="1400" strike="sngStrike" dirty="0">
              <a:latin typeface="Calibri" panose="020F0502020204030204" pitchFamily="34" charset="0"/>
              <a:cs typeface="Calibri" panose="020F0502020204030204" pitchFamily="34" charset="0"/>
            </a:endParaRPr>
          </a:p>
          <a:p>
            <a:pPr marL="0" lvl="0" indent="0" algn="l" rtl="0">
              <a:spcBef>
                <a:spcPts val="0"/>
              </a:spcBef>
              <a:spcAft>
                <a:spcPts val="0"/>
              </a:spcAft>
              <a:buNone/>
            </a:pPr>
            <a:r>
              <a:rPr lang="en-US" sz="1400" strike="sngStrike" dirty="0">
                <a:latin typeface="Calibri" panose="020F0502020204030204" pitchFamily="34" charset="0"/>
                <a:cs typeface="Calibri" panose="020F0502020204030204" pitchFamily="34" charset="0"/>
              </a:rPr>
              <a:t>They're responsible for bringing their own instruments, playing their own music, and dealing with everything related to the function they try to accomplish.</a:t>
            </a:r>
          </a:p>
          <a:p>
            <a:pPr marL="0" lvl="0" indent="0" algn="l" rtl="0">
              <a:spcBef>
                <a:spcPts val="0"/>
              </a:spcBef>
              <a:spcAft>
                <a:spcPts val="0"/>
              </a:spcAft>
              <a:buNone/>
            </a:pPr>
            <a:endParaRPr lang="en-US" sz="1400" strike="sngStrike" dirty="0">
              <a:latin typeface="Calibri" panose="020F0502020204030204" pitchFamily="34" charset="0"/>
              <a:cs typeface="Calibri" panose="020F0502020204030204" pitchFamily="34" charset="0"/>
            </a:endParaRPr>
          </a:p>
          <a:p>
            <a:pPr marL="0" lvl="0" indent="0" algn="l" rtl="0">
              <a:spcBef>
                <a:spcPts val="0"/>
              </a:spcBef>
              <a:spcAft>
                <a:spcPts val="0"/>
              </a:spcAft>
              <a:buNone/>
            </a:pPr>
            <a:r>
              <a:rPr lang="en-US" sz="1400" strike="sngStrike" dirty="0">
                <a:latin typeface="Calibri" panose="020F0502020204030204" pitchFamily="34" charset="0"/>
                <a:cs typeface="Calibri" panose="020F0502020204030204" pitchFamily="34" charset="0"/>
              </a:rPr>
              <a:t>A classic example is that of penetration testing.</a:t>
            </a:r>
          </a:p>
          <a:p>
            <a:pPr marL="0" lvl="0" indent="0" algn="l" rtl="0">
              <a:spcBef>
                <a:spcPts val="0"/>
              </a:spcBef>
              <a:spcAft>
                <a:spcPts val="0"/>
              </a:spcAft>
              <a:buNone/>
            </a:pPr>
            <a:endParaRPr lang="en-US" sz="1400" strike="sngStrike" dirty="0">
              <a:latin typeface="Calibri" panose="020F0502020204030204" pitchFamily="34" charset="0"/>
              <a:cs typeface="Calibri" panose="020F0502020204030204" pitchFamily="34" charset="0"/>
            </a:endParaRPr>
          </a:p>
          <a:p>
            <a:pPr marL="0" lvl="0" indent="0" algn="l" rtl="0">
              <a:spcBef>
                <a:spcPts val="0"/>
              </a:spcBef>
              <a:spcAft>
                <a:spcPts val="0"/>
              </a:spcAft>
              <a:buNone/>
            </a:pPr>
            <a:r>
              <a:rPr lang="en-US" sz="1400" strike="sngStrike" dirty="0">
                <a:latin typeface="Calibri" panose="020F0502020204030204" pitchFamily="34" charset="0"/>
                <a:cs typeface="Calibri" panose="020F0502020204030204" pitchFamily="34" charset="0"/>
              </a:rPr>
              <a:t>You can penetration test anything.</a:t>
            </a:r>
          </a:p>
          <a:p>
            <a:pPr marL="0" lvl="0" indent="0" algn="l" rtl="0">
              <a:spcBef>
                <a:spcPts val="0"/>
              </a:spcBef>
              <a:spcAft>
                <a:spcPts val="0"/>
              </a:spcAft>
              <a:buNone/>
            </a:pPr>
            <a:endParaRPr lang="en-US" sz="1400" strike="sngStrike" dirty="0">
              <a:latin typeface="Calibri" panose="020F0502020204030204" pitchFamily="34" charset="0"/>
              <a:cs typeface="Calibri" panose="020F0502020204030204" pitchFamily="34" charset="0"/>
            </a:endParaRPr>
          </a:p>
          <a:p>
            <a:pPr marL="0" lvl="0" indent="0" algn="l" rtl="0">
              <a:spcBef>
                <a:spcPts val="0"/>
              </a:spcBef>
              <a:spcAft>
                <a:spcPts val="0"/>
              </a:spcAft>
              <a:buNone/>
            </a:pPr>
            <a:r>
              <a:rPr lang="en-US" sz="1400" strike="sngStrike" dirty="0">
                <a:latin typeface="Calibri" panose="020F0502020204030204" pitchFamily="34" charset="0"/>
                <a:cs typeface="Calibri" panose="020F0502020204030204" pitchFamily="34" charset="0"/>
              </a:rPr>
              <a:t>You don't need input from any other group.</a:t>
            </a:r>
          </a:p>
          <a:p>
            <a:pPr marL="0" lvl="0" indent="0" algn="l" rtl="0">
              <a:spcBef>
                <a:spcPts val="0"/>
              </a:spcBef>
              <a:spcAft>
                <a:spcPts val="0"/>
              </a:spcAft>
              <a:buNone/>
            </a:pPr>
            <a:endParaRPr lang="en-US" sz="1400" strike="sngStrike" dirty="0">
              <a:latin typeface="Calibri" panose="020F0502020204030204" pitchFamily="34" charset="0"/>
              <a:cs typeface="Calibri" panose="020F0502020204030204" pitchFamily="34" charset="0"/>
            </a:endParaRPr>
          </a:p>
          <a:p>
            <a:pPr marL="0" lvl="0" indent="0" algn="l" rtl="0">
              <a:spcBef>
                <a:spcPts val="0"/>
              </a:spcBef>
              <a:spcAft>
                <a:spcPts val="0"/>
              </a:spcAft>
              <a:buNone/>
            </a:pPr>
            <a:r>
              <a:rPr lang="en-US" sz="1400" strike="sngStrike" dirty="0">
                <a:latin typeface="Calibri" panose="020F0502020204030204" pitchFamily="34" charset="0"/>
                <a:cs typeface="Calibri" panose="020F0502020204030204" pitchFamily="34" charset="0"/>
              </a:rPr>
              <a:t>You just need the device and you can perform a penetration test and produce a penetration test report.</a:t>
            </a:r>
          </a:p>
          <a:p>
            <a:pPr marL="0" lvl="0" indent="0" algn="l" rtl="0">
              <a:spcBef>
                <a:spcPts val="0"/>
              </a:spcBef>
              <a:spcAft>
                <a:spcPts val="0"/>
              </a:spcAft>
              <a:buNone/>
            </a:pPr>
            <a:endParaRPr lang="en-US" sz="1400" strike="sngStrike" dirty="0">
              <a:latin typeface="Calibri" panose="020F0502020204030204" pitchFamily="34" charset="0"/>
              <a:cs typeface="Calibri" panose="020F0502020204030204" pitchFamily="34" charset="0"/>
            </a:endParaRPr>
          </a:p>
          <a:p>
            <a:pPr marL="0" lvl="0" indent="0" algn="l" rtl="0">
              <a:spcBef>
                <a:spcPts val="0"/>
              </a:spcBef>
              <a:spcAft>
                <a:spcPts val="0"/>
              </a:spcAft>
              <a:buNone/>
            </a:pPr>
            <a:r>
              <a:rPr lang="en-US" sz="1400" strike="sngStrike" dirty="0">
                <a:latin typeface="Calibri" panose="020F0502020204030204" pitchFamily="34" charset="0"/>
                <a:cs typeface="Calibri" panose="020F0502020204030204" pitchFamily="34" charset="0"/>
              </a:rPr>
              <a:t>This in and of itself is fine.</a:t>
            </a:r>
          </a:p>
          <a:p>
            <a:pPr marL="0" lvl="0" indent="0" algn="l" rtl="0">
              <a:spcBef>
                <a:spcPts val="0"/>
              </a:spcBef>
              <a:spcAft>
                <a:spcPts val="0"/>
              </a:spcAft>
              <a:buNone/>
            </a:pPr>
            <a:endParaRPr lang="en-US" sz="1400" strike="sngStrike" dirty="0">
              <a:latin typeface="Calibri" panose="020F0502020204030204" pitchFamily="34" charset="0"/>
              <a:cs typeface="Calibri" panose="020F0502020204030204" pitchFamily="34" charset="0"/>
            </a:endParaRPr>
          </a:p>
          <a:p>
            <a:pPr marL="0" lvl="0" indent="0" algn="l" rtl="0">
              <a:spcBef>
                <a:spcPts val="0"/>
              </a:spcBef>
              <a:spcAft>
                <a:spcPts val="0"/>
              </a:spcAft>
              <a:buNone/>
            </a:pPr>
            <a:r>
              <a:rPr lang="en-US" sz="1400" strike="sngStrike" dirty="0">
                <a:latin typeface="Calibri" panose="020F0502020204030204" pitchFamily="34" charset="0"/>
                <a:cs typeface="Calibri" panose="020F0502020204030204" pitchFamily="34" charset="0"/>
              </a:rPr>
              <a:t>&lt;pause&gt;</a:t>
            </a:r>
          </a:p>
          <a:p>
            <a:pPr marL="0" lvl="0" indent="0" algn="l" rtl="0">
              <a:spcBef>
                <a:spcPts val="0"/>
              </a:spcBef>
              <a:spcAft>
                <a:spcPts val="0"/>
              </a:spcAft>
              <a:buNone/>
            </a:pPr>
            <a:endParaRPr lang="en-US" sz="1400" dirty="0">
              <a:latin typeface="Calibri" panose="020F0502020204030204" pitchFamily="34" charset="0"/>
              <a:cs typeface="Calibri" panose="020F0502020204030204" pitchFamily="34" charset="0"/>
            </a:endParaRPr>
          </a:p>
          <a:p>
            <a:pPr marL="0" lvl="0" indent="0" algn="l" rtl="0">
              <a:spcBef>
                <a:spcPts val="0"/>
              </a:spcBef>
              <a:spcAft>
                <a:spcPts val="0"/>
              </a:spcAft>
              <a:buNone/>
            </a:pPr>
            <a:r>
              <a:rPr lang="en-US" sz="1400" dirty="0">
                <a:latin typeface="Calibri" panose="020F0502020204030204" pitchFamily="34" charset="0"/>
                <a:cs typeface="Calibri" panose="020F0502020204030204" pitchFamily="34" charset="0"/>
              </a:rPr>
              <a:t>But if we then go and look at something like threat modeling, we discover that it’s the same kind of animal.</a:t>
            </a:r>
          </a:p>
          <a:p>
            <a:pPr marL="0" lvl="0" indent="0" algn="l" rtl="0">
              <a:spcBef>
                <a:spcPts val="0"/>
              </a:spcBef>
              <a:spcAft>
                <a:spcPts val="0"/>
              </a:spcAft>
              <a:buNone/>
            </a:pPr>
            <a:endParaRPr lang="en-US" sz="1400" dirty="0">
              <a:latin typeface="Calibri" panose="020F0502020204030204" pitchFamily="34" charset="0"/>
              <a:cs typeface="Calibri" panose="020F0502020204030204" pitchFamily="34" charset="0"/>
            </a:endParaRPr>
          </a:p>
          <a:p>
            <a:pPr marL="0" lvl="0" indent="0" algn="l" rtl="0">
              <a:spcBef>
                <a:spcPts val="0"/>
              </a:spcBef>
              <a:spcAft>
                <a:spcPts val="0"/>
              </a:spcAft>
              <a:buNone/>
            </a:pPr>
            <a:r>
              <a:rPr lang="en-US" sz="1400" dirty="0">
                <a:latin typeface="Calibri" panose="020F0502020204030204" pitchFamily="34" charset="0"/>
                <a:cs typeface="Calibri" panose="020F0502020204030204" pitchFamily="34" charset="0"/>
              </a:rPr>
              <a:t>If we can have the device or the design or the requirements, we can synthesize a DFD which we can then reason on and generate a report from.</a:t>
            </a:r>
          </a:p>
          <a:p>
            <a:pPr marL="0" lvl="0" indent="0" algn="l" rtl="0">
              <a:spcBef>
                <a:spcPts val="0"/>
              </a:spcBef>
              <a:spcAft>
                <a:spcPts val="0"/>
              </a:spcAft>
              <a:buNone/>
            </a:pPr>
            <a:endParaRPr lang="en-US" sz="1400" dirty="0">
              <a:latin typeface="Calibri" panose="020F0502020204030204" pitchFamily="34" charset="0"/>
              <a:cs typeface="Calibri" panose="020F0502020204030204" pitchFamily="34" charset="0"/>
            </a:endParaRPr>
          </a:p>
          <a:p>
            <a:pPr marL="0" lvl="0" indent="0" algn="l" rtl="0">
              <a:spcBef>
                <a:spcPts val="0"/>
              </a:spcBef>
              <a:spcAft>
                <a:spcPts val="0"/>
              </a:spcAft>
              <a:buNone/>
            </a:pPr>
            <a:r>
              <a:rPr lang="en-US" sz="1400" dirty="0">
                <a:latin typeface="Calibri" panose="020F0502020204030204" pitchFamily="34" charset="0"/>
                <a:cs typeface="Calibri" panose="020F0502020204030204" pitchFamily="34" charset="0"/>
              </a:rPr>
              <a:t>&lt;pause&gt;</a:t>
            </a:r>
          </a:p>
          <a:p>
            <a:pPr marL="0" lvl="0" indent="0" algn="l" rtl="0">
              <a:spcBef>
                <a:spcPts val="0"/>
              </a:spcBef>
              <a:spcAft>
                <a:spcPts val="0"/>
              </a:spcAft>
              <a:buNone/>
            </a:pPr>
            <a:endParaRPr lang="en-US" sz="1400" dirty="0">
              <a:latin typeface="Calibri" panose="020F0502020204030204" pitchFamily="34" charset="0"/>
              <a:cs typeface="Calibri" panose="020F0502020204030204" pitchFamily="34" charset="0"/>
            </a:endParaRPr>
          </a:p>
          <a:p>
            <a:pPr marL="0" lvl="0" indent="0" algn="l" rtl="0">
              <a:spcBef>
                <a:spcPts val="0"/>
              </a:spcBef>
              <a:spcAft>
                <a:spcPts val="0"/>
              </a:spcAft>
              <a:buNone/>
            </a:pPr>
            <a:r>
              <a:rPr lang="en-US" sz="1400" strike="sngStrike" dirty="0">
                <a:latin typeface="Calibri" panose="020F0502020204030204" pitchFamily="34" charset="0"/>
                <a:cs typeface="Calibri" panose="020F0502020204030204" pitchFamily="34" charset="0"/>
              </a:rPr>
              <a:t>Or we could do static analysis and take all the source code and run it through a separate program, generate output, and then produce that set of results.</a:t>
            </a:r>
          </a:p>
          <a:p>
            <a:pPr marL="0" lvl="0" indent="0" algn="l" rtl="0">
              <a:spcBef>
                <a:spcPts val="0"/>
              </a:spcBef>
              <a:spcAft>
                <a:spcPts val="0"/>
              </a:spcAft>
              <a:buNone/>
            </a:pPr>
            <a:endParaRPr lang="en-US" sz="1400" strike="sngStrike" dirty="0">
              <a:latin typeface="Calibri" panose="020F0502020204030204" pitchFamily="34" charset="0"/>
              <a:cs typeface="Calibri" panose="020F0502020204030204" pitchFamily="34" charset="0"/>
            </a:endParaRPr>
          </a:p>
          <a:p>
            <a:pPr marL="0" lvl="0" indent="0" algn="l" rtl="0">
              <a:spcBef>
                <a:spcPts val="0"/>
              </a:spcBef>
              <a:spcAft>
                <a:spcPts val="0"/>
              </a:spcAft>
              <a:buNone/>
            </a:pPr>
            <a:r>
              <a:rPr lang="en-US" sz="1400" strike="sngStrike" dirty="0">
                <a:latin typeface="Calibri" panose="020F0502020204030204" pitchFamily="34" charset="0"/>
                <a:cs typeface="Calibri" panose="020F0502020204030204" pitchFamily="34" charset="0"/>
              </a:rPr>
              <a:t>&lt;pause&gt;</a:t>
            </a:r>
          </a:p>
          <a:p>
            <a:pPr marL="0" lvl="0" indent="0" algn="l" rtl="0">
              <a:spcBef>
                <a:spcPts val="0"/>
              </a:spcBef>
              <a:spcAft>
                <a:spcPts val="0"/>
              </a:spcAft>
              <a:buNone/>
            </a:pPr>
            <a:endParaRPr lang="en-US" sz="1400" strike="sngStrike" dirty="0">
              <a:latin typeface="Calibri" panose="020F0502020204030204" pitchFamily="34" charset="0"/>
              <a:cs typeface="Calibri" panose="020F0502020204030204" pitchFamily="34" charset="0"/>
            </a:endParaRPr>
          </a:p>
          <a:p>
            <a:pPr marL="0" lvl="0" indent="0" algn="l" rtl="0">
              <a:spcBef>
                <a:spcPts val="0"/>
              </a:spcBef>
              <a:spcAft>
                <a:spcPts val="0"/>
              </a:spcAft>
              <a:buNone/>
            </a:pPr>
            <a:r>
              <a:rPr lang="en-US" sz="1400" strike="sngStrike" dirty="0">
                <a:latin typeface="Calibri" panose="020F0502020204030204" pitchFamily="34" charset="0"/>
                <a:cs typeface="Calibri" panose="020F0502020204030204" pitchFamily="34" charset="0"/>
              </a:rPr>
              <a:t>Or perhaps we could do something like fuzz testing where we actually are slightly more intrusive, but we still bring all the other pieces to the table ourselves.</a:t>
            </a:r>
          </a:p>
          <a:p>
            <a:pPr marL="0" lvl="0" indent="0" algn="l" rtl="0">
              <a:spcBef>
                <a:spcPts val="0"/>
              </a:spcBef>
              <a:spcAft>
                <a:spcPts val="0"/>
              </a:spcAft>
              <a:buNone/>
            </a:pPr>
            <a:endParaRPr lang="en-US" sz="1400" strike="sngStrike" dirty="0">
              <a:latin typeface="Calibri" panose="020F0502020204030204" pitchFamily="34" charset="0"/>
              <a:cs typeface="Calibri" panose="020F0502020204030204" pitchFamily="34" charset="0"/>
            </a:endParaRPr>
          </a:p>
          <a:p>
            <a:pPr marL="0" lvl="0" indent="0" algn="l" rtl="0">
              <a:spcBef>
                <a:spcPts val="0"/>
              </a:spcBef>
              <a:spcAft>
                <a:spcPts val="0"/>
              </a:spcAft>
              <a:buNone/>
            </a:pPr>
            <a:r>
              <a:rPr lang="en-US" sz="1400" strike="sngStrike" dirty="0">
                <a:latin typeface="Calibri" panose="020F0502020204030204" pitchFamily="34" charset="0"/>
                <a:cs typeface="Calibri" panose="020F0502020204030204" pitchFamily="34" charset="0"/>
              </a:rPr>
              <a:t>And we again generate a report.</a:t>
            </a:r>
          </a:p>
          <a:p>
            <a:pPr marL="0" lvl="0" indent="0" algn="l" rtl="0">
              <a:spcBef>
                <a:spcPts val="0"/>
              </a:spcBef>
              <a:spcAft>
                <a:spcPts val="0"/>
              </a:spcAft>
              <a:buNone/>
            </a:pPr>
            <a:endParaRPr lang="en-US" sz="1400" strike="sngStrike" dirty="0">
              <a:latin typeface="Calibri" panose="020F0502020204030204" pitchFamily="34" charset="0"/>
              <a:cs typeface="Calibri" panose="020F0502020204030204" pitchFamily="34" charset="0"/>
            </a:endParaRPr>
          </a:p>
          <a:p>
            <a:pPr marL="0" lvl="0" indent="0" algn="l" rtl="0">
              <a:spcBef>
                <a:spcPts val="0"/>
              </a:spcBef>
              <a:spcAft>
                <a:spcPts val="0"/>
              </a:spcAft>
              <a:buNone/>
            </a:pPr>
            <a:r>
              <a:rPr lang="en-US" sz="1400" strike="sngStrike" dirty="0">
                <a:latin typeface="Calibri" panose="020F0502020204030204" pitchFamily="34" charset="0"/>
                <a:cs typeface="Calibri" panose="020F0502020204030204" pitchFamily="34" charset="0"/>
              </a:rPr>
              <a:t>&lt;pause&gt;</a:t>
            </a:r>
          </a:p>
          <a:p>
            <a:pPr marL="0" lvl="0" indent="0" algn="l" rtl="0">
              <a:spcBef>
                <a:spcPts val="0"/>
              </a:spcBef>
              <a:spcAft>
                <a:spcPts val="0"/>
              </a:spcAft>
              <a:buNone/>
            </a:pPr>
            <a:endParaRPr lang="en-US" sz="1400" strike="sngStrike" dirty="0">
              <a:latin typeface="Calibri" panose="020F0502020204030204" pitchFamily="34" charset="0"/>
              <a:cs typeface="Calibri" panose="020F0502020204030204" pitchFamily="34" charset="0"/>
            </a:endParaRPr>
          </a:p>
          <a:p>
            <a:pPr marL="0" lvl="0" indent="0" algn="l" rtl="0">
              <a:spcBef>
                <a:spcPts val="0"/>
              </a:spcBef>
              <a:spcAft>
                <a:spcPts val="0"/>
              </a:spcAft>
              <a:buNone/>
            </a:pPr>
            <a:r>
              <a:rPr lang="en-US" sz="1400" strike="sngStrike" dirty="0">
                <a:latin typeface="Calibri" panose="020F0502020204030204" pitchFamily="34" charset="0"/>
                <a:cs typeface="Calibri" panose="020F0502020204030204" pitchFamily="34" charset="0"/>
              </a:rPr>
              <a:t>Now it's not desirable for us to treat all of these activities and several more in isolation, but that's the way that they have traditionally been treated.</a:t>
            </a:r>
          </a:p>
          <a:p>
            <a:pPr marL="0" lvl="0" indent="0" algn="l" rtl="0">
              <a:spcBef>
                <a:spcPts val="0"/>
              </a:spcBef>
              <a:spcAft>
                <a:spcPts val="0"/>
              </a:spcAft>
              <a:buNone/>
            </a:pPr>
            <a:endParaRPr lang="en-US" sz="1400" strike="sngStrike" dirty="0">
              <a:latin typeface="Calibri" panose="020F0502020204030204" pitchFamily="34" charset="0"/>
              <a:cs typeface="Calibri" panose="020F0502020204030204" pitchFamily="34" charset="0"/>
            </a:endParaRPr>
          </a:p>
          <a:p>
            <a:pPr marL="0" lvl="0" indent="0" algn="l" rtl="0">
              <a:spcBef>
                <a:spcPts val="0"/>
              </a:spcBef>
              <a:spcAft>
                <a:spcPts val="0"/>
              </a:spcAft>
              <a:buNone/>
            </a:pPr>
            <a:r>
              <a:rPr lang="en-US" sz="1400" strike="sngStrike" dirty="0">
                <a:latin typeface="Calibri" panose="020F0502020204030204" pitchFamily="34" charset="0"/>
                <a:cs typeface="Calibri" panose="020F0502020204030204" pitchFamily="34" charset="0"/>
              </a:rPr>
              <a:t>&lt;pause&gt;</a:t>
            </a:r>
          </a:p>
          <a:p>
            <a:pPr marL="0" lvl="0" indent="0" algn="l" rtl="0">
              <a:spcBef>
                <a:spcPts val="0"/>
              </a:spcBef>
              <a:spcAft>
                <a:spcPts val="0"/>
              </a:spcAft>
              <a:buNone/>
            </a:pPr>
            <a:endParaRPr lang="en-US" sz="1400" strike="sngStrike" dirty="0">
              <a:latin typeface="Calibri" panose="020F0502020204030204" pitchFamily="34" charset="0"/>
              <a:cs typeface="Calibri" panose="020F0502020204030204" pitchFamily="34" charset="0"/>
            </a:endParaRPr>
          </a:p>
          <a:p>
            <a:pPr marL="0" lvl="0" indent="0" algn="l" rtl="0">
              <a:spcBef>
                <a:spcPts val="0"/>
              </a:spcBef>
              <a:spcAft>
                <a:spcPts val="0"/>
              </a:spcAft>
              <a:buNone/>
            </a:pPr>
            <a:r>
              <a:rPr lang="en-US" sz="1400" strike="sngStrike" dirty="0">
                <a:latin typeface="Calibri" panose="020F0502020204030204" pitchFamily="34" charset="0"/>
                <a:cs typeface="Calibri" panose="020F0502020204030204" pitchFamily="34" charset="0"/>
              </a:rPr>
              <a:t>What we would like to have is not a collection of one-man bands, but rather a symphony orchestra where discrete elements can be composed and work harmoniously with each other.</a:t>
            </a:r>
          </a:p>
          <a:p>
            <a:pPr marL="0" lvl="0" indent="0" algn="l" rtl="0">
              <a:spcBef>
                <a:spcPts val="0"/>
              </a:spcBef>
              <a:spcAft>
                <a:spcPts val="0"/>
              </a:spcAft>
              <a:buNone/>
            </a:pPr>
            <a:endParaRPr lang="en-US" sz="1400" strike="sngStrike" dirty="0">
              <a:latin typeface="Calibri" panose="020F0502020204030204" pitchFamily="34" charset="0"/>
              <a:cs typeface="Calibri" panose="020F0502020204030204" pitchFamily="34" charset="0"/>
            </a:endParaRPr>
          </a:p>
          <a:p>
            <a:pPr marL="0" lvl="0" indent="0" algn="l" rtl="0">
              <a:spcBef>
                <a:spcPts val="0"/>
              </a:spcBef>
              <a:spcAft>
                <a:spcPts val="0"/>
              </a:spcAft>
              <a:buNone/>
            </a:pPr>
            <a:r>
              <a:rPr lang="en-US" sz="1400" strike="sngStrike" dirty="0">
                <a:latin typeface="Calibri" panose="020F0502020204030204" pitchFamily="34" charset="0"/>
                <a:cs typeface="Calibri" panose="020F0502020204030204" pitchFamily="34" charset="0"/>
              </a:rPr>
              <a:t>That's what the threat prioritization aspect of the AVCDL is intended to accomplish.</a:t>
            </a:r>
          </a:p>
          <a:p>
            <a:pPr marL="0" lvl="0" indent="0" algn="l" rtl="0">
              <a:spcBef>
                <a:spcPts val="0"/>
              </a:spcBef>
              <a:spcAft>
                <a:spcPts val="0"/>
              </a:spcAft>
              <a:buNone/>
            </a:pPr>
            <a:endParaRPr lang="en-US" sz="1400" dirty="0">
              <a:latin typeface="Calibri" panose="020F0502020204030204" pitchFamily="34" charset="0"/>
              <a:cs typeface="Calibri" panose="020F0502020204030204" pitchFamily="34" charset="0"/>
            </a:endParaRPr>
          </a:p>
        </p:txBody>
      </p:sp>
    </p:spTree>
    <p:extLst>
      <p:ext uri="{BB962C8B-B14F-4D97-AF65-F5344CB8AC3E}">
        <p14:creationId xmlns:p14="http://schemas.microsoft.com/office/powerpoint/2010/main" val="3320016656"/>
      </p:ext>
    </p:extLst>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1195"/>
        <p:cNvGrpSpPr/>
        <p:nvPr/>
      </p:nvGrpSpPr>
      <p:grpSpPr>
        <a:xfrm>
          <a:off x="0" y="0"/>
          <a:ext cx="0" cy="0"/>
          <a:chOff x="0" y="0"/>
          <a:chExt cx="0" cy="0"/>
        </a:xfrm>
      </p:grpSpPr>
      <p:sp>
        <p:nvSpPr>
          <p:cNvPr id="1196" name="Google Shape;1196;g9ac6590046_0_272:notes"/>
          <p:cNvSpPr>
            <a:spLocks noGrp="1" noRot="1" noChangeAspect="1"/>
          </p:cNvSpPr>
          <p:nvPr>
            <p:ph type="sldImg" idx="2"/>
          </p:nvPr>
        </p:nvSpPr>
        <p:spPr>
          <a:xfrm>
            <a:off x="382588" y="685800"/>
            <a:ext cx="6094412" cy="3429000"/>
          </a:xfrm>
          <a:custGeom>
            <a:avLst/>
            <a:gdLst/>
            <a:ahLst/>
            <a:cxnLst/>
            <a:rect l="l" t="t" r="r" b="b"/>
            <a:pathLst>
              <a:path w="120000" h="120000" extrusionOk="0">
                <a:moveTo>
                  <a:pt x="0" y="0"/>
                </a:moveTo>
                <a:lnTo>
                  <a:pt x="120000" y="0"/>
                </a:lnTo>
                <a:lnTo>
                  <a:pt x="120000" y="120000"/>
                </a:lnTo>
                <a:lnTo>
                  <a:pt x="0" y="120000"/>
                </a:lnTo>
                <a:close/>
              </a:path>
            </a:pathLst>
          </a:custGeom>
        </p:spPr>
      </p:sp>
      <p:sp>
        <p:nvSpPr>
          <p:cNvPr id="1197" name="Google Shape;1197;g9ac6590046_0_272:notes"/>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r>
              <a:rPr lang="en-US" sz="1400" dirty="0">
                <a:latin typeface="Calibri" panose="020F0502020204030204" pitchFamily="34" charset="0"/>
                <a:cs typeface="Calibri" panose="020F0502020204030204" pitchFamily="34" charset="0"/>
              </a:rPr>
              <a:t>Script:</a:t>
            </a:r>
          </a:p>
          <a:p>
            <a:pPr marL="0" lvl="0" indent="0" algn="l" rtl="0">
              <a:spcBef>
                <a:spcPts val="0"/>
              </a:spcBef>
              <a:spcAft>
                <a:spcPts val="0"/>
              </a:spcAft>
              <a:buNone/>
            </a:pPr>
            <a:endParaRPr lang="en-US" sz="1400" strike="sngStrike" dirty="0">
              <a:solidFill>
                <a:srgbClr val="1D1C1D"/>
              </a:solidFill>
              <a:effectLst/>
              <a:latin typeface="Calibri" panose="020F0502020204030204" pitchFamily="34" charset="0"/>
              <a:cs typeface="Calibri" panose="020F0502020204030204" pitchFamily="34" charset="0"/>
            </a:endParaRPr>
          </a:p>
          <a:p>
            <a:pPr marL="0" lvl="0" indent="0" algn="l" rtl="0">
              <a:spcBef>
                <a:spcPts val="0"/>
              </a:spcBef>
              <a:spcAft>
                <a:spcPts val="0"/>
              </a:spcAft>
              <a:buNone/>
            </a:pPr>
            <a:r>
              <a:rPr lang="en-US" sz="1400" strike="sngStrike" dirty="0">
                <a:latin typeface="Calibri" panose="020F0502020204030204" pitchFamily="34" charset="0"/>
                <a:cs typeface="Calibri" panose="020F0502020204030204" pitchFamily="34" charset="0"/>
              </a:rPr>
              <a:t>Unlike many aspects of product development, cybersecurity is traditionally treated like a one-man band.</a:t>
            </a:r>
          </a:p>
          <a:p>
            <a:pPr marL="0" lvl="0" indent="0" algn="l" rtl="0">
              <a:spcBef>
                <a:spcPts val="0"/>
              </a:spcBef>
              <a:spcAft>
                <a:spcPts val="0"/>
              </a:spcAft>
              <a:buNone/>
            </a:pPr>
            <a:endParaRPr lang="en-US" sz="1400" strike="sngStrike" dirty="0">
              <a:latin typeface="Calibri" panose="020F0502020204030204" pitchFamily="34" charset="0"/>
              <a:cs typeface="Calibri" panose="020F0502020204030204" pitchFamily="34" charset="0"/>
            </a:endParaRPr>
          </a:p>
          <a:p>
            <a:pPr marL="0" lvl="0" indent="0" algn="l" rtl="0">
              <a:spcBef>
                <a:spcPts val="0"/>
              </a:spcBef>
              <a:spcAft>
                <a:spcPts val="0"/>
              </a:spcAft>
              <a:buNone/>
            </a:pPr>
            <a:r>
              <a:rPr lang="en-US" sz="1400" strike="sngStrike" dirty="0">
                <a:latin typeface="Calibri" panose="020F0502020204030204" pitchFamily="34" charset="0"/>
                <a:cs typeface="Calibri" panose="020F0502020204030204" pitchFamily="34" charset="0"/>
              </a:rPr>
              <a:t>They're responsible for bringing their own instruments, playing their own music, and dealing with everything related to the function they try to accomplish.</a:t>
            </a:r>
          </a:p>
          <a:p>
            <a:pPr marL="0" lvl="0" indent="0" algn="l" rtl="0">
              <a:spcBef>
                <a:spcPts val="0"/>
              </a:spcBef>
              <a:spcAft>
                <a:spcPts val="0"/>
              </a:spcAft>
              <a:buNone/>
            </a:pPr>
            <a:endParaRPr lang="en-US" sz="1400" strike="sngStrike" dirty="0">
              <a:latin typeface="Calibri" panose="020F0502020204030204" pitchFamily="34" charset="0"/>
              <a:cs typeface="Calibri" panose="020F0502020204030204" pitchFamily="34" charset="0"/>
            </a:endParaRPr>
          </a:p>
          <a:p>
            <a:pPr marL="0" lvl="0" indent="0" algn="l" rtl="0">
              <a:spcBef>
                <a:spcPts val="0"/>
              </a:spcBef>
              <a:spcAft>
                <a:spcPts val="0"/>
              </a:spcAft>
              <a:buNone/>
            </a:pPr>
            <a:r>
              <a:rPr lang="en-US" sz="1400" strike="sngStrike" dirty="0">
                <a:latin typeface="Calibri" panose="020F0502020204030204" pitchFamily="34" charset="0"/>
                <a:cs typeface="Calibri" panose="020F0502020204030204" pitchFamily="34" charset="0"/>
              </a:rPr>
              <a:t>A classic example is that of penetration testing.</a:t>
            </a:r>
          </a:p>
          <a:p>
            <a:pPr marL="0" lvl="0" indent="0" algn="l" rtl="0">
              <a:spcBef>
                <a:spcPts val="0"/>
              </a:spcBef>
              <a:spcAft>
                <a:spcPts val="0"/>
              </a:spcAft>
              <a:buNone/>
            </a:pPr>
            <a:endParaRPr lang="en-US" sz="1400" strike="sngStrike" dirty="0">
              <a:latin typeface="Calibri" panose="020F0502020204030204" pitchFamily="34" charset="0"/>
              <a:cs typeface="Calibri" panose="020F0502020204030204" pitchFamily="34" charset="0"/>
            </a:endParaRPr>
          </a:p>
          <a:p>
            <a:pPr marL="0" lvl="0" indent="0" algn="l" rtl="0">
              <a:spcBef>
                <a:spcPts val="0"/>
              </a:spcBef>
              <a:spcAft>
                <a:spcPts val="0"/>
              </a:spcAft>
              <a:buNone/>
            </a:pPr>
            <a:r>
              <a:rPr lang="en-US" sz="1400" strike="sngStrike" dirty="0">
                <a:latin typeface="Calibri" panose="020F0502020204030204" pitchFamily="34" charset="0"/>
                <a:cs typeface="Calibri" panose="020F0502020204030204" pitchFamily="34" charset="0"/>
              </a:rPr>
              <a:t>You can penetration test anything.</a:t>
            </a:r>
          </a:p>
          <a:p>
            <a:pPr marL="0" lvl="0" indent="0" algn="l" rtl="0">
              <a:spcBef>
                <a:spcPts val="0"/>
              </a:spcBef>
              <a:spcAft>
                <a:spcPts val="0"/>
              </a:spcAft>
              <a:buNone/>
            </a:pPr>
            <a:endParaRPr lang="en-US" sz="1400" strike="sngStrike" dirty="0">
              <a:latin typeface="Calibri" panose="020F0502020204030204" pitchFamily="34" charset="0"/>
              <a:cs typeface="Calibri" panose="020F0502020204030204" pitchFamily="34" charset="0"/>
            </a:endParaRPr>
          </a:p>
          <a:p>
            <a:pPr marL="0" lvl="0" indent="0" algn="l" rtl="0">
              <a:spcBef>
                <a:spcPts val="0"/>
              </a:spcBef>
              <a:spcAft>
                <a:spcPts val="0"/>
              </a:spcAft>
              <a:buNone/>
            </a:pPr>
            <a:r>
              <a:rPr lang="en-US" sz="1400" strike="sngStrike" dirty="0">
                <a:latin typeface="Calibri" panose="020F0502020204030204" pitchFamily="34" charset="0"/>
                <a:cs typeface="Calibri" panose="020F0502020204030204" pitchFamily="34" charset="0"/>
              </a:rPr>
              <a:t>You don't need input from any other group.</a:t>
            </a:r>
          </a:p>
          <a:p>
            <a:pPr marL="0" lvl="0" indent="0" algn="l" rtl="0">
              <a:spcBef>
                <a:spcPts val="0"/>
              </a:spcBef>
              <a:spcAft>
                <a:spcPts val="0"/>
              </a:spcAft>
              <a:buNone/>
            </a:pPr>
            <a:endParaRPr lang="en-US" sz="1400" strike="sngStrike" dirty="0">
              <a:latin typeface="Calibri" panose="020F0502020204030204" pitchFamily="34" charset="0"/>
              <a:cs typeface="Calibri" panose="020F0502020204030204" pitchFamily="34" charset="0"/>
            </a:endParaRPr>
          </a:p>
          <a:p>
            <a:pPr marL="0" lvl="0" indent="0" algn="l" rtl="0">
              <a:spcBef>
                <a:spcPts val="0"/>
              </a:spcBef>
              <a:spcAft>
                <a:spcPts val="0"/>
              </a:spcAft>
              <a:buNone/>
            </a:pPr>
            <a:r>
              <a:rPr lang="en-US" sz="1400" strike="sngStrike" dirty="0">
                <a:latin typeface="Calibri" panose="020F0502020204030204" pitchFamily="34" charset="0"/>
                <a:cs typeface="Calibri" panose="020F0502020204030204" pitchFamily="34" charset="0"/>
              </a:rPr>
              <a:t>You just need the device and you can perform a penetration test and produce a penetration test report.</a:t>
            </a:r>
          </a:p>
          <a:p>
            <a:pPr marL="0" lvl="0" indent="0" algn="l" rtl="0">
              <a:spcBef>
                <a:spcPts val="0"/>
              </a:spcBef>
              <a:spcAft>
                <a:spcPts val="0"/>
              </a:spcAft>
              <a:buNone/>
            </a:pPr>
            <a:endParaRPr lang="en-US" sz="1400" strike="sngStrike" dirty="0">
              <a:latin typeface="Calibri" panose="020F0502020204030204" pitchFamily="34" charset="0"/>
              <a:cs typeface="Calibri" panose="020F0502020204030204" pitchFamily="34" charset="0"/>
            </a:endParaRPr>
          </a:p>
          <a:p>
            <a:pPr marL="0" lvl="0" indent="0" algn="l" rtl="0">
              <a:spcBef>
                <a:spcPts val="0"/>
              </a:spcBef>
              <a:spcAft>
                <a:spcPts val="0"/>
              </a:spcAft>
              <a:buNone/>
            </a:pPr>
            <a:r>
              <a:rPr lang="en-US" sz="1400" strike="sngStrike" dirty="0">
                <a:latin typeface="Calibri" panose="020F0502020204030204" pitchFamily="34" charset="0"/>
                <a:cs typeface="Calibri" panose="020F0502020204030204" pitchFamily="34" charset="0"/>
              </a:rPr>
              <a:t>This in and of itself is fine.</a:t>
            </a:r>
          </a:p>
          <a:p>
            <a:pPr marL="0" lvl="0" indent="0" algn="l" rtl="0">
              <a:spcBef>
                <a:spcPts val="0"/>
              </a:spcBef>
              <a:spcAft>
                <a:spcPts val="0"/>
              </a:spcAft>
              <a:buNone/>
            </a:pPr>
            <a:endParaRPr lang="en-US" sz="1400" strike="sngStrike" dirty="0">
              <a:latin typeface="Calibri" panose="020F0502020204030204" pitchFamily="34" charset="0"/>
              <a:cs typeface="Calibri" panose="020F0502020204030204" pitchFamily="34" charset="0"/>
            </a:endParaRPr>
          </a:p>
          <a:p>
            <a:pPr marL="0" lvl="0" indent="0" algn="l" rtl="0">
              <a:spcBef>
                <a:spcPts val="0"/>
              </a:spcBef>
              <a:spcAft>
                <a:spcPts val="0"/>
              </a:spcAft>
              <a:buNone/>
            </a:pPr>
            <a:r>
              <a:rPr lang="en-US" sz="1400" strike="sngStrike" dirty="0">
                <a:latin typeface="Calibri" panose="020F0502020204030204" pitchFamily="34" charset="0"/>
                <a:cs typeface="Calibri" panose="020F0502020204030204" pitchFamily="34" charset="0"/>
              </a:rPr>
              <a:t>&lt;pause&gt;</a:t>
            </a:r>
          </a:p>
          <a:p>
            <a:pPr marL="0" lvl="0" indent="0" algn="l" rtl="0">
              <a:spcBef>
                <a:spcPts val="0"/>
              </a:spcBef>
              <a:spcAft>
                <a:spcPts val="0"/>
              </a:spcAft>
              <a:buNone/>
            </a:pPr>
            <a:endParaRPr lang="en-US" sz="1400" strike="sngStrike" dirty="0">
              <a:latin typeface="Calibri" panose="020F0502020204030204" pitchFamily="34" charset="0"/>
              <a:cs typeface="Calibri" panose="020F0502020204030204" pitchFamily="34" charset="0"/>
            </a:endParaRPr>
          </a:p>
          <a:p>
            <a:pPr marL="0" lvl="0" indent="0" algn="l" rtl="0">
              <a:spcBef>
                <a:spcPts val="0"/>
              </a:spcBef>
              <a:spcAft>
                <a:spcPts val="0"/>
              </a:spcAft>
              <a:buNone/>
            </a:pPr>
            <a:r>
              <a:rPr lang="en-US" sz="1400" strike="sngStrike" dirty="0">
                <a:latin typeface="Calibri" panose="020F0502020204030204" pitchFamily="34" charset="0"/>
                <a:cs typeface="Calibri" panose="020F0502020204030204" pitchFamily="34" charset="0"/>
              </a:rPr>
              <a:t>But if we then go and look at something like threat modeling, we discover that it’s the same kind of animal.</a:t>
            </a:r>
          </a:p>
          <a:p>
            <a:pPr marL="0" lvl="0" indent="0" algn="l" rtl="0">
              <a:spcBef>
                <a:spcPts val="0"/>
              </a:spcBef>
              <a:spcAft>
                <a:spcPts val="0"/>
              </a:spcAft>
              <a:buNone/>
            </a:pPr>
            <a:endParaRPr lang="en-US" sz="1400" strike="sngStrike" dirty="0">
              <a:latin typeface="Calibri" panose="020F0502020204030204" pitchFamily="34" charset="0"/>
              <a:cs typeface="Calibri" panose="020F0502020204030204" pitchFamily="34" charset="0"/>
            </a:endParaRPr>
          </a:p>
          <a:p>
            <a:pPr marL="0" lvl="0" indent="0" algn="l" rtl="0">
              <a:spcBef>
                <a:spcPts val="0"/>
              </a:spcBef>
              <a:spcAft>
                <a:spcPts val="0"/>
              </a:spcAft>
              <a:buNone/>
            </a:pPr>
            <a:r>
              <a:rPr lang="en-US" sz="1400" strike="sngStrike" dirty="0">
                <a:latin typeface="Calibri" panose="020F0502020204030204" pitchFamily="34" charset="0"/>
                <a:cs typeface="Calibri" panose="020F0502020204030204" pitchFamily="34" charset="0"/>
              </a:rPr>
              <a:t>If we can have the device or the design or the requirements, we can synthesize a DFD which we can then reason on and generate a report from.</a:t>
            </a:r>
          </a:p>
          <a:p>
            <a:pPr marL="0" lvl="0" indent="0" algn="l" rtl="0">
              <a:spcBef>
                <a:spcPts val="0"/>
              </a:spcBef>
              <a:spcAft>
                <a:spcPts val="0"/>
              </a:spcAft>
              <a:buNone/>
            </a:pPr>
            <a:endParaRPr lang="en-US" sz="1400" strike="sngStrike" dirty="0">
              <a:latin typeface="Calibri" panose="020F0502020204030204" pitchFamily="34" charset="0"/>
              <a:cs typeface="Calibri" panose="020F0502020204030204" pitchFamily="34" charset="0"/>
            </a:endParaRPr>
          </a:p>
          <a:p>
            <a:pPr marL="0" lvl="0" indent="0" algn="l" rtl="0">
              <a:spcBef>
                <a:spcPts val="0"/>
              </a:spcBef>
              <a:spcAft>
                <a:spcPts val="0"/>
              </a:spcAft>
              <a:buNone/>
            </a:pPr>
            <a:r>
              <a:rPr lang="en-US" sz="1400" strike="sngStrike" dirty="0">
                <a:latin typeface="Calibri" panose="020F0502020204030204" pitchFamily="34" charset="0"/>
                <a:cs typeface="Calibri" panose="020F0502020204030204" pitchFamily="34" charset="0"/>
              </a:rPr>
              <a:t>&lt;pause&gt;</a:t>
            </a:r>
          </a:p>
          <a:p>
            <a:pPr marL="0" lvl="0" indent="0" algn="l" rtl="0">
              <a:spcBef>
                <a:spcPts val="0"/>
              </a:spcBef>
              <a:spcAft>
                <a:spcPts val="0"/>
              </a:spcAft>
              <a:buNone/>
            </a:pPr>
            <a:endParaRPr lang="en-US" sz="1400" dirty="0">
              <a:latin typeface="Calibri" panose="020F0502020204030204" pitchFamily="34" charset="0"/>
              <a:cs typeface="Calibri" panose="020F0502020204030204" pitchFamily="34" charset="0"/>
            </a:endParaRPr>
          </a:p>
          <a:p>
            <a:pPr marL="0" lvl="0" indent="0" algn="l" rtl="0">
              <a:spcBef>
                <a:spcPts val="0"/>
              </a:spcBef>
              <a:spcAft>
                <a:spcPts val="0"/>
              </a:spcAft>
              <a:buNone/>
            </a:pPr>
            <a:r>
              <a:rPr lang="en-US" sz="1400" dirty="0">
                <a:latin typeface="Calibri" panose="020F0502020204030204" pitchFamily="34" charset="0"/>
                <a:cs typeface="Calibri" panose="020F0502020204030204" pitchFamily="34" charset="0"/>
              </a:rPr>
              <a:t>Or we could do static analysis and take all the source code and run it through a separate program, generate output, and then produce that set of results.</a:t>
            </a:r>
          </a:p>
          <a:p>
            <a:pPr marL="0" lvl="0" indent="0" algn="l" rtl="0">
              <a:spcBef>
                <a:spcPts val="0"/>
              </a:spcBef>
              <a:spcAft>
                <a:spcPts val="0"/>
              </a:spcAft>
              <a:buNone/>
            </a:pPr>
            <a:endParaRPr lang="en-US" sz="1400" dirty="0">
              <a:latin typeface="Calibri" panose="020F0502020204030204" pitchFamily="34" charset="0"/>
              <a:cs typeface="Calibri" panose="020F0502020204030204" pitchFamily="34" charset="0"/>
            </a:endParaRPr>
          </a:p>
          <a:p>
            <a:pPr marL="0" lvl="0" indent="0" algn="l" rtl="0">
              <a:spcBef>
                <a:spcPts val="0"/>
              </a:spcBef>
              <a:spcAft>
                <a:spcPts val="0"/>
              </a:spcAft>
              <a:buNone/>
            </a:pPr>
            <a:r>
              <a:rPr lang="en-US" sz="1400" dirty="0">
                <a:latin typeface="Calibri" panose="020F0502020204030204" pitchFamily="34" charset="0"/>
                <a:cs typeface="Calibri" panose="020F0502020204030204" pitchFamily="34" charset="0"/>
              </a:rPr>
              <a:t>&lt;pause&gt;</a:t>
            </a:r>
          </a:p>
          <a:p>
            <a:pPr marL="0" lvl="0" indent="0" algn="l" rtl="0">
              <a:spcBef>
                <a:spcPts val="0"/>
              </a:spcBef>
              <a:spcAft>
                <a:spcPts val="0"/>
              </a:spcAft>
              <a:buNone/>
            </a:pPr>
            <a:endParaRPr lang="en-US" sz="1400" dirty="0">
              <a:latin typeface="Calibri" panose="020F0502020204030204" pitchFamily="34" charset="0"/>
              <a:cs typeface="Calibri" panose="020F0502020204030204" pitchFamily="34" charset="0"/>
            </a:endParaRPr>
          </a:p>
          <a:p>
            <a:pPr marL="0" lvl="0" indent="0" algn="l" rtl="0">
              <a:spcBef>
                <a:spcPts val="0"/>
              </a:spcBef>
              <a:spcAft>
                <a:spcPts val="0"/>
              </a:spcAft>
              <a:buNone/>
            </a:pPr>
            <a:r>
              <a:rPr lang="en-US" sz="1400" strike="sngStrike" dirty="0">
                <a:latin typeface="Calibri" panose="020F0502020204030204" pitchFamily="34" charset="0"/>
                <a:cs typeface="Calibri" panose="020F0502020204030204" pitchFamily="34" charset="0"/>
              </a:rPr>
              <a:t>Or perhaps we could do something like fuzz testing where we actually are slightly more intrusive, but we still bring all the other pieces to the table ourselves.</a:t>
            </a:r>
          </a:p>
          <a:p>
            <a:pPr marL="0" lvl="0" indent="0" algn="l" rtl="0">
              <a:spcBef>
                <a:spcPts val="0"/>
              </a:spcBef>
              <a:spcAft>
                <a:spcPts val="0"/>
              </a:spcAft>
              <a:buNone/>
            </a:pPr>
            <a:endParaRPr lang="en-US" sz="1400" strike="sngStrike" dirty="0">
              <a:latin typeface="Calibri" panose="020F0502020204030204" pitchFamily="34" charset="0"/>
              <a:cs typeface="Calibri" panose="020F0502020204030204" pitchFamily="34" charset="0"/>
            </a:endParaRPr>
          </a:p>
          <a:p>
            <a:pPr marL="0" lvl="0" indent="0" algn="l" rtl="0">
              <a:spcBef>
                <a:spcPts val="0"/>
              </a:spcBef>
              <a:spcAft>
                <a:spcPts val="0"/>
              </a:spcAft>
              <a:buNone/>
            </a:pPr>
            <a:r>
              <a:rPr lang="en-US" sz="1400" strike="sngStrike" dirty="0">
                <a:latin typeface="Calibri" panose="020F0502020204030204" pitchFamily="34" charset="0"/>
                <a:cs typeface="Calibri" panose="020F0502020204030204" pitchFamily="34" charset="0"/>
              </a:rPr>
              <a:t>And we again generate a report.</a:t>
            </a:r>
          </a:p>
          <a:p>
            <a:pPr marL="0" lvl="0" indent="0" algn="l" rtl="0">
              <a:spcBef>
                <a:spcPts val="0"/>
              </a:spcBef>
              <a:spcAft>
                <a:spcPts val="0"/>
              </a:spcAft>
              <a:buNone/>
            </a:pPr>
            <a:endParaRPr lang="en-US" sz="1400" strike="sngStrike" dirty="0">
              <a:latin typeface="Calibri" panose="020F0502020204030204" pitchFamily="34" charset="0"/>
              <a:cs typeface="Calibri" panose="020F0502020204030204" pitchFamily="34" charset="0"/>
            </a:endParaRPr>
          </a:p>
          <a:p>
            <a:pPr marL="0" lvl="0" indent="0" algn="l" rtl="0">
              <a:spcBef>
                <a:spcPts val="0"/>
              </a:spcBef>
              <a:spcAft>
                <a:spcPts val="0"/>
              </a:spcAft>
              <a:buNone/>
            </a:pPr>
            <a:r>
              <a:rPr lang="en-US" sz="1400" strike="sngStrike" dirty="0">
                <a:latin typeface="Calibri" panose="020F0502020204030204" pitchFamily="34" charset="0"/>
                <a:cs typeface="Calibri" panose="020F0502020204030204" pitchFamily="34" charset="0"/>
              </a:rPr>
              <a:t>&lt;pause&gt;</a:t>
            </a:r>
          </a:p>
          <a:p>
            <a:pPr marL="0" lvl="0" indent="0" algn="l" rtl="0">
              <a:spcBef>
                <a:spcPts val="0"/>
              </a:spcBef>
              <a:spcAft>
                <a:spcPts val="0"/>
              </a:spcAft>
              <a:buNone/>
            </a:pPr>
            <a:endParaRPr lang="en-US" sz="1400" strike="sngStrike" dirty="0">
              <a:latin typeface="Calibri" panose="020F0502020204030204" pitchFamily="34" charset="0"/>
              <a:cs typeface="Calibri" panose="020F0502020204030204" pitchFamily="34" charset="0"/>
            </a:endParaRPr>
          </a:p>
          <a:p>
            <a:pPr marL="0" lvl="0" indent="0" algn="l" rtl="0">
              <a:spcBef>
                <a:spcPts val="0"/>
              </a:spcBef>
              <a:spcAft>
                <a:spcPts val="0"/>
              </a:spcAft>
              <a:buNone/>
            </a:pPr>
            <a:r>
              <a:rPr lang="en-US" sz="1400" strike="sngStrike" dirty="0">
                <a:latin typeface="Calibri" panose="020F0502020204030204" pitchFamily="34" charset="0"/>
                <a:cs typeface="Calibri" panose="020F0502020204030204" pitchFamily="34" charset="0"/>
              </a:rPr>
              <a:t>Now it's not desirable for us to treat all of these activities and several more in isolation, but that's the way that they have traditionally been treated.</a:t>
            </a:r>
          </a:p>
          <a:p>
            <a:pPr marL="0" lvl="0" indent="0" algn="l" rtl="0">
              <a:spcBef>
                <a:spcPts val="0"/>
              </a:spcBef>
              <a:spcAft>
                <a:spcPts val="0"/>
              </a:spcAft>
              <a:buNone/>
            </a:pPr>
            <a:endParaRPr lang="en-US" sz="1400" strike="sngStrike" dirty="0">
              <a:latin typeface="Calibri" panose="020F0502020204030204" pitchFamily="34" charset="0"/>
              <a:cs typeface="Calibri" panose="020F0502020204030204" pitchFamily="34" charset="0"/>
            </a:endParaRPr>
          </a:p>
          <a:p>
            <a:pPr marL="0" lvl="0" indent="0" algn="l" rtl="0">
              <a:spcBef>
                <a:spcPts val="0"/>
              </a:spcBef>
              <a:spcAft>
                <a:spcPts val="0"/>
              </a:spcAft>
              <a:buNone/>
            </a:pPr>
            <a:r>
              <a:rPr lang="en-US" sz="1400" strike="sngStrike" dirty="0">
                <a:latin typeface="Calibri" panose="020F0502020204030204" pitchFamily="34" charset="0"/>
                <a:cs typeface="Calibri" panose="020F0502020204030204" pitchFamily="34" charset="0"/>
              </a:rPr>
              <a:t>&lt;pause&gt;</a:t>
            </a:r>
          </a:p>
          <a:p>
            <a:pPr marL="0" lvl="0" indent="0" algn="l" rtl="0">
              <a:spcBef>
                <a:spcPts val="0"/>
              </a:spcBef>
              <a:spcAft>
                <a:spcPts val="0"/>
              </a:spcAft>
              <a:buNone/>
            </a:pPr>
            <a:endParaRPr lang="en-US" sz="1400" strike="sngStrike" dirty="0">
              <a:latin typeface="Calibri" panose="020F0502020204030204" pitchFamily="34" charset="0"/>
              <a:cs typeface="Calibri" panose="020F0502020204030204" pitchFamily="34" charset="0"/>
            </a:endParaRPr>
          </a:p>
          <a:p>
            <a:pPr marL="0" lvl="0" indent="0" algn="l" rtl="0">
              <a:spcBef>
                <a:spcPts val="0"/>
              </a:spcBef>
              <a:spcAft>
                <a:spcPts val="0"/>
              </a:spcAft>
              <a:buNone/>
            </a:pPr>
            <a:r>
              <a:rPr lang="en-US" sz="1400" strike="sngStrike" dirty="0">
                <a:latin typeface="Calibri" panose="020F0502020204030204" pitchFamily="34" charset="0"/>
                <a:cs typeface="Calibri" panose="020F0502020204030204" pitchFamily="34" charset="0"/>
              </a:rPr>
              <a:t>What we would like to have is not a collection of one-man bands, but rather a symphony orchestra where discrete elements can be composed and work harmoniously with each other.</a:t>
            </a:r>
          </a:p>
          <a:p>
            <a:pPr marL="0" lvl="0" indent="0" algn="l" rtl="0">
              <a:spcBef>
                <a:spcPts val="0"/>
              </a:spcBef>
              <a:spcAft>
                <a:spcPts val="0"/>
              </a:spcAft>
              <a:buNone/>
            </a:pPr>
            <a:endParaRPr lang="en-US" sz="1400" strike="sngStrike" dirty="0">
              <a:latin typeface="Calibri" panose="020F0502020204030204" pitchFamily="34" charset="0"/>
              <a:cs typeface="Calibri" panose="020F0502020204030204" pitchFamily="34" charset="0"/>
            </a:endParaRPr>
          </a:p>
          <a:p>
            <a:pPr marL="0" lvl="0" indent="0" algn="l" rtl="0">
              <a:spcBef>
                <a:spcPts val="0"/>
              </a:spcBef>
              <a:spcAft>
                <a:spcPts val="0"/>
              </a:spcAft>
              <a:buNone/>
            </a:pPr>
            <a:r>
              <a:rPr lang="en-US" sz="1400" strike="sngStrike" dirty="0">
                <a:latin typeface="Calibri" panose="020F0502020204030204" pitchFamily="34" charset="0"/>
                <a:cs typeface="Calibri" panose="020F0502020204030204" pitchFamily="34" charset="0"/>
              </a:rPr>
              <a:t>That's what the threat prioritization aspect of the AVCDL is intended to accomplish.</a:t>
            </a:r>
          </a:p>
          <a:p>
            <a:pPr marL="0" lvl="0" indent="0" algn="l" rtl="0">
              <a:spcBef>
                <a:spcPts val="0"/>
              </a:spcBef>
              <a:spcAft>
                <a:spcPts val="0"/>
              </a:spcAft>
              <a:buNone/>
            </a:pPr>
            <a:endParaRPr lang="en-US" sz="1400" dirty="0">
              <a:latin typeface="Calibri" panose="020F0502020204030204" pitchFamily="34" charset="0"/>
              <a:cs typeface="Calibri" panose="020F0502020204030204" pitchFamily="34" charset="0"/>
            </a:endParaRPr>
          </a:p>
        </p:txBody>
      </p:sp>
    </p:spTree>
    <p:extLst>
      <p:ext uri="{BB962C8B-B14F-4D97-AF65-F5344CB8AC3E}">
        <p14:creationId xmlns:p14="http://schemas.microsoft.com/office/powerpoint/2010/main" val="45186082"/>
      </p:ext>
    </p:extLst>
  </p:cSld>
  <p:clrMapOvr>
    <a:masterClrMapping/>
  </p:clrMapOvr>
</p:notes>
</file>

<file path=ppt/notesSlides/notesSlide6.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1195"/>
        <p:cNvGrpSpPr/>
        <p:nvPr/>
      </p:nvGrpSpPr>
      <p:grpSpPr>
        <a:xfrm>
          <a:off x="0" y="0"/>
          <a:ext cx="0" cy="0"/>
          <a:chOff x="0" y="0"/>
          <a:chExt cx="0" cy="0"/>
        </a:xfrm>
      </p:grpSpPr>
      <p:sp>
        <p:nvSpPr>
          <p:cNvPr id="1196" name="Google Shape;1196;g9ac6590046_0_272:notes"/>
          <p:cNvSpPr>
            <a:spLocks noGrp="1" noRot="1" noChangeAspect="1"/>
          </p:cNvSpPr>
          <p:nvPr>
            <p:ph type="sldImg" idx="2"/>
          </p:nvPr>
        </p:nvSpPr>
        <p:spPr>
          <a:xfrm>
            <a:off x="382588" y="685800"/>
            <a:ext cx="6094412" cy="3429000"/>
          </a:xfrm>
          <a:custGeom>
            <a:avLst/>
            <a:gdLst/>
            <a:ahLst/>
            <a:cxnLst/>
            <a:rect l="l" t="t" r="r" b="b"/>
            <a:pathLst>
              <a:path w="120000" h="120000" extrusionOk="0">
                <a:moveTo>
                  <a:pt x="0" y="0"/>
                </a:moveTo>
                <a:lnTo>
                  <a:pt x="120000" y="0"/>
                </a:lnTo>
                <a:lnTo>
                  <a:pt x="120000" y="120000"/>
                </a:lnTo>
                <a:lnTo>
                  <a:pt x="0" y="120000"/>
                </a:lnTo>
                <a:close/>
              </a:path>
            </a:pathLst>
          </a:custGeom>
        </p:spPr>
      </p:sp>
      <p:sp>
        <p:nvSpPr>
          <p:cNvPr id="1197" name="Google Shape;1197;g9ac6590046_0_272:notes"/>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r>
              <a:rPr lang="en-US" sz="1400" dirty="0">
                <a:latin typeface="Calibri" panose="020F0502020204030204" pitchFamily="34" charset="0"/>
                <a:cs typeface="Calibri" panose="020F0502020204030204" pitchFamily="34" charset="0"/>
              </a:rPr>
              <a:t>Script:</a:t>
            </a:r>
          </a:p>
          <a:p>
            <a:pPr marL="0" lvl="0" indent="0" algn="l" rtl="0">
              <a:spcBef>
                <a:spcPts val="0"/>
              </a:spcBef>
              <a:spcAft>
                <a:spcPts val="0"/>
              </a:spcAft>
              <a:buNone/>
            </a:pPr>
            <a:endParaRPr lang="en-US" sz="1400" strike="sngStrike" dirty="0">
              <a:solidFill>
                <a:srgbClr val="1D1C1D"/>
              </a:solidFill>
              <a:effectLst/>
              <a:latin typeface="Calibri" panose="020F0502020204030204" pitchFamily="34" charset="0"/>
              <a:cs typeface="Calibri" panose="020F0502020204030204" pitchFamily="34" charset="0"/>
            </a:endParaRPr>
          </a:p>
          <a:p>
            <a:pPr marL="0" lvl="0" indent="0" algn="l" rtl="0">
              <a:spcBef>
                <a:spcPts val="0"/>
              </a:spcBef>
              <a:spcAft>
                <a:spcPts val="0"/>
              </a:spcAft>
              <a:buNone/>
            </a:pPr>
            <a:r>
              <a:rPr lang="en-US" sz="1400" strike="sngStrike" dirty="0">
                <a:latin typeface="Calibri" panose="020F0502020204030204" pitchFamily="34" charset="0"/>
                <a:cs typeface="Calibri" panose="020F0502020204030204" pitchFamily="34" charset="0"/>
              </a:rPr>
              <a:t>Unlike many aspects of product development, cybersecurity is traditionally treated like a one-man band.</a:t>
            </a:r>
          </a:p>
          <a:p>
            <a:pPr marL="0" lvl="0" indent="0" algn="l" rtl="0">
              <a:spcBef>
                <a:spcPts val="0"/>
              </a:spcBef>
              <a:spcAft>
                <a:spcPts val="0"/>
              </a:spcAft>
              <a:buNone/>
            </a:pPr>
            <a:endParaRPr lang="en-US" sz="1400" strike="sngStrike" dirty="0">
              <a:latin typeface="Calibri" panose="020F0502020204030204" pitchFamily="34" charset="0"/>
              <a:cs typeface="Calibri" panose="020F0502020204030204" pitchFamily="34" charset="0"/>
            </a:endParaRPr>
          </a:p>
          <a:p>
            <a:pPr marL="0" lvl="0" indent="0" algn="l" rtl="0">
              <a:spcBef>
                <a:spcPts val="0"/>
              </a:spcBef>
              <a:spcAft>
                <a:spcPts val="0"/>
              </a:spcAft>
              <a:buNone/>
            </a:pPr>
            <a:r>
              <a:rPr lang="en-US" sz="1400" strike="sngStrike" dirty="0">
                <a:latin typeface="Calibri" panose="020F0502020204030204" pitchFamily="34" charset="0"/>
                <a:cs typeface="Calibri" panose="020F0502020204030204" pitchFamily="34" charset="0"/>
              </a:rPr>
              <a:t>They're responsible for bringing their own instruments, playing their own music, and dealing with everything related to the function they try to accomplish.</a:t>
            </a:r>
          </a:p>
          <a:p>
            <a:pPr marL="0" lvl="0" indent="0" algn="l" rtl="0">
              <a:spcBef>
                <a:spcPts val="0"/>
              </a:spcBef>
              <a:spcAft>
                <a:spcPts val="0"/>
              </a:spcAft>
              <a:buNone/>
            </a:pPr>
            <a:endParaRPr lang="en-US" sz="1400" strike="sngStrike" dirty="0">
              <a:latin typeface="Calibri" panose="020F0502020204030204" pitchFamily="34" charset="0"/>
              <a:cs typeface="Calibri" panose="020F0502020204030204" pitchFamily="34" charset="0"/>
            </a:endParaRPr>
          </a:p>
          <a:p>
            <a:pPr marL="0" lvl="0" indent="0" algn="l" rtl="0">
              <a:spcBef>
                <a:spcPts val="0"/>
              </a:spcBef>
              <a:spcAft>
                <a:spcPts val="0"/>
              </a:spcAft>
              <a:buNone/>
            </a:pPr>
            <a:r>
              <a:rPr lang="en-US" sz="1400" strike="sngStrike" dirty="0">
                <a:latin typeface="Calibri" panose="020F0502020204030204" pitchFamily="34" charset="0"/>
                <a:cs typeface="Calibri" panose="020F0502020204030204" pitchFamily="34" charset="0"/>
              </a:rPr>
              <a:t>A classic example is that of penetration testing.</a:t>
            </a:r>
          </a:p>
          <a:p>
            <a:pPr marL="0" lvl="0" indent="0" algn="l" rtl="0">
              <a:spcBef>
                <a:spcPts val="0"/>
              </a:spcBef>
              <a:spcAft>
                <a:spcPts val="0"/>
              </a:spcAft>
              <a:buNone/>
            </a:pPr>
            <a:endParaRPr lang="en-US" sz="1400" strike="sngStrike" dirty="0">
              <a:latin typeface="Calibri" panose="020F0502020204030204" pitchFamily="34" charset="0"/>
              <a:cs typeface="Calibri" panose="020F0502020204030204" pitchFamily="34" charset="0"/>
            </a:endParaRPr>
          </a:p>
          <a:p>
            <a:pPr marL="0" lvl="0" indent="0" algn="l" rtl="0">
              <a:spcBef>
                <a:spcPts val="0"/>
              </a:spcBef>
              <a:spcAft>
                <a:spcPts val="0"/>
              </a:spcAft>
              <a:buNone/>
            </a:pPr>
            <a:r>
              <a:rPr lang="en-US" sz="1400" strike="sngStrike" dirty="0">
                <a:latin typeface="Calibri" panose="020F0502020204030204" pitchFamily="34" charset="0"/>
                <a:cs typeface="Calibri" panose="020F0502020204030204" pitchFamily="34" charset="0"/>
              </a:rPr>
              <a:t>You can penetration test anything.</a:t>
            </a:r>
          </a:p>
          <a:p>
            <a:pPr marL="0" lvl="0" indent="0" algn="l" rtl="0">
              <a:spcBef>
                <a:spcPts val="0"/>
              </a:spcBef>
              <a:spcAft>
                <a:spcPts val="0"/>
              </a:spcAft>
              <a:buNone/>
            </a:pPr>
            <a:endParaRPr lang="en-US" sz="1400" strike="sngStrike" dirty="0">
              <a:latin typeface="Calibri" panose="020F0502020204030204" pitchFamily="34" charset="0"/>
              <a:cs typeface="Calibri" panose="020F0502020204030204" pitchFamily="34" charset="0"/>
            </a:endParaRPr>
          </a:p>
          <a:p>
            <a:pPr marL="0" lvl="0" indent="0" algn="l" rtl="0">
              <a:spcBef>
                <a:spcPts val="0"/>
              </a:spcBef>
              <a:spcAft>
                <a:spcPts val="0"/>
              </a:spcAft>
              <a:buNone/>
            </a:pPr>
            <a:r>
              <a:rPr lang="en-US" sz="1400" strike="sngStrike" dirty="0">
                <a:latin typeface="Calibri" panose="020F0502020204030204" pitchFamily="34" charset="0"/>
                <a:cs typeface="Calibri" panose="020F0502020204030204" pitchFamily="34" charset="0"/>
              </a:rPr>
              <a:t>You don't need input from any other group.</a:t>
            </a:r>
          </a:p>
          <a:p>
            <a:pPr marL="0" lvl="0" indent="0" algn="l" rtl="0">
              <a:spcBef>
                <a:spcPts val="0"/>
              </a:spcBef>
              <a:spcAft>
                <a:spcPts val="0"/>
              </a:spcAft>
              <a:buNone/>
            </a:pPr>
            <a:endParaRPr lang="en-US" sz="1400" strike="sngStrike" dirty="0">
              <a:latin typeface="Calibri" panose="020F0502020204030204" pitchFamily="34" charset="0"/>
              <a:cs typeface="Calibri" panose="020F0502020204030204" pitchFamily="34" charset="0"/>
            </a:endParaRPr>
          </a:p>
          <a:p>
            <a:pPr marL="0" lvl="0" indent="0" algn="l" rtl="0">
              <a:spcBef>
                <a:spcPts val="0"/>
              </a:spcBef>
              <a:spcAft>
                <a:spcPts val="0"/>
              </a:spcAft>
              <a:buNone/>
            </a:pPr>
            <a:r>
              <a:rPr lang="en-US" sz="1400" strike="sngStrike" dirty="0">
                <a:latin typeface="Calibri" panose="020F0502020204030204" pitchFamily="34" charset="0"/>
                <a:cs typeface="Calibri" panose="020F0502020204030204" pitchFamily="34" charset="0"/>
              </a:rPr>
              <a:t>You just need the device and you can perform a penetration test and produce a penetration test report.</a:t>
            </a:r>
          </a:p>
          <a:p>
            <a:pPr marL="0" lvl="0" indent="0" algn="l" rtl="0">
              <a:spcBef>
                <a:spcPts val="0"/>
              </a:spcBef>
              <a:spcAft>
                <a:spcPts val="0"/>
              </a:spcAft>
              <a:buNone/>
            </a:pPr>
            <a:endParaRPr lang="en-US" sz="1400" strike="sngStrike" dirty="0">
              <a:latin typeface="Calibri" panose="020F0502020204030204" pitchFamily="34" charset="0"/>
              <a:cs typeface="Calibri" panose="020F0502020204030204" pitchFamily="34" charset="0"/>
            </a:endParaRPr>
          </a:p>
          <a:p>
            <a:pPr marL="0" lvl="0" indent="0" algn="l" rtl="0">
              <a:spcBef>
                <a:spcPts val="0"/>
              </a:spcBef>
              <a:spcAft>
                <a:spcPts val="0"/>
              </a:spcAft>
              <a:buNone/>
            </a:pPr>
            <a:r>
              <a:rPr lang="en-US" sz="1400" strike="sngStrike" dirty="0">
                <a:latin typeface="Calibri" panose="020F0502020204030204" pitchFamily="34" charset="0"/>
                <a:cs typeface="Calibri" panose="020F0502020204030204" pitchFamily="34" charset="0"/>
              </a:rPr>
              <a:t>This in and of itself is fine.</a:t>
            </a:r>
          </a:p>
          <a:p>
            <a:pPr marL="0" lvl="0" indent="0" algn="l" rtl="0">
              <a:spcBef>
                <a:spcPts val="0"/>
              </a:spcBef>
              <a:spcAft>
                <a:spcPts val="0"/>
              </a:spcAft>
              <a:buNone/>
            </a:pPr>
            <a:endParaRPr lang="en-US" sz="1400" strike="sngStrike" dirty="0">
              <a:latin typeface="Calibri" panose="020F0502020204030204" pitchFamily="34" charset="0"/>
              <a:cs typeface="Calibri" panose="020F0502020204030204" pitchFamily="34" charset="0"/>
            </a:endParaRPr>
          </a:p>
          <a:p>
            <a:pPr marL="0" lvl="0" indent="0" algn="l" rtl="0">
              <a:spcBef>
                <a:spcPts val="0"/>
              </a:spcBef>
              <a:spcAft>
                <a:spcPts val="0"/>
              </a:spcAft>
              <a:buNone/>
            </a:pPr>
            <a:r>
              <a:rPr lang="en-US" sz="1400" strike="sngStrike" dirty="0">
                <a:latin typeface="Calibri" panose="020F0502020204030204" pitchFamily="34" charset="0"/>
                <a:cs typeface="Calibri" panose="020F0502020204030204" pitchFamily="34" charset="0"/>
              </a:rPr>
              <a:t>&lt;pause&gt;</a:t>
            </a:r>
          </a:p>
          <a:p>
            <a:pPr marL="0" lvl="0" indent="0" algn="l" rtl="0">
              <a:spcBef>
                <a:spcPts val="0"/>
              </a:spcBef>
              <a:spcAft>
                <a:spcPts val="0"/>
              </a:spcAft>
              <a:buNone/>
            </a:pPr>
            <a:endParaRPr lang="en-US" sz="1400" strike="sngStrike" dirty="0">
              <a:latin typeface="Calibri" panose="020F0502020204030204" pitchFamily="34" charset="0"/>
              <a:cs typeface="Calibri" panose="020F0502020204030204" pitchFamily="34" charset="0"/>
            </a:endParaRPr>
          </a:p>
          <a:p>
            <a:pPr marL="0" lvl="0" indent="0" algn="l" rtl="0">
              <a:spcBef>
                <a:spcPts val="0"/>
              </a:spcBef>
              <a:spcAft>
                <a:spcPts val="0"/>
              </a:spcAft>
              <a:buNone/>
            </a:pPr>
            <a:r>
              <a:rPr lang="en-US" sz="1400" strike="sngStrike" dirty="0">
                <a:latin typeface="Calibri" panose="020F0502020204030204" pitchFamily="34" charset="0"/>
                <a:cs typeface="Calibri" panose="020F0502020204030204" pitchFamily="34" charset="0"/>
              </a:rPr>
              <a:t>But if we then go and look at something like threat modeling, we discover that it’s the same kind of animal.</a:t>
            </a:r>
          </a:p>
          <a:p>
            <a:pPr marL="0" lvl="0" indent="0" algn="l" rtl="0">
              <a:spcBef>
                <a:spcPts val="0"/>
              </a:spcBef>
              <a:spcAft>
                <a:spcPts val="0"/>
              </a:spcAft>
              <a:buNone/>
            </a:pPr>
            <a:endParaRPr lang="en-US" sz="1400" strike="sngStrike" dirty="0">
              <a:latin typeface="Calibri" panose="020F0502020204030204" pitchFamily="34" charset="0"/>
              <a:cs typeface="Calibri" panose="020F0502020204030204" pitchFamily="34" charset="0"/>
            </a:endParaRPr>
          </a:p>
          <a:p>
            <a:pPr marL="0" lvl="0" indent="0" algn="l" rtl="0">
              <a:spcBef>
                <a:spcPts val="0"/>
              </a:spcBef>
              <a:spcAft>
                <a:spcPts val="0"/>
              </a:spcAft>
              <a:buNone/>
            </a:pPr>
            <a:r>
              <a:rPr lang="en-US" sz="1400" strike="sngStrike" dirty="0">
                <a:latin typeface="Calibri" panose="020F0502020204030204" pitchFamily="34" charset="0"/>
                <a:cs typeface="Calibri" panose="020F0502020204030204" pitchFamily="34" charset="0"/>
              </a:rPr>
              <a:t>If we can have the device or the design or the requirements, we can synthesize a DFD which we can then reason on and generate a report from.</a:t>
            </a:r>
          </a:p>
          <a:p>
            <a:pPr marL="0" lvl="0" indent="0" algn="l" rtl="0">
              <a:spcBef>
                <a:spcPts val="0"/>
              </a:spcBef>
              <a:spcAft>
                <a:spcPts val="0"/>
              </a:spcAft>
              <a:buNone/>
            </a:pPr>
            <a:endParaRPr lang="en-US" sz="1400" strike="sngStrike" dirty="0">
              <a:latin typeface="Calibri" panose="020F0502020204030204" pitchFamily="34" charset="0"/>
              <a:cs typeface="Calibri" panose="020F0502020204030204" pitchFamily="34" charset="0"/>
            </a:endParaRPr>
          </a:p>
          <a:p>
            <a:pPr marL="0" lvl="0" indent="0" algn="l" rtl="0">
              <a:spcBef>
                <a:spcPts val="0"/>
              </a:spcBef>
              <a:spcAft>
                <a:spcPts val="0"/>
              </a:spcAft>
              <a:buNone/>
            </a:pPr>
            <a:r>
              <a:rPr lang="en-US" sz="1400" strike="sngStrike" dirty="0">
                <a:latin typeface="Calibri" panose="020F0502020204030204" pitchFamily="34" charset="0"/>
                <a:cs typeface="Calibri" panose="020F0502020204030204" pitchFamily="34" charset="0"/>
              </a:rPr>
              <a:t>&lt;pause&gt;</a:t>
            </a:r>
          </a:p>
          <a:p>
            <a:pPr marL="0" lvl="0" indent="0" algn="l" rtl="0">
              <a:spcBef>
                <a:spcPts val="0"/>
              </a:spcBef>
              <a:spcAft>
                <a:spcPts val="0"/>
              </a:spcAft>
              <a:buNone/>
            </a:pPr>
            <a:endParaRPr lang="en-US" sz="1400" strike="sngStrike" dirty="0">
              <a:latin typeface="Calibri" panose="020F0502020204030204" pitchFamily="34" charset="0"/>
              <a:cs typeface="Calibri" panose="020F0502020204030204" pitchFamily="34" charset="0"/>
            </a:endParaRPr>
          </a:p>
          <a:p>
            <a:pPr marL="0" lvl="0" indent="0" algn="l" rtl="0">
              <a:spcBef>
                <a:spcPts val="0"/>
              </a:spcBef>
              <a:spcAft>
                <a:spcPts val="0"/>
              </a:spcAft>
              <a:buNone/>
            </a:pPr>
            <a:r>
              <a:rPr lang="en-US" sz="1400" strike="sngStrike" dirty="0">
                <a:latin typeface="Calibri" panose="020F0502020204030204" pitchFamily="34" charset="0"/>
                <a:cs typeface="Calibri" panose="020F0502020204030204" pitchFamily="34" charset="0"/>
              </a:rPr>
              <a:t>Or we could do static analysis and take all the source code and run it through a separate program, generate output, and then produce that set of results.</a:t>
            </a:r>
          </a:p>
          <a:p>
            <a:pPr marL="0" lvl="0" indent="0" algn="l" rtl="0">
              <a:spcBef>
                <a:spcPts val="0"/>
              </a:spcBef>
              <a:spcAft>
                <a:spcPts val="0"/>
              </a:spcAft>
              <a:buNone/>
            </a:pPr>
            <a:endParaRPr lang="en-US" sz="1400" strike="sngStrike" dirty="0">
              <a:latin typeface="Calibri" panose="020F0502020204030204" pitchFamily="34" charset="0"/>
              <a:cs typeface="Calibri" panose="020F0502020204030204" pitchFamily="34" charset="0"/>
            </a:endParaRPr>
          </a:p>
          <a:p>
            <a:pPr marL="0" lvl="0" indent="0" algn="l" rtl="0">
              <a:spcBef>
                <a:spcPts val="0"/>
              </a:spcBef>
              <a:spcAft>
                <a:spcPts val="0"/>
              </a:spcAft>
              <a:buNone/>
            </a:pPr>
            <a:r>
              <a:rPr lang="en-US" sz="1400" strike="sngStrike" dirty="0">
                <a:latin typeface="Calibri" panose="020F0502020204030204" pitchFamily="34" charset="0"/>
                <a:cs typeface="Calibri" panose="020F0502020204030204" pitchFamily="34" charset="0"/>
              </a:rPr>
              <a:t>&lt;pause&gt;</a:t>
            </a:r>
          </a:p>
          <a:p>
            <a:pPr marL="0" lvl="0" indent="0" algn="l" rtl="0">
              <a:spcBef>
                <a:spcPts val="0"/>
              </a:spcBef>
              <a:spcAft>
                <a:spcPts val="0"/>
              </a:spcAft>
              <a:buNone/>
            </a:pPr>
            <a:endParaRPr lang="en-US" sz="1400" dirty="0">
              <a:latin typeface="Calibri" panose="020F0502020204030204" pitchFamily="34" charset="0"/>
              <a:cs typeface="Calibri" panose="020F0502020204030204" pitchFamily="34" charset="0"/>
            </a:endParaRPr>
          </a:p>
          <a:p>
            <a:pPr marL="0" lvl="0" indent="0" algn="l" rtl="0">
              <a:spcBef>
                <a:spcPts val="0"/>
              </a:spcBef>
              <a:spcAft>
                <a:spcPts val="0"/>
              </a:spcAft>
              <a:buNone/>
            </a:pPr>
            <a:r>
              <a:rPr lang="en-US" sz="1400" dirty="0">
                <a:latin typeface="Calibri" panose="020F0502020204030204" pitchFamily="34" charset="0"/>
                <a:cs typeface="Calibri" panose="020F0502020204030204" pitchFamily="34" charset="0"/>
              </a:rPr>
              <a:t>Or perhaps we could do something like fuzz testing where we actually are slightly more intrusive, but we still bring all the other pieces to the table ourselves.</a:t>
            </a:r>
          </a:p>
          <a:p>
            <a:pPr marL="0" lvl="0" indent="0" algn="l" rtl="0">
              <a:spcBef>
                <a:spcPts val="0"/>
              </a:spcBef>
              <a:spcAft>
                <a:spcPts val="0"/>
              </a:spcAft>
              <a:buNone/>
            </a:pPr>
            <a:endParaRPr lang="en-US" sz="1400" dirty="0">
              <a:latin typeface="Calibri" panose="020F0502020204030204" pitchFamily="34" charset="0"/>
              <a:cs typeface="Calibri" panose="020F0502020204030204" pitchFamily="34" charset="0"/>
            </a:endParaRPr>
          </a:p>
          <a:p>
            <a:pPr marL="0" lvl="0" indent="0" algn="l" rtl="0">
              <a:spcBef>
                <a:spcPts val="0"/>
              </a:spcBef>
              <a:spcAft>
                <a:spcPts val="0"/>
              </a:spcAft>
              <a:buNone/>
            </a:pPr>
            <a:r>
              <a:rPr lang="en-US" sz="1400" dirty="0">
                <a:latin typeface="Calibri" panose="020F0502020204030204" pitchFamily="34" charset="0"/>
                <a:cs typeface="Calibri" panose="020F0502020204030204" pitchFamily="34" charset="0"/>
              </a:rPr>
              <a:t>And we again generate a report.</a:t>
            </a:r>
          </a:p>
          <a:p>
            <a:pPr marL="0" lvl="0" indent="0" algn="l" rtl="0">
              <a:spcBef>
                <a:spcPts val="0"/>
              </a:spcBef>
              <a:spcAft>
                <a:spcPts val="0"/>
              </a:spcAft>
              <a:buNone/>
            </a:pPr>
            <a:endParaRPr lang="en-US" sz="1400" dirty="0">
              <a:latin typeface="Calibri" panose="020F0502020204030204" pitchFamily="34" charset="0"/>
              <a:cs typeface="Calibri" panose="020F0502020204030204" pitchFamily="34" charset="0"/>
            </a:endParaRPr>
          </a:p>
          <a:p>
            <a:pPr marL="0" lvl="0" indent="0" algn="l" rtl="0">
              <a:spcBef>
                <a:spcPts val="0"/>
              </a:spcBef>
              <a:spcAft>
                <a:spcPts val="0"/>
              </a:spcAft>
              <a:buNone/>
            </a:pPr>
            <a:r>
              <a:rPr lang="en-US" sz="1400" dirty="0">
                <a:latin typeface="Calibri" panose="020F0502020204030204" pitchFamily="34" charset="0"/>
                <a:cs typeface="Calibri" panose="020F0502020204030204" pitchFamily="34" charset="0"/>
              </a:rPr>
              <a:t>&lt;pause&gt;</a:t>
            </a:r>
          </a:p>
          <a:p>
            <a:pPr marL="0" lvl="0" indent="0" algn="l" rtl="0">
              <a:spcBef>
                <a:spcPts val="0"/>
              </a:spcBef>
              <a:spcAft>
                <a:spcPts val="0"/>
              </a:spcAft>
              <a:buNone/>
            </a:pPr>
            <a:endParaRPr lang="en-US" sz="1400" dirty="0">
              <a:latin typeface="Calibri" panose="020F0502020204030204" pitchFamily="34" charset="0"/>
              <a:cs typeface="Calibri" panose="020F0502020204030204" pitchFamily="34" charset="0"/>
            </a:endParaRPr>
          </a:p>
          <a:p>
            <a:pPr marL="0" lvl="0" indent="0" algn="l" rtl="0">
              <a:spcBef>
                <a:spcPts val="0"/>
              </a:spcBef>
              <a:spcAft>
                <a:spcPts val="0"/>
              </a:spcAft>
              <a:buNone/>
            </a:pPr>
            <a:r>
              <a:rPr lang="en-US" sz="1400" strike="sngStrike" dirty="0">
                <a:latin typeface="Calibri" panose="020F0502020204030204" pitchFamily="34" charset="0"/>
                <a:cs typeface="Calibri" panose="020F0502020204030204" pitchFamily="34" charset="0"/>
              </a:rPr>
              <a:t>Now it's not desirable for us to treat all of these activities and several more in isolation, but that's the way that they have traditionally been treated.</a:t>
            </a:r>
          </a:p>
          <a:p>
            <a:pPr marL="0" lvl="0" indent="0" algn="l" rtl="0">
              <a:spcBef>
                <a:spcPts val="0"/>
              </a:spcBef>
              <a:spcAft>
                <a:spcPts val="0"/>
              </a:spcAft>
              <a:buNone/>
            </a:pPr>
            <a:endParaRPr lang="en-US" sz="1400" strike="sngStrike" dirty="0">
              <a:latin typeface="Calibri" panose="020F0502020204030204" pitchFamily="34" charset="0"/>
              <a:cs typeface="Calibri" panose="020F0502020204030204" pitchFamily="34" charset="0"/>
            </a:endParaRPr>
          </a:p>
          <a:p>
            <a:pPr marL="0" lvl="0" indent="0" algn="l" rtl="0">
              <a:spcBef>
                <a:spcPts val="0"/>
              </a:spcBef>
              <a:spcAft>
                <a:spcPts val="0"/>
              </a:spcAft>
              <a:buNone/>
            </a:pPr>
            <a:r>
              <a:rPr lang="en-US" sz="1400" strike="sngStrike" dirty="0">
                <a:latin typeface="Calibri" panose="020F0502020204030204" pitchFamily="34" charset="0"/>
                <a:cs typeface="Calibri" panose="020F0502020204030204" pitchFamily="34" charset="0"/>
              </a:rPr>
              <a:t>&lt;pause&gt;</a:t>
            </a:r>
          </a:p>
          <a:p>
            <a:pPr marL="0" lvl="0" indent="0" algn="l" rtl="0">
              <a:spcBef>
                <a:spcPts val="0"/>
              </a:spcBef>
              <a:spcAft>
                <a:spcPts val="0"/>
              </a:spcAft>
              <a:buNone/>
            </a:pPr>
            <a:endParaRPr lang="en-US" sz="1400" strike="sngStrike" dirty="0">
              <a:latin typeface="Calibri" panose="020F0502020204030204" pitchFamily="34" charset="0"/>
              <a:cs typeface="Calibri" panose="020F0502020204030204" pitchFamily="34" charset="0"/>
            </a:endParaRPr>
          </a:p>
          <a:p>
            <a:pPr marL="0" lvl="0" indent="0" algn="l" rtl="0">
              <a:spcBef>
                <a:spcPts val="0"/>
              </a:spcBef>
              <a:spcAft>
                <a:spcPts val="0"/>
              </a:spcAft>
              <a:buNone/>
            </a:pPr>
            <a:r>
              <a:rPr lang="en-US" sz="1400" strike="sngStrike" dirty="0">
                <a:latin typeface="Calibri" panose="020F0502020204030204" pitchFamily="34" charset="0"/>
                <a:cs typeface="Calibri" panose="020F0502020204030204" pitchFamily="34" charset="0"/>
              </a:rPr>
              <a:t>What we would like to have is not a collection of one-man bands, but rather a symphony orchestra where discrete elements can be composed and work harmoniously with each other.</a:t>
            </a:r>
          </a:p>
          <a:p>
            <a:pPr marL="0" lvl="0" indent="0" algn="l" rtl="0">
              <a:spcBef>
                <a:spcPts val="0"/>
              </a:spcBef>
              <a:spcAft>
                <a:spcPts val="0"/>
              </a:spcAft>
              <a:buNone/>
            </a:pPr>
            <a:endParaRPr lang="en-US" sz="1400" strike="sngStrike" dirty="0">
              <a:latin typeface="Calibri" panose="020F0502020204030204" pitchFamily="34" charset="0"/>
              <a:cs typeface="Calibri" panose="020F0502020204030204" pitchFamily="34" charset="0"/>
            </a:endParaRPr>
          </a:p>
          <a:p>
            <a:pPr marL="0" lvl="0" indent="0" algn="l" rtl="0">
              <a:spcBef>
                <a:spcPts val="0"/>
              </a:spcBef>
              <a:spcAft>
                <a:spcPts val="0"/>
              </a:spcAft>
              <a:buNone/>
            </a:pPr>
            <a:r>
              <a:rPr lang="en-US" sz="1400" strike="sngStrike" dirty="0">
                <a:latin typeface="Calibri" panose="020F0502020204030204" pitchFamily="34" charset="0"/>
                <a:cs typeface="Calibri" panose="020F0502020204030204" pitchFamily="34" charset="0"/>
              </a:rPr>
              <a:t>That's what the threat prioritization aspect of the AVCDL is intended to accomplish.</a:t>
            </a:r>
          </a:p>
          <a:p>
            <a:pPr marL="0" lvl="0" indent="0" algn="l" rtl="0">
              <a:spcBef>
                <a:spcPts val="0"/>
              </a:spcBef>
              <a:spcAft>
                <a:spcPts val="0"/>
              </a:spcAft>
              <a:buNone/>
            </a:pPr>
            <a:endParaRPr lang="en-US" sz="1400" dirty="0">
              <a:latin typeface="Calibri" panose="020F0502020204030204" pitchFamily="34" charset="0"/>
              <a:cs typeface="Calibri" panose="020F0502020204030204" pitchFamily="34" charset="0"/>
            </a:endParaRPr>
          </a:p>
        </p:txBody>
      </p:sp>
    </p:spTree>
    <p:extLst>
      <p:ext uri="{BB962C8B-B14F-4D97-AF65-F5344CB8AC3E}">
        <p14:creationId xmlns:p14="http://schemas.microsoft.com/office/powerpoint/2010/main" val="450783685"/>
      </p:ext>
    </p:extLst>
  </p:cSld>
  <p:clrMapOvr>
    <a:masterClrMapping/>
  </p:clrMapOvr>
</p:notes>
</file>

<file path=ppt/notesSlides/notesSlide7.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1195"/>
        <p:cNvGrpSpPr/>
        <p:nvPr/>
      </p:nvGrpSpPr>
      <p:grpSpPr>
        <a:xfrm>
          <a:off x="0" y="0"/>
          <a:ext cx="0" cy="0"/>
          <a:chOff x="0" y="0"/>
          <a:chExt cx="0" cy="0"/>
        </a:xfrm>
      </p:grpSpPr>
      <p:sp>
        <p:nvSpPr>
          <p:cNvPr id="1196" name="Google Shape;1196;g9ac6590046_0_272:notes"/>
          <p:cNvSpPr>
            <a:spLocks noGrp="1" noRot="1" noChangeAspect="1"/>
          </p:cNvSpPr>
          <p:nvPr>
            <p:ph type="sldImg" idx="2"/>
          </p:nvPr>
        </p:nvSpPr>
        <p:spPr>
          <a:xfrm>
            <a:off x="382588" y="685800"/>
            <a:ext cx="6094412" cy="3429000"/>
          </a:xfrm>
          <a:custGeom>
            <a:avLst/>
            <a:gdLst/>
            <a:ahLst/>
            <a:cxnLst/>
            <a:rect l="l" t="t" r="r" b="b"/>
            <a:pathLst>
              <a:path w="120000" h="120000" extrusionOk="0">
                <a:moveTo>
                  <a:pt x="0" y="0"/>
                </a:moveTo>
                <a:lnTo>
                  <a:pt x="120000" y="0"/>
                </a:lnTo>
                <a:lnTo>
                  <a:pt x="120000" y="120000"/>
                </a:lnTo>
                <a:lnTo>
                  <a:pt x="0" y="120000"/>
                </a:lnTo>
                <a:close/>
              </a:path>
            </a:pathLst>
          </a:custGeom>
        </p:spPr>
      </p:sp>
      <p:sp>
        <p:nvSpPr>
          <p:cNvPr id="1197" name="Google Shape;1197;g9ac6590046_0_272:notes"/>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r>
              <a:rPr lang="en-US" sz="1400" dirty="0">
                <a:latin typeface="Calibri" panose="020F0502020204030204" pitchFamily="34" charset="0"/>
                <a:cs typeface="Calibri" panose="020F0502020204030204" pitchFamily="34" charset="0"/>
              </a:rPr>
              <a:t>Script:</a:t>
            </a:r>
          </a:p>
          <a:p>
            <a:pPr marL="0" lvl="0" indent="0" algn="l" rtl="0">
              <a:spcBef>
                <a:spcPts val="0"/>
              </a:spcBef>
              <a:spcAft>
                <a:spcPts val="0"/>
              </a:spcAft>
              <a:buNone/>
            </a:pPr>
            <a:endParaRPr lang="en-US" sz="1400" strike="sngStrike" dirty="0">
              <a:solidFill>
                <a:srgbClr val="1D1C1D"/>
              </a:solidFill>
              <a:effectLst/>
              <a:latin typeface="Calibri" panose="020F0502020204030204" pitchFamily="34" charset="0"/>
              <a:cs typeface="Calibri" panose="020F0502020204030204" pitchFamily="34" charset="0"/>
            </a:endParaRPr>
          </a:p>
          <a:p>
            <a:pPr marL="0" lvl="0" indent="0" algn="l" rtl="0">
              <a:spcBef>
                <a:spcPts val="0"/>
              </a:spcBef>
              <a:spcAft>
                <a:spcPts val="0"/>
              </a:spcAft>
              <a:buNone/>
            </a:pPr>
            <a:r>
              <a:rPr lang="en-US" sz="1400" strike="sngStrike" dirty="0">
                <a:latin typeface="Calibri" panose="020F0502020204030204" pitchFamily="34" charset="0"/>
                <a:cs typeface="Calibri" panose="020F0502020204030204" pitchFamily="34" charset="0"/>
              </a:rPr>
              <a:t>Unlike many aspects of product development, cybersecurity is traditionally treated like a one-man band.</a:t>
            </a:r>
          </a:p>
          <a:p>
            <a:pPr marL="0" lvl="0" indent="0" algn="l" rtl="0">
              <a:spcBef>
                <a:spcPts val="0"/>
              </a:spcBef>
              <a:spcAft>
                <a:spcPts val="0"/>
              </a:spcAft>
              <a:buNone/>
            </a:pPr>
            <a:endParaRPr lang="en-US" sz="1400" strike="sngStrike" dirty="0">
              <a:latin typeface="Calibri" panose="020F0502020204030204" pitchFamily="34" charset="0"/>
              <a:cs typeface="Calibri" panose="020F0502020204030204" pitchFamily="34" charset="0"/>
            </a:endParaRPr>
          </a:p>
          <a:p>
            <a:pPr marL="0" lvl="0" indent="0" algn="l" rtl="0">
              <a:spcBef>
                <a:spcPts val="0"/>
              </a:spcBef>
              <a:spcAft>
                <a:spcPts val="0"/>
              </a:spcAft>
              <a:buNone/>
            </a:pPr>
            <a:r>
              <a:rPr lang="en-US" sz="1400" strike="sngStrike" dirty="0">
                <a:latin typeface="Calibri" panose="020F0502020204030204" pitchFamily="34" charset="0"/>
                <a:cs typeface="Calibri" panose="020F0502020204030204" pitchFamily="34" charset="0"/>
              </a:rPr>
              <a:t>They're responsible for bringing their own instruments, playing their own music, and dealing with everything related to the function they try to accomplish.</a:t>
            </a:r>
          </a:p>
          <a:p>
            <a:pPr marL="0" lvl="0" indent="0" algn="l" rtl="0">
              <a:spcBef>
                <a:spcPts val="0"/>
              </a:spcBef>
              <a:spcAft>
                <a:spcPts val="0"/>
              </a:spcAft>
              <a:buNone/>
            </a:pPr>
            <a:endParaRPr lang="en-US" sz="1400" strike="sngStrike" dirty="0">
              <a:latin typeface="Calibri" panose="020F0502020204030204" pitchFamily="34" charset="0"/>
              <a:cs typeface="Calibri" panose="020F0502020204030204" pitchFamily="34" charset="0"/>
            </a:endParaRPr>
          </a:p>
          <a:p>
            <a:pPr marL="0" lvl="0" indent="0" algn="l" rtl="0">
              <a:spcBef>
                <a:spcPts val="0"/>
              </a:spcBef>
              <a:spcAft>
                <a:spcPts val="0"/>
              </a:spcAft>
              <a:buNone/>
            </a:pPr>
            <a:r>
              <a:rPr lang="en-US" sz="1400" strike="sngStrike" dirty="0">
                <a:latin typeface="Calibri" panose="020F0502020204030204" pitchFamily="34" charset="0"/>
                <a:cs typeface="Calibri" panose="020F0502020204030204" pitchFamily="34" charset="0"/>
              </a:rPr>
              <a:t>A classic example is that of penetration testing.</a:t>
            </a:r>
          </a:p>
          <a:p>
            <a:pPr marL="0" lvl="0" indent="0" algn="l" rtl="0">
              <a:spcBef>
                <a:spcPts val="0"/>
              </a:spcBef>
              <a:spcAft>
                <a:spcPts val="0"/>
              </a:spcAft>
              <a:buNone/>
            </a:pPr>
            <a:endParaRPr lang="en-US" sz="1400" strike="sngStrike" dirty="0">
              <a:latin typeface="Calibri" panose="020F0502020204030204" pitchFamily="34" charset="0"/>
              <a:cs typeface="Calibri" panose="020F0502020204030204" pitchFamily="34" charset="0"/>
            </a:endParaRPr>
          </a:p>
          <a:p>
            <a:pPr marL="0" lvl="0" indent="0" algn="l" rtl="0">
              <a:spcBef>
                <a:spcPts val="0"/>
              </a:spcBef>
              <a:spcAft>
                <a:spcPts val="0"/>
              </a:spcAft>
              <a:buNone/>
            </a:pPr>
            <a:r>
              <a:rPr lang="en-US" sz="1400" strike="sngStrike" dirty="0">
                <a:latin typeface="Calibri" panose="020F0502020204030204" pitchFamily="34" charset="0"/>
                <a:cs typeface="Calibri" panose="020F0502020204030204" pitchFamily="34" charset="0"/>
              </a:rPr>
              <a:t>You can penetration test anything.</a:t>
            </a:r>
          </a:p>
          <a:p>
            <a:pPr marL="0" lvl="0" indent="0" algn="l" rtl="0">
              <a:spcBef>
                <a:spcPts val="0"/>
              </a:spcBef>
              <a:spcAft>
                <a:spcPts val="0"/>
              </a:spcAft>
              <a:buNone/>
            </a:pPr>
            <a:endParaRPr lang="en-US" sz="1400" strike="sngStrike" dirty="0">
              <a:latin typeface="Calibri" panose="020F0502020204030204" pitchFamily="34" charset="0"/>
              <a:cs typeface="Calibri" panose="020F0502020204030204" pitchFamily="34" charset="0"/>
            </a:endParaRPr>
          </a:p>
          <a:p>
            <a:pPr marL="0" lvl="0" indent="0" algn="l" rtl="0">
              <a:spcBef>
                <a:spcPts val="0"/>
              </a:spcBef>
              <a:spcAft>
                <a:spcPts val="0"/>
              </a:spcAft>
              <a:buNone/>
            </a:pPr>
            <a:r>
              <a:rPr lang="en-US" sz="1400" strike="sngStrike" dirty="0">
                <a:latin typeface="Calibri" panose="020F0502020204030204" pitchFamily="34" charset="0"/>
                <a:cs typeface="Calibri" panose="020F0502020204030204" pitchFamily="34" charset="0"/>
              </a:rPr>
              <a:t>You don't need input from any other group.</a:t>
            </a:r>
          </a:p>
          <a:p>
            <a:pPr marL="0" lvl="0" indent="0" algn="l" rtl="0">
              <a:spcBef>
                <a:spcPts val="0"/>
              </a:spcBef>
              <a:spcAft>
                <a:spcPts val="0"/>
              </a:spcAft>
              <a:buNone/>
            </a:pPr>
            <a:endParaRPr lang="en-US" sz="1400" strike="sngStrike" dirty="0">
              <a:latin typeface="Calibri" panose="020F0502020204030204" pitchFamily="34" charset="0"/>
              <a:cs typeface="Calibri" panose="020F0502020204030204" pitchFamily="34" charset="0"/>
            </a:endParaRPr>
          </a:p>
          <a:p>
            <a:pPr marL="0" lvl="0" indent="0" algn="l" rtl="0">
              <a:spcBef>
                <a:spcPts val="0"/>
              </a:spcBef>
              <a:spcAft>
                <a:spcPts val="0"/>
              </a:spcAft>
              <a:buNone/>
            </a:pPr>
            <a:r>
              <a:rPr lang="en-US" sz="1400" strike="sngStrike" dirty="0">
                <a:latin typeface="Calibri" panose="020F0502020204030204" pitchFamily="34" charset="0"/>
                <a:cs typeface="Calibri" panose="020F0502020204030204" pitchFamily="34" charset="0"/>
              </a:rPr>
              <a:t>You just need the device and you can perform a penetration test and produce a penetration test report.</a:t>
            </a:r>
          </a:p>
          <a:p>
            <a:pPr marL="0" lvl="0" indent="0" algn="l" rtl="0">
              <a:spcBef>
                <a:spcPts val="0"/>
              </a:spcBef>
              <a:spcAft>
                <a:spcPts val="0"/>
              </a:spcAft>
              <a:buNone/>
            </a:pPr>
            <a:endParaRPr lang="en-US" sz="1400" strike="sngStrike" dirty="0">
              <a:latin typeface="Calibri" panose="020F0502020204030204" pitchFamily="34" charset="0"/>
              <a:cs typeface="Calibri" panose="020F0502020204030204" pitchFamily="34" charset="0"/>
            </a:endParaRPr>
          </a:p>
          <a:p>
            <a:pPr marL="0" lvl="0" indent="0" algn="l" rtl="0">
              <a:spcBef>
                <a:spcPts val="0"/>
              </a:spcBef>
              <a:spcAft>
                <a:spcPts val="0"/>
              </a:spcAft>
              <a:buNone/>
            </a:pPr>
            <a:r>
              <a:rPr lang="en-US" sz="1400" strike="sngStrike" dirty="0">
                <a:latin typeface="Calibri" panose="020F0502020204030204" pitchFamily="34" charset="0"/>
                <a:cs typeface="Calibri" panose="020F0502020204030204" pitchFamily="34" charset="0"/>
              </a:rPr>
              <a:t>This in and of itself is fine.</a:t>
            </a:r>
          </a:p>
          <a:p>
            <a:pPr marL="0" lvl="0" indent="0" algn="l" rtl="0">
              <a:spcBef>
                <a:spcPts val="0"/>
              </a:spcBef>
              <a:spcAft>
                <a:spcPts val="0"/>
              </a:spcAft>
              <a:buNone/>
            </a:pPr>
            <a:endParaRPr lang="en-US" sz="1400" strike="sngStrike" dirty="0">
              <a:latin typeface="Calibri" panose="020F0502020204030204" pitchFamily="34" charset="0"/>
              <a:cs typeface="Calibri" panose="020F0502020204030204" pitchFamily="34" charset="0"/>
            </a:endParaRPr>
          </a:p>
          <a:p>
            <a:pPr marL="0" lvl="0" indent="0" algn="l" rtl="0">
              <a:spcBef>
                <a:spcPts val="0"/>
              </a:spcBef>
              <a:spcAft>
                <a:spcPts val="0"/>
              </a:spcAft>
              <a:buNone/>
            </a:pPr>
            <a:r>
              <a:rPr lang="en-US" sz="1400" strike="sngStrike" dirty="0">
                <a:latin typeface="Calibri" panose="020F0502020204030204" pitchFamily="34" charset="0"/>
                <a:cs typeface="Calibri" panose="020F0502020204030204" pitchFamily="34" charset="0"/>
              </a:rPr>
              <a:t>&lt;pause&gt;</a:t>
            </a:r>
          </a:p>
          <a:p>
            <a:pPr marL="0" lvl="0" indent="0" algn="l" rtl="0">
              <a:spcBef>
                <a:spcPts val="0"/>
              </a:spcBef>
              <a:spcAft>
                <a:spcPts val="0"/>
              </a:spcAft>
              <a:buNone/>
            </a:pPr>
            <a:endParaRPr lang="en-US" sz="1400" strike="sngStrike" dirty="0">
              <a:latin typeface="Calibri" panose="020F0502020204030204" pitchFamily="34" charset="0"/>
              <a:cs typeface="Calibri" panose="020F0502020204030204" pitchFamily="34" charset="0"/>
            </a:endParaRPr>
          </a:p>
          <a:p>
            <a:pPr marL="0" lvl="0" indent="0" algn="l" rtl="0">
              <a:spcBef>
                <a:spcPts val="0"/>
              </a:spcBef>
              <a:spcAft>
                <a:spcPts val="0"/>
              </a:spcAft>
              <a:buNone/>
            </a:pPr>
            <a:r>
              <a:rPr lang="en-US" sz="1400" strike="sngStrike" dirty="0">
                <a:latin typeface="Calibri" panose="020F0502020204030204" pitchFamily="34" charset="0"/>
                <a:cs typeface="Calibri" panose="020F0502020204030204" pitchFamily="34" charset="0"/>
              </a:rPr>
              <a:t>But if we then go and look at something like threat modeling, we discover that it’s the same kind of animal.</a:t>
            </a:r>
          </a:p>
          <a:p>
            <a:pPr marL="0" lvl="0" indent="0" algn="l" rtl="0">
              <a:spcBef>
                <a:spcPts val="0"/>
              </a:spcBef>
              <a:spcAft>
                <a:spcPts val="0"/>
              </a:spcAft>
              <a:buNone/>
            </a:pPr>
            <a:endParaRPr lang="en-US" sz="1400" strike="sngStrike" dirty="0">
              <a:latin typeface="Calibri" panose="020F0502020204030204" pitchFamily="34" charset="0"/>
              <a:cs typeface="Calibri" panose="020F0502020204030204" pitchFamily="34" charset="0"/>
            </a:endParaRPr>
          </a:p>
          <a:p>
            <a:pPr marL="0" lvl="0" indent="0" algn="l" rtl="0">
              <a:spcBef>
                <a:spcPts val="0"/>
              </a:spcBef>
              <a:spcAft>
                <a:spcPts val="0"/>
              </a:spcAft>
              <a:buNone/>
            </a:pPr>
            <a:r>
              <a:rPr lang="en-US" sz="1400" strike="sngStrike" dirty="0">
                <a:latin typeface="Calibri" panose="020F0502020204030204" pitchFamily="34" charset="0"/>
                <a:cs typeface="Calibri" panose="020F0502020204030204" pitchFamily="34" charset="0"/>
              </a:rPr>
              <a:t>If we can have the device or the design or the requirements, we can synthesize a DFD which we can then reason on and generate a report from.</a:t>
            </a:r>
          </a:p>
          <a:p>
            <a:pPr marL="0" lvl="0" indent="0" algn="l" rtl="0">
              <a:spcBef>
                <a:spcPts val="0"/>
              </a:spcBef>
              <a:spcAft>
                <a:spcPts val="0"/>
              </a:spcAft>
              <a:buNone/>
            </a:pPr>
            <a:endParaRPr lang="en-US" sz="1400" strike="sngStrike" dirty="0">
              <a:latin typeface="Calibri" panose="020F0502020204030204" pitchFamily="34" charset="0"/>
              <a:cs typeface="Calibri" panose="020F0502020204030204" pitchFamily="34" charset="0"/>
            </a:endParaRPr>
          </a:p>
          <a:p>
            <a:pPr marL="0" lvl="0" indent="0" algn="l" rtl="0">
              <a:spcBef>
                <a:spcPts val="0"/>
              </a:spcBef>
              <a:spcAft>
                <a:spcPts val="0"/>
              </a:spcAft>
              <a:buNone/>
            </a:pPr>
            <a:r>
              <a:rPr lang="en-US" sz="1400" strike="sngStrike" dirty="0">
                <a:latin typeface="Calibri" panose="020F0502020204030204" pitchFamily="34" charset="0"/>
                <a:cs typeface="Calibri" panose="020F0502020204030204" pitchFamily="34" charset="0"/>
              </a:rPr>
              <a:t>&lt;pause&gt;</a:t>
            </a:r>
          </a:p>
          <a:p>
            <a:pPr marL="0" lvl="0" indent="0" algn="l" rtl="0">
              <a:spcBef>
                <a:spcPts val="0"/>
              </a:spcBef>
              <a:spcAft>
                <a:spcPts val="0"/>
              </a:spcAft>
              <a:buNone/>
            </a:pPr>
            <a:endParaRPr lang="en-US" sz="1400" strike="sngStrike" dirty="0">
              <a:latin typeface="Calibri" panose="020F0502020204030204" pitchFamily="34" charset="0"/>
              <a:cs typeface="Calibri" panose="020F0502020204030204" pitchFamily="34" charset="0"/>
            </a:endParaRPr>
          </a:p>
          <a:p>
            <a:pPr marL="0" lvl="0" indent="0" algn="l" rtl="0">
              <a:spcBef>
                <a:spcPts val="0"/>
              </a:spcBef>
              <a:spcAft>
                <a:spcPts val="0"/>
              </a:spcAft>
              <a:buNone/>
            </a:pPr>
            <a:r>
              <a:rPr lang="en-US" sz="1400" strike="sngStrike" dirty="0">
                <a:latin typeface="Calibri" panose="020F0502020204030204" pitchFamily="34" charset="0"/>
                <a:cs typeface="Calibri" panose="020F0502020204030204" pitchFamily="34" charset="0"/>
              </a:rPr>
              <a:t>Or we could do static analysis and take all the source code and run it through a separate program, generate output, and then produce that set of results.</a:t>
            </a:r>
          </a:p>
          <a:p>
            <a:pPr marL="0" lvl="0" indent="0" algn="l" rtl="0">
              <a:spcBef>
                <a:spcPts val="0"/>
              </a:spcBef>
              <a:spcAft>
                <a:spcPts val="0"/>
              </a:spcAft>
              <a:buNone/>
            </a:pPr>
            <a:endParaRPr lang="en-US" sz="1400" strike="sngStrike" dirty="0">
              <a:latin typeface="Calibri" panose="020F0502020204030204" pitchFamily="34" charset="0"/>
              <a:cs typeface="Calibri" panose="020F0502020204030204" pitchFamily="34" charset="0"/>
            </a:endParaRPr>
          </a:p>
          <a:p>
            <a:pPr marL="0" lvl="0" indent="0" algn="l" rtl="0">
              <a:spcBef>
                <a:spcPts val="0"/>
              </a:spcBef>
              <a:spcAft>
                <a:spcPts val="0"/>
              </a:spcAft>
              <a:buNone/>
            </a:pPr>
            <a:r>
              <a:rPr lang="en-US" sz="1400" strike="sngStrike" dirty="0">
                <a:latin typeface="Calibri" panose="020F0502020204030204" pitchFamily="34" charset="0"/>
                <a:cs typeface="Calibri" panose="020F0502020204030204" pitchFamily="34" charset="0"/>
              </a:rPr>
              <a:t>&lt;pause&gt;</a:t>
            </a:r>
          </a:p>
          <a:p>
            <a:pPr marL="0" lvl="0" indent="0" algn="l" rtl="0">
              <a:spcBef>
                <a:spcPts val="0"/>
              </a:spcBef>
              <a:spcAft>
                <a:spcPts val="0"/>
              </a:spcAft>
              <a:buNone/>
            </a:pPr>
            <a:endParaRPr lang="en-US" sz="1400" strike="sngStrike" dirty="0">
              <a:latin typeface="Calibri" panose="020F0502020204030204" pitchFamily="34" charset="0"/>
              <a:cs typeface="Calibri" panose="020F0502020204030204" pitchFamily="34" charset="0"/>
            </a:endParaRPr>
          </a:p>
          <a:p>
            <a:pPr marL="0" lvl="0" indent="0" algn="l" rtl="0">
              <a:spcBef>
                <a:spcPts val="0"/>
              </a:spcBef>
              <a:spcAft>
                <a:spcPts val="0"/>
              </a:spcAft>
              <a:buNone/>
            </a:pPr>
            <a:r>
              <a:rPr lang="en-US" sz="1400" strike="sngStrike" dirty="0">
                <a:latin typeface="Calibri" panose="020F0502020204030204" pitchFamily="34" charset="0"/>
                <a:cs typeface="Calibri" panose="020F0502020204030204" pitchFamily="34" charset="0"/>
              </a:rPr>
              <a:t>Or perhaps we could do something like fuzz testing where we actually are slightly more intrusive, but we still bring all the other pieces to the table ourselves.</a:t>
            </a:r>
          </a:p>
          <a:p>
            <a:pPr marL="0" lvl="0" indent="0" algn="l" rtl="0">
              <a:spcBef>
                <a:spcPts val="0"/>
              </a:spcBef>
              <a:spcAft>
                <a:spcPts val="0"/>
              </a:spcAft>
              <a:buNone/>
            </a:pPr>
            <a:endParaRPr lang="en-US" sz="1400" strike="sngStrike" dirty="0">
              <a:latin typeface="Calibri" panose="020F0502020204030204" pitchFamily="34" charset="0"/>
              <a:cs typeface="Calibri" panose="020F0502020204030204" pitchFamily="34" charset="0"/>
            </a:endParaRPr>
          </a:p>
          <a:p>
            <a:pPr marL="0" lvl="0" indent="0" algn="l" rtl="0">
              <a:spcBef>
                <a:spcPts val="0"/>
              </a:spcBef>
              <a:spcAft>
                <a:spcPts val="0"/>
              </a:spcAft>
              <a:buNone/>
            </a:pPr>
            <a:r>
              <a:rPr lang="en-US" sz="1400" strike="sngStrike" dirty="0">
                <a:latin typeface="Calibri" panose="020F0502020204030204" pitchFamily="34" charset="0"/>
                <a:cs typeface="Calibri" panose="020F0502020204030204" pitchFamily="34" charset="0"/>
              </a:rPr>
              <a:t>And we again generate a report.</a:t>
            </a:r>
          </a:p>
          <a:p>
            <a:pPr marL="0" lvl="0" indent="0" algn="l" rtl="0">
              <a:spcBef>
                <a:spcPts val="0"/>
              </a:spcBef>
              <a:spcAft>
                <a:spcPts val="0"/>
              </a:spcAft>
              <a:buNone/>
            </a:pPr>
            <a:endParaRPr lang="en-US" sz="1400" strike="sngStrike" dirty="0">
              <a:latin typeface="Calibri" panose="020F0502020204030204" pitchFamily="34" charset="0"/>
              <a:cs typeface="Calibri" panose="020F0502020204030204" pitchFamily="34" charset="0"/>
            </a:endParaRPr>
          </a:p>
          <a:p>
            <a:pPr marL="0" lvl="0" indent="0" algn="l" rtl="0">
              <a:spcBef>
                <a:spcPts val="0"/>
              </a:spcBef>
              <a:spcAft>
                <a:spcPts val="0"/>
              </a:spcAft>
              <a:buNone/>
            </a:pPr>
            <a:r>
              <a:rPr lang="en-US" sz="1400" strike="sngStrike" dirty="0">
                <a:latin typeface="Calibri" panose="020F0502020204030204" pitchFamily="34" charset="0"/>
                <a:cs typeface="Calibri" panose="020F0502020204030204" pitchFamily="34" charset="0"/>
              </a:rPr>
              <a:t>&lt;pause&gt;</a:t>
            </a:r>
          </a:p>
          <a:p>
            <a:pPr marL="0" lvl="0" indent="0" algn="l" rtl="0">
              <a:spcBef>
                <a:spcPts val="0"/>
              </a:spcBef>
              <a:spcAft>
                <a:spcPts val="0"/>
              </a:spcAft>
              <a:buNone/>
            </a:pPr>
            <a:endParaRPr lang="en-US" sz="1400" dirty="0">
              <a:latin typeface="Calibri" panose="020F0502020204030204" pitchFamily="34" charset="0"/>
              <a:cs typeface="Calibri" panose="020F0502020204030204" pitchFamily="34" charset="0"/>
            </a:endParaRPr>
          </a:p>
          <a:p>
            <a:pPr marL="0" lvl="0" indent="0" algn="l" rtl="0">
              <a:spcBef>
                <a:spcPts val="0"/>
              </a:spcBef>
              <a:spcAft>
                <a:spcPts val="0"/>
              </a:spcAft>
              <a:buNone/>
            </a:pPr>
            <a:r>
              <a:rPr lang="en-US" sz="1400" dirty="0">
                <a:latin typeface="Calibri" panose="020F0502020204030204" pitchFamily="34" charset="0"/>
                <a:cs typeface="Calibri" panose="020F0502020204030204" pitchFamily="34" charset="0"/>
              </a:rPr>
              <a:t>Now it's not desirable for us to treat all of these activities and several more in isolation, but that's the way that they have traditionally been treated.</a:t>
            </a:r>
          </a:p>
          <a:p>
            <a:pPr marL="0" lvl="0" indent="0" algn="l" rtl="0">
              <a:spcBef>
                <a:spcPts val="0"/>
              </a:spcBef>
              <a:spcAft>
                <a:spcPts val="0"/>
              </a:spcAft>
              <a:buNone/>
            </a:pPr>
            <a:endParaRPr lang="en-US" sz="1400" dirty="0">
              <a:latin typeface="Calibri" panose="020F0502020204030204" pitchFamily="34" charset="0"/>
              <a:cs typeface="Calibri" panose="020F0502020204030204" pitchFamily="34" charset="0"/>
            </a:endParaRPr>
          </a:p>
          <a:p>
            <a:pPr marL="0" lvl="0" indent="0" algn="l" rtl="0">
              <a:spcBef>
                <a:spcPts val="0"/>
              </a:spcBef>
              <a:spcAft>
                <a:spcPts val="0"/>
              </a:spcAft>
              <a:buNone/>
            </a:pPr>
            <a:r>
              <a:rPr lang="en-US" sz="1400" dirty="0">
                <a:latin typeface="Calibri" panose="020F0502020204030204" pitchFamily="34" charset="0"/>
                <a:cs typeface="Calibri" panose="020F0502020204030204" pitchFamily="34" charset="0"/>
              </a:rPr>
              <a:t>&lt;pause&gt;</a:t>
            </a:r>
          </a:p>
          <a:p>
            <a:pPr marL="0" lvl="0" indent="0" algn="l" rtl="0">
              <a:spcBef>
                <a:spcPts val="0"/>
              </a:spcBef>
              <a:spcAft>
                <a:spcPts val="0"/>
              </a:spcAft>
              <a:buNone/>
            </a:pPr>
            <a:endParaRPr lang="en-US" sz="1400" dirty="0">
              <a:latin typeface="Calibri" panose="020F0502020204030204" pitchFamily="34" charset="0"/>
              <a:cs typeface="Calibri" panose="020F0502020204030204" pitchFamily="34" charset="0"/>
            </a:endParaRPr>
          </a:p>
          <a:p>
            <a:pPr marL="0" lvl="0" indent="0" algn="l" rtl="0">
              <a:spcBef>
                <a:spcPts val="0"/>
              </a:spcBef>
              <a:spcAft>
                <a:spcPts val="0"/>
              </a:spcAft>
              <a:buNone/>
            </a:pPr>
            <a:r>
              <a:rPr lang="en-US" sz="1400" strike="sngStrike" dirty="0">
                <a:latin typeface="Calibri" panose="020F0502020204030204" pitchFamily="34" charset="0"/>
                <a:cs typeface="Calibri" panose="020F0502020204030204" pitchFamily="34" charset="0"/>
              </a:rPr>
              <a:t>What we would like to have is not a collection of one-man bands, but rather a symphony orchestra where discrete elements can be composed and work harmoniously with each other.</a:t>
            </a:r>
          </a:p>
          <a:p>
            <a:pPr marL="0" lvl="0" indent="0" algn="l" rtl="0">
              <a:spcBef>
                <a:spcPts val="0"/>
              </a:spcBef>
              <a:spcAft>
                <a:spcPts val="0"/>
              </a:spcAft>
              <a:buNone/>
            </a:pPr>
            <a:endParaRPr lang="en-US" sz="1400" strike="sngStrike" dirty="0">
              <a:latin typeface="Calibri" panose="020F0502020204030204" pitchFamily="34" charset="0"/>
              <a:cs typeface="Calibri" panose="020F0502020204030204" pitchFamily="34" charset="0"/>
            </a:endParaRPr>
          </a:p>
          <a:p>
            <a:pPr marL="0" lvl="0" indent="0" algn="l" rtl="0">
              <a:spcBef>
                <a:spcPts val="0"/>
              </a:spcBef>
              <a:spcAft>
                <a:spcPts val="0"/>
              </a:spcAft>
              <a:buNone/>
            </a:pPr>
            <a:r>
              <a:rPr lang="en-US" sz="1400" strike="sngStrike" dirty="0">
                <a:latin typeface="Calibri" panose="020F0502020204030204" pitchFamily="34" charset="0"/>
                <a:cs typeface="Calibri" panose="020F0502020204030204" pitchFamily="34" charset="0"/>
              </a:rPr>
              <a:t>That's what the threat prioritization aspect of the AVCDL is intended to accomplish.</a:t>
            </a:r>
          </a:p>
          <a:p>
            <a:pPr marL="0" lvl="0" indent="0" algn="l" rtl="0">
              <a:spcBef>
                <a:spcPts val="0"/>
              </a:spcBef>
              <a:spcAft>
                <a:spcPts val="0"/>
              </a:spcAft>
              <a:buNone/>
            </a:pPr>
            <a:endParaRPr lang="en-US" sz="1400" dirty="0">
              <a:latin typeface="Calibri" panose="020F0502020204030204" pitchFamily="34" charset="0"/>
              <a:cs typeface="Calibri" panose="020F0502020204030204" pitchFamily="34" charset="0"/>
            </a:endParaRPr>
          </a:p>
        </p:txBody>
      </p:sp>
    </p:spTree>
    <p:extLst>
      <p:ext uri="{BB962C8B-B14F-4D97-AF65-F5344CB8AC3E}">
        <p14:creationId xmlns:p14="http://schemas.microsoft.com/office/powerpoint/2010/main" val="2552750742"/>
      </p:ext>
    </p:extLst>
  </p:cSld>
  <p:clrMapOvr>
    <a:masterClrMapping/>
  </p:clrMapOvr>
</p:notes>
</file>

<file path=ppt/notesSlides/notesSlide8.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1195"/>
        <p:cNvGrpSpPr/>
        <p:nvPr/>
      </p:nvGrpSpPr>
      <p:grpSpPr>
        <a:xfrm>
          <a:off x="0" y="0"/>
          <a:ext cx="0" cy="0"/>
          <a:chOff x="0" y="0"/>
          <a:chExt cx="0" cy="0"/>
        </a:xfrm>
      </p:grpSpPr>
      <p:sp>
        <p:nvSpPr>
          <p:cNvPr id="1196" name="Google Shape;1196;g9ac6590046_0_272:notes"/>
          <p:cNvSpPr>
            <a:spLocks noGrp="1" noRot="1" noChangeAspect="1"/>
          </p:cNvSpPr>
          <p:nvPr>
            <p:ph type="sldImg" idx="2"/>
          </p:nvPr>
        </p:nvSpPr>
        <p:spPr>
          <a:xfrm>
            <a:off x="382588" y="685800"/>
            <a:ext cx="6094412" cy="3429000"/>
          </a:xfrm>
          <a:custGeom>
            <a:avLst/>
            <a:gdLst/>
            <a:ahLst/>
            <a:cxnLst/>
            <a:rect l="l" t="t" r="r" b="b"/>
            <a:pathLst>
              <a:path w="120000" h="120000" extrusionOk="0">
                <a:moveTo>
                  <a:pt x="0" y="0"/>
                </a:moveTo>
                <a:lnTo>
                  <a:pt x="120000" y="0"/>
                </a:lnTo>
                <a:lnTo>
                  <a:pt x="120000" y="120000"/>
                </a:lnTo>
                <a:lnTo>
                  <a:pt x="0" y="120000"/>
                </a:lnTo>
                <a:close/>
              </a:path>
            </a:pathLst>
          </a:custGeom>
        </p:spPr>
      </p:sp>
      <p:sp>
        <p:nvSpPr>
          <p:cNvPr id="1197" name="Google Shape;1197;g9ac6590046_0_272:notes"/>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r>
              <a:rPr lang="en-US" sz="1400" dirty="0">
                <a:latin typeface="Calibri" panose="020F0502020204030204" pitchFamily="34" charset="0"/>
                <a:cs typeface="Calibri" panose="020F0502020204030204" pitchFamily="34" charset="0"/>
              </a:rPr>
              <a:t>Script:</a:t>
            </a:r>
          </a:p>
          <a:p>
            <a:pPr marL="0" lvl="0" indent="0" algn="l" rtl="0">
              <a:spcBef>
                <a:spcPts val="0"/>
              </a:spcBef>
              <a:spcAft>
                <a:spcPts val="0"/>
              </a:spcAft>
              <a:buNone/>
            </a:pPr>
            <a:endParaRPr lang="en-US" sz="1400" strike="sngStrike" dirty="0">
              <a:solidFill>
                <a:srgbClr val="1D1C1D"/>
              </a:solidFill>
              <a:effectLst/>
              <a:latin typeface="Calibri" panose="020F0502020204030204" pitchFamily="34" charset="0"/>
              <a:cs typeface="Calibri" panose="020F0502020204030204" pitchFamily="34" charset="0"/>
            </a:endParaRPr>
          </a:p>
          <a:p>
            <a:pPr marL="0" lvl="0" indent="0" algn="l" rtl="0">
              <a:spcBef>
                <a:spcPts val="0"/>
              </a:spcBef>
              <a:spcAft>
                <a:spcPts val="0"/>
              </a:spcAft>
              <a:buNone/>
            </a:pPr>
            <a:r>
              <a:rPr lang="en-US" sz="1400" strike="sngStrike" dirty="0">
                <a:latin typeface="Calibri" panose="020F0502020204030204" pitchFamily="34" charset="0"/>
                <a:cs typeface="Calibri" panose="020F0502020204030204" pitchFamily="34" charset="0"/>
              </a:rPr>
              <a:t>Unlike many aspects of product development, cybersecurity is traditionally treated like a one-man band.</a:t>
            </a:r>
          </a:p>
          <a:p>
            <a:pPr marL="0" lvl="0" indent="0" algn="l" rtl="0">
              <a:spcBef>
                <a:spcPts val="0"/>
              </a:spcBef>
              <a:spcAft>
                <a:spcPts val="0"/>
              </a:spcAft>
              <a:buNone/>
            </a:pPr>
            <a:endParaRPr lang="en-US" sz="1400" strike="sngStrike" dirty="0">
              <a:latin typeface="Calibri" panose="020F0502020204030204" pitchFamily="34" charset="0"/>
              <a:cs typeface="Calibri" panose="020F0502020204030204" pitchFamily="34" charset="0"/>
            </a:endParaRPr>
          </a:p>
          <a:p>
            <a:pPr marL="0" lvl="0" indent="0" algn="l" rtl="0">
              <a:spcBef>
                <a:spcPts val="0"/>
              </a:spcBef>
              <a:spcAft>
                <a:spcPts val="0"/>
              </a:spcAft>
              <a:buNone/>
            </a:pPr>
            <a:r>
              <a:rPr lang="en-US" sz="1400" strike="sngStrike" dirty="0">
                <a:latin typeface="Calibri" panose="020F0502020204030204" pitchFamily="34" charset="0"/>
                <a:cs typeface="Calibri" panose="020F0502020204030204" pitchFamily="34" charset="0"/>
              </a:rPr>
              <a:t>They're responsible for bringing their own instruments, playing their own music, and dealing with everything related to the function they try to accomplish.</a:t>
            </a:r>
          </a:p>
          <a:p>
            <a:pPr marL="0" lvl="0" indent="0" algn="l" rtl="0">
              <a:spcBef>
                <a:spcPts val="0"/>
              </a:spcBef>
              <a:spcAft>
                <a:spcPts val="0"/>
              </a:spcAft>
              <a:buNone/>
            </a:pPr>
            <a:endParaRPr lang="en-US" sz="1400" strike="sngStrike" dirty="0">
              <a:latin typeface="Calibri" panose="020F0502020204030204" pitchFamily="34" charset="0"/>
              <a:cs typeface="Calibri" panose="020F0502020204030204" pitchFamily="34" charset="0"/>
            </a:endParaRPr>
          </a:p>
          <a:p>
            <a:pPr marL="0" lvl="0" indent="0" algn="l" rtl="0">
              <a:spcBef>
                <a:spcPts val="0"/>
              </a:spcBef>
              <a:spcAft>
                <a:spcPts val="0"/>
              </a:spcAft>
              <a:buNone/>
            </a:pPr>
            <a:r>
              <a:rPr lang="en-US" sz="1400" strike="sngStrike" dirty="0">
                <a:latin typeface="Calibri" panose="020F0502020204030204" pitchFamily="34" charset="0"/>
                <a:cs typeface="Calibri" panose="020F0502020204030204" pitchFamily="34" charset="0"/>
              </a:rPr>
              <a:t>A classic example is that of penetration testing.</a:t>
            </a:r>
          </a:p>
          <a:p>
            <a:pPr marL="0" lvl="0" indent="0" algn="l" rtl="0">
              <a:spcBef>
                <a:spcPts val="0"/>
              </a:spcBef>
              <a:spcAft>
                <a:spcPts val="0"/>
              </a:spcAft>
              <a:buNone/>
            </a:pPr>
            <a:endParaRPr lang="en-US" sz="1400" strike="sngStrike" dirty="0">
              <a:latin typeface="Calibri" panose="020F0502020204030204" pitchFamily="34" charset="0"/>
              <a:cs typeface="Calibri" panose="020F0502020204030204" pitchFamily="34" charset="0"/>
            </a:endParaRPr>
          </a:p>
          <a:p>
            <a:pPr marL="0" lvl="0" indent="0" algn="l" rtl="0">
              <a:spcBef>
                <a:spcPts val="0"/>
              </a:spcBef>
              <a:spcAft>
                <a:spcPts val="0"/>
              </a:spcAft>
              <a:buNone/>
            </a:pPr>
            <a:r>
              <a:rPr lang="en-US" sz="1400" strike="sngStrike" dirty="0">
                <a:latin typeface="Calibri" panose="020F0502020204030204" pitchFamily="34" charset="0"/>
                <a:cs typeface="Calibri" panose="020F0502020204030204" pitchFamily="34" charset="0"/>
              </a:rPr>
              <a:t>You can penetration test anything.</a:t>
            </a:r>
          </a:p>
          <a:p>
            <a:pPr marL="0" lvl="0" indent="0" algn="l" rtl="0">
              <a:spcBef>
                <a:spcPts val="0"/>
              </a:spcBef>
              <a:spcAft>
                <a:spcPts val="0"/>
              </a:spcAft>
              <a:buNone/>
            </a:pPr>
            <a:endParaRPr lang="en-US" sz="1400" strike="sngStrike" dirty="0">
              <a:latin typeface="Calibri" panose="020F0502020204030204" pitchFamily="34" charset="0"/>
              <a:cs typeface="Calibri" panose="020F0502020204030204" pitchFamily="34" charset="0"/>
            </a:endParaRPr>
          </a:p>
          <a:p>
            <a:pPr marL="0" lvl="0" indent="0" algn="l" rtl="0">
              <a:spcBef>
                <a:spcPts val="0"/>
              </a:spcBef>
              <a:spcAft>
                <a:spcPts val="0"/>
              </a:spcAft>
              <a:buNone/>
            </a:pPr>
            <a:r>
              <a:rPr lang="en-US" sz="1400" strike="sngStrike" dirty="0">
                <a:latin typeface="Calibri" panose="020F0502020204030204" pitchFamily="34" charset="0"/>
                <a:cs typeface="Calibri" panose="020F0502020204030204" pitchFamily="34" charset="0"/>
              </a:rPr>
              <a:t>You don't need input from any other group.</a:t>
            </a:r>
          </a:p>
          <a:p>
            <a:pPr marL="0" lvl="0" indent="0" algn="l" rtl="0">
              <a:spcBef>
                <a:spcPts val="0"/>
              </a:spcBef>
              <a:spcAft>
                <a:spcPts val="0"/>
              </a:spcAft>
              <a:buNone/>
            </a:pPr>
            <a:endParaRPr lang="en-US" sz="1400" strike="sngStrike" dirty="0">
              <a:latin typeface="Calibri" panose="020F0502020204030204" pitchFamily="34" charset="0"/>
              <a:cs typeface="Calibri" panose="020F0502020204030204" pitchFamily="34" charset="0"/>
            </a:endParaRPr>
          </a:p>
          <a:p>
            <a:pPr marL="0" lvl="0" indent="0" algn="l" rtl="0">
              <a:spcBef>
                <a:spcPts val="0"/>
              </a:spcBef>
              <a:spcAft>
                <a:spcPts val="0"/>
              </a:spcAft>
              <a:buNone/>
            </a:pPr>
            <a:r>
              <a:rPr lang="en-US" sz="1400" strike="sngStrike" dirty="0">
                <a:latin typeface="Calibri" panose="020F0502020204030204" pitchFamily="34" charset="0"/>
                <a:cs typeface="Calibri" panose="020F0502020204030204" pitchFamily="34" charset="0"/>
              </a:rPr>
              <a:t>You just need the device and you can perform a penetration test and produce a penetration test report.</a:t>
            </a:r>
          </a:p>
          <a:p>
            <a:pPr marL="0" lvl="0" indent="0" algn="l" rtl="0">
              <a:spcBef>
                <a:spcPts val="0"/>
              </a:spcBef>
              <a:spcAft>
                <a:spcPts val="0"/>
              </a:spcAft>
              <a:buNone/>
            </a:pPr>
            <a:endParaRPr lang="en-US" sz="1400" strike="sngStrike" dirty="0">
              <a:latin typeface="Calibri" panose="020F0502020204030204" pitchFamily="34" charset="0"/>
              <a:cs typeface="Calibri" panose="020F0502020204030204" pitchFamily="34" charset="0"/>
            </a:endParaRPr>
          </a:p>
          <a:p>
            <a:pPr marL="0" lvl="0" indent="0" algn="l" rtl="0">
              <a:spcBef>
                <a:spcPts val="0"/>
              </a:spcBef>
              <a:spcAft>
                <a:spcPts val="0"/>
              </a:spcAft>
              <a:buNone/>
            </a:pPr>
            <a:r>
              <a:rPr lang="en-US" sz="1400" strike="sngStrike" dirty="0">
                <a:latin typeface="Calibri" panose="020F0502020204030204" pitchFamily="34" charset="0"/>
                <a:cs typeface="Calibri" panose="020F0502020204030204" pitchFamily="34" charset="0"/>
              </a:rPr>
              <a:t>This in and of itself is fine.</a:t>
            </a:r>
          </a:p>
          <a:p>
            <a:pPr marL="0" lvl="0" indent="0" algn="l" rtl="0">
              <a:spcBef>
                <a:spcPts val="0"/>
              </a:spcBef>
              <a:spcAft>
                <a:spcPts val="0"/>
              </a:spcAft>
              <a:buNone/>
            </a:pPr>
            <a:endParaRPr lang="en-US" sz="1400" strike="sngStrike" dirty="0">
              <a:latin typeface="Calibri" panose="020F0502020204030204" pitchFamily="34" charset="0"/>
              <a:cs typeface="Calibri" panose="020F0502020204030204" pitchFamily="34" charset="0"/>
            </a:endParaRPr>
          </a:p>
          <a:p>
            <a:pPr marL="0" lvl="0" indent="0" algn="l" rtl="0">
              <a:spcBef>
                <a:spcPts val="0"/>
              </a:spcBef>
              <a:spcAft>
                <a:spcPts val="0"/>
              </a:spcAft>
              <a:buNone/>
            </a:pPr>
            <a:r>
              <a:rPr lang="en-US" sz="1400" strike="sngStrike" dirty="0">
                <a:latin typeface="Calibri" panose="020F0502020204030204" pitchFamily="34" charset="0"/>
                <a:cs typeface="Calibri" panose="020F0502020204030204" pitchFamily="34" charset="0"/>
              </a:rPr>
              <a:t>&lt;pause&gt;</a:t>
            </a:r>
          </a:p>
          <a:p>
            <a:pPr marL="0" lvl="0" indent="0" algn="l" rtl="0">
              <a:spcBef>
                <a:spcPts val="0"/>
              </a:spcBef>
              <a:spcAft>
                <a:spcPts val="0"/>
              </a:spcAft>
              <a:buNone/>
            </a:pPr>
            <a:endParaRPr lang="en-US" sz="1400" strike="sngStrike" dirty="0">
              <a:latin typeface="Calibri" panose="020F0502020204030204" pitchFamily="34" charset="0"/>
              <a:cs typeface="Calibri" panose="020F0502020204030204" pitchFamily="34" charset="0"/>
            </a:endParaRPr>
          </a:p>
          <a:p>
            <a:pPr marL="0" lvl="0" indent="0" algn="l" rtl="0">
              <a:spcBef>
                <a:spcPts val="0"/>
              </a:spcBef>
              <a:spcAft>
                <a:spcPts val="0"/>
              </a:spcAft>
              <a:buNone/>
            </a:pPr>
            <a:r>
              <a:rPr lang="en-US" sz="1400" strike="sngStrike" dirty="0">
                <a:latin typeface="Calibri" panose="020F0502020204030204" pitchFamily="34" charset="0"/>
                <a:cs typeface="Calibri" panose="020F0502020204030204" pitchFamily="34" charset="0"/>
              </a:rPr>
              <a:t>But if we then go and look at something like threat modeling, we discover that it’s the same kind of animal.</a:t>
            </a:r>
          </a:p>
          <a:p>
            <a:pPr marL="0" lvl="0" indent="0" algn="l" rtl="0">
              <a:spcBef>
                <a:spcPts val="0"/>
              </a:spcBef>
              <a:spcAft>
                <a:spcPts val="0"/>
              </a:spcAft>
              <a:buNone/>
            </a:pPr>
            <a:endParaRPr lang="en-US" sz="1400" strike="sngStrike" dirty="0">
              <a:latin typeface="Calibri" panose="020F0502020204030204" pitchFamily="34" charset="0"/>
              <a:cs typeface="Calibri" panose="020F0502020204030204" pitchFamily="34" charset="0"/>
            </a:endParaRPr>
          </a:p>
          <a:p>
            <a:pPr marL="0" lvl="0" indent="0" algn="l" rtl="0">
              <a:spcBef>
                <a:spcPts val="0"/>
              </a:spcBef>
              <a:spcAft>
                <a:spcPts val="0"/>
              </a:spcAft>
              <a:buNone/>
            </a:pPr>
            <a:r>
              <a:rPr lang="en-US" sz="1400" strike="sngStrike" dirty="0">
                <a:latin typeface="Calibri" panose="020F0502020204030204" pitchFamily="34" charset="0"/>
                <a:cs typeface="Calibri" panose="020F0502020204030204" pitchFamily="34" charset="0"/>
              </a:rPr>
              <a:t>If we can have the device or the design or the requirements, we can synthesize a DFD which we can then reason on and generate a report from.</a:t>
            </a:r>
          </a:p>
          <a:p>
            <a:pPr marL="0" lvl="0" indent="0" algn="l" rtl="0">
              <a:spcBef>
                <a:spcPts val="0"/>
              </a:spcBef>
              <a:spcAft>
                <a:spcPts val="0"/>
              </a:spcAft>
              <a:buNone/>
            </a:pPr>
            <a:endParaRPr lang="en-US" sz="1400" strike="sngStrike" dirty="0">
              <a:latin typeface="Calibri" panose="020F0502020204030204" pitchFamily="34" charset="0"/>
              <a:cs typeface="Calibri" panose="020F0502020204030204" pitchFamily="34" charset="0"/>
            </a:endParaRPr>
          </a:p>
          <a:p>
            <a:pPr marL="0" lvl="0" indent="0" algn="l" rtl="0">
              <a:spcBef>
                <a:spcPts val="0"/>
              </a:spcBef>
              <a:spcAft>
                <a:spcPts val="0"/>
              </a:spcAft>
              <a:buNone/>
            </a:pPr>
            <a:r>
              <a:rPr lang="en-US" sz="1400" strike="sngStrike" dirty="0">
                <a:latin typeface="Calibri" panose="020F0502020204030204" pitchFamily="34" charset="0"/>
                <a:cs typeface="Calibri" panose="020F0502020204030204" pitchFamily="34" charset="0"/>
              </a:rPr>
              <a:t>&lt;pause&gt;</a:t>
            </a:r>
          </a:p>
          <a:p>
            <a:pPr marL="0" lvl="0" indent="0" algn="l" rtl="0">
              <a:spcBef>
                <a:spcPts val="0"/>
              </a:spcBef>
              <a:spcAft>
                <a:spcPts val="0"/>
              </a:spcAft>
              <a:buNone/>
            </a:pPr>
            <a:endParaRPr lang="en-US" sz="1400" strike="sngStrike" dirty="0">
              <a:latin typeface="Calibri" panose="020F0502020204030204" pitchFamily="34" charset="0"/>
              <a:cs typeface="Calibri" panose="020F0502020204030204" pitchFamily="34" charset="0"/>
            </a:endParaRPr>
          </a:p>
          <a:p>
            <a:pPr marL="0" lvl="0" indent="0" algn="l" rtl="0">
              <a:spcBef>
                <a:spcPts val="0"/>
              </a:spcBef>
              <a:spcAft>
                <a:spcPts val="0"/>
              </a:spcAft>
              <a:buNone/>
            </a:pPr>
            <a:r>
              <a:rPr lang="en-US" sz="1400" strike="sngStrike" dirty="0">
                <a:latin typeface="Calibri" panose="020F0502020204030204" pitchFamily="34" charset="0"/>
                <a:cs typeface="Calibri" panose="020F0502020204030204" pitchFamily="34" charset="0"/>
              </a:rPr>
              <a:t>Or we could do static analysis and take all the source code and run it through a separate program, generate output, and then produce that set of results.</a:t>
            </a:r>
          </a:p>
          <a:p>
            <a:pPr marL="0" lvl="0" indent="0" algn="l" rtl="0">
              <a:spcBef>
                <a:spcPts val="0"/>
              </a:spcBef>
              <a:spcAft>
                <a:spcPts val="0"/>
              </a:spcAft>
              <a:buNone/>
            </a:pPr>
            <a:endParaRPr lang="en-US" sz="1400" strike="sngStrike" dirty="0">
              <a:latin typeface="Calibri" panose="020F0502020204030204" pitchFamily="34" charset="0"/>
              <a:cs typeface="Calibri" panose="020F0502020204030204" pitchFamily="34" charset="0"/>
            </a:endParaRPr>
          </a:p>
          <a:p>
            <a:pPr marL="0" lvl="0" indent="0" algn="l" rtl="0">
              <a:spcBef>
                <a:spcPts val="0"/>
              </a:spcBef>
              <a:spcAft>
                <a:spcPts val="0"/>
              </a:spcAft>
              <a:buNone/>
            </a:pPr>
            <a:r>
              <a:rPr lang="en-US" sz="1400" strike="sngStrike" dirty="0">
                <a:latin typeface="Calibri" panose="020F0502020204030204" pitchFamily="34" charset="0"/>
                <a:cs typeface="Calibri" panose="020F0502020204030204" pitchFamily="34" charset="0"/>
              </a:rPr>
              <a:t>&lt;pause&gt;</a:t>
            </a:r>
          </a:p>
          <a:p>
            <a:pPr marL="0" lvl="0" indent="0" algn="l" rtl="0">
              <a:spcBef>
                <a:spcPts val="0"/>
              </a:spcBef>
              <a:spcAft>
                <a:spcPts val="0"/>
              </a:spcAft>
              <a:buNone/>
            </a:pPr>
            <a:endParaRPr lang="en-US" sz="1400" strike="sngStrike" dirty="0">
              <a:latin typeface="Calibri" panose="020F0502020204030204" pitchFamily="34" charset="0"/>
              <a:cs typeface="Calibri" panose="020F0502020204030204" pitchFamily="34" charset="0"/>
            </a:endParaRPr>
          </a:p>
          <a:p>
            <a:pPr marL="0" lvl="0" indent="0" algn="l" rtl="0">
              <a:spcBef>
                <a:spcPts val="0"/>
              </a:spcBef>
              <a:spcAft>
                <a:spcPts val="0"/>
              </a:spcAft>
              <a:buNone/>
            </a:pPr>
            <a:r>
              <a:rPr lang="en-US" sz="1400" strike="sngStrike" dirty="0">
                <a:latin typeface="Calibri" panose="020F0502020204030204" pitchFamily="34" charset="0"/>
                <a:cs typeface="Calibri" panose="020F0502020204030204" pitchFamily="34" charset="0"/>
              </a:rPr>
              <a:t>Or perhaps we could do something like fuzz testing where we actually are slightly more intrusive, but we still bring all the other pieces to the table ourselves.</a:t>
            </a:r>
          </a:p>
          <a:p>
            <a:pPr marL="0" lvl="0" indent="0" algn="l" rtl="0">
              <a:spcBef>
                <a:spcPts val="0"/>
              </a:spcBef>
              <a:spcAft>
                <a:spcPts val="0"/>
              </a:spcAft>
              <a:buNone/>
            </a:pPr>
            <a:endParaRPr lang="en-US" sz="1400" strike="sngStrike" dirty="0">
              <a:latin typeface="Calibri" panose="020F0502020204030204" pitchFamily="34" charset="0"/>
              <a:cs typeface="Calibri" panose="020F0502020204030204" pitchFamily="34" charset="0"/>
            </a:endParaRPr>
          </a:p>
          <a:p>
            <a:pPr marL="0" lvl="0" indent="0" algn="l" rtl="0">
              <a:spcBef>
                <a:spcPts val="0"/>
              </a:spcBef>
              <a:spcAft>
                <a:spcPts val="0"/>
              </a:spcAft>
              <a:buNone/>
            </a:pPr>
            <a:r>
              <a:rPr lang="en-US" sz="1400" strike="sngStrike" dirty="0">
                <a:latin typeface="Calibri" panose="020F0502020204030204" pitchFamily="34" charset="0"/>
                <a:cs typeface="Calibri" panose="020F0502020204030204" pitchFamily="34" charset="0"/>
              </a:rPr>
              <a:t>And we again generate a report.</a:t>
            </a:r>
          </a:p>
          <a:p>
            <a:pPr marL="0" lvl="0" indent="0" algn="l" rtl="0">
              <a:spcBef>
                <a:spcPts val="0"/>
              </a:spcBef>
              <a:spcAft>
                <a:spcPts val="0"/>
              </a:spcAft>
              <a:buNone/>
            </a:pPr>
            <a:endParaRPr lang="en-US" sz="1400" strike="sngStrike" dirty="0">
              <a:latin typeface="Calibri" panose="020F0502020204030204" pitchFamily="34" charset="0"/>
              <a:cs typeface="Calibri" panose="020F0502020204030204" pitchFamily="34" charset="0"/>
            </a:endParaRPr>
          </a:p>
          <a:p>
            <a:pPr marL="0" lvl="0" indent="0" algn="l" rtl="0">
              <a:spcBef>
                <a:spcPts val="0"/>
              </a:spcBef>
              <a:spcAft>
                <a:spcPts val="0"/>
              </a:spcAft>
              <a:buNone/>
            </a:pPr>
            <a:r>
              <a:rPr lang="en-US" sz="1400" strike="sngStrike" dirty="0">
                <a:latin typeface="Calibri" panose="020F0502020204030204" pitchFamily="34" charset="0"/>
                <a:cs typeface="Calibri" panose="020F0502020204030204" pitchFamily="34" charset="0"/>
              </a:rPr>
              <a:t>&lt;pause&gt;</a:t>
            </a:r>
          </a:p>
          <a:p>
            <a:pPr marL="0" lvl="0" indent="0" algn="l" rtl="0">
              <a:spcBef>
                <a:spcPts val="0"/>
              </a:spcBef>
              <a:spcAft>
                <a:spcPts val="0"/>
              </a:spcAft>
              <a:buNone/>
            </a:pPr>
            <a:endParaRPr lang="en-US" sz="1400" strike="sngStrike" dirty="0">
              <a:latin typeface="Calibri" panose="020F0502020204030204" pitchFamily="34" charset="0"/>
              <a:cs typeface="Calibri" panose="020F0502020204030204" pitchFamily="34" charset="0"/>
            </a:endParaRPr>
          </a:p>
          <a:p>
            <a:pPr marL="0" lvl="0" indent="0" algn="l" rtl="0">
              <a:spcBef>
                <a:spcPts val="0"/>
              </a:spcBef>
              <a:spcAft>
                <a:spcPts val="0"/>
              </a:spcAft>
              <a:buNone/>
            </a:pPr>
            <a:r>
              <a:rPr lang="en-US" sz="1400" strike="sngStrike" dirty="0">
                <a:latin typeface="Calibri" panose="020F0502020204030204" pitchFamily="34" charset="0"/>
                <a:cs typeface="Calibri" panose="020F0502020204030204" pitchFamily="34" charset="0"/>
              </a:rPr>
              <a:t>Now it's not desirable for us to treat all of these activities and several more in isolation, but that's the way that they have traditionally been treated.</a:t>
            </a:r>
          </a:p>
          <a:p>
            <a:pPr marL="0" lvl="0" indent="0" algn="l" rtl="0">
              <a:spcBef>
                <a:spcPts val="0"/>
              </a:spcBef>
              <a:spcAft>
                <a:spcPts val="0"/>
              </a:spcAft>
              <a:buNone/>
            </a:pPr>
            <a:endParaRPr lang="en-US" sz="1400" strike="sngStrike" dirty="0">
              <a:latin typeface="Calibri" panose="020F0502020204030204" pitchFamily="34" charset="0"/>
              <a:cs typeface="Calibri" panose="020F0502020204030204" pitchFamily="34" charset="0"/>
            </a:endParaRPr>
          </a:p>
          <a:p>
            <a:pPr marL="0" lvl="0" indent="0" algn="l" rtl="0">
              <a:spcBef>
                <a:spcPts val="0"/>
              </a:spcBef>
              <a:spcAft>
                <a:spcPts val="0"/>
              </a:spcAft>
              <a:buNone/>
            </a:pPr>
            <a:r>
              <a:rPr lang="en-US" sz="1400" strike="sngStrike" dirty="0">
                <a:latin typeface="Calibri" panose="020F0502020204030204" pitchFamily="34" charset="0"/>
                <a:cs typeface="Calibri" panose="020F0502020204030204" pitchFamily="34" charset="0"/>
              </a:rPr>
              <a:t>&lt;pause&gt;</a:t>
            </a:r>
          </a:p>
          <a:p>
            <a:pPr marL="0" lvl="0" indent="0" algn="l" rtl="0">
              <a:spcBef>
                <a:spcPts val="0"/>
              </a:spcBef>
              <a:spcAft>
                <a:spcPts val="0"/>
              </a:spcAft>
              <a:buNone/>
            </a:pPr>
            <a:endParaRPr lang="en-US" sz="1400" dirty="0">
              <a:latin typeface="Calibri" panose="020F0502020204030204" pitchFamily="34" charset="0"/>
              <a:cs typeface="Calibri" panose="020F0502020204030204" pitchFamily="34" charset="0"/>
            </a:endParaRPr>
          </a:p>
          <a:p>
            <a:pPr marL="0" lvl="0" indent="0" algn="l" rtl="0">
              <a:spcBef>
                <a:spcPts val="0"/>
              </a:spcBef>
              <a:spcAft>
                <a:spcPts val="0"/>
              </a:spcAft>
              <a:buNone/>
            </a:pPr>
            <a:r>
              <a:rPr lang="en-US" sz="1400" dirty="0">
                <a:latin typeface="Calibri" panose="020F0502020204030204" pitchFamily="34" charset="0"/>
                <a:cs typeface="Calibri" panose="020F0502020204030204" pitchFamily="34" charset="0"/>
              </a:rPr>
              <a:t>What we would like to have is not a collection of one-man bands, but rather a symphony orchestra where discrete elements can be composed and work harmoniously with each other.</a:t>
            </a:r>
          </a:p>
          <a:p>
            <a:pPr marL="0" lvl="0" indent="0" algn="l" rtl="0">
              <a:spcBef>
                <a:spcPts val="0"/>
              </a:spcBef>
              <a:spcAft>
                <a:spcPts val="0"/>
              </a:spcAft>
              <a:buNone/>
            </a:pPr>
            <a:endParaRPr lang="en-US" sz="1400" dirty="0">
              <a:latin typeface="Calibri" panose="020F0502020204030204" pitchFamily="34" charset="0"/>
              <a:cs typeface="Calibri" panose="020F0502020204030204" pitchFamily="34" charset="0"/>
            </a:endParaRPr>
          </a:p>
          <a:p>
            <a:pPr marL="0" lvl="0" indent="0" algn="l" rtl="0">
              <a:spcBef>
                <a:spcPts val="0"/>
              </a:spcBef>
              <a:spcAft>
                <a:spcPts val="0"/>
              </a:spcAft>
              <a:buNone/>
            </a:pPr>
            <a:r>
              <a:rPr lang="en-US" sz="1400" dirty="0">
                <a:latin typeface="Calibri" panose="020F0502020204030204" pitchFamily="34" charset="0"/>
                <a:cs typeface="Calibri" panose="020F0502020204030204" pitchFamily="34" charset="0"/>
              </a:rPr>
              <a:t>That's what the threat prioritization aspect of the AVCDL is intended to accomplish.</a:t>
            </a:r>
          </a:p>
          <a:p>
            <a:pPr marL="0" lvl="0" indent="0" algn="l" rtl="0">
              <a:spcBef>
                <a:spcPts val="0"/>
              </a:spcBef>
              <a:spcAft>
                <a:spcPts val="0"/>
              </a:spcAft>
              <a:buNone/>
            </a:pPr>
            <a:endParaRPr lang="en-US" sz="1400" dirty="0">
              <a:latin typeface="Calibri" panose="020F0502020204030204" pitchFamily="34" charset="0"/>
              <a:cs typeface="Calibri" panose="020F0502020204030204" pitchFamily="34" charset="0"/>
            </a:endParaRPr>
          </a:p>
        </p:txBody>
      </p:sp>
    </p:spTree>
    <p:extLst>
      <p:ext uri="{BB962C8B-B14F-4D97-AF65-F5344CB8AC3E}">
        <p14:creationId xmlns:p14="http://schemas.microsoft.com/office/powerpoint/2010/main" val="4059197444"/>
      </p:ext>
    </p:extLst>
  </p:cSld>
  <p:clrMapOvr>
    <a:masterClrMapping/>
  </p:clrMapOvr>
</p:notes>
</file>

<file path=ppt/notesSlides/notesSlide9.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1195"/>
        <p:cNvGrpSpPr/>
        <p:nvPr/>
      </p:nvGrpSpPr>
      <p:grpSpPr>
        <a:xfrm>
          <a:off x="0" y="0"/>
          <a:ext cx="0" cy="0"/>
          <a:chOff x="0" y="0"/>
          <a:chExt cx="0" cy="0"/>
        </a:xfrm>
      </p:grpSpPr>
      <p:sp>
        <p:nvSpPr>
          <p:cNvPr id="1196" name="Google Shape;1196;g9ac6590046_0_272:notes"/>
          <p:cNvSpPr>
            <a:spLocks noGrp="1" noRot="1" noChangeAspect="1"/>
          </p:cNvSpPr>
          <p:nvPr>
            <p:ph type="sldImg" idx="2"/>
          </p:nvPr>
        </p:nvSpPr>
        <p:spPr>
          <a:xfrm>
            <a:off x="382588" y="685800"/>
            <a:ext cx="6094412" cy="3429000"/>
          </a:xfrm>
          <a:custGeom>
            <a:avLst/>
            <a:gdLst/>
            <a:ahLst/>
            <a:cxnLst/>
            <a:rect l="l" t="t" r="r" b="b"/>
            <a:pathLst>
              <a:path w="120000" h="120000" extrusionOk="0">
                <a:moveTo>
                  <a:pt x="0" y="0"/>
                </a:moveTo>
                <a:lnTo>
                  <a:pt x="120000" y="0"/>
                </a:lnTo>
                <a:lnTo>
                  <a:pt x="120000" y="120000"/>
                </a:lnTo>
                <a:lnTo>
                  <a:pt x="0" y="120000"/>
                </a:lnTo>
                <a:close/>
              </a:path>
            </a:pathLst>
          </a:custGeom>
        </p:spPr>
      </p:sp>
      <p:sp>
        <p:nvSpPr>
          <p:cNvPr id="1197" name="Google Shape;1197;g9ac6590046_0_272:notes"/>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r>
              <a:rPr lang="en-US" sz="1400" dirty="0">
                <a:latin typeface="Calibri" panose="020F0502020204030204" pitchFamily="34" charset="0"/>
                <a:cs typeface="Calibri" panose="020F0502020204030204" pitchFamily="34" charset="0"/>
              </a:rPr>
              <a:t>Script:</a:t>
            </a:r>
          </a:p>
          <a:p>
            <a:pPr marL="0" lvl="0" indent="0" algn="l" rtl="0">
              <a:spcBef>
                <a:spcPts val="0"/>
              </a:spcBef>
              <a:spcAft>
                <a:spcPts val="0"/>
              </a:spcAft>
              <a:buNone/>
            </a:pPr>
            <a:endParaRPr lang="en-US" sz="1400" dirty="0">
              <a:solidFill>
                <a:srgbClr val="1D1C1D"/>
              </a:solidFill>
              <a:effectLst/>
              <a:latin typeface="Arial" panose="020B0604020202020204" pitchFamily="34" charset="0"/>
            </a:endParaRPr>
          </a:p>
          <a:p>
            <a:pPr marL="0" lvl="0" indent="0" algn="l" rtl="0">
              <a:spcBef>
                <a:spcPts val="0"/>
              </a:spcBef>
              <a:spcAft>
                <a:spcPts val="0"/>
              </a:spcAft>
              <a:buNone/>
            </a:pPr>
            <a:r>
              <a:rPr lang="en-US" sz="1400" dirty="0">
                <a:latin typeface="Calibri" panose="020F0502020204030204" pitchFamily="34" charset="0"/>
                <a:cs typeface="Calibri" panose="020F0502020204030204" pitchFamily="34" charset="0"/>
              </a:rPr>
              <a:t>In the development of any complex system, there's a strong motivation to have processes and procedures which can both be shared and require few changes to existing workflows.</a:t>
            </a:r>
          </a:p>
          <a:p>
            <a:pPr marL="0" lvl="0" indent="0" algn="l" rtl="0">
              <a:spcBef>
                <a:spcPts val="0"/>
              </a:spcBef>
              <a:spcAft>
                <a:spcPts val="0"/>
              </a:spcAft>
              <a:buNone/>
            </a:pPr>
            <a:endParaRPr lang="en-US" sz="1400" dirty="0">
              <a:latin typeface="Calibri" panose="020F0502020204030204" pitchFamily="34" charset="0"/>
              <a:cs typeface="Calibri" panose="020F0502020204030204" pitchFamily="34" charset="0"/>
            </a:endParaRPr>
          </a:p>
          <a:p>
            <a:pPr marL="0" lvl="0" indent="0" algn="l" rtl="0">
              <a:spcBef>
                <a:spcPts val="0"/>
              </a:spcBef>
              <a:spcAft>
                <a:spcPts val="0"/>
              </a:spcAft>
              <a:buNone/>
            </a:pPr>
            <a:r>
              <a:rPr lang="en-US" sz="1400" dirty="0">
                <a:latin typeface="Calibri" panose="020F0502020204030204" pitchFamily="34" charset="0"/>
                <a:cs typeface="Calibri" panose="020F0502020204030204" pitchFamily="34" charset="0"/>
              </a:rPr>
              <a:t>The threat prioritization process was designed with these goals in mind.</a:t>
            </a:r>
          </a:p>
          <a:p>
            <a:pPr marL="0" lvl="0" indent="0" algn="l" rtl="0">
              <a:spcBef>
                <a:spcPts val="0"/>
              </a:spcBef>
              <a:spcAft>
                <a:spcPts val="0"/>
              </a:spcAft>
              <a:buNone/>
            </a:pPr>
            <a:endParaRPr lang="en-US" sz="1400" dirty="0">
              <a:latin typeface="Calibri" panose="020F0502020204030204" pitchFamily="34" charset="0"/>
              <a:cs typeface="Calibri" panose="020F0502020204030204" pitchFamily="34" charset="0"/>
            </a:endParaRPr>
          </a:p>
          <a:p>
            <a:pPr marL="0" lvl="0" indent="0" algn="l" rtl="0">
              <a:spcBef>
                <a:spcPts val="0"/>
              </a:spcBef>
              <a:spcAft>
                <a:spcPts val="0"/>
              </a:spcAft>
              <a:buNone/>
            </a:pPr>
            <a:r>
              <a:rPr lang="en-US" sz="1400" dirty="0">
                <a:latin typeface="Calibri" panose="020F0502020204030204" pitchFamily="34" charset="0"/>
                <a:cs typeface="Calibri" panose="020F0502020204030204" pitchFamily="34" charset="0"/>
              </a:rPr>
              <a:t>One way the workflow achieves its light touch is by having a single simple mechanism for feeding changes back into earlier processes.</a:t>
            </a:r>
          </a:p>
          <a:p>
            <a:pPr marL="0" lvl="0" indent="0" algn="l" rtl="0">
              <a:spcBef>
                <a:spcPts val="0"/>
              </a:spcBef>
              <a:spcAft>
                <a:spcPts val="0"/>
              </a:spcAft>
              <a:buNone/>
            </a:pPr>
            <a:endParaRPr lang="en-US" sz="1400" dirty="0">
              <a:latin typeface="Calibri" panose="020F0502020204030204" pitchFamily="34" charset="0"/>
              <a:cs typeface="Calibri" panose="020F0502020204030204" pitchFamily="34" charset="0"/>
            </a:endParaRPr>
          </a:p>
          <a:p>
            <a:pPr marL="0" lvl="0" indent="0" algn="l" rtl="0">
              <a:spcBef>
                <a:spcPts val="0"/>
              </a:spcBef>
              <a:spcAft>
                <a:spcPts val="0"/>
              </a:spcAft>
              <a:buNone/>
            </a:pPr>
            <a:r>
              <a:rPr lang="en-US" sz="1400" dirty="0">
                <a:latin typeface="Calibri" panose="020F0502020204030204" pitchFamily="34" charset="0"/>
                <a:cs typeface="Calibri" panose="020F0502020204030204" pitchFamily="34" charset="0"/>
              </a:rPr>
              <a:t>&lt;pause&gt;</a:t>
            </a:r>
          </a:p>
          <a:p>
            <a:pPr marL="0" lvl="0" indent="0" algn="l" rtl="0">
              <a:spcBef>
                <a:spcPts val="0"/>
              </a:spcBef>
              <a:spcAft>
                <a:spcPts val="0"/>
              </a:spcAft>
              <a:buNone/>
            </a:pPr>
            <a:endParaRPr lang="en-US" sz="1400" dirty="0">
              <a:latin typeface="Calibri" panose="020F0502020204030204" pitchFamily="34" charset="0"/>
              <a:cs typeface="Calibri" panose="020F0502020204030204" pitchFamily="34" charset="0"/>
            </a:endParaRPr>
          </a:p>
          <a:p>
            <a:pPr marL="0" lvl="0" indent="0" algn="l" rtl="0">
              <a:spcBef>
                <a:spcPts val="0"/>
              </a:spcBef>
              <a:spcAft>
                <a:spcPts val="0"/>
              </a:spcAft>
              <a:buNone/>
            </a:pPr>
            <a:r>
              <a:rPr lang="en-US" sz="1400" strike="sngStrike" dirty="0">
                <a:latin typeface="Calibri" panose="020F0502020204030204" pitchFamily="34" charset="0"/>
                <a:cs typeface="Calibri" panose="020F0502020204030204" pitchFamily="34" charset="0"/>
              </a:rPr>
              <a:t>To illustrate, we’ll use this diagram.</a:t>
            </a:r>
          </a:p>
          <a:p>
            <a:pPr marL="0" lvl="0" indent="0" algn="l" rtl="0">
              <a:spcBef>
                <a:spcPts val="0"/>
              </a:spcBef>
              <a:spcAft>
                <a:spcPts val="0"/>
              </a:spcAft>
              <a:buNone/>
            </a:pPr>
            <a:endParaRPr lang="en-US" sz="1400" strike="sngStrike" dirty="0">
              <a:latin typeface="Calibri" panose="020F0502020204030204" pitchFamily="34" charset="0"/>
              <a:cs typeface="Calibri" panose="020F0502020204030204" pitchFamily="34" charset="0"/>
            </a:endParaRPr>
          </a:p>
          <a:p>
            <a:pPr marL="0" lvl="0" indent="0" algn="l" rtl="0">
              <a:spcBef>
                <a:spcPts val="0"/>
              </a:spcBef>
              <a:spcAft>
                <a:spcPts val="0"/>
              </a:spcAft>
              <a:buNone/>
            </a:pPr>
            <a:r>
              <a:rPr lang="en-US" sz="1400" strike="sngStrike" dirty="0">
                <a:latin typeface="Calibri" panose="020F0502020204030204" pitchFamily="34" charset="0"/>
                <a:cs typeface="Calibri" panose="020F0502020204030204" pitchFamily="34" charset="0"/>
              </a:rPr>
              <a:t>It’s a bit of an eye chart, so we'll look at it in stages,</a:t>
            </a:r>
          </a:p>
          <a:p>
            <a:pPr marL="0" lvl="0" indent="0" algn="l" rtl="0">
              <a:spcBef>
                <a:spcPts val="0"/>
              </a:spcBef>
              <a:spcAft>
                <a:spcPts val="0"/>
              </a:spcAft>
              <a:buNone/>
            </a:pPr>
            <a:endParaRPr lang="en-US" sz="1400" strike="sngStrike" dirty="0">
              <a:latin typeface="Calibri" panose="020F0502020204030204" pitchFamily="34" charset="0"/>
              <a:cs typeface="Calibri" panose="020F0502020204030204" pitchFamily="34" charset="0"/>
            </a:endParaRPr>
          </a:p>
          <a:p>
            <a:pPr marL="0" lvl="0" indent="0" algn="l" rtl="0">
              <a:spcBef>
                <a:spcPts val="0"/>
              </a:spcBef>
              <a:spcAft>
                <a:spcPts val="0"/>
              </a:spcAft>
              <a:buNone/>
            </a:pPr>
            <a:r>
              <a:rPr lang="en-US" sz="1400" strike="sngStrike" dirty="0">
                <a:latin typeface="Calibri" panose="020F0502020204030204" pitchFamily="34" charset="0"/>
                <a:cs typeface="Calibri" panose="020F0502020204030204" pitchFamily="34" charset="0"/>
              </a:rPr>
              <a:t>but basically what we're showing here is that activities providing feedback follow a common path.</a:t>
            </a:r>
          </a:p>
          <a:p>
            <a:pPr marL="0" lvl="0" indent="0" algn="l" rtl="0">
              <a:spcBef>
                <a:spcPts val="0"/>
              </a:spcBef>
              <a:spcAft>
                <a:spcPts val="0"/>
              </a:spcAft>
              <a:buNone/>
            </a:pPr>
            <a:endParaRPr lang="en-US" sz="1400" strike="sngStrike" dirty="0">
              <a:latin typeface="Calibri" panose="020F0502020204030204" pitchFamily="34" charset="0"/>
              <a:cs typeface="Calibri" panose="020F0502020204030204" pitchFamily="34" charset="0"/>
            </a:endParaRPr>
          </a:p>
          <a:p>
            <a:pPr marL="0" lvl="0" indent="0" algn="l" rtl="0">
              <a:spcBef>
                <a:spcPts val="0"/>
              </a:spcBef>
              <a:spcAft>
                <a:spcPts val="0"/>
              </a:spcAft>
              <a:buNone/>
            </a:pPr>
            <a:r>
              <a:rPr lang="en-US" sz="1400" strike="sngStrike" dirty="0">
                <a:latin typeface="Calibri" panose="020F0502020204030204" pitchFamily="34" charset="0"/>
                <a:cs typeface="Calibri" panose="020F0502020204030204" pitchFamily="34" charset="0"/>
              </a:rPr>
              <a:t>&lt;pause&gt;</a:t>
            </a:r>
          </a:p>
          <a:p>
            <a:pPr marL="0" lvl="0" indent="0" algn="l" rtl="0">
              <a:spcBef>
                <a:spcPts val="0"/>
              </a:spcBef>
              <a:spcAft>
                <a:spcPts val="0"/>
              </a:spcAft>
              <a:buNone/>
            </a:pPr>
            <a:endParaRPr lang="en-US" sz="1400" strike="sngStrike" dirty="0">
              <a:latin typeface="Calibri" panose="020F0502020204030204" pitchFamily="34" charset="0"/>
              <a:cs typeface="Calibri" panose="020F0502020204030204" pitchFamily="34" charset="0"/>
            </a:endParaRPr>
          </a:p>
          <a:p>
            <a:pPr marL="0" lvl="0" indent="0" algn="l" rtl="0">
              <a:spcBef>
                <a:spcPts val="0"/>
              </a:spcBef>
              <a:spcAft>
                <a:spcPts val="0"/>
              </a:spcAft>
              <a:buNone/>
            </a:pPr>
            <a:r>
              <a:rPr lang="en-US" sz="1400" strike="sngStrike" dirty="0">
                <a:latin typeface="Calibri" panose="020F0502020204030204" pitchFamily="34" charset="0"/>
                <a:cs typeface="Calibri" panose="020F0502020204030204" pitchFamily="34" charset="0"/>
              </a:rPr>
              <a:t>Although they don't generate feedback, the foundation and requirements phases receive feedback from other phases, specifically in the area of requirements.</a:t>
            </a:r>
          </a:p>
          <a:p>
            <a:pPr marL="0" lvl="0" indent="0" algn="l" rtl="0">
              <a:spcBef>
                <a:spcPts val="0"/>
              </a:spcBef>
              <a:spcAft>
                <a:spcPts val="0"/>
              </a:spcAft>
              <a:buNone/>
            </a:pPr>
            <a:endParaRPr lang="en-US" sz="1400" strike="sngStrike" dirty="0">
              <a:latin typeface="Calibri" panose="020F0502020204030204" pitchFamily="34" charset="0"/>
              <a:cs typeface="Calibri" panose="020F0502020204030204" pitchFamily="34" charset="0"/>
            </a:endParaRPr>
          </a:p>
          <a:p>
            <a:pPr marL="0" lvl="0" indent="0" algn="l" rtl="0">
              <a:spcBef>
                <a:spcPts val="0"/>
              </a:spcBef>
              <a:spcAft>
                <a:spcPts val="0"/>
              </a:spcAft>
              <a:buNone/>
            </a:pPr>
            <a:r>
              <a:rPr lang="en-US" sz="1400" strike="sngStrike" dirty="0">
                <a:latin typeface="Calibri" panose="020F0502020204030204" pitchFamily="34" charset="0"/>
                <a:cs typeface="Calibri" panose="020F0502020204030204" pitchFamily="34" charset="0"/>
              </a:rPr>
              <a:t>&lt;pause&gt;</a:t>
            </a:r>
          </a:p>
          <a:p>
            <a:pPr marL="0" lvl="0" indent="0" algn="l" rtl="0">
              <a:spcBef>
                <a:spcPts val="0"/>
              </a:spcBef>
              <a:spcAft>
                <a:spcPts val="0"/>
              </a:spcAft>
              <a:buNone/>
            </a:pPr>
            <a:endParaRPr lang="en-US" sz="1400" strike="sngStrike" dirty="0">
              <a:latin typeface="Calibri" panose="020F0502020204030204" pitchFamily="34" charset="0"/>
              <a:cs typeface="Calibri" panose="020F0502020204030204" pitchFamily="34" charset="0"/>
            </a:endParaRPr>
          </a:p>
          <a:p>
            <a:pPr marL="0" lvl="0" indent="0" algn="l" rtl="0">
              <a:spcBef>
                <a:spcPts val="0"/>
              </a:spcBef>
              <a:spcAft>
                <a:spcPts val="0"/>
              </a:spcAft>
              <a:buNone/>
            </a:pPr>
            <a:r>
              <a:rPr lang="en-US" sz="1400" strike="sngStrike" dirty="0">
                <a:latin typeface="Calibri" panose="020F0502020204030204" pitchFamily="34" charset="0"/>
                <a:cs typeface="Calibri" panose="020F0502020204030204" pitchFamily="34" charset="0"/>
              </a:rPr>
              <a:t>In the design phase, what we see is that both the attack surface analysis and threat modeling activities can filter into the threat prioritization process.</a:t>
            </a:r>
          </a:p>
          <a:p>
            <a:pPr marL="0" lvl="0" indent="0" algn="l" rtl="0">
              <a:spcBef>
                <a:spcPts val="0"/>
              </a:spcBef>
              <a:spcAft>
                <a:spcPts val="0"/>
              </a:spcAft>
              <a:buNone/>
            </a:pPr>
            <a:endParaRPr lang="en-US" sz="1400" strike="sngStrike" dirty="0">
              <a:latin typeface="Calibri" panose="020F0502020204030204" pitchFamily="34" charset="0"/>
              <a:cs typeface="Calibri" panose="020F0502020204030204" pitchFamily="34" charset="0"/>
            </a:endParaRPr>
          </a:p>
          <a:p>
            <a:pPr marL="0" lvl="0" indent="0" algn="l" rtl="0">
              <a:spcBef>
                <a:spcPts val="0"/>
              </a:spcBef>
              <a:spcAft>
                <a:spcPts val="0"/>
              </a:spcAft>
              <a:buNone/>
            </a:pPr>
            <a:r>
              <a:rPr lang="en-US" sz="1400" strike="sngStrike" dirty="0">
                <a:latin typeface="Calibri" panose="020F0502020204030204" pitchFamily="34" charset="0"/>
                <a:cs typeface="Calibri" panose="020F0502020204030204" pitchFamily="34" charset="0"/>
              </a:rPr>
              <a:t>We’ll cover this workflow in detail shortly.</a:t>
            </a:r>
          </a:p>
          <a:p>
            <a:pPr marL="0" lvl="0" indent="0" algn="l" rtl="0">
              <a:spcBef>
                <a:spcPts val="0"/>
              </a:spcBef>
              <a:spcAft>
                <a:spcPts val="0"/>
              </a:spcAft>
              <a:buNone/>
            </a:pPr>
            <a:endParaRPr lang="en-US" sz="1400" strike="sngStrike" dirty="0">
              <a:latin typeface="Calibri" panose="020F0502020204030204" pitchFamily="34" charset="0"/>
              <a:cs typeface="Calibri" panose="020F0502020204030204" pitchFamily="34" charset="0"/>
            </a:endParaRPr>
          </a:p>
          <a:p>
            <a:pPr marL="0" lvl="0" indent="0" algn="l" rtl="0">
              <a:spcBef>
                <a:spcPts val="0"/>
              </a:spcBef>
              <a:spcAft>
                <a:spcPts val="0"/>
              </a:spcAft>
              <a:buNone/>
            </a:pPr>
            <a:r>
              <a:rPr lang="en-US" sz="1400" strike="sngStrike" dirty="0">
                <a:latin typeface="Calibri" panose="020F0502020204030204" pitchFamily="34" charset="0"/>
                <a:cs typeface="Calibri" panose="020F0502020204030204" pitchFamily="34" charset="0"/>
              </a:rPr>
              <a:t>As we can see, the threat prioritization process sends feedback through the issue tracking system into the element requirements review.</a:t>
            </a:r>
          </a:p>
          <a:p>
            <a:pPr marL="0" lvl="0" indent="0" algn="l" rtl="0">
              <a:spcBef>
                <a:spcPts val="0"/>
              </a:spcBef>
              <a:spcAft>
                <a:spcPts val="0"/>
              </a:spcAft>
              <a:buNone/>
            </a:pPr>
            <a:endParaRPr lang="en-US" sz="1400" strike="sngStrike" dirty="0">
              <a:latin typeface="Calibri" panose="020F0502020204030204" pitchFamily="34" charset="0"/>
              <a:cs typeface="Calibri" panose="020F0502020204030204" pitchFamily="34" charset="0"/>
            </a:endParaRPr>
          </a:p>
          <a:p>
            <a:pPr marL="0" lvl="0" indent="0" algn="l" rtl="0">
              <a:spcBef>
                <a:spcPts val="0"/>
              </a:spcBef>
              <a:spcAft>
                <a:spcPts val="0"/>
              </a:spcAft>
              <a:buNone/>
            </a:pPr>
            <a:r>
              <a:rPr lang="en-US" sz="1400" strike="sngStrike" dirty="0">
                <a:latin typeface="Calibri" panose="020F0502020204030204" pitchFamily="34" charset="0"/>
                <a:cs typeface="Calibri" panose="020F0502020204030204" pitchFamily="34" charset="0"/>
              </a:rPr>
              <a:t>&lt;pause&gt;</a:t>
            </a:r>
          </a:p>
          <a:p>
            <a:pPr marL="0" lvl="0" indent="0" algn="l" rtl="0">
              <a:spcBef>
                <a:spcPts val="0"/>
              </a:spcBef>
              <a:spcAft>
                <a:spcPts val="0"/>
              </a:spcAft>
              <a:buNone/>
            </a:pPr>
            <a:endParaRPr lang="en-US" sz="1400" strike="sngStrike" dirty="0">
              <a:latin typeface="Calibri" panose="020F0502020204030204" pitchFamily="34" charset="0"/>
              <a:cs typeface="Calibri" panose="020F0502020204030204" pitchFamily="34" charset="0"/>
            </a:endParaRPr>
          </a:p>
          <a:p>
            <a:pPr marL="0" lvl="0" indent="0" algn="l" rtl="0">
              <a:spcBef>
                <a:spcPts val="0"/>
              </a:spcBef>
              <a:spcAft>
                <a:spcPts val="0"/>
              </a:spcAft>
              <a:buNone/>
            </a:pPr>
            <a:r>
              <a:rPr lang="en-US" sz="1400" strike="sngStrike" dirty="0">
                <a:latin typeface="Calibri" panose="020F0502020204030204" pitchFamily="34" charset="0"/>
                <a:cs typeface="Calibri" panose="020F0502020204030204" pitchFamily="34" charset="0"/>
              </a:rPr>
              <a:t>In the implementation phase, we can see four activities which are feeding into this threat prioritization process.</a:t>
            </a:r>
          </a:p>
          <a:p>
            <a:pPr marL="0" lvl="0" indent="0" algn="l" rtl="0">
              <a:spcBef>
                <a:spcPts val="0"/>
              </a:spcBef>
              <a:spcAft>
                <a:spcPts val="0"/>
              </a:spcAft>
              <a:buNone/>
            </a:pPr>
            <a:endParaRPr lang="en-US" sz="1400" strike="sngStrike" dirty="0">
              <a:latin typeface="Calibri" panose="020F0502020204030204" pitchFamily="34" charset="0"/>
              <a:cs typeface="Calibri" panose="020F0502020204030204" pitchFamily="34" charset="0"/>
            </a:endParaRPr>
          </a:p>
          <a:p>
            <a:pPr marL="0" lvl="0" indent="0" algn="l" rtl="0">
              <a:spcBef>
                <a:spcPts val="0"/>
              </a:spcBef>
              <a:spcAft>
                <a:spcPts val="0"/>
              </a:spcAft>
              <a:buNone/>
            </a:pPr>
            <a:r>
              <a:rPr lang="en-US" sz="1400" strike="sngStrike" dirty="0">
                <a:latin typeface="Calibri" panose="020F0502020204030204" pitchFamily="34" charset="0"/>
                <a:cs typeface="Calibri" panose="020F0502020204030204" pitchFamily="34" charset="0"/>
              </a:rPr>
              <a:t>Those being fuzz testing, static analysis, dynamic analysis and security code review.</a:t>
            </a:r>
          </a:p>
          <a:p>
            <a:pPr marL="0" lvl="0" indent="0" algn="l" rtl="0">
              <a:spcBef>
                <a:spcPts val="0"/>
              </a:spcBef>
              <a:spcAft>
                <a:spcPts val="0"/>
              </a:spcAft>
              <a:buNone/>
            </a:pPr>
            <a:endParaRPr lang="en-US" sz="1400" strike="sngStrike" dirty="0">
              <a:latin typeface="Calibri" panose="020F0502020204030204" pitchFamily="34" charset="0"/>
              <a:cs typeface="Calibri" panose="020F0502020204030204" pitchFamily="34" charset="0"/>
            </a:endParaRPr>
          </a:p>
          <a:p>
            <a:pPr marL="0" lvl="0" indent="0" algn="l" rtl="0">
              <a:spcBef>
                <a:spcPts val="0"/>
              </a:spcBef>
              <a:spcAft>
                <a:spcPts val="0"/>
              </a:spcAft>
              <a:buNone/>
            </a:pPr>
            <a:r>
              <a:rPr lang="en-US" sz="1400" strike="sngStrike" dirty="0">
                <a:latin typeface="Calibri" panose="020F0502020204030204" pitchFamily="34" charset="0"/>
                <a:cs typeface="Calibri" panose="020F0502020204030204" pitchFamily="34" charset="0"/>
              </a:rPr>
              <a:t>The feedback can go either directly to the element implementation process of the implementation phase or,</a:t>
            </a:r>
          </a:p>
          <a:p>
            <a:pPr marL="0" lvl="0" indent="0" algn="l" rtl="0">
              <a:spcBef>
                <a:spcPts val="0"/>
              </a:spcBef>
              <a:spcAft>
                <a:spcPts val="0"/>
              </a:spcAft>
              <a:buNone/>
            </a:pPr>
            <a:endParaRPr lang="en-US" sz="1400" strike="sngStrike" dirty="0">
              <a:latin typeface="Calibri" panose="020F0502020204030204" pitchFamily="34" charset="0"/>
              <a:cs typeface="Calibri" panose="020F0502020204030204" pitchFamily="34" charset="0"/>
            </a:endParaRPr>
          </a:p>
          <a:p>
            <a:pPr marL="0" lvl="0" indent="0" algn="l" rtl="0">
              <a:spcBef>
                <a:spcPts val="0"/>
              </a:spcBef>
              <a:spcAft>
                <a:spcPts val="0"/>
              </a:spcAft>
              <a:buNone/>
            </a:pPr>
            <a:r>
              <a:rPr lang="en-US" sz="1400" strike="sngStrike" dirty="0">
                <a:latin typeface="Calibri" panose="020F0502020204030204" pitchFamily="34" charset="0"/>
                <a:cs typeface="Calibri" panose="020F0502020204030204" pitchFamily="34" charset="0"/>
              </a:rPr>
              <a:t>depending on the scope of the change required,</a:t>
            </a:r>
          </a:p>
          <a:p>
            <a:pPr marL="0" lvl="0" indent="0" algn="l" rtl="0">
              <a:spcBef>
                <a:spcPts val="0"/>
              </a:spcBef>
              <a:spcAft>
                <a:spcPts val="0"/>
              </a:spcAft>
              <a:buNone/>
            </a:pPr>
            <a:endParaRPr lang="en-US" sz="1400" strike="sngStrike" dirty="0">
              <a:latin typeface="Calibri" panose="020F0502020204030204" pitchFamily="34" charset="0"/>
              <a:cs typeface="Calibri" panose="020F0502020204030204" pitchFamily="34" charset="0"/>
            </a:endParaRPr>
          </a:p>
          <a:p>
            <a:pPr marL="0" lvl="0" indent="0" algn="l" rtl="0">
              <a:spcBef>
                <a:spcPts val="0"/>
              </a:spcBef>
              <a:spcAft>
                <a:spcPts val="0"/>
              </a:spcAft>
              <a:buNone/>
            </a:pPr>
            <a:r>
              <a:rPr lang="en-US" sz="1400" strike="sngStrike" dirty="0">
                <a:latin typeface="Calibri" panose="020F0502020204030204" pitchFamily="34" charset="0"/>
                <a:cs typeface="Calibri" panose="020F0502020204030204" pitchFamily="34" charset="0"/>
              </a:rPr>
              <a:t>into either the element design review of the design phase or element requirements review of the foundation phase.</a:t>
            </a:r>
          </a:p>
          <a:p>
            <a:pPr marL="0" lvl="0" indent="0" algn="l" rtl="0">
              <a:spcBef>
                <a:spcPts val="0"/>
              </a:spcBef>
              <a:spcAft>
                <a:spcPts val="0"/>
              </a:spcAft>
              <a:buNone/>
            </a:pPr>
            <a:endParaRPr lang="en-US" sz="1400" strike="sngStrike" dirty="0">
              <a:latin typeface="Calibri" panose="020F0502020204030204" pitchFamily="34" charset="0"/>
              <a:cs typeface="Calibri" panose="020F0502020204030204" pitchFamily="34" charset="0"/>
            </a:endParaRPr>
          </a:p>
          <a:p>
            <a:pPr marL="0" lvl="0" indent="0" algn="l" rtl="0">
              <a:spcBef>
                <a:spcPts val="0"/>
              </a:spcBef>
              <a:spcAft>
                <a:spcPts val="0"/>
              </a:spcAft>
              <a:buNone/>
            </a:pPr>
            <a:r>
              <a:rPr lang="en-US" sz="1400" strike="sngStrike" dirty="0">
                <a:latin typeface="Calibri" panose="020F0502020204030204" pitchFamily="34" charset="0"/>
                <a:cs typeface="Calibri" panose="020F0502020204030204" pitchFamily="34" charset="0"/>
              </a:rPr>
              <a:t>&lt;pause&gt;</a:t>
            </a:r>
          </a:p>
          <a:p>
            <a:pPr marL="0" lvl="0" indent="0" algn="l" rtl="0">
              <a:spcBef>
                <a:spcPts val="0"/>
              </a:spcBef>
              <a:spcAft>
                <a:spcPts val="0"/>
              </a:spcAft>
              <a:buNone/>
            </a:pPr>
            <a:endParaRPr lang="en-US" sz="1400" strike="sngStrike" dirty="0">
              <a:latin typeface="Calibri" panose="020F0502020204030204" pitchFamily="34" charset="0"/>
              <a:cs typeface="Calibri" panose="020F0502020204030204" pitchFamily="34" charset="0"/>
            </a:endParaRPr>
          </a:p>
          <a:p>
            <a:pPr marL="0" lvl="0" indent="0" algn="l" rtl="0">
              <a:spcBef>
                <a:spcPts val="0"/>
              </a:spcBef>
              <a:spcAft>
                <a:spcPts val="0"/>
              </a:spcAft>
              <a:buNone/>
            </a:pPr>
            <a:r>
              <a:rPr lang="en-US" sz="1400" strike="sngStrike" dirty="0">
                <a:latin typeface="Calibri" panose="020F0502020204030204" pitchFamily="34" charset="0"/>
                <a:cs typeface="Calibri" panose="020F0502020204030204" pitchFamily="34" charset="0"/>
              </a:rPr>
              <a:t>Similarly, in the verification phase, we see that penetration testing, the attack surface analysis review and the threat modeling review feed into this same threat prioritization process, feeding back into the stages that we've mentioned already.</a:t>
            </a:r>
          </a:p>
          <a:p>
            <a:pPr marL="0" lvl="0" indent="0" algn="l" rtl="0">
              <a:spcBef>
                <a:spcPts val="0"/>
              </a:spcBef>
              <a:spcAft>
                <a:spcPts val="0"/>
              </a:spcAft>
              <a:buNone/>
            </a:pPr>
            <a:endParaRPr lang="en-US" sz="1400" strike="sngStrike" dirty="0">
              <a:latin typeface="Calibri" panose="020F0502020204030204" pitchFamily="34" charset="0"/>
              <a:cs typeface="Calibri" panose="020F0502020204030204" pitchFamily="34" charset="0"/>
            </a:endParaRPr>
          </a:p>
          <a:p>
            <a:pPr marL="0" lvl="0" indent="0" algn="l" rtl="0">
              <a:spcBef>
                <a:spcPts val="0"/>
              </a:spcBef>
              <a:spcAft>
                <a:spcPts val="0"/>
              </a:spcAft>
              <a:buNone/>
            </a:pPr>
            <a:r>
              <a:rPr lang="en-US" sz="1400" strike="sngStrike" dirty="0">
                <a:latin typeface="Calibri" panose="020F0502020204030204" pitchFamily="34" charset="0"/>
                <a:cs typeface="Calibri" panose="020F0502020204030204" pitchFamily="34" charset="0"/>
              </a:rPr>
              <a:t>&lt;pause&gt;</a:t>
            </a:r>
          </a:p>
          <a:p>
            <a:pPr marL="0" lvl="0" indent="0" algn="l" rtl="0">
              <a:spcBef>
                <a:spcPts val="0"/>
              </a:spcBef>
              <a:spcAft>
                <a:spcPts val="0"/>
              </a:spcAft>
              <a:buNone/>
            </a:pPr>
            <a:endParaRPr lang="en-US" sz="1400" strike="sngStrike" dirty="0">
              <a:latin typeface="Calibri" panose="020F0502020204030204" pitchFamily="34" charset="0"/>
              <a:cs typeface="Calibri" panose="020F0502020204030204" pitchFamily="34" charset="0"/>
            </a:endParaRPr>
          </a:p>
          <a:p>
            <a:pPr marL="0" lvl="0" indent="0" algn="l" rtl="0">
              <a:spcBef>
                <a:spcPts val="0"/>
              </a:spcBef>
              <a:spcAft>
                <a:spcPts val="0"/>
              </a:spcAft>
              <a:buNone/>
            </a:pPr>
            <a:r>
              <a:rPr lang="en-US" sz="1400" strike="sngStrike" dirty="0">
                <a:latin typeface="Calibri" panose="020F0502020204030204" pitchFamily="34" charset="0"/>
                <a:cs typeface="Calibri" panose="020F0502020204030204" pitchFamily="34" charset="0"/>
              </a:rPr>
              <a:t>And finally, in the operation phase, cybersecurity monitoring also feeds into the threat prioritization process.</a:t>
            </a:r>
          </a:p>
          <a:p>
            <a:pPr marL="0" lvl="0" indent="0" algn="l" rtl="0">
              <a:spcBef>
                <a:spcPts val="0"/>
              </a:spcBef>
              <a:spcAft>
                <a:spcPts val="0"/>
              </a:spcAft>
              <a:buNone/>
            </a:pPr>
            <a:endParaRPr lang="en-US" sz="1400" strike="sngStrike" dirty="0">
              <a:latin typeface="Calibri" panose="020F0502020204030204" pitchFamily="34" charset="0"/>
              <a:cs typeface="Calibri" panose="020F0502020204030204" pitchFamily="34" charset="0"/>
            </a:endParaRPr>
          </a:p>
          <a:p>
            <a:pPr marL="0" lvl="0" indent="0" algn="l" rtl="0">
              <a:spcBef>
                <a:spcPts val="0"/>
              </a:spcBef>
              <a:spcAft>
                <a:spcPts val="0"/>
              </a:spcAft>
              <a:buNone/>
            </a:pPr>
            <a:r>
              <a:rPr lang="en-US" sz="1400" strike="sngStrike" dirty="0">
                <a:latin typeface="Calibri" panose="020F0502020204030204" pitchFamily="34" charset="0"/>
                <a:cs typeface="Calibri" panose="020F0502020204030204" pitchFamily="34" charset="0"/>
              </a:rPr>
              <a:t>The advantage that we have is that regardless of the activity that we undertake within the AVCDL,</a:t>
            </a:r>
          </a:p>
          <a:p>
            <a:pPr marL="0" lvl="0" indent="0" algn="l" rtl="0">
              <a:spcBef>
                <a:spcPts val="0"/>
              </a:spcBef>
              <a:spcAft>
                <a:spcPts val="0"/>
              </a:spcAft>
              <a:buNone/>
            </a:pPr>
            <a:endParaRPr lang="en-US" sz="1400" strike="sngStrike" dirty="0">
              <a:latin typeface="Calibri" panose="020F0502020204030204" pitchFamily="34" charset="0"/>
              <a:cs typeface="Calibri" panose="020F0502020204030204" pitchFamily="34" charset="0"/>
            </a:endParaRPr>
          </a:p>
          <a:p>
            <a:pPr marL="0" lvl="0" indent="0" algn="l" rtl="0">
              <a:spcBef>
                <a:spcPts val="0"/>
              </a:spcBef>
              <a:spcAft>
                <a:spcPts val="0"/>
              </a:spcAft>
              <a:buNone/>
            </a:pPr>
            <a:r>
              <a:rPr lang="en-US" sz="1400" strike="sngStrike" dirty="0">
                <a:latin typeface="Calibri" panose="020F0502020204030204" pitchFamily="34" charset="0"/>
                <a:cs typeface="Calibri" panose="020F0502020204030204" pitchFamily="34" charset="0"/>
              </a:rPr>
              <a:t>we have a single, simple, consistent set of activities that we do, regardless of the threat’s source.</a:t>
            </a:r>
          </a:p>
        </p:txBody>
      </p:sp>
    </p:spTree>
    <p:extLst>
      <p:ext uri="{BB962C8B-B14F-4D97-AF65-F5344CB8AC3E}">
        <p14:creationId xmlns:p14="http://schemas.microsoft.com/office/powerpoint/2010/main" val="1896334178"/>
      </p:ext>
    </p:extLst>
  </p:cSld>
  <p:clrMapOvr>
    <a:masterClrMapping/>
  </p:clrMapOvr>
</p:notes>
</file>

<file path=ppt/notesSlides/notesSlide10.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1195"/>
        <p:cNvGrpSpPr/>
        <p:nvPr/>
      </p:nvGrpSpPr>
      <p:grpSpPr>
        <a:xfrm>
          <a:off x="0" y="0"/>
          <a:ext cx="0" cy="0"/>
          <a:chOff x="0" y="0"/>
          <a:chExt cx="0" cy="0"/>
        </a:xfrm>
      </p:grpSpPr>
      <p:sp>
        <p:nvSpPr>
          <p:cNvPr id="1196" name="Google Shape;1196;g9ac6590046_0_272:notes"/>
          <p:cNvSpPr>
            <a:spLocks noGrp="1" noRot="1" noChangeAspect="1"/>
          </p:cNvSpPr>
          <p:nvPr>
            <p:ph type="sldImg" idx="2"/>
          </p:nvPr>
        </p:nvSpPr>
        <p:spPr>
          <a:xfrm>
            <a:off x="382588" y="685800"/>
            <a:ext cx="6094412" cy="3429000"/>
          </a:xfrm>
          <a:custGeom>
            <a:avLst/>
            <a:gdLst/>
            <a:ahLst/>
            <a:cxnLst/>
            <a:rect l="l" t="t" r="r" b="b"/>
            <a:pathLst>
              <a:path w="120000" h="120000" extrusionOk="0">
                <a:moveTo>
                  <a:pt x="0" y="0"/>
                </a:moveTo>
                <a:lnTo>
                  <a:pt x="120000" y="0"/>
                </a:lnTo>
                <a:lnTo>
                  <a:pt x="120000" y="120000"/>
                </a:lnTo>
                <a:lnTo>
                  <a:pt x="0" y="120000"/>
                </a:lnTo>
                <a:close/>
              </a:path>
            </a:pathLst>
          </a:custGeom>
        </p:spPr>
      </p:sp>
      <p:sp>
        <p:nvSpPr>
          <p:cNvPr id="1197" name="Google Shape;1197;g9ac6590046_0_272:notes"/>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r>
              <a:rPr lang="en-US" sz="1400" dirty="0">
                <a:latin typeface="Calibri" panose="020F0502020204030204" pitchFamily="34" charset="0"/>
                <a:cs typeface="Calibri" panose="020F0502020204030204" pitchFamily="34" charset="0"/>
              </a:rPr>
              <a:t>Script:</a:t>
            </a:r>
          </a:p>
          <a:p>
            <a:pPr marL="0" lvl="0" indent="0" algn="l" rtl="0">
              <a:spcBef>
                <a:spcPts val="0"/>
              </a:spcBef>
              <a:spcAft>
                <a:spcPts val="0"/>
              </a:spcAft>
              <a:buNone/>
            </a:pPr>
            <a:endParaRPr lang="en-US" sz="1400" dirty="0">
              <a:solidFill>
                <a:srgbClr val="1D1C1D"/>
              </a:solidFill>
              <a:effectLst/>
              <a:latin typeface="Arial" panose="020B0604020202020204" pitchFamily="34" charset="0"/>
            </a:endParaRPr>
          </a:p>
          <a:p>
            <a:pPr marL="0" lvl="0" indent="0" algn="l" rtl="0">
              <a:spcBef>
                <a:spcPts val="0"/>
              </a:spcBef>
              <a:spcAft>
                <a:spcPts val="0"/>
              </a:spcAft>
              <a:buNone/>
            </a:pPr>
            <a:r>
              <a:rPr lang="en-US" sz="1400" strike="sngStrike" dirty="0">
                <a:latin typeface="Calibri" panose="020F0502020204030204" pitchFamily="34" charset="0"/>
                <a:cs typeface="Calibri" panose="020F0502020204030204" pitchFamily="34" charset="0"/>
              </a:rPr>
              <a:t>In the development of any complex system, there's a strong motivation to have processes and procedures which can both be shared and require few changes to existing workflows.</a:t>
            </a:r>
          </a:p>
          <a:p>
            <a:pPr marL="0" lvl="0" indent="0" algn="l" rtl="0">
              <a:spcBef>
                <a:spcPts val="0"/>
              </a:spcBef>
              <a:spcAft>
                <a:spcPts val="0"/>
              </a:spcAft>
              <a:buNone/>
            </a:pPr>
            <a:endParaRPr lang="en-US" sz="1400" strike="sngStrike" dirty="0">
              <a:latin typeface="Calibri" panose="020F0502020204030204" pitchFamily="34" charset="0"/>
              <a:cs typeface="Calibri" panose="020F0502020204030204" pitchFamily="34" charset="0"/>
            </a:endParaRPr>
          </a:p>
          <a:p>
            <a:pPr marL="0" lvl="0" indent="0" algn="l" rtl="0">
              <a:spcBef>
                <a:spcPts val="0"/>
              </a:spcBef>
              <a:spcAft>
                <a:spcPts val="0"/>
              </a:spcAft>
              <a:buNone/>
            </a:pPr>
            <a:r>
              <a:rPr lang="en-US" sz="1400" strike="sngStrike" dirty="0">
                <a:latin typeface="Calibri" panose="020F0502020204030204" pitchFamily="34" charset="0"/>
                <a:cs typeface="Calibri" panose="020F0502020204030204" pitchFamily="34" charset="0"/>
              </a:rPr>
              <a:t>The threat prioritization process was designed with these goals in mind.</a:t>
            </a:r>
          </a:p>
          <a:p>
            <a:pPr marL="0" lvl="0" indent="0" algn="l" rtl="0">
              <a:spcBef>
                <a:spcPts val="0"/>
              </a:spcBef>
              <a:spcAft>
                <a:spcPts val="0"/>
              </a:spcAft>
              <a:buNone/>
            </a:pPr>
            <a:endParaRPr lang="en-US" sz="1400" strike="sngStrike" dirty="0">
              <a:latin typeface="Calibri" panose="020F0502020204030204" pitchFamily="34" charset="0"/>
              <a:cs typeface="Calibri" panose="020F0502020204030204" pitchFamily="34" charset="0"/>
            </a:endParaRPr>
          </a:p>
          <a:p>
            <a:pPr marL="0" lvl="0" indent="0" algn="l" rtl="0">
              <a:spcBef>
                <a:spcPts val="0"/>
              </a:spcBef>
              <a:spcAft>
                <a:spcPts val="0"/>
              </a:spcAft>
              <a:buNone/>
            </a:pPr>
            <a:r>
              <a:rPr lang="en-US" sz="1400" strike="sngStrike" dirty="0">
                <a:latin typeface="Calibri" panose="020F0502020204030204" pitchFamily="34" charset="0"/>
                <a:cs typeface="Calibri" panose="020F0502020204030204" pitchFamily="34" charset="0"/>
              </a:rPr>
              <a:t>One way the workflow achieves its light touch is by having a single simple mechanism for feeding changes back into earlier processes.</a:t>
            </a:r>
          </a:p>
          <a:p>
            <a:pPr marL="0" lvl="0" indent="0" algn="l" rtl="0">
              <a:spcBef>
                <a:spcPts val="0"/>
              </a:spcBef>
              <a:spcAft>
                <a:spcPts val="0"/>
              </a:spcAft>
              <a:buNone/>
            </a:pPr>
            <a:endParaRPr lang="en-US" sz="1400" strike="sngStrike" dirty="0">
              <a:latin typeface="Calibri" panose="020F0502020204030204" pitchFamily="34" charset="0"/>
              <a:cs typeface="Calibri" panose="020F0502020204030204" pitchFamily="34" charset="0"/>
            </a:endParaRPr>
          </a:p>
          <a:p>
            <a:pPr marL="0" lvl="0" indent="0" algn="l" rtl="0">
              <a:spcBef>
                <a:spcPts val="0"/>
              </a:spcBef>
              <a:spcAft>
                <a:spcPts val="0"/>
              </a:spcAft>
              <a:buNone/>
            </a:pPr>
            <a:r>
              <a:rPr lang="en-US" sz="1400" strike="sngStrike" dirty="0">
                <a:latin typeface="Calibri" panose="020F0502020204030204" pitchFamily="34" charset="0"/>
                <a:cs typeface="Calibri" panose="020F0502020204030204" pitchFamily="34" charset="0"/>
              </a:rPr>
              <a:t>&lt;pause&gt;</a:t>
            </a:r>
          </a:p>
          <a:p>
            <a:pPr marL="0" lvl="0" indent="0" algn="l" rtl="0">
              <a:spcBef>
                <a:spcPts val="0"/>
              </a:spcBef>
              <a:spcAft>
                <a:spcPts val="0"/>
              </a:spcAft>
              <a:buNone/>
            </a:pPr>
            <a:endParaRPr lang="en-US" sz="1400" dirty="0">
              <a:latin typeface="Calibri" panose="020F0502020204030204" pitchFamily="34" charset="0"/>
              <a:cs typeface="Calibri" panose="020F0502020204030204" pitchFamily="34" charset="0"/>
            </a:endParaRPr>
          </a:p>
          <a:p>
            <a:pPr marL="0" lvl="0" indent="0" algn="l" rtl="0">
              <a:spcBef>
                <a:spcPts val="0"/>
              </a:spcBef>
              <a:spcAft>
                <a:spcPts val="0"/>
              </a:spcAft>
              <a:buNone/>
            </a:pPr>
            <a:r>
              <a:rPr lang="en-US" sz="1400" dirty="0">
                <a:latin typeface="Calibri" panose="020F0502020204030204" pitchFamily="34" charset="0"/>
                <a:cs typeface="Calibri" panose="020F0502020204030204" pitchFamily="34" charset="0"/>
              </a:rPr>
              <a:t>To illustrate, we’ll use this diagram.</a:t>
            </a:r>
          </a:p>
          <a:p>
            <a:pPr marL="0" lvl="0" indent="0" algn="l" rtl="0">
              <a:spcBef>
                <a:spcPts val="0"/>
              </a:spcBef>
              <a:spcAft>
                <a:spcPts val="0"/>
              </a:spcAft>
              <a:buNone/>
            </a:pPr>
            <a:endParaRPr lang="en-US" sz="1400" dirty="0">
              <a:latin typeface="Calibri" panose="020F0502020204030204" pitchFamily="34" charset="0"/>
              <a:cs typeface="Calibri" panose="020F0502020204030204" pitchFamily="34" charset="0"/>
            </a:endParaRPr>
          </a:p>
          <a:p>
            <a:pPr marL="0" lvl="0" indent="0" algn="l" rtl="0">
              <a:spcBef>
                <a:spcPts val="0"/>
              </a:spcBef>
              <a:spcAft>
                <a:spcPts val="0"/>
              </a:spcAft>
              <a:buNone/>
            </a:pPr>
            <a:r>
              <a:rPr lang="en-US" sz="1400" dirty="0">
                <a:latin typeface="Calibri" panose="020F0502020204030204" pitchFamily="34" charset="0"/>
                <a:cs typeface="Calibri" panose="020F0502020204030204" pitchFamily="34" charset="0"/>
              </a:rPr>
              <a:t>It’s a bit of an eye chart, so we'll look at it in stages,</a:t>
            </a:r>
          </a:p>
          <a:p>
            <a:pPr marL="0" lvl="0" indent="0" algn="l" rtl="0">
              <a:spcBef>
                <a:spcPts val="0"/>
              </a:spcBef>
              <a:spcAft>
                <a:spcPts val="0"/>
              </a:spcAft>
              <a:buNone/>
            </a:pPr>
            <a:endParaRPr lang="en-US" sz="1400" dirty="0">
              <a:latin typeface="Calibri" panose="020F0502020204030204" pitchFamily="34" charset="0"/>
              <a:cs typeface="Calibri" panose="020F0502020204030204" pitchFamily="34" charset="0"/>
            </a:endParaRPr>
          </a:p>
          <a:p>
            <a:pPr marL="0" lvl="0" indent="0" algn="l" rtl="0">
              <a:spcBef>
                <a:spcPts val="0"/>
              </a:spcBef>
              <a:spcAft>
                <a:spcPts val="0"/>
              </a:spcAft>
              <a:buNone/>
            </a:pPr>
            <a:r>
              <a:rPr lang="en-US" sz="1400" dirty="0">
                <a:latin typeface="Calibri" panose="020F0502020204030204" pitchFamily="34" charset="0"/>
                <a:cs typeface="Calibri" panose="020F0502020204030204" pitchFamily="34" charset="0"/>
              </a:rPr>
              <a:t>but basically what we're showing here is that activities providing feedback follow a common path.</a:t>
            </a:r>
          </a:p>
          <a:p>
            <a:pPr marL="0" lvl="0" indent="0" algn="l" rtl="0">
              <a:spcBef>
                <a:spcPts val="0"/>
              </a:spcBef>
              <a:spcAft>
                <a:spcPts val="0"/>
              </a:spcAft>
              <a:buNone/>
            </a:pPr>
            <a:endParaRPr lang="en-US" sz="1400" dirty="0">
              <a:latin typeface="Calibri" panose="020F0502020204030204" pitchFamily="34" charset="0"/>
              <a:cs typeface="Calibri" panose="020F0502020204030204" pitchFamily="34" charset="0"/>
            </a:endParaRPr>
          </a:p>
          <a:p>
            <a:pPr marL="0" lvl="0" indent="0" algn="l" rtl="0">
              <a:spcBef>
                <a:spcPts val="0"/>
              </a:spcBef>
              <a:spcAft>
                <a:spcPts val="0"/>
              </a:spcAft>
              <a:buNone/>
            </a:pPr>
            <a:r>
              <a:rPr lang="en-US" sz="1400" dirty="0">
                <a:latin typeface="Calibri" panose="020F0502020204030204" pitchFamily="34" charset="0"/>
                <a:cs typeface="Calibri" panose="020F0502020204030204" pitchFamily="34" charset="0"/>
              </a:rPr>
              <a:t>&lt;pause&gt;</a:t>
            </a:r>
          </a:p>
          <a:p>
            <a:pPr marL="0" lvl="0" indent="0" algn="l" rtl="0">
              <a:spcBef>
                <a:spcPts val="0"/>
              </a:spcBef>
              <a:spcAft>
                <a:spcPts val="0"/>
              </a:spcAft>
              <a:buNone/>
            </a:pPr>
            <a:endParaRPr lang="en-US" sz="1400" dirty="0">
              <a:latin typeface="Calibri" panose="020F0502020204030204" pitchFamily="34" charset="0"/>
              <a:cs typeface="Calibri" panose="020F0502020204030204" pitchFamily="34" charset="0"/>
            </a:endParaRPr>
          </a:p>
          <a:p>
            <a:pPr marL="0" lvl="0" indent="0" algn="l" rtl="0">
              <a:spcBef>
                <a:spcPts val="0"/>
              </a:spcBef>
              <a:spcAft>
                <a:spcPts val="0"/>
              </a:spcAft>
              <a:buNone/>
            </a:pPr>
            <a:r>
              <a:rPr lang="en-US" sz="1400" strike="sngStrike" dirty="0">
                <a:latin typeface="Calibri" panose="020F0502020204030204" pitchFamily="34" charset="0"/>
                <a:cs typeface="Calibri" panose="020F0502020204030204" pitchFamily="34" charset="0"/>
              </a:rPr>
              <a:t>Although they don't generate feedback, the foundation and requirements phases receive feedback from other phases, specifically in the area of requirements.</a:t>
            </a:r>
          </a:p>
          <a:p>
            <a:pPr marL="0" lvl="0" indent="0" algn="l" rtl="0">
              <a:spcBef>
                <a:spcPts val="0"/>
              </a:spcBef>
              <a:spcAft>
                <a:spcPts val="0"/>
              </a:spcAft>
              <a:buNone/>
            </a:pPr>
            <a:endParaRPr lang="en-US" sz="1400" strike="sngStrike" dirty="0">
              <a:latin typeface="Calibri" panose="020F0502020204030204" pitchFamily="34" charset="0"/>
              <a:cs typeface="Calibri" panose="020F0502020204030204" pitchFamily="34" charset="0"/>
            </a:endParaRPr>
          </a:p>
          <a:p>
            <a:pPr marL="0" lvl="0" indent="0" algn="l" rtl="0">
              <a:spcBef>
                <a:spcPts val="0"/>
              </a:spcBef>
              <a:spcAft>
                <a:spcPts val="0"/>
              </a:spcAft>
              <a:buNone/>
            </a:pPr>
            <a:r>
              <a:rPr lang="en-US" sz="1400" strike="sngStrike" dirty="0">
                <a:latin typeface="Calibri" panose="020F0502020204030204" pitchFamily="34" charset="0"/>
                <a:cs typeface="Calibri" panose="020F0502020204030204" pitchFamily="34" charset="0"/>
              </a:rPr>
              <a:t>&lt;pause&gt;</a:t>
            </a:r>
          </a:p>
          <a:p>
            <a:pPr marL="0" lvl="0" indent="0" algn="l" rtl="0">
              <a:spcBef>
                <a:spcPts val="0"/>
              </a:spcBef>
              <a:spcAft>
                <a:spcPts val="0"/>
              </a:spcAft>
              <a:buNone/>
            </a:pPr>
            <a:endParaRPr lang="en-US" sz="1400" strike="sngStrike" dirty="0">
              <a:latin typeface="Calibri" panose="020F0502020204030204" pitchFamily="34" charset="0"/>
              <a:cs typeface="Calibri" panose="020F0502020204030204" pitchFamily="34" charset="0"/>
            </a:endParaRPr>
          </a:p>
          <a:p>
            <a:pPr marL="0" lvl="0" indent="0" algn="l" rtl="0">
              <a:spcBef>
                <a:spcPts val="0"/>
              </a:spcBef>
              <a:spcAft>
                <a:spcPts val="0"/>
              </a:spcAft>
              <a:buNone/>
            </a:pPr>
            <a:r>
              <a:rPr lang="en-US" sz="1400" strike="sngStrike" dirty="0">
                <a:latin typeface="Calibri" panose="020F0502020204030204" pitchFamily="34" charset="0"/>
                <a:cs typeface="Calibri" panose="020F0502020204030204" pitchFamily="34" charset="0"/>
              </a:rPr>
              <a:t>In the design phase, what we see is that both the attack surface analysis and threat modeling activities can filter into the threat prioritization process.</a:t>
            </a:r>
          </a:p>
          <a:p>
            <a:pPr marL="0" lvl="0" indent="0" algn="l" rtl="0">
              <a:spcBef>
                <a:spcPts val="0"/>
              </a:spcBef>
              <a:spcAft>
                <a:spcPts val="0"/>
              </a:spcAft>
              <a:buNone/>
            </a:pPr>
            <a:endParaRPr lang="en-US" sz="1400" strike="sngStrike" dirty="0">
              <a:latin typeface="Calibri" panose="020F0502020204030204" pitchFamily="34" charset="0"/>
              <a:cs typeface="Calibri" panose="020F0502020204030204" pitchFamily="34" charset="0"/>
            </a:endParaRPr>
          </a:p>
          <a:p>
            <a:pPr marL="0" lvl="0" indent="0" algn="l" rtl="0">
              <a:spcBef>
                <a:spcPts val="0"/>
              </a:spcBef>
              <a:spcAft>
                <a:spcPts val="0"/>
              </a:spcAft>
              <a:buNone/>
            </a:pPr>
            <a:r>
              <a:rPr lang="en-US" sz="1400" strike="sngStrike" dirty="0">
                <a:latin typeface="Calibri" panose="020F0502020204030204" pitchFamily="34" charset="0"/>
                <a:cs typeface="Calibri" panose="020F0502020204030204" pitchFamily="34" charset="0"/>
              </a:rPr>
              <a:t>We’ll cover this in detail shortly.</a:t>
            </a:r>
          </a:p>
          <a:p>
            <a:pPr marL="0" lvl="0" indent="0" algn="l" rtl="0">
              <a:spcBef>
                <a:spcPts val="0"/>
              </a:spcBef>
              <a:spcAft>
                <a:spcPts val="0"/>
              </a:spcAft>
              <a:buNone/>
            </a:pPr>
            <a:endParaRPr lang="en-US" sz="1400" strike="sngStrike" dirty="0">
              <a:latin typeface="Calibri" panose="020F0502020204030204" pitchFamily="34" charset="0"/>
              <a:cs typeface="Calibri" panose="020F0502020204030204" pitchFamily="34" charset="0"/>
            </a:endParaRPr>
          </a:p>
          <a:p>
            <a:pPr marL="0" lvl="0" indent="0" algn="l" rtl="0">
              <a:spcBef>
                <a:spcPts val="0"/>
              </a:spcBef>
              <a:spcAft>
                <a:spcPts val="0"/>
              </a:spcAft>
              <a:buNone/>
            </a:pPr>
            <a:r>
              <a:rPr lang="en-US" sz="1400" strike="sngStrike" dirty="0">
                <a:latin typeface="Calibri" panose="020F0502020204030204" pitchFamily="34" charset="0"/>
                <a:cs typeface="Calibri" panose="020F0502020204030204" pitchFamily="34" charset="0"/>
              </a:rPr>
              <a:t>As we can see, the threat prioritization process sends feedback through the issue tracking system into either the element design review or the element requirements review.</a:t>
            </a:r>
          </a:p>
          <a:p>
            <a:pPr marL="0" lvl="0" indent="0" algn="l" rtl="0">
              <a:spcBef>
                <a:spcPts val="0"/>
              </a:spcBef>
              <a:spcAft>
                <a:spcPts val="0"/>
              </a:spcAft>
              <a:buNone/>
            </a:pPr>
            <a:endParaRPr lang="en-US" sz="1400" strike="sngStrike" dirty="0">
              <a:latin typeface="Calibri" panose="020F0502020204030204" pitchFamily="34" charset="0"/>
              <a:cs typeface="Calibri" panose="020F0502020204030204" pitchFamily="34" charset="0"/>
            </a:endParaRPr>
          </a:p>
          <a:p>
            <a:pPr marL="0" lvl="0" indent="0" algn="l" rtl="0">
              <a:spcBef>
                <a:spcPts val="0"/>
              </a:spcBef>
              <a:spcAft>
                <a:spcPts val="0"/>
              </a:spcAft>
              <a:buNone/>
            </a:pPr>
            <a:r>
              <a:rPr lang="en-US" sz="1400" strike="sngStrike" dirty="0">
                <a:latin typeface="Calibri" panose="020F0502020204030204" pitchFamily="34" charset="0"/>
                <a:cs typeface="Calibri" panose="020F0502020204030204" pitchFamily="34" charset="0"/>
              </a:rPr>
              <a:t>&lt;pause&gt;</a:t>
            </a:r>
          </a:p>
          <a:p>
            <a:pPr marL="0" lvl="0" indent="0" algn="l" rtl="0">
              <a:spcBef>
                <a:spcPts val="0"/>
              </a:spcBef>
              <a:spcAft>
                <a:spcPts val="0"/>
              </a:spcAft>
              <a:buNone/>
            </a:pPr>
            <a:endParaRPr lang="en-US" sz="1400" strike="sngStrike" dirty="0">
              <a:latin typeface="Calibri" panose="020F0502020204030204" pitchFamily="34" charset="0"/>
              <a:cs typeface="Calibri" panose="020F0502020204030204" pitchFamily="34" charset="0"/>
            </a:endParaRPr>
          </a:p>
          <a:p>
            <a:pPr marL="0" lvl="0" indent="0" algn="l" rtl="0">
              <a:spcBef>
                <a:spcPts val="0"/>
              </a:spcBef>
              <a:spcAft>
                <a:spcPts val="0"/>
              </a:spcAft>
              <a:buNone/>
            </a:pPr>
            <a:r>
              <a:rPr lang="en-US" sz="1400" strike="sngStrike" dirty="0">
                <a:latin typeface="Calibri" panose="020F0502020204030204" pitchFamily="34" charset="0"/>
                <a:cs typeface="Calibri" panose="020F0502020204030204" pitchFamily="34" charset="0"/>
              </a:rPr>
              <a:t>In the implementation phase, we can see four activities which are feeding into this threat prioritization process.</a:t>
            </a:r>
          </a:p>
          <a:p>
            <a:pPr marL="0" lvl="0" indent="0" algn="l" rtl="0">
              <a:spcBef>
                <a:spcPts val="0"/>
              </a:spcBef>
              <a:spcAft>
                <a:spcPts val="0"/>
              </a:spcAft>
              <a:buNone/>
            </a:pPr>
            <a:endParaRPr lang="en-US" sz="1400" strike="sngStrike" dirty="0">
              <a:latin typeface="Calibri" panose="020F0502020204030204" pitchFamily="34" charset="0"/>
              <a:cs typeface="Calibri" panose="020F0502020204030204" pitchFamily="34" charset="0"/>
            </a:endParaRPr>
          </a:p>
          <a:p>
            <a:pPr marL="0" lvl="0" indent="0" algn="l" rtl="0">
              <a:spcBef>
                <a:spcPts val="0"/>
              </a:spcBef>
              <a:spcAft>
                <a:spcPts val="0"/>
              </a:spcAft>
              <a:buNone/>
            </a:pPr>
            <a:r>
              <a:rPr lang="en-US" sz="1400" strike="sngStrike" dirty="0">
                <a:latin typeface="Calibri" panose="020F0502020204030204" pitchFamily="34" charset="0"/>
                <a:cs typeface="Calibri" panose="020F0502020204030204" pitchFamily="34" charset="0"/>
              </a:rPr>
              <a:t>Those being fuzz testing, static analysis, dynamic analysis and security code review.</a:t>
            </a:r>
          </a:p>
          <a:p>
            <a:pPr marL="0" lvl="0" indent="0" algn="l" rtl="0">
              <a:spcBef>
                <a:spcPts val="0"/>
              </a:spcBef>
              <a:spcAft>
                <a:spcPts val="0"/>
              </a:spcAft>
              <a:buNone/>
            </a:pPr>
            <a:endParaRPr lang="en-US" sz="1400" strike="sngStrike" dirty="0">
              <a:latin typeface="Calibri" panose="020F0502020204030204" pitchFamily="34" charset="0"/>
              <a:cs typeface="Calibri" panose="020F0502020204030204" pitchFamily="34" charset="0"/>
            </a:endParaRPr>
          </a:p>
          <a:p>
            <a:pPr marL="0" lvl="0" indent="0" algn="l" rtl="0">
              <a:spcBef>
                <a:spcPts val="0"/>
              </a:spcBef>
              <a:spcAft>
                <a:spcPts val="0"/>
              </a:spcAft>
              <a:buNone/>
            </a:pPr>
            <a:r>
              <a:rPr lang="en-US" sz="1400" strike="sngStrike" dirty="0">
                <a:latin typeface="Calibri" panose="020F0502020204030204" pitchFamily="34" charset="0"/>
                <a:cs typeface="Calibri" panose="020F0502020204030204" pitchFamily="34" charset="0"/>
              </a:rPr>
              <a:t>The feedback can go either directly to the element implementation process of the implementation phase or,</a:t>
            </a:r>
          </a:p>
          <a:p>
            <a:pPr marL="0" lvl="0" indent="0" algn="l" rtl="0">
              <a:spcBef>
                <a:spcPts val="0"/>
              </a:spcBef>
              <a:spcAft>
                <a:spcPts val="0"/>
              </a:spcAft>
              <a:buNone/>
            </a:pPr>
            <a:endParaRPr lang="en-US" sz="1400" strike="sngStrike" dirty="0">
              <a:latin typeface="Calibri" panose="020F0502020204030204" pitchFamily="34" charset="0"/>
              <a:cs typeface="Calibri" panose="020F0502020204030204" pitchFamily="34" charset="0"/>
            </a:endParaRPr>
          </a:p>
          <a:p>
            <a:pPr marL="0" lvl="0" indent="0" algn="l" rtl="0">
              <a:spcBef>
                <a:spcPts val="0"/>
              </a:spcBef>
              <a:spcAft>
                <a:spcPts val="0"/>
              </a:spcAft>
              <a:buNone/>
            </a:pPr>
            <a:r>
              <a:rPr lang="en-US" sz="1400" strike="sngStrike" dirty="0">
                <a:latin typeface="Calibri" panose="020F0502020204030204" pitchFamily="34" charset="0"/>
                <a:cs typeface="Calibri" panose="020F0502020204030204" pitchFamily="34" charset="0"/>
              </a:rPr>
              <a:t>depending on the scope of the change required,</a:t>
            </a:r>
          </a:p>
          <a:p>
            <a:pPr marL="0" lvl="0" indent="0" algn="l" rtl="0">
              <a:spcBef>
                <a:spcPts val="0"/>
              </a:spcBef>
              <a:spcAft>
                <a:spcPts val="0"/>
              </a:spcAft>
              <a:buNone/>
            </a:pPr>
            <a:endParaRPr lang="en-US" sz="1400" strike="sngStrike" dirty="0">
              <a:latin typeface="Calibri" panose="020F0502020204030204" pitchFamily="34" charset="0"/>
              <a:cs typeface="Calibri" panose="020F0502020204030204" pitchFamily="34" charset="0"/>
            </a:endParaRPr>
          </a:p>
          <a:p>
            <a:pPr marL="0" lvl="0" indent="0" algn="l" rtl="0">
              <a:spcBef>
                <a:spcPts val="0"/>
              </a:spcBef>
              <a:spcAft>
                <a:spcPts val="0"/>
              </a:spcAft>
              <a:buNone/>
            </a:pPr>
            <a:r>
              <a:rPr lang="en-US" sz="1400" strike="sngStrike" dirty="0">
                <a:latin typeface="Calibri" panose="020F0502020204030204" pitchFamily="34" charset="0"/>
                <a:cs typeface="Calibri" panose="020F0502020204030204" pitchFamily="34" charset="0"/>
              </a:rPr>
              <a:t>into either the element design review of the design phase or element requirements review of the requirements phase.</a:t>
            </a:r>
          </a:p>
          <a:p>
            <a:pPr marL="0" lvl="0" indent="0" algn="l" rtl="0">
              <a:spcBef>
                <a:spcPts val="0"/>
              </a:spcBef>
              <a:spcAft>
                <a:spcPts val="0"/>
              </a:spcAft>
              <a:buNone/>
            </a:pPr>
            <a:endParaRPr lang="en-US" sz="1400" strike="sngStrike" dirty="0">
              <a:latin typeface="Calibri" panose="020F0502020204030204" pitchFamily="34" charset="0"/>
              <a:cs typeface="Calibri" panose="020F0502020204030204" pitchFamily="34" charset="0"/>
            </a:endParaRPr>
          </a:p>
          <a:p>
            <a:pPr marL="0" lvl="0" indent="0" algn="l" rtl="0">
              <a:spcBef>
                <a:spcPts val="0"/>
              </a:spcBef>
              <a:spcAft>
                <a:spcPts val="0"/>
              </a:spcAft>
              <a:buNone/>
            </a:pPr>
            <a:r>
              <a:rPr lang="en-US" sz="1400" strike="sngStrike" dirty="0">
                <a:latin typeface="Calibri" panose="020F0502020204030204" pitchFamily="34" charset="0"/>
                <a:cs typeface="Calibri" panose="020F0502020204030204" pitchFamily="34" charset="0"/>
              </a:rPr>
              <a:t>&lt;pause&gt;</a:t>
            </a:r>
          </a:p>
          <a:p>
            <a:pPr marL="0" lvl="0" indent="0" algn="l" rtl="0">
              <a:spcBef>
                <a:spcPts val="0"/>
              </a:spcBef>
              <a:spcAft>
                <a:spcPts val="0"/>
              </a:spcAft>
              <a:buNone/>
            </a:pPr>
            <a:endParaRPr lang="en-US" sz="1400" strike="sngStrike" dirty="0">
              <a:latin typeface="Calibri" panose="020F0502020204030204" pitchFamily="34" charset="0"/>
              <a:cs typeface="Calibri" panose="020F0502020204030204" pitchFamily="34" charset="0"/>
            </a:endParaRPr>
          </a:p>
          <a:p>
            <a:pPr marL="0" lvl="0" indent="0" algn="l" rtl="0">
              <a:spcBef>
                <a:spcPts val="0"/>
              </a:spcBef>
              <a:spcAft>
                <a:spcPts val="0"/>
              </a:spcAft>
              <a:buNone/>
            </a:pPr>
            <a:r>
              <a:rPr lang="en-US" sz="1400" strike="sngStrike" dirty="0">
                <a:latin typeface="Calibri" panose="020F0502020204030204" pitchFamily="34" charset="0"/>
                <a:cs typeface="Calibri" panose="020F0502020204030204" pitchFamily="34" charset="0"/>
              </a:rPr>
              <a:t>Similarly, in the verification phase, we see that penetration testing, the attack surface analysis review and the threat modeling review feed into this same threat prioritization process, feeding back into the stages that we've mentioned already.</a:t>
            </a:r>
          </a:p>
          <a:p>
            <a:pPr marL="0" lvl="0" indent="0" algn="l" rtl="0">
              <a:spcBef>
                <a:spcPts val="0"/>
              </a:spcBef>
              <a:spcAft>
                <a:spcPts val="0"/>
              </a:spcAft>
              <a:buNone/>
            </a:pPr>
            <a:endParaRPr lang="en-US" sz="1400" strike="sngStrike" dirty="0">
              <a:latin typeface="Calibri" panose="020F0502020204030204" pitchFamily="34" charset="0"/>
              <a:cs typeface="Calibri" panose="020F0502020204030204" pitchFamily="34" charset="0"/>
            </a:endParaRPr>
          </a:p>
          <a:p>
            <a:pPr marL="0" lvl="0" indent="0" algn="l" rtl="0">
              <a:spcBef>
                <a:spcPts val="0"/>
              </a:spcBef>
              <a:spcAft>
                <a:spcPts val="0"/>
              </a:spcAft>
              <a:buNone/>
            </a:pPr>
            <a:r>
              <a:rPr lang="en-US" sz="1400" strike="sngStrike" dirty="0">
                <a:latin typeface="Calibri" panose="020F0502020204030204" pitchFamily="34" charset="0"/>
                <a:cs typeface="Calibri" panose="020F0502020204030204" pitchFamily="34" charset="0"/>
              </a:rPr>
              <a:t>&lt;pause&gt;</a:t>
            </a:r>
          </a:p>
          <a:p>
            <a:pPr marL="0" lvl="0" indent="0" algn="l" rtl="0">
              <a:spcBef>
                <a:spcPts val="0"/>
              </a:spcBef>
              <a:spcAft>
                <a:spcPts val="0"/>
              </a:spcAft>
              <a:buNone/>
            </a:pPr>
            <a:endParaRPr lang="en-US" sz="1400" strike="sngStrike" dirty="0">
              <a:latin typeface="Calibri" panose="020F0502020204030204" pitchFamily="34" charset="0"/>
              <a:cs typeface="Calibri" panose="020F0502020204030204" pitchFamily="34" charset="0"/>
            </a:endParaRPr>
          </a:p>
          <a:p>
            <a:pPr marL="0" lvl="0" indent="0" algn="l" rtl="0">
              <a:spcBef>
                <a:spcPts val="0"/>
              </a:spcBef>
              <a:spcAft>
                <a:spcPts val="0"/>
              </a:spcAft>
              <a:buNone/>
            </a:pPr>
            <a:r>
              <a:rPr lang="en-US" sz="1400" strike="sngStrike" dirty="0">
                <a:latin typeface="Calibri" panose="020F0502020204030204" pitchFamily="34" charset="0"/>
                <a:cs typeface="Calibri" panose="020F0502020204030204" pitchFamily="34" charset="0"/>
              </a:rPr>
              <a:t>And finally, in the operation phase, cybersecurity monitoring also feeds into the threat prioritization process.</a:t>
            </a:r>
          </a:p>
          <a:p>
            <a:pPr marL="0" lvl="0" indent="0" algn="l" rtl="0">
              <a:spcBef>
                <a:spcPts val="0"/>
              </a:spcBef>
              <a:spcAft>
                <a:spcPts val="0"/>
              </a:spcAft>
              <a:buNone/>
            </a:pPr>
            <a:endParaRPr lang="en-US" sz="1400" strike="sngStrike" dirty="0">
              <a:latin typeface="Calibri" panose="020F0502020204030204" pitchFamily="34" charset="0"/>
              <a:cs typeface="Calibri" panose="020F0502020204030204" pitchFamily="34" charset="0"/>
            </a:endParaRPr>
          </a:p>
          <a:p>
            <a:pPr marL="0" lvl="0" indent="0" algn="l" rtl="0">
              <a:spcBef>
                <a:spcPts val="0"/>
              </a:spcBef>
              <a:spcAft>
                <a:spcPts val="0"/>
              </a:spcAft>
              <a:buNone/>
            </a:pPr>
            <a:r>
              <a:rPr lang="en-US" sz="1400" strike="sngStrike" dirty="0">
                <a:latin typeface="Calibri" panose="020F0502020204030204" pitchFamily="34" charset="0"/>
                <a:cs typeface="Calibri" panose="020F0502020204030204" pitchFamily="34" charset="0"/>
              </a:rPr>
              <a:t>The advantage that we have is that regardless of the activity that we undertake within the AVCDL,</a:t>
            </a:r>
          </a:p>
          <a:p>
            <a:pPr marL="0" lvl="0" indent="0" algn="l" rtl="0">
              <a:spcBef>
                <a:spcPts val="0"/>
              </a:spcBef>
              <a:spcAft>
                <a:spcPts val="0"/>
              </a:spcAft>
              <a:buNone/>
            </a:pPr>
            <a:endParaRPr lang="en-US" sz="1400" strike="sngStrike" dirty="0">
              <a:latin typeface="Calibri" panose="020F0502020204030204" pitchFamily="34" charset="0"/>
              <a:cs typeface="Calibri" panose="020F0502020204030204" pitchFamily="34" charset="0"/>
            </a:endParaRPr>
          </a:p>
          <a:p>
            <a:pPr marL="0" lvl="0" indent="0" algn="l" rtl="0">
              <a:spcBef>
                <a:spcPts val="0"/>
              </a:spcBef>
              <a:spcAft>
                <a:spcPts val="0"/>
              </a:spcAft>
              <a:buNone/>
            </a:pPr>
            <a:r>
              <a:rPr lang="en-US" sz="1400" strike="sngStrike" dirty="0">
                <a:latin typeface="Calibri" panose="020F0502020204030204" pitchFamily="34" charset="0"/>
                <a:cs typeface="Calibri" panose="020F0502020204030204" pitchFamily="34" charset="0"/>
              </a:rPr>
              <a:t>we have a single, simple, consistent set of activities that we do, regardless of the threat’s source.</a:t>
            </a:r>
          </a:p>
          <a:p>
            <a:pPr marL="0" lvl="0" indent="0" algn="l" rtl="0">
              <a:spcBef>
                <a:spcPts val="0"/>
              </a:spcBef>
              <a:spcAft>
                <a:spcPts val="0"/>
              </a:spcAft>
              <a:buNone/>
            </a:pPr>
            <a:endParaRPr lang="en-US" sz="1400" dirty="0">
              <a:latin typeface="Calibri" panose="020F0502020204030204" pitchFamily="34" charset="0"/>
              <a:cs typeface="Calibri" panose="020F0502020204030204" pitchFamily="34" charset="0"/>
            </a:endParaRPr>
          </a:p>
        </p:txBody>
      </p:sp>
    </p:spTree>
    <p:extLst>
      <p:ext uri="{BB962C8B-B14F-4D97-AF65-F5344CB8AC3E}">
        <p14:creationId xmlns:p14="http://schemas.microsoft.com/office/powerpoint/2010/main" val="4260946917"/>
      </p:ext>
    </p:extLst>
  </p:cSld>
  <p:clrMapOvr>
    <a:masterClrMapping/>
  </p:clrMapOvr>
</p:notes>
</file>

<file path=ppt/notesSlides/notesSlide11.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1195"/>
        <p:cNvGrpSpPr/>
        <p:nvPr/>
      </p:nvGrpSpPr>
      <p:grpSpPr>
        <a:xfrm>
          <a:off x="0" y="0"/>
          <a:ext cx="0" cy="0"/>
          <a:chOff x="0" y="0"/>
          <a:chExt cx="0" cy="0"/>
        </a:xfrm>
      </p:grpSpPr>
      <p:sp>
        <p:nvSpPr>
          <p:cNvPr id="1196" name="Google Shape;1196;g9ac6590046_0_272:notes"/>
          <p:cNvSpPr>
            <a:spLocks noGrp="1" noRot="1" noChangeAspect="1"/>
          </p:cNvSpPr>
          <p:nvPr>
            <p:ph type="sldImg" idx="2"/>
          </p:nvPr>
        </p:nvSpPr>
        <p:spPr>
          <a:xfrm>
            <a:off x="382588" y="685800"/>
            <a:ext cx="6094412" cy="3429000"/>
          </a:xfrm>
          <a:custGeom>
            <a:avLst/>
            <a:gdLst/>
            <a:ahLst/>
            <a:cxnLst/>
            <a:rect l="l" t="t" r="r" b="b"/>
            <a:pathLst>
              <a:path w="120000" h="120000" extrusionOk="0">
                <a:moveTo>
                  <a:pt x="0" y="0"/>
                </a:moveTo>
                <a:lnTo>
                  <a:pt x="120000" y="0"/>
                </a:lnTo>
                <a:lnTo>
                  <a:pt x="120000" y="120000"/>
                </a:lnTo>
                <a:lnTo>
                  <a:pt x="0" y="120000"/>
                </a:lnTo>
                <a:close/>
              </a:path>
            </a:pathLst>
          </a:custGeom>
        </p:spPr>
      </p:sp>
      <p:sp>
        <p:nvSpPr>
          <p:cNvPr id="1197" name="Google Shape;1197;g9ac6590046_0_272:notes"/>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r>
              <a:rPr lang="en-US" sz="1400" dirty="0">
                <a:latin typeface="Calibri" panose="020F0502020204030204" pitchFamily="34" charset="0"/>
                <a:cs typeface="Calibri" panose="020F0502020204030204" pitchFamily="34" charset="0"/>
              </a:rPr>
              <a:t>Script:</a:t>
            </a:r>
          </a:p>
          <a:p>
            <a:pPr marL="0" lvl="0" indent="0" algn="l" rtl="0">
              <a:spcBef>
                <a:spcPts val="0"/>
              </a:spcBef>
              <a:spcAft>
                <a:spcPts val="0"/>
              </a:spcAft>
              <a:buNone/>
            </a:pPr>
            <a:endParaRPr lang="en-US" sz="1400" dirty="0">
              <a:solidFill>
                <a:srgbClr val="1D1C1D"/>
              </a:solidFill>
              <a:effectLst/>
              <a:latin typeface="Arial" panose="020B0604020202020204" pitchFamily="34" charset="0"/>
            </a:endParaRPr>
          </a:p>
          <a:p>
            <a:pPr marL="0" lvl="0" indent="0" algn="l" rtl="0">
              <a:spcBef>
                <a:spcPts val="0"/>
              </a:spcBef>
              <a:spcAft>
                <a:spcPts val="0"/>
              </a:spcAft>
              <a:buNone/>
            </a:pPr>
            <a:r>
              <a:rPr lang="en-US" sz="1400" strike="sngStrike" dirty="0">
                <a:latin typeface="Calibri" panose="020F0502020204030204" pitchFamily="34" charset="0"/>
                <a:cs typeface="Calibri" panose="020F0502020204030204" pitchFamily="34" charset="0"/>
              </a:rPr>
              <a:t>In the development of any complex system, there's a strong motivation to have processes and procedures which can both be shared and require few changes to existing workflows.</a:t>
            </a:r>
          </a:p>
          <a:p>
            <a:pPr marL="0" lvl="0" indent="0" algn="l" rtl="0">
              <a:spcBef>
                <a:spcPts val="0"/>
              </a:spcBef>
              <a:spcAft>
                <a:spcPts val="0"/>
              </a:spcAft>
              <a:buNone/>
            </a:pPr>
            <a:endParaRPr lang="en-US" sz="1400" strike="sngStrike" dirty="0">
              <a:latin typeface="Calibri" panose="020F0502020204030204" pitchFamily="34" charset="0"/>
              <a:cs typeface="Calibri" panose="020F0502020204030204" pitchFamily="34" charset="0"/>
            </a:endParaRPr>
          </a:p>
          <a:p>
            <a:pPr marL="0" lvl="0" indent="0" algn="l" rtl="0">
              <a:spcBef>
                <a:spcPts val="0"/>
              </a:spcBef>
              <a:spcAft>
                <a:spcPts val="0"/>
              </a:spcAft>
              <a:buNone/>
            </a:pPr>
            <a:r>
              <a:rPr lang="en-US" sz="1400" strike="sngStrike" dirty="0">
                <a:latin typeface="Calibri" panose="020F0502020204030204" pitchFamily="34" charset="0"/>
                <a:cs typeface="Calibri" panose="020F0502020204030204" pitchFamily="34" charset="0"/>
              </a:rPr>
              <a:t>The threat prioritization process was designed with these goals in mind.</a:t>
            </a:r>
          </a:p>
          <a:p>
            <a:pPr marL="0" lvl="0" indent="0" algn="l" rtl="0">
              <a:spcBef>
                <a:spcPts val="0"/>
              </a:spcBef>
              <a:spcAft>
                <a:spcPts val="0"/>
              </a:spcAft>
              <a:buNone/>
            </a:pPr>
            <a:endParaRPr lang="en-US" sz="1400" strike="sngStrike" dirty="0">
              <a:latin typeface="Calibri" panose="020F0502020204030204" pitchFamily="34" charset="0"/>
              <a:cs typeface="Calibri" panose="020F0502020204030204" pitchFamily="34" charset="0"/>
            </a:endParaRPr>
          </a:p>
          <a:p>
            <a:pPr marL="0" lvl="0" indent="0" algn="l" rtl="0">
              <a:spcBef>
                <a:spcPts val="0"/>
              </a:spcBef>
              <a:spcAft>
                <a:spcPts val="0"/>
              </a:spcAft>
              <a:buNone/>
            </a:pPr>
            <a:r>
              <a:rPr lang="en-US" sz="1400" strike="sngStrike" dirty="0">
                <a:latin typeface="Calibri" panose="020F0502020204030204" pitchFamily="34" charset="0"/>
                <a:cs typeface="Calibri" panose="020F0502020204030204" pitchFamily="34" charset="0"/>
              </a:rPr>
              <a:t>One way the workflow achieves its light touch is by having a single simple mechanism for feeding changes back into earlier processes.</a:t>
            </a:r>
          </a:p>
          <a:p>
            <a:pPr marL="0" lvl="0" indent="0" algn="l" rtl="0">
              <a:spcBef>
                <a:spcPts val="0"/>
              </a:spcBef>
              <a:spcAft>
                <a:spcPts val="0"/>
              </a:spcAft>
              <a:buNone/>
            </a:pPr>
            <a:endParaRPr lang="en-US" sz="1400" strike="sngStrike" dirty="0">
              <a:latin typeface="Calibri" panose="020F0502020204030204" pitchFamily="34" charset="0"/>
              <a:cs typeface="Calibri" panose="020F0502020204030204" pitchFamily="34" charset="0"/>
            </a:endParaRPr>
          </a:p>
          <a:p>
            <a:pPr marL="0" lvl="0" indent="0" algn="l" rtl="0">
              <a:spcBef>
                <a:spcPts val="0"/>
              </a:spcBef>
              <a:spcAft>
                <a:spcPts val="0"/>
              </a:spcAft>
              <a:buNone/>
            </a:pPr>
            <a:r>
              <a:rPr lang="en-US" sz="1400" strike="sngStrike" dirty="0">
                <a:latin typeface="Calibri" panose="020F0502020204030204" pitchFamily="34" charset="0"/>
                <a:cs typeface="Calibri" panose="020F0502020204030204" pitchFamily="34" charset="0"/>
              </a:rPr>
              <a:t>&lt;pause&gt;</a:t>
            </a:r>
          </a:p>
          <a:p>
            <a:pPr marL="0" lvl="0" indent="0" algn="l" rtl="0">
              <a:spcBef>
                <a:spcPts val="0"/>
              </a:spcBef>
              <a:spcAft>
                <a:spcPts val="0"/>
              </a:spcAft>
              <a:buNone/>
            </a:pPr>
            <a:endParaRPr lang="en-US" sz="1400" strike="sngStrike" dirty="0">
              <a:latin typeface="Calibri" panose="020F0502020204030204" pitchFamily="34" charset="0"/>
              <a:cs typeface="Calibri" panose="020F0502020204030204" pitchFamily="34" charset="0"/>
            </a:endParaRPr>
          </a:p>
          <a:p>
            <a:pPr marL="0" lvl="0" indent="0" algn="l" rtl="0">
              <a:spcBef>
                <a:spcPts val="0"/>
              </a:spcBef>
              <a:spcAft>
                <a:spcPts val="0"/>
              </a:spcAft>
              <a:buNone/>
            </a:pPr>
            <a:r>
              <a:rPr lang="en-US" sz="1400" strike="sngStrike" dirty="0">
                <a:latin typeface="Calibri" panose="020F0502020204030204" pitchFamily="34" charset="0"/>
                <a:cs typeface="Calibri" panose="020F0502020204030204" pitchFamily="34" charset="0"/>
              </a:rPr>
              <a:t>To illustrate, we’ll use this diagram.</a:t>
            </a:r>
          </a:p>
          <a:p>
            <a:pPr marL="0" lvl="0" indent="0" algn="l" rtl="0">
              <a:spcBef>
                <a:spcPts val="0"/>
              </a:spcBef>
              <a:spcAft>
                <a:spcPts val="0"/>
              </a:spcAft>
              <a:buNone/>
            </a:pPr>
            <a:endParaRPr lang="en-US" sz="1400" strike="sngStrike" dirty="0">
              <a:latin typeface="Calibri" panose="020F0502020204030204" pitchFamily="34" charset="0"/>
              <a:cs typeface="Calibri" panose="020F0502020204030204" pitchFamily="34" charset="0"/>
            </a:endParaRPr>
          </a:p>
          <a:p>
            <a:pPr marL="0" lvl="0" indent="0" algn="l" rtl="0">
              <a:spcBef>
                <a:spcPts val="0"/>
              </a:spcBef>
              <a:spcAft>
                <a:spcPts val="0"/>
              </a:spcAft>
              <a:buNone/>
            </a:pPr>
            <a:r>
              <a:rPr lang="en-US" sz="1400" strike="sngStrike" dirty="0">
                <a:latin typeface="Calibri" panose="020F0502020204030204" pitchFamily="34" charset="0"/>
                <a:cs typeface="Calibri" panose="020F0502020204030204" pitchFamily="34" charset="0"/>
              </a:rPr>
              <a:t>It’s a bit of an eye chart, so we'll look at it in stages,</a:t>
            </a:r>
          </a:p>
          <a:p>
            <a:pPr marL="0" lvl="0" indent="0" algn="l" rtl="0">
              <a:spcBef>
                <a:spcPts val="0"/>
              </a:spcBef>
              <a:spcAft>
                <a:spcPts val="0"/>
              </a:spcAft>
              <a:buNone/>
            </a:pPr>
            <a:endParaRPr lang="en-US" sz="1400" strike="sngStrike" dirty="0">
              <a:latin typeface="Calibri" panose="020F0502020204030204" pitchFamily="34" charset="0"/>
              <a:cs typeface="Calibri" panose="020F0502020204030204" pitchFamily="34" charset="0"/>
            </a:endParaRPr>
          </a:p>
          <a:p>
            <a:pPr marL="0" lvl="0" indent="0" algn="l" rtl="0">
              <a:spcBef>
                <a:spcPts val="0"/>
              </a:spcBef>
              <a:spcAft>
                <a:spcPts val="0"/>
              </a:spcAft>
              <a:buNone/>
            </a:pPr>
            <a:r>
              <a:rPr lang="en-US" sz="1400" strike="sngStrike" dirty="0">
                <a:latin typeface="Calibri" panose="020F0502020204030204" pitchFamily="34" charset="0"/>
                <a:cs typeface="Calibri" panose="020F0502020204030204" pitchFamily="34" charset="0"/>
              </a:rPr>
              <a:t>but basically what we're showing here is that activities providing feedback follow a common path.</a:t>
            </a:r>
          </a:p>
          <a:p>
            <a:pPr marL="0" lvl="0" indent="0" algn="l" rtl="0">
              <a:spcBef>
                <a:spcPts val="0"/>
              </a:spcBef>
              <a:spcAft>
                <a:spcPts val="0"/>
              </a:spcAft>
              <a:buNone/>
            </a:pPr>
            <a:endParaRPr lang="en-US" sz="1400" strike="sngStrike" dirty="0">
              <a:latin typeface="Calibri" panose="020F0502020204030204" pitchFamily="34" charset="0"/>
              <a:cs typeface="Calibri" panose="020F0502020204030204" pitchFamily="34" charset="0"/>
            </a:endParaRPr>
          </a:p>
          <a:p>
            <a:pPr marL="0" lvl="0" indent="0" algn="l" rtl="0">
              <a:spcBef>
                <a:spcPts val="0"/>
              </a:spcBef>
              <a:spcAft>
                <a:spcPts val="0"/>
              </a:spcAft>
              <a:buNone/>
            </a:pPr>
            <a:r>
              <a:rPr lang="en-US" sz="1400" strike="sngStrike" dirty="0">
                <a:latin typeface="Calibri" panose="020F0502020204030204" pitchFamily="34" charset="0"/>
                <a:cs typeface="Calibri" panose="020F0502020204030204" pitchFamily="34" charset="0"/>
              </a:rPr>
              <a:t>&lt;pause&gt;</a:t>
            </a:r>
          </a:p>
          <a:p>
            <a:pPr marL="0" lvl="0" indent="0" algn="l" rtl="0">
              <a:spcBef>
                <a:spcPts val="0"/>
              </a:spcBef>
              <a:spcAft>
                <a:spcPts val="0"/>
              </a:spcAft>
              <a:buNone/>
            </a:pPr>
            <a:endParaRPr lang="en-US" sz="1400" dirty="0">
              <a:latin typeface="Calibri" panose="020F0502020204030204" pitchFamily="34" charset="0"/>
              <a:cs typeface="Calibri" panose="020F0502020204030204" pitchFamily="34" charset="0"/>
            </a:endParaRPr>
          </a:p>
          <a:p>
            <a:pPr marL="0" lvl="0" indent="0" algn="l" rtl="0">
              <a:spcBef>
                <a:spcPts val="0"/>
              </a:spcBef>
              <a:spcAft>
                <a:spcPts val="0"/>
              </a:spcAft>
              <a:buNone/>
            </a:pPr>
            <a:r>
              <a:rPr lang="en-US" sz="1400" dirty="0">
                <a:latin typeface="Calibri" panose="020F0502020204030204" pitchFamily="34" charset="0"/>
                <a:cs typeface="Calibri" panose="020F0502020204030204" pitchFamily="34" charset="0"/>
              </a:rPr>
              <a:t>Although they don't generate feedback, the foundation and requirements phases receive feedback from other phases, specifically in the area of requirements.</a:t>
            </a:r>
          </a:p>
          <a:p>
            <a:pPr marL="0" lvl="0" indent="0" algn="l" rtl="0">
              <a:spcBef>
                <a:spcPts val="0"/>
              </a:spcBef>
              <a:spcAft>
                <a:spcPts val="0"/>
              </a:spcAft>
              <a:buNone/>
            </a:pPr>
            <a:endParaRPr lang="en-US" sz="1400" dirty="0">
              <a:latin typeface="Calibri" panose="020F0502020204030204" pitchFamily="34" charset="0"/>
              <a:cs typeface="Calibri" panose="020F0502020204030204" pitchFamily="34" charset="0"/>
            </a:endParaRPr>
          </a:p>
          <a:p>
            <a:pPr marL="0" lvl="0" indent="0" algn="l" rtl="0">
              <a:spcBef>
                <a:spcPts val="0"/>
              </a:spcBef>
              <a:spcAft>
                <a:spcPts val="0"/>
              </a:spcAft>
              <a:buNone/>
            </a:pPr>
            <a:r>
              <a:rPr lang="en-US" sz="1400" dirty="0">
                <a:latin typeface="Calibri" panose="020F0502020204030204" pitchFamily="34" charset="0"/>
                <a:cs typeface="Calibri" panose="020F0502020204030204" pitchFamily="34" charset="0"/>
              </a:rPr>
              <a:t>&lt;pause&gt;</a:t>
            </a:r>
          </a:p>
          <a:p>
            <a:pPr marL="0" lvl="0" indent="0" algn="l" rtl="0">
              <a:spcBef>
                <a:spcPts val="0"/>
              </a:spcBef>
              <a:spcAft>
                <a:spcPts val="0"/>
              </a:spcAft>
              <a:buNone/>
            </a:pPr>
            <a:endParaRPr lang="en-US" sz="1400" dirty="0">
              <a:latin typeface="Calibri" panose="020F0502020204030204" pitchFamily="34" charset="0"/>
              <a:cs typeface="Calibri" panose="020F0502020204030204" pitchFamily="34" charset="0"/>
            </a:endParaRPr>
          </a:p>
          <a:p>
            <a:pPr marL="0" lvl="0" indent="0" algn="l" rtl="0">
              <a:spcBef>
                <a:spcPts val="0"/>
              </a:spcBef>
              <a:spcAft>
                <a:spcPts val="0"/>
              </a:spcAft>
              <a:buNone/>
            </a:pPr>
            <a:r>
              <a:rPr lang="en-US" sz="1400" strike="sngStrike" dirty="0">
                <a:latin typeface="Calibri" panose="020F0502020204030204" pitchFamily="34" charset="0"/>
                <a:cs typeface="Calibri" panose="020F0502020204030204" pitchFamily="34" charset="0"/>
              </a:rPr>
              <a:t>In the design phase, what we see is that both the attack surface analysis and threat modeling activities can filter into the threat prioritization process.</a:t>
            </a:r>
          </a:p>
          <a:p>
            <a:pPr marL="0" lvl="0" indent="0" algn="l" rtl="0">
              <a:spcBef>
                <a:spcPts val="0"/>
              </a:spcBef>
              <a:spcAft>
                <a:spcPts val="0"/>
              </a:spcAft>
              <a:buNone/>
            </a:pPr>
            <a:endParaRPr lang="en-US" sz="1400" strike="sngStrike" dirty="0">
              <a:latin typeface="Calibri" panose="020F0502020204030204" pitchFamily="34" charset="0"/>
              <a:cs typeface="Calibri" panose="020F0502020204030204" pitchFamily="34" charset="0"/>
            </a:endParaRPr>
          </a:p>
          <a:p>
            <a:pPr marL="0" lvl="0" indent="0" algn="l" rtl="0">
              <a:spcBef>
                <a:spcPts val="0"/>
              </a:spcBef>
              <a:spcAft>
                <a:spcPts val="0"/>
              </a:spcAft>
              <a:buNone/>
            </a:pPr>
            <a:r>
              <a:rPr lang="en-US" sz="1400" strike="sngStrike" dirty="0">
                <a:latin typeface="Calibri" panose="020F0502020204030204" pitchFamily="34" charset="0"/>
                <a:cs typeface="Calibri" panose="020F0502020204030204" pitchFamily="34" charset="0"/>
              </a:rPr>
              <a:t>We’ll cover this in detail shortly.</a:t>
            </a:r>
          </a:p>
          <a:p>
            <a:pPr marL="0" lvl="0" indent="0" algn="l" rtl="0">
              <a:spcBef>
                <a:spcPts val="0"/>
              </a:spcBef>
              <a:spcAft>
                <a:spcPts val="0"/>
              </a:spcAft>
              <a:buNone/>
            </a:pPr>
            <a:endParaRPr lang="en-US" sz="1400" strike="sngStrike" dirty="0">
              <a:latin typeface="Calibri" panose="020F0502020204030204" pitchFamily="34" charset="0"/>
              <a:cs typeface="Calibri" panose="020F0502020204030204" pitchFamily="34" charset="0"/>
            </a:endParaRPr>
          </a:p>
          <a:p>
            <a:pPr marL="0" lvl="0" indent="0" algn="l" rtl="0">
              <a:spcBef>
                <a:spcPts val="0"/>
              </a:spcBef>
              <a:spcAft>
                <a:spcPts val="0"/>
              </a:spcAft>
              <a:buNone/>
            </a:pPr>
            <a:r>
              <a:rPr lang="en-US" sz="1400" strike="sngStrike" dirty="0">
                <a:latin typeface="Calibri" panose="020F0502020204030204" pitchFamily="34" charset="0"/>
                <a:cs typeface="Calibri" panose="020F0502020204030204" pitchFamily="34" charset="0"/>
              </a:rPr>
              <a:t>As we can see, the threat prioritization process sends feedback through the issue tracking system into either the element design review or the element requirements review.</a:t>
            </a:r>
          </a:p>
          <a:p>
            <a:pPr marL="0" lvl="0" indent="0" algn="l" rtl="0">
              <a:spcBef>
                <a:spcPts val="0"/>
              </a:spcBef>
              <a:spcAft>
                <a:spcPts val="0"/>
              </a:spcAft>
              <a:buNone/>
            </a:pPr>
            <a:endParaRPr lang="en-US" sz="1400" strike="sngStrike" dirty="0">
              <a:latin typeface="Calibri" panose="020F0502020204030204" pitchFamily="34" charset="0"/>
              <a:cs typeface="Calibri" panose="020F0502020204030204" pitchFamily="34" charset="0"/>
            </a:endParaRPr>
          </a:p>
          <a:p>
            <a:pPr marL="0" lvl="0" indent="0" algn="l" rtl="0">
              <a:spcBef>
                <a:spcPts val="0"/>
              </a:spcBef>
              <a:spcAft>
                <a:spcPts val="0"/>
              </a:spcAft>
              <a:buNone/>
            </a:pPr>
            <a:r>
              <a:rPr lang="en-US" sz="1400" strike="sngStrike" dirty="0">
                <a:latin typeface="Calibri" panose="020F0502020204030204" pitchFamily="34" charset="0"/>
                <a:cs typeface="Calibri" panose="020F0502020204030204" pitchFamily="34" charset="0"/>
              </a:rPr>
              <a:t>&lt;pause&gt;</a:t>
            </a:r>
          </a:p>
          <a:p>
            <a:pPr marL="0" lvl="0" indent="0" algn="l" rtl="0">
              <a:spcBef>
                <a:spcPts val="0"/>
              </a:spcBef>
              <a:spcAft>
                <a:spcPts val="0"/>
              </a:spcAft>
              <a:buNone/>
            </a:pPr>
            <a:endParaRPr lang="en-US" sz="1400" strike="sngStrike" dirty="0">
              <a:latin typeface="Calibri" panose="020F0502020204030204" pitchFamily="34" charset="0"/>
              <a:cs typeface="Calibri" panose="020F0502020204030204" pitchFamily="34" charset="0"/>
            </a:endParaRPr>
          </a:p>
          <a:p>
            <a:pPr marL="0" lvl="0" indent="0" algn="l" rtl="0">
              <a:spcBef>
                <a:spcPts val="0"/>
              </a:spcBef>
              <a:spcAft>
                <a:spcPts val="0"/>
              </a:spcAft>
              <a:buNone/>
            </a:pPr>
            <a:r>
              <a:rPr lang="en-US" sz="1400" strike="sngStrike" dirty="0">
                <a:latin typeface="Calibri" panose="020F0502020204030204" pitchFamily="34" charset="0"/>
                <a:cs typeface="Calibri" panose="020F0502020204030204" pitchFamily="34" charset="0"/>
              </a:rPr>
              <a:t>In the implementation phase, we can see four activities which are feeding into this threat prioritization process.</a:t>
            </a:r>
          </a:p>
          <a:p>
            <a:pPr marL="0" lvl="0" indent="0" algn="l" rtl="0">
              <a:spcBef>
                <a:spcPts val="0"/>
              </a:spcBef>
              <a:spcAft>
                <a:spcPts val="0"/>
              </a:spcAft>
              <a:buNone/>
            </a:pPr>
            <a:endParaRPr lang="en-US" sz="1400" strike="sngStrike" dirty="0">
              <a:latin typeface="Calibri" panose="020F0502020204030204" pitchFamily="34" charset="0"/>
              <a:cs typeface="Calibri" panose="020F0502020204030204" pitchFamily="34" charset="0"/>
            </a:endParaRPr>
          </a:p>
          <a:p>
            <a:pPr marL="0" lvl="0" indent="0" algn="l" rtl="0">
              <a:spcBef>
                <a:spcPts val="0"/>
              </a:spcBef>
              <a:spcAft>
                <a:spcPts val="0"/>
              </a:spcAft>
              <a:buNone/>
            </a:pPr>
            <a:r>
              <a:rPr lang="en-US" sz="1400" strike="sngStrike" dirty="0">
                <a:latin typeface="Calibri" panose="020F0502020204030204" pitchFamily="34" charset="0"/>
                <a:cs typeface="Calibri" panose="020F0502020204030204" pitchFamily="34" charset="0"/>
              </a:rPr>
              <a:t>Those being fuzz testing, static analysis, dynamic analysis and security code review.</a:t>
            </a:r>
          </a:p>
          <a:p>
            <a:pPr marL="0" lvl="0" indent="0" algn="l" rtl="0">
              <a:spcBef>
                <a:spcPts val="0"/>
              </a:spcBef>
              <a:spcAft>
                <a:spcPts val="0"/>
              </a:spcAft>
              <a:buNone/>
            </a:pPr>
            <a:endParaRPr lang="en-US" sz="1400" strike="sngStrike" dirty="0">
              <a:latin typeface="Calibri" panose="020F0502020204030204" pitchFamily="34" charset="0"/>
              <a:cs typeface="Calibri" panose="020F0502020204030204" pitchFamily="34" charset="0"/>
            </a:endParaRPr>
          </a:p>
          <a:p>
            <a:pPr marL="0" lvl="0" indent="0" algn="l" rtl="0">
              <a:spcBef>
                <a:spcPts val="0"/>
              </a:spcBef>
              <a:spcAft>
                <a:spcPts val="0"/>
              </a:spcAft>
              <a:buNone/>
            </a:pPr>
            <a:r>
              <a:rPr lang="en-US" sz="1400" strike="sngStrike" dirty="0">
                <a:latin typeface="Calibri" panose="020F0502020204030204" pitchFamily="34" charset="0"/>
                <a:cs typeface="Calibri" panose="020F0502020204030204" pitchFamily="34" charset="0"/>
              </a:rPr>
              <a:t>The feedback can go either directly to the element implementation process of the implementation phase or,</a:t>
            </a:r>
          </a:p>
          <a:p>
            <a:pPr marL="0" lvl="0" indent="0" algn="l" rtl="0">
              <a:spcBef>
                <a:spcPts val="0"/>
              </a:spcBef>
              <a:spcAft>
                <a:spcPts val="0"/>
              </a:spcAft>
              <a:buNone/>
            </a:pPr>
            <a:endParaRPr lang="en-US" sz="1400" strike="sngStrike" dirty="0">
              <a:latin typeface="Calibri" panose="020F0502020204030204" pitchFamily="34" charset="0"/>
              <a:cs typeface="Calibri" panose="020F0502020204030204" pitchFamily="34" charset="0"/>
            </a:endParaRPr>
          </a:p>
          <a:p>
            <a:pPr marL="0" lvl="0" indent="0" algn="l" rtl="0">
              <a:spcBef>
                <a:spcPts val="0"/>
              </a:spcBef>
              <a:spcAft>
                <a:spcPts val="0"/>
              </a:spcAft>
              <a:buNone/>
            </a:pPr>
            <a:r>
              <a:rPr lang="en-US" sz="1400" strike="sngStrike" dirty="0">
                <a:latin typeface="Calibri" panose="020F0502020204030204" pitchFamily="34" charset="0"/>
                <a:cs typeface="Calibri" panose="020F0502020204030204" pitchFamily="34" charset="0"/>
              </a:rPr>
              <a:t>depending on the scope of the change required,</a:t>
            </a:r>
          </a:p>
          <a:p>
            <a:pPr marL="0" lvl="0" indent="0" algn="l" rtl="0">
              <a:spcBef>
                <a:spcPts val="0"/>
              </a:spcBef>
              <a:spcAft>
                <a:spcPts val="0"/>
              </a:spcAft>
              <a:buNone/>
            </a:pPr>
            <a:endParaRPr lang="en-US" sz="1400" strike="sngStrike" dirty="0">
              <a:latin typeface="Calibri" panose="020F0502020204030204" pitchFamily="34" charset="0"/>
              <a:cs typeface="Calibri" panose="020F0502020204030204" pitchFamily="34" charset="0"/>
            </a:endParaRPr>
          </a:p>
          <a:p>
            <a:pPr marL="0" lvl="0" indent="0" algn="l" rtl="0">
              <a:spcBef>
                <a:spcPts val="0"/>
              </a:spcBef>
              <a:spcAft>
                <a:spcPts val="0"/>
              </a:spcAft>
              <a:buNone/>
            </a:pPr>
            <a:r>
              <a:rPr lang="en-US" sz="1400" strike="sngStrike" dirty="0">
                <a:latin typeface="Calibri" panose="020F0502020204030204" pitchFamily="34" charset="0"/>
                <a:cs typeface="Calibri" panose="020F0502020204030204" pitchFamily="34" charset="0"/>
              </a:rPr>
              <a:t>into either the element design review of the design phase or element requirements review of the requirements phase.</a:t>
            </a:r>
          </a:p>
          <a:p>
            <a:pPr marL="0" lvl="0" indent="0" algn="l" rtl="0">
              <a:spcBef>
                <a:spcPts val="0"/>
              </a:spcBef>
              <a:spcAft>
                <a:spcPts val="0"/>
              </a:spcAft>
              <a:buNone/>
            </a:pPr>
            <a:endParaRPr lang="en-US" sz="1400" strike="sngStrike" dirty="0">
              <a:latin typeface="Calibri" panose="020F0502020204030204" pitchFamily="34" charset="0"/>
              <a:cs typeface="Calibri" panose="020F0502020204030204" pitchFamily="34" charset="0"/>
            </a:endParaRPr>
          </a:p>
          <a:p>
            <a:pPr marL="0" lvl="0" indent="0" algn="l" rtl="0">
              <a:spcBef>
                <a:spcPts val="0"/>
              </a:spcBef>
              <a:spcAft>
                <a:spcPts val="0"/>
              </a:spcAft>
              <a:buNone/>
            </a:pPr>
            <a:r>
              <a:rPr lang="en-US" sz="1400" strike="sngStrike" dirty="0">
                <a:latin typeface="Calibri" panose="020F0502020204030204" pitchFamily="34" charset="0"/>
                <a:cs typeface="Calibri" panose="020F0502020204030204" pitchFamily="34" charset="0"/>
              </a:rPr>
              <a:t>&lt;pause&gt;</a:t>
            </a:r>
          </a:p>
          <a:p>
            <a:pPr marL="0" lvl="0" indent="0" algn="l" rtl="0">
              <a:spcBef>
                <a:spcPts val="0"/>
              </a:spcBef>
              <a:spcAft>
                <a:spcPts val="0"/>
              </a:spcAft>
              <a:buNone/>
            </a:pPr>
            <a:endParaRPr lang="en-US" sz="1400" strike="sngStrike" dirty="0">
              <a:latin typeface="Calibri" panose="020F0502020204030204" pitchFamily="34" charset="0"/>
              <a:cs typeface="Calibri" panose="020F0502020204030204" pitchFamily="34" charset="0"/>
            </a:endParaRPr>
          </a:p>
          <a:p>
            <a:pPr marL="0" lvl="0" indent="0" algn="l" rtl="0">
              <a:spcBef>
                <a:spcPts val="0"/>
              </a:spcBef>
              <a:spcAft>
                <a:spcPts val="0"/>
              </a:spcAft>
              <a:buNone/>
            </a:pPr>
            <a:r>
              <a:rPr lang="en-US" sz="1400" strike="sngStrike" dirty="0">
                <a:latin typeface="Calibri" panose="020F0502020204030204" pitchFamily="34" charset="0"/>
                <a:cs typeface="Calibri" panose="020F0502020204030204" pitchFamily="34" charset="0"/>
              </a:rPr>
              <a:t>Similarly, in the verification phase, we see that penetration testing, the attack surface analysis review and the threat modeling review feed into this same threat prioritization process, feeding back into the stages that we've mentioned already.</a:t>
            </a:r>
          </a:p>
          <a:p>
            <a:pPr marL="0" lvl="0" indent="0" algn="l" rtl="0">
              <a:spcBef>
                <a:spcPts val="0"/>
              </a:spcBef>
              <a:spcAft>
                <a:spcPts val="0"/>
              </a:spcAft>
              <a:buNone/>
            </a:pPr>
            <a:endParaRPr lang="en-US" sz="1400" strike="sngStrike" dirty="0">
              <a:latin typeface="Calibri" panose="020F0502020204030204" pitchFamily="34" charset="0"/>
              <a:cs typeface="Calibri" panose="020F0502020204030204" pitchFamily="34" charset="0"/>
            </a:endParaRPr>
          </a:p>
          <a:p>
            <a:pPr marL="0" lvl="0" indent="0" algn="l" rtl="0">
              <a:spcBef>
                <a:spcPts val="0"/>
              </a:spcBef>
              <a:spcAft>
                <a:spcPts val="0"/>
              </a:spcAft>
              <a:buNone/>
            </a:pPr>
            <a:r>
              <a:rPr lang="en-US" sz="1400" strike="sngStrike" dirty="0">
                <a:latin typeface="Calibri" panose="020F0502020204030204" pitchFamily="34" charset="0"/>
                <a:cs typeface="Calibri" panose="020F0502020204030204" pitchFamily="34" charset="0"/>
              </a:rPr>
              <a:t>&lt;pause&gt;</a:t>
            </a:r>
          </a:p>
          <a:p>
            <a:pPr marL="0" lvl="0" indent="0" algn="l" rtl="0">
              <a:spcBef>
                <a:spcPts val="0"/>
              </a:spcBef>
              <a:spcAft>
                <a:spcPts val="0"/>
              </a:spcAft>
              <a:buNone/>
            </a:pPr>
            <a:endParaRPr lang="en-US" sz="1400" strike="sngStrike" dirty="0">
              <a:latin typeface="Calibri" panose="020F0502020204030204" pitchFamily="34" charset="0"/>
              <a:cs typeface="Calibri" panose="020F0502020204030204" pitchFamily="34" charset="0"/>
            </a:endParaRPr>
          </a:p>
          <a:p>
            <a:pPr marL="0" lvl="0" indent="0" algn="l" rtl="0">
              <a:spcBef>
                <a:spcPts val="0"/>
              </a:spcBef>
              <a:spcAft>
                <a:spcPts val="0"/>
              </a:spcAft>
              <a:buNone/>
            </a:pPr>
            <a:r>
              <a:rPr lang="en-US" sz="1400" strike="sngStrike" dirty="0">
                <a:latin typeface="Calibri" panose="020F0502020204030204" pitchFamily="34" charset="0"/>
                <a:cs typeface="Calibri" panose="020F0502020204030204" pitchFamily="34" charset="0"/>
              </a:rPr>
              <a:t>And finally, in the operation phase, cybersecurity monitoring also feeds into the threat prioritization process.</a:t>
            </a:r>
          </a:p>
          <a:p>
            <a:pPr marL="0" lvl="0" indent="0" algn="l" rtl="0">
              <a:spcBef>
                <a:spcPts val="0"/>
              </a:spcBef>
              <a:spcAft>
                <a:spcPts val="0"/>
              </a:spcAft>
              <a:buNone/>
            </a:pPr>
            <a:endParaRPr lang="en-US" sz="1400" strike="sngStrike" dirty="0">
              <a:latin typeface="Calibri" panose="020F0502020204030204" pitchFamily="34" charset="0"/>
              <a:cs typeface="Calibri" panose="020F0502020204030204" pitchFamily="34" charset="0"/>
            </a:endParaRPr>
          </a:p>
          <a:p>
            <a:pPr marL="0" lvl="0" indent="0" algn="l" rtl="0">
              <a:spcBef>
                <a:spcPts val="0"/>
              </a:spcBef>
              <a:spcAft>
                <a:spcPts val="0"/>
              </a:spcAft>
              <a:buNone/>
            </a:pPr>
            <a:r>
              <a:rPr lang="en-US" sz="1400" strike="sngStrike" dirty="0">
                <a:latin typeface="Calibri" panose="020F0502020204030204" pitchFamily="34" charset="0"/>
                <a:cs typeface="Calibri" panose="020F0502020204030204" pitchFamily="34" charset="0"/>
              </a:rPr>
              <a:t>The advantage that we have is that regardless of the activity that we undertake within the AVCDL,</a:t>
            </a:r>
          </a:p>
          <a:p>
            <a:pPr marL="0" lvl="0" indent="0" algn="l" rtl="0">
              <a:spcBef>
                <a:spcPts val="0"/>
              </a:spcBef>
              <a:spcAft>
                <a:spcPts val="0"/>
              </a:spcAft>
              <a:buNone/>
            </a:pPr>
            <a:endParaRPr lang="en-US" sz="1400" strike="sngStrike" dirty="0">
              <a:latin typeface="Calibri" panose="020F0502020204030204" pitchFamily="34" charset="0"/>
              <a:cs typeface="Calibri" panose="020F0502020204030204" pitchFamily="34" charset="0"/>
            </a:endParaRPr>
          </a:p>
          <a:p>
            <a:pPr marL="0" lvl="0" indent="0" algn="l" rtl="0">
              <a:spcBef>
                <a:spcPts val="0"/>
              </a:spcBef>
              <a:spcAft>
                <a:spcPts val="0"/>
              </a:spcAft>
              <a:buNone/>
            </a:pPr>
            <a:r>
              <a:rPr lang="en-US" sz="1400" strike="sngStrike" dirty="0">
                <a:latin typeface="Calibri" panose="020F0502020204030204" pitchFamily="34" charset="0"/>
                <a:cs typeface="Calibri" panose="020F0502020204030204" pitchFamily="34" charset="0"/>
              </a:rPr>
              <a:t>we have a single, simple, consistent set of activities that we do, regardless of the threat’s source.</a:t>
            </a:r>
          </a:p>
          <a:p>
            <a:pPr marL="0" lvl="0" indent="0" algn="l" rtl="0">
              <a:spcBef>
                <a:spcPts val="0"/>
              </a:spcBef>
              <a:spcAft>
                <a:spcPts val="0"/>
              </a:spcAft>
              <a:buNone/>
            </a:pPr>
            <a:endParaRPr lang="en-US" sz="1400" dirty="0">
              <a:latin typeface="Calibri" panose="020F0502020204030204" pitchFamily="34" charset="0"/>
              <a:cs typeface="Calibri" panose="020F0502020204030204" pitchFamily="34" charset="0"/>
            </a:endParaRPr>
          </a:p>
        </p:txBody>
      </p:sp>
    </p:spTree>
    <p:extLst>
      <p:ext uri="{BB962C8B-B14F-4D97-AF65-F5344CB8AC3E}">
        <p14:creationId xmlns:p14="http://schemas.microsoft.com/office/powerpoint/2010/main" val="1761471622"/>
      </p:ext>
    </p:extLst>
  </p:cSld>
  <p:clrMapOvr>
    <a:masterClrMapping/>
  </p:clrMapOvr>
</p:notes>
</file>

<file path=ppt/notesSlides/notesSlide12.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1195"/>
        <p:cNvGrpSpPr/>
        <p:nvPr/>
      </p:nvGrpSpPr>
      <p:grpSpPr>
        <a:xfrm>
          <a:off x="0" y="0"/>
          <a:ext cx="0" cy="0"/>
          <a:chOff x="0" y="0"/>
          <a:chExt cx="0" cy="0"/>
        </a:xfrm>
      </p:grpSpPr>
      <p:sp>
        <p:nvSpPr>
          <p:cNvPr id="1196" name="Google Shape;1196;g9ac6590046_0_272:notes"/>
          <p:cNvSpPr>
            <a:spLocks noGrp="1" noRot="1" noChangeAspect="1"/>
          </p:cNvSpPr>
          <p:nvPr>
            <p:ph type="sldImg" idx="2"/>
          </p:nvPr>
        </p:nvSpPr>
        <p:spPr>
          <a:xfrm>
            <a:off x="382588" y="685800"/>
            <a:ext cx="6094412" cy="3429000"/>
          </a:xfrm>
          <a:custGeom>
            <a:avLst/>
            <a:gdLst/>
            <a:ahLst/>
            <a:cxnLst/>
            <a:rect l="l" t="t" r="r" b="b"/>
            <a:pathLst>
              <a:path w="120000" h="120000" extrusionOk="0">
                <a:moveTo>
                  <a:pt x="0" y="0"/>
                </a:moveTo>
                <a:lnTo>
                  <a:pt x="120000" y="0"/>
                </a:lnTo>
                <a:lnTo>
                  <a:pt x="120000" y="120000"/>
                </a:lnTo>
                <a:lnTo>
                  <a:pt x="0" y="120000"/>
                </a:lnTo>
                <a:close/>
              </a:path>
            </a:pathLst>
          </a:custGeom>
        </p:spPr>
      </p:sp>
      <p:sp>
        <p:nvSpPr>
          <p:cNvPr id="1197" name="Google Shape;1197;g9ac6590046_0_272:notes"/>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r>
              <a:rPr lang="en-US" sz="1400" dirty="0">
                <a:latin typeface="Calibri" panose="020F0502020204030204" pitchFamily="34" charset="0"/>
                <a:cs typeface="Calibri" panose="020F0502020204030204" pitchFamily="34" charset="0"/>
              </a:rPr>
              <a:t>Script:</a:t>
            </a:r>
          </a:p>
          <a:p>
            <a:pPr marL="0" lvl="0" indent="0" algn="l" rtl="0">
              <a:spcBef>
                <a:spcPts val="0"/>
              </a:spcBef>
              <a:spcAft>
                <a:spcPts val="0"/>
              </a:spcAft>
              <a:buNone/>
            </a:pPr>
            <a:endParaRPr lang="en-US" sz="1400" dirty="0">
              <a:solidFill>
                <a:srgbClr val="1D1C1D"/>
              </a:solidFill>
              <a:effectLst/>
              <a:latin typeface="Arial" panose="020B0604020202020204" pitchFamily="34" charset="0"/>
            </a:endParaRPr>
          </a:p>
          <a:p>
            <a:pPr marL="0" lvl="0" indent="0" algn="l" rtl="0">
              <a:spcBef>
                <a:spcPts val="0"/>
              </a:spcBef>
              <a:spcAft>
                <a:spcPts val="0"/>
              </a:spcAft>
              <a:buNone/>
            </a:pPr>
            <a:r>
              <a:rPr lang="en-US" sz="1400" strike="sngStrike" dirty="0">
                <a:latin typeface="Calibri" panose="020F0502020204030204" pitchFamily="34" charset="0"/>
                <a:cs typeface="Calibri" panose="020F0502020204030204" pitchFamily="34" charset="0"/>
              </a:rPr>
              <a:t>In the development of any complex system, there's a strong motivation to have processes and procedures which can both be shared and require few changes to existing workflows.</a:t>
            </a:r>
          </a:p>
          <a:p>
            <a:pPr marL="0" lvl="0" indent="0" algn="l" rtl="0">
              <a:spcBef>
                <a:spcPts val="0"/>
              </a:spcBef>
              <a:spcAft>
                <a:spcPts val="0"/>
              </a:spcAft>
              <a:buNone/>
            </a:pPr>
            <a:endParaRPr lang="en-US" sz="1400" strike="sngStrike" dirty="0">
              <a:latin typeface="Calibri" panose="020F0502020204030204" pitchFamily="34" charset="0"/>
              <a:cs typeface="Calibri" panose="020F0502020204030204" pitchFamily="34" charset="0"/>
            </a:endParaRPr>
          </a:p>
          <a:p>
            <a:pPr marL="0" lvl="0" indent="0" algn="l" rtl="0">
              <a:spcBef>
                <a:spcPts val="0"/>
              </a:spcBef>
              <a:spcAft>
                <a:spcPts val="0"/>
              </a:spcAft>
              <a:buNone/>
            </a:pPr>
            <a:r>
              <a:rPr lang="en-US" sz="1400" strike="sngStrike" dirty="0">
                <a:latin typeface="Calibri" panose="020F0502020204030204" pitchFamily="34" charset="0"/>
                <a:cs typeface="Calibri" panose="020F0502020204030204" pitchFamily="34" charset="0"/>
              </a:rPr>
              <a:t>The threat prioritization process was designed with these goals in mind.</a:t>
            </a:r>
          </a:p>
          <a:p>
            <a:pPr marL="0" lvl="0" indent="0" algn="l" rtl="0">
              <a:spcBef>
                <a:spcPts val="0"/>
              </a:spcBef>
              <a:spcAft>
                <a:spcPts val="0"/>
              </a:spcAft>
              <a:buNone/>
            </a:pPr>
            <a:endParaRPr lang="en-US" sz="1400" strike="sngStrike" dirty="0">
              <a:latin typeface="Calibri" panose="020F0502020204030204" pitchFamily="34" charset="0"/>
              <a:cs typeface="Calibri" panose="020F0502020204030204" pitchFamily="34" charset="0"/>
            </a:endParaRPr>
          </a:p>
          <a:p>
            <a:pPr marL="0" lvl="0" indent="0" algn="l" rtl="0">
              <a:spcBef>
                <a:spcPts val="0"/>
              </a:spcBef>
              <a:spcAft>
                <a:spcPts val="0"/>
              </a:spcAft>
              <a:buNone/>
            </a:pPr>
            <a:r>
              <a:rPr lang="en-US" sz="1400" strike="sngStrike" dirty="0">
                <a:latin typeface="Calibri" panose="020F0502020204030204" pitchFamily="34" charset="0"/>
                <a:cs typeface="Calibri" panose="020F0502020204030204" pitchFamily="34" charset="0"/>
              </a:rPr>
              <a:t>One way the workflow achieves its light touch is by having a single simple mechanism for feeding changes back into earlier processes.</a:t>
            </a:r>
          </a:p>
          <a:p>
            <a:pPr marL="0" lvl="0" indent="0" algn="l" rtl="0">
              <a:spcBef>
                <a:spcPts val="0"/>
              </a:spcBef>
              <a:spcAft>
                <a:spcPts val="0"/>
              </a:spcAft>
              <a:buNone/>
            </a:pPr>
            <a:endParaRPr lang="en-US" sz="1400" strike="sngStrike" dirty="0">
              <a:latin typeface="Calibri" panose="020F0502020204030204" pitchFamily="34" charset="0"/>
              <a:cs typeface="Calibri" panose="020F0502020204030204" pitchFamily="34" charset="0"/>
            </a:endParaRPr>
          </a:p>
          <a:p>
            <a:pPr marL="0" lvl="0" indent="0" algn="l" rtl="0">
              <a:spcBef>
                <a:spcPts val="0"/>
              </a:spcBef>
              <a:spcAft>
                <a:spcPts val="0"/>
              </a:spcAft>
              <a:buNone/>
            </a:pPr>
            <a:r>
              <a:rPr lang="en-US" sz="1400" strike="sngStrike" dirty="0">
                <a:latin typeface="Calibri" panose="020F0502020204030204" pitchFamily="34" charset="0"/>
                <a:cs typeface="Calibri" panose="020F0502020204030204" pitchFamily="34" charset="0"/>
              </a:rPr>
              <a:t>&lt;pause&gt;</a:t>
            </a:r>
          </a:p>
          <a:p>
            <a:pPr marL="0" lvl="0" indent="0" algn="l" rtl="0">
              <a:spcBef>
                <a:spcPts val="0"/>
              </a:spcBef>
              <a:spcAft>
                <a:spcPts val="0"/>
              </a:spcAft>
              <a:buNone/>
            </a:pPr>
            <a:endParaRPr lang="en-US" sz="1400" strike="sngStrike" dirty="0">
              <a:latin typeface="Calibri" panose="020F0502020204030204" pitchFamily="34" charset="0"/>
              <a:cs typeface="Calibri" panose="020F0502020204030204" pitchFamily="34" charset="0"/>
            </a:endParaRPr>
          </a:p>
          <a:p>
            <a:pPr marL="0" lvl="0" indent="0" algn="l" rtl="0">
              <a:spcBef>
                <a:spcPts val="0"/>
              </a:spcBef>
              <a:spcAft>
                <a:spcPts val="0"/>
              </a:spcAft>
              <a:buNone/>
            </a:pPr>
            <a:r>
              <a:rPr lang="en-US" sz="1400" strike="sngStrike" dirty="0">
                <a:latin typeface="Calibri" panose="020F0502020204030204" pitchFamily="34" charset="0"/>
                <a:cs typeface="Calibri" panose="020F0502020204030204" pitchFamily="34" charset="0"/>
              </a:rPr>
              <a:t>To illustrate, we’ll use this diagram.</a:t>
            </a:r>
          </a:p>
          <a:p>
            <a:pPr marL="0" lvl="0" indent="0" algn="l" rtl="0">
              <a:spcBef>
                <a:spcPts val="0"/>
              </a:spcBef>
              <a:spcAft>
                <a:spcPts val="0"/>
              </a:spcAft>
              <a:buNone/>
            </a:pPr>
            <a:endParaRPr lang="en-US" sz="1400" strike="sngStrike" dirty="0">
              <a:latin typeface="Calibri" panose="020F0502020204030204" pitchFamily="34" charset="0"/>
              <a:cs typeface="Calibri" panose="020F0502020204030204" pitchFamily="34" charset="0"/>
            </a:endParaRPr>
          </a:p>
          <a:p>
            <a:pPr marL="0" lvl="0" indent="0" algn="l" rtl="0">
              <a:spcBef>
                <a:spcPts val="0"/>
              </a:spcBef>
              <a:spcAft>
                <a:spcPts val="0"/>
              </a:spcAft>
              <a:buNone/>
            </a:pPr>
            <a:r>
              <a:rPr lang="en-US" sz="1400" strike="sngStrike" dirty="0">
                <a:latin typeface="Calibri" panose="020F0502020204030204" pitchFamily="34" charset="0"/>
                <a:cs typeface="Calibri" panose="020F0502020204030204" pitchFamily="34" charset="0"/>
              </a:rPr>
              <a:t>It’s a bit of an eye chart, so we'll look at it in stages,</a:t>
            </a:r>
          </a:p>
          <a:p>
            <a:pPr marL="0" lvl="0" indent="0" algn="l" rtl="0">
              <a:spcBef>
                <a:spcPts val="0"/>
              </a:spcBef>
              <a:spcAft>
                <a:spcPts val="0"/>
              </a:spcAft>
              <a:buNone/>
            </a:pPr>
            <a:endParaRPr lang="en-US" sz="1400" strike="sngStrike" dirty="0">
              <a:latin typeface="Calibri" panose="020F0502020204030204" pitchFamily="34" charset="0"/>
              <a:cs typeface="Calibri" panose="020F0502020204030204" pitchFamily="34" charset="0"/>
            </a:endParaRPr>
          </a:p>
          <a:p>
            <a:pPr marL="0" lvl="0" indent="0" algn="l" rtl="0">
              <a:spcBef>
                <a:spcPts val="0"/>
              </a:spcBef>
              <a:spcAft>
                <a:spcPts val="0"/>
              </a:spcAft>
              <a:buNone/>
            </a:pPr>
            <a:r>
              <a:rPr lang="en-US" sz="1400" strike="sngStrike" dirty="0">
                <a:latin typeface="Calibri" panose="020F0502020204030204" pitchFamily="34" charset="0"/>
                <a:cs typeface="Calibri" panose="020F0502020204030204" pitchFamily="34" charset="0"/>
              </a:rPr>
              <a:t>but basically what we're showing here is that activities providing feedback follow a common path.</a:t>
            </a:r>
          </a:p>
          <a:p>
            <a:pPr marL="0" lvl="0" indent="0" algn="l" rtl="0">
              <a:spcBef>
                <a:spcPts val="0"/>
              </a:spcBef>
              <a:spcAft>
                <a:spcPts val="0"/>
              </a:spcAft>
              <a:buNone/>
            </a:pPr>
            <a:endParaRPr lang="en-US" sz="1400" strike="sngStrike" dirty="0">
              <a:latin typeface="Calibri" panose="020F0502020204030204" pitchFamily="34" charset="0"/>
              <a:cs typeface="Calibri" panose="020F0502020204030204" pitchFamily="34" charset="0"/>
            </a:endParaRPr>
          </a:p>
          <a:p>
            <a:pPr marL="0" lvl="0" indent="0" algn="l" rtl="0">
              <a:spcBef>
                <a:spcPts val="0"/>
              </a:spcBef>
              <a:spcAft>
                <a:spcPts val="0"/>
              </a:spcAft>
              <a:buNone/>
            </a:pPr>
            <a:r>
              <a:rPr lang="en-US" sz="1400" strike="sngStrike" dirty="0">
                <a:latin typeface="Calibri" panose="020F0502020204030204" pitchFamily="34" charset="0"/>
                <a:cs typeface="Calibri" panose="020F0502020204030204" pitchFamily="34" charset="0"/>
              </a:rPr>
              <a:t>&lt;pause&gt;</a:t>
            </a:r>
          </a:p>
          <a:p>
            <a:pPr marL="0" lvl="0" indent="0" algn="l" rtl="0">
              <a:spcBef>
                <a:spcPts val="0"/>
              </a:spcBef>
              <a:spcAft>
                <a:spcPts val="0"/>
              </a:spcAft>
              <a:buNone/>
            </a:pPr>
            <a:endParaRPr lang="en-US" sz="1400" strike="sngStrike" dirty="0">
              <a:latin typeface="Calibri" panose="020F0502020204030204" pitchFamily="34" charset="0"/>
              <a:cs typeface="Calibri" panose="020F0502020204030204" pitchFamily="34" charset="0"/>
            </a:endParaRPr>
          </a:p>
          <a:p>
            <a:pPr marL="0" lvl="0" indent="0" algn="l" rtl="0">
              <a:spcBef>
                <a:spcPts val="0"/>
              </a:spcBef>
              <a:spcAft>
                <a:spcPts val="0"/>
              </a:spcAft>
              <a:buNone/>
            </a:pPr>
            <a:r>
              <a:rPr lang="en-US" sz="1400" strike="sngStrike" dirty="0">
                <a:latin typeface="Calibri" panose="020F0502020204030204" pitchFamily="34" charset="0"/>
                <a:cs typeface="Calibri" panose="020F0502020204030204" pitchFamily="34" charset="0"/>
              </a:rPr>
              <a:t>Although they don't generate feedback, the foundation and requirements phases receive feedback from other phases, specifically in the area of requirements.</a:t>
            </a:r>
          </a:p>
          <a:p>
            <a:pPr marL="0" lvl="0" indent="0" algn="l" rtl="0">
              <a:spcBef>
                <a:spcPts val="0"/>
              </a:spcBef>
              <a:spcAft>
                <a:spcPts val="0"/>
              </a:spcAft>
              <a:buNone/>
            </a:pPr>
            <a:endParaRPr lang="en-US" sz="1400" strike="sngStrike" dirty="0">
              <a:latin typeface="Calibri" panose="020F0502020204030204" pitchFamily="34" charset="0"/>
              <a:cs typeface="Calibri" panose="020F0502020204030204" pitchFamily="34" charset="0"/>
            </a:endParaRPr>
          </a:p>
          <a:p>
            <a:pPr marL="0" lvl="0" indent="0" algn="l" rtl="0">
              <a:spcBef>
                <a:spcPts val="0"/>
              </a:spcBef>
              <a:spcAft>
                <a:spcPts val="0"/>
              </a:spcAft>
              <a:buNone/>
            </a:pPr>
            <a:r>
              <a:rPr lang="en-US" sz="1400" strike="sngStrike" dirty="0">
                <a:latin typeface="Calibri" panose="020F0502020204030204" pitchFamily="34" charset="0"/>
                <a:cs typeface="Calibri" panose="020F0502020204030204" pitchFamily="34" charset="0"/>
              </a:rPr>
              <a:t>&lt;pause&gt;</a:t>
            </a:r>
          </a:p>
          <a:p>
            <a:pPr marL="0" lvl="0" indent="0" algn="l" rtl="0">
              <a:spcBef>
                <a:spcPts val="0"/>
              </a:spcBef>
              <a:spcAft>
                <a:spcPts val="0"/>
              </a:spcAft>
              <a:buNone/>
            </a:pPr>
            <a:endParaRPr lang="en-US" sz="1400" dirty="0">
              <a:latin typeface="Calibri" panose="020F0502020204030204" pitchFamily="34" charset="0"/>
              <a:cs typeface="Calibri" panose="020F0502020204030204" pitchFamily="34" charset="0"/>
            </a:endParaRPr>
          </a:p>
          <a:p>
            <a:pPr marL="0" lvl="0" indent="0" algn="l" rtl="0">
              <a:spcBef>
                <a:spcPts val="0"/>
              </a:spcBef>
              <a:spcAft>
                <a:spcPts val="0"/>
              </a:spcAft>
              <a:buNone/>
            </a:pPr>
            <a:r>
              <a:rPr lang="en-US" sz="1400" dirty="0">
                <a:latin typeface="Calibri" panose="020F0502020204030204" pitchFamily="34" charset="0"/>
                <a:cs typeface="Calibri" panose="020F0502020204030204" pitchFamily="34" charset="0"/>
              </a:rPr>
              <a:t>In the design phase, what we see is that both the attack surface analysis and threat modeling activities can filter into the threat prioritization process.</a:t>
            </a:r>
          </a:p>
          <a:p>
            <a:pPr marL="0" lvl="0" indent="0" algn="l" rtl="0">
              <a:spcBef>
                <a:spcPts val="0"/>
              </a:spcBef>
              <a:spcAft>
                <a:spcPts val="0"/>
              </a:spcAft>
              <a:buNone/>
            </a:pPr>
            <a:endParaRPr lang="en-US" sz="1400" dirty="0">
              <a:latin typeface="Calibri" panose="020F0502020204030204" pitchFamily="34" charset="0"/>
              <a:cs typeface="Calibri" panose="020F0502020204030204" pitchFamily="34" charset="0"/>
            </a:endParaRPr>
          </a:p>
          <a:p>
            <a:pPr marL="0" lvl="0" indent="0" algn="l" rtl="0">
              <a:spcBef>
                <a:spcPts val="0"/>
              </a:spcBef>
              <a:spcAft>
                <a:spcPts val="0"/>
              </a:spcAft>
              <a:buNone/>
            </a:pPr>
            <a:r>
              <a:rPr lang="en-US" sz="1400" dirty="0">
                <a:latin typeface="Calibri" panose="020F0502020204030204" pitchFamily="34" charset="0"/>
                <a:cs typeface="Calibri" panose="020F0502020204030204" pitchFamily="34" charset="0"/>
              </a:rPr>
              <a:t>We’ll cover this in detail shortly.</a:t>
            </a:r>
          </a:p>
          <a:p>
            <a:pPr marL="0" lvl="0" indent="0" algn="l" rtl="0">
              <a:spcBef>
                <a:spcPts val="0"/>
              </a:spcBef>
              <a:spcAft>
                <a:spcPts val="0"/>
              </a:spcAft>
              <a:buNone/>
            </a:pPr>
            <a:endParaRPr lang="en-US" sz="1400" dirty="0">
              <a:latin typeface="Calibri" panose="020F0502020204030204" pitchFamily="34" charset="0"/>
              <a:cs typeface="Calibri" panose="020F0502020204030204" pitchFamily="34" charset="0"/>
            </a:endParaRPr>
          </a:p>
          <a:p>
            <a:pPr marL="0" lvl="0" indent="0" algn="l" rtl="0">
              <a:spcBef>
                <a:spcPts val="0"/>
              </a:spcBef>
              <a:spcAft>
                <a:spcPts val="0"/>
              </a:spcAft>
              <a:buNone/>
            </a:pPr>
            <a:r>
              <a:rPr lang="en-US" sz="1400" dirty="0">
                <a:latin typeface="Calibri" panose="020F0502020204030204" pitchFamily="34" charset="0"/>
                <a:cs typeface="Calibri" panose="020F0502020204030204" pitchFamily="34" charset="0"/>
              </a:rPr>
              <a:t>As we can see, the threat prioritization process sends feedback through the issue tracking system </a:t>
            </a:r>
            <a:r>
              <a:rPr lang="en-US" sz="1400" strike="noStrike" dirty="0">
                <a:latin typeface="Calibri" panose="020F0502020204030204" pitchFamily="34" charset="0"/>
                <a:cs typeface="Calibri" panose="020F0502020204030204" pitchFamily="34" charset="0"/>
              </a:rPr>
              <a:t>into either the element design review or the element requirements review</a:t>
            </a:r>
            <a:r>
              <a:rPr lang="en-US" sz="1400" dirty="0">
                <a:latin typeface="Calibri" panose="020F0502020204030204" pitchFamily="34" charset="0"/>
                <a:cs typeface="Calibri" panose="020F0502020204030204" pitchFamily="34" charset="0"/>
              </a:rPr>
              <a:t>.</a:t>
            </a:r>
          </a:p>
          <a:p>
            <a:pPr marL="0" lvl="0" indent="0" algn="l" rtl="0">
              <a:spcBef>
                <a:spcPts val="0"/>
              </a:spcBef>
              <a:spcAft>
                <a:spcPts val="0"/>
              </a:spcAft>
              <a:buNone/>
            </a:pPr>
            <a:endParaRPr lang="en-US" sz="1400" dirty="0">
              <a:latin typeface="Calibri" panose="020F0502020204030204" pitchFamily="34" charset="0"/>
              <a:cs typeface="Calibri" panose="020F0502020204030204" pitchFamily="34" charset="0"/>
            </a:endParaRPr>
          </a:p>
          <a:p>
            <a:pPr marL="0" lvl="0" indent="0" algn="l" rtl="0">
              <a:spcBef>
                <a:spcPts val="0"/>
              </a:spcBef>
              <a:spcAft>
                <a:spcPts val="0"/>
              </a:spcAft>
              <a:buNone/>
            </a:pPr>
            <a:r>
              <a:rPr lang="en-US" sz="1400" dirty="0">
                <a:latin typeface="Calibri" panose="020F0502020204030204" pitchFamily="34" charset="0"/>
                <a:cs typeface="Calibri" panose="020F0502020204030204" pitchFamily="34" charset="0"/>
              </a:rPr>
              <a:t>&lt;pause&gt;</a:t>
            </a:r>
          </a:p>
          <a:p>
            <a:pPr marL="0" lvl="0" indent="0" algn="l" rtl="0">
              <a:spcBef>
                <a:spcPts val="0"/>
              </a:spcBef>
              <a:spcAft>
                <a:spcPts val="0"/>
              </a:spcAft>
              <a:buNone/>
            </a:pPr>
            <a:endParaRPr lang="en-US" sz="1400" dirty="0">
              <a:latin typeface="Calibri" panose="020F0502020204030204" pitchFamily="34" charset="0"/>
              <a:cs typeface="Calibri" panose="020F0502020204030204" pitchFamily="34" charset="0"/>
            </a:endParaRPr>
          </a:p>
          <a:p>
            <a:pPr marL="0" lvl="0" indent="0" algn="l" rtl="0">
              <a:spcBef>
                <a:spcPts val="0"/>
              </a:spcBef>
              <a:spcAft>
                <a:spcPts val="0"/>
              </a:spcAft>
              <a:buNone/>
            </a:pPr>
            <a:r>
              <a:rPr lang="en-US" sz="1400" strike="sngStrike" dirty="0">
                <a:latin typeface="Calibri" panose="020F0502020204030204" pitchFamily="34" charset="0"/>
                <a:cs typeface="Calibri" panose="020F0502020204030204" pitchFamily="34" charset="0"/>
              </a:rPr>
              <a:t>In the implementation phase, we can see four activities which are feeding into this threat prioritization process.</a:t>
            </a:r>
          </a:p>
          <a:p>
            <a:pPr marL="0" lvl="0" indent="0" algn="l" rtl="0">
              <a:spcBef>
                <a:spcPts val="0"/>
              </a:spcBef>
              <a:spcAft>
                <a:spcPts val="0"/>
              </a:spcAft>
              <a:buNone/>
            </a:pPr>
            <a:endParaRPr lang="en-US" sz="1400" strike="sngStrike" dirty="0">
              <a:latin typeface="Calibri" panose="020F0502020204030204" pitchFamily="34" charset="0"/>
              <a:cs typeface="Calibri" panose="020F0502020204030204" pitchFamily="34" charset="0"/>
            </a:endParaRPr>
          </a:p>
          <a:p>
            <a:pPr marL="0" lvl="0" indent="0" algn="l" rtl="0">
              <a:spcBef>
                <a:spcPts val="0"/>
              </a:spcBef>
              <a:spcAft>
                <a:spcPts val="0"/>
              </a:spcAft>
              <a:buNone/>
            </a:pPr>
            <a:r>
              <a:rPr lang="en-US" sz="1400" strike="sngStrike" dirty="0">
                <a:latin typeface="Calibri" panose="020F0502020204030204" pitchFamily="34" charset="0"/>
                <a:cs typeface="Calibri" panose="020F0502020204030204" pitchFamily="34" charset="0"/>
              </a:rPr>
              <a:t>Those being fuzz testing, static analysis, dynamic analysis and security code review.</a:t>
            </a:r>
          </a:p>
          <a:p>
            <a:pPr marL="0" lvl="0" indent="0" algn="l" rtl="0">
              <a:spcBef>
                <a:spcPts val="0"/>
              </a:spcBef>
              <a:spcAft>
                <a:spcPts val="0"/>
              </a:spcAft>
              <a:buNone/>
            </a:pPr>
            <a:endParaRPr lang="en-US" sz="1400" strike="sngStrike" dirty="0">
              <a:latin typeface="Calibri" panose="020F0502020204030204" pitchFamily="34" charset="0"/>
              <a:cs typeface="Calibri" panose="020F0502020204030204" pitchFamily="34" charset="0"/>
            </a:endParaRPr>
          </a:p>
          <a:p>
            <a:pPr marL="0" lvl="0" indent="0" algn="l" rtl="0">
              <a:spcBef>
                <a:spcPts val="0"/>
              </a:spcBef>
              <a:spcAft>
                <a:spcPts val="0"/>
              </a:spcAft>
              <a:buNone/>
            </a:pPr>
            <a:r>
              <a:rPr lang="en-US" sz="1400" strike="sngStrike" dirty="0">
                <a:latin typeface="Calibri" panose="020F0502020204030204" pitchFamily="34" charset="0"/>
                <a:cs typeface="Calibri" panose="020F0502020204030204" pitchFamily="34" charset="0"/>
              </a:rPr>
              <a:t>The feedback can go either directly to the element implementation process of the implementation phase or,</a:t>
            </a:r>
          </a:p>
          <a:p>
            <a:pPr marL="0" lvl="0" indent="0" algn="l" rtl="0">
              <a:spcBef>
                <a:spcPts val="0"/>
              </a:spcBef>
              <a:spcAft>
                <a:spcPts val="0"/>
              </a:spcAft>
              <a:buNone/>
            </a:pPr>
            <a:endParaRPr lang="en-US" sz="1400" strike="sngStrike" dirty="0">
              <a:latin typeface="Calibri" panose="020F0502020204030204" pitchFamily="34" charset="0"/>
              <a:cs typeface="Calibri" panose="020F0502020204030204" pitchFamily="34" charset="0"/>
            </a:endParaRPr>
          </a:p>
          <a:p>
            <a:pPr marL="0" lvl="0" indent="0" algn="l" rtl="0">
              <a:spcBef>
                <a:spcPts val="0"/>
              </a:spcBef>
              <a:spcAft>
                <a:spcPts val="0"/>
              </a:spcAft>
              <a:buNone/>
            </a:pPr>
            <a:r>
              <a:rPr lang="en-US" sz="1400" strike="sngStrike" dirty="0">
                <a:latin typeface="Calibri" panose="020F0502020204030204" pitchFamily="34" charset="0"/>
                <a:cs typeface="Calibri" panose="020F0502020204030204" pitchFamily="34" charset="0"/>
              </a:rPr>
              <a:t>depending on the scope of the change required,</a:t>
            </a:r>
          </a:p>
          <a:p>
            <a:pPr marL="0" lvl="0" indent="0" algn="l" rtl="0">
              <a:spcBef>
                <a:spcPts val="0"/>
              </a:spcBef>
              <a:spcAft>
                <a:spcPts val="0"/>
              </a:spcAft>
              <a:buNone/>
            </a:pPr>
            <a:endParaRPr lang="en-US" sz="1400" strike="sngStrike" dirty="0">
              <a:latin typeface="Calibri" panose="020F0502020204030204" pitchFamily="34" charset="0"/>
              <a:cs typeface="Calibri" panose="020F0502020204030204" pitchFamily="34" charset="0"/>
            </a:endParaRPr>
          </a:p>
          <a:p>
            <a:pPr marL="0" lvl="0" indent="0" algn="l" rtl="0">
              <a:spcBef>
                <a:spcPts val="0"/>
              </a:spcBef>
              <a:spcAft>
                <a:spcPts val="0"/>
              </a:spcAft>
              <a:buNone/>
            </a:pPr>
            <a:r>
              <a:rPr lang="en-US" sz="1400" strike="sngStrike" dirty="0">
                <a:latin typeface="Calibri" panose="020F0502020204030204" pitchFamily="34" charset="0"/>
                <a:cs typeface="Calibri" panose="020F0502020204030204" pitchFamily="34" charset="0"/>
              </a:rPr>
              <a:t>into either the element design review of the design phase or element requirements review of the requirements phase.</a:t>
            </a:r>
          </a:p>
          <a:p>
            <a:pPr marL="0" lvl="0" indent="0" algn="l" rtl="0">
              <a:spcBef>
                <a:spcPts val="0"/>
              </a:spcBef>
              <a:spcAft>
                <a:spcPts val="0"/>
              </a:spcAft>
              <a:buNone/>
            </a:pPr>
            <a:endParaRPr lang="en-US" sz="1400" strike="sngStrike" dirty="0">
              <a:latin typeface="Calibri" panose="020F0502020204030204" pitchFamily="34" charset="0"/>
              <a:cs typeface="Calibri" panose="020F0502020204030204" pitchFamily="34" charset="0"/>
            </a:endParaRPr>
          </a:p>
          <a:p>
            <a:pPr marL="0" lvl="0" indent="0" algn="l" rtl="0">
              <a:spcBef>
                <a:spcPts val="0"/>
              </a:spcBef>
              <a:spcAft>
                <a:spcPts val="0"/>
              </a:spcAft>
              <a:buNone/>
            </a:pPr>
            <a:r>
              <a:rPr lang="en-US" sz="1400" strike="sngStrike" dirty="0">
                <a:latin typeface="Calibri" panose="020F0502020204030204" pitchFamily="34" charset="0"/>
                <a:cs typeface="Calibri" panose="020F0502020204030204" pitchFamily="34" charset="0"/>
              </a:rPr>
              <a:t>&lt;pause&gt;</a:t>
            </a:r>
          </a:p>
          <a:p>
            <a:pPr marL="0" lvl="0" indent="0" algn="l" rtl="0">
              <a:spcBef>
                <a:spcPts val="0"/>
              </a:spcBef>
              <a:spcAft>
                <a:spcPts val="0"/>
              </a:spcAft>
              <a:buNone/>
            </a:pPr>
            <a:endParaRPr lang="en-US" sz="1400" strike="sngStrike" dirty="0">
              <a:latin typeface="Calibri" panose="020F0502020204030204" pitchFamily="34" charset="0"/>
              <a:cs typeface="Calibri" panose="020F0502020204030204" pitchFamily="34" charset="0"/>
            </a:endParaRPr>
          </a:p>
          <a:p>
            <a:pPr marL="0" lvl="0" indent="0" algn="l" rtl="0">
              <a:spcBef>
                <a:spcPts val="0"/>
              </a:spcBef>
              <a:spcAft>
                <a:spcPts val="0"/>
              </a:spcAft>
              <a:buNone/>
            </a:pPr>
            <a:r>
              <a:rPr lang="en-US" sz="1400" strike="sngStrike" dirty="0">
                <a:latin typeface="Calibri" panose="020F0502020204030204" pitchFamily="34" charset="0"/>
                <a:cs typeface="Calibri" panose="020F0502020204030204" pitchFamily="34" charset="0"/>
              </a:rPr>
              <a:t>Similarly, in the verification phase, we see that penetration testing, the attack surface analysis review and the threat modeling review feed into this same threat prioritization process, feeding back into the stages that we've mentioned already.</a:t>
            </a:r>
          </a:p>
          <a:p>
            <a:pPr marL="0" lvl="0" indent="0" algn="l" rtl="0">
              <a:spcBef>
                <a:spcPts val="0"/>
              </a:spcBef>
              <a:spcAft>
                <a:spcPts val="0"/>
              </a:spcAft>
              <a:buNone/>
            </a:pPr>
            <a:endParaRPr lang="en-US" sz="1400" strike="sngStrike" dirty="0">
              <a:latin typeface="Calibri" panose="020F0502020204030204" pitchFamily="34" charset="0"/>
              <a:cs typeface="Calibri" panose="020F0502020204030204" pitchFamily="34" charset="0"/>
            </a:endParaRPr>
          </a:p>
          <a:p>
            <a:pPr marL="0" lvl="0" indent="0" algn="l" rtl="0">
              <a:spcBef>
                <a:spcPts val="0"/>
              </a:spcBef>
              <a:spcAft>
                <a:spcPts val="0"/>
              </a:spcAft>
              <a:buNone/>
            </a:pPr>
            <a:r>
              <a:rPr lang="en-US" sz="1400" strike="sngStrike" dirty="0">
                <a:latin typeface="Calibri" panose="020F0502020204030204" pitchFamily="34" charset="0"/>
                <a:cs typeface="Calibri" panose="020F0502020204030204" pitchFamily="34" charset="0"/>
              </a:rPr>
              <a:t>&lt;pause&gt;</a:t>
            </a:r>
          </a:p>
          <a:p>
            <a:pPr marL="0" lvl="0" indent="0" algn="l" rtl="0">
              <a:spcBef>
                <a:spcPts val="0"/>
              </a:spcBef>
              <a:spcAft>
                <a:spcPts val="0"/>
              </a:spcAft>
              <a:buNone/>
            </a:pPr>
            <a:endParaRPr lang="en-US" sz="1400" strike="sngStrike" dirty="0">
              <a:latin typeface="Calibri" panose="020F0502020204030204" pitchFamily="34" charset="0"/>
              <a:cs typeface="Calibri" panose="020F0502020204030204" pitchFamily="34" charset="0"/>
            </a:endParaRPr>
          </a:p>
          <a:p>
            <a:pPr marL="0" lvl="0" indent="0" algn="l" rtl="0">
              <a:spcBef>
                <a:spcPts val="0"/>
              </a:spcBef>
              <a:spcAft>
                <a:spcPts val="0"/>
              </a:spcAft>
              <a:buNone/>
            </a:pPr>
            <a:r>
              <a:rPr lang="en-US" sz="1400" strike="sngStrike" dirty="0">
                <a:latin typeface="Calibri" panose="020F0502020204030204" pitchFamily="34" charset="0"/>
                <a:cs typeface="Calibri" panose="020F0502020204030204" pitchFamily="34" charset="0"/>
              </a:rPr>
              <a:t>And finally, in the operation phase, cybersecurity monitoring also feeds into the threat prioritization process.</a:t>
            </a:r>
          </a:p>
          <a:p>
            <a:pPr marL="0" lvl="0" indent="0" algn="l" rtl="0">
              <a:spcBef>
                <a:spcPts val="0"/>
              </a:spcBef>
              <a:spcAft>
                <a:spcPts val="0"/>
              </a:spcAft>
              <a:buNone/>
            </a:pPr>
            <a:endParaRPr lang="en-US" sz="1400" strike="sngStrike" dirty="0">
              <a:latin typeface="Calibri" panose="020F0502020204030204" pitchFamily="34" charset="0"/>
              <a:cs typeface="Calibri" panose="020F0502020204030204" pitchFamily="34" charset="0"/>
            </a:endParaRPr>
          </a:p>
          <a:p>
            <a:pPr marL="0" lvl="0" indent="0" algn="l" rtl="0">
              <a:spcBef>
                <a:spcPts val="0"/>
              </a:spcBef>
              <a:spcAft>
                <a:spcPts val="0"/>
              </a:spcAft>
              <a:buNone/>
            </a:pPr>
            <a:r>
              <a:rPr lang="en-US" sz="1400" strike="sngStrike" dirty="0">
                <a:latin typeface="Calibri" panose="020F0502020204030204" pitchFamily="34" charset="0"/>
                <a:cs typeface="Calibri" panose="020F0502020204030204" pitchFamily="34" charset="0"/>
              </a:rPr>
              <a:t>The advantage that we have is that regardless of the activity that we undertake within the AVCDL,</a:t>
            </a:r>
          </a:p>
          <a:p>
            <a:pPr marL="0" lvl="0" indent="0" algn="l" rtl="0">
              <a:spcBef>
                <a:spcPts val="0"/>
              </a:spcBef>
              <a:spcAft>
                <a:spcPts val="0"/>
              </a:spcAft>
              <a:buNone/>
            </a:pPr>
            <a:endParaRPr lang="en-US" sz="1400" strike="sngStrike" dirty="0">
              <a:latin typeface="Calibri" panose="020F0502020204030204" pitchFamily="34" charset="0"/>
              <a:cs typeface="Calibri" panose="020F0502020204030204" pitchFamily="34" charset="0"/>
            </a:endParaRPr>
          </a:p>
          <a:p>
            <a:pPr marL="0" lvl="0" indent="0" algn="l" rtl="0">
              <a:spcBef>
                <a:spcPts val="0"/>
              </a:spcBef>
              <a:spcAft>
                <a:spcPts val="0"/>
              </a:spcAft>
              <a:buNone/>
            </a:pPr>
            <a:r>
              <a:rPr lang="en-US" sz="1400" strike="sngStrike" dirty="0">
                <a:latin typeface="Calibri" panose="020F0502020204030204" pitchFamily="34" charset="0"/>
                <a:cs typeface="Calibri" panose="020F0502020204030204" pitchFamily="34" charset="0"/>
              </a:rPr>
              <a:t>we have a single, simple, consistent set of activities that we do, regardless of the threat’s source.</a:t>
            </a:r>
          </a:p>
          <a:p>
            <a:pPr marL="0" lvl="0" indent="0" algn="l" rtl="0">
              <a:spcBef>
                <a:spcPts val="0"/>
              </a:spcBef>
              <a:spcAft>
                <a:spcPts val="0"/>
              </a:spcAft>
              <a:buNone/>
            </a:pPr>
            <a:endParaRPr lang="en-US" sz="1400" dirty="0">
              <a:latin typeface="Calibri" panose="020F0502020204030204" pitchFamily="34" charset="0"/>
              <a:cs typeface="Calibri" panose="020F0502020204030204" pitchFamily="34" charset="0"/>
            </a:endParaRPr>
          </a:p>
        </p:txBody>
      </p:sp>
    </p:spTree>
    <p:extLst>
      <p:ext uri="{BB962C8B-B14F-4D97-AF65-F5344CB8AC3E}">
        <p14:creationId xmlns:p14="http://schemas.microsoft.com/office/powerpoint/2010/main" val="2878043051"/>
      </p:ext>
    </p:extLst>
  </p:cSld>
  <p:clrMapOvr>
    <a:masterClrMapping/>
  </p:clrMapOvr>
</p:notes>
</file>

<file path=ppt/notesSlides/notesSlide13.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1195"/>
        <p:cNvGrpSpPr/>
        <p:nvPr/>
      </p:nvGrpSpPr>
      <p:grpSpPr>
        <a:xfrm>
          <a:off x="0" y="0"/>
          <a:ext cx="0" cy="0"/>
          <a:chOff x="0" y="0"/>
          <a:chExt cx="0" cy="0"/>
        </a:xfrm>
      </p:grpSpPr>
      <p:sp>
        <p:nvSpPr>
          <p:cNvPr id="1196" name="Google Shape;1196;g9ac6590046_0_272:notes"/>
          <p:cNvSpPr>
            <a:spLocks noGrp="1" noRot="1" noChangeAspect="1"/>
          </p:cNvSpPr>
          <p:nvPr>
            <p:ph type="sldImg" idx="2"/>
          </p:nvPr>
        </p:nvSpPr>
        <p:spPr>
          <a:xfrm>
            <a:off x="382588" y="685800"/>
            <a:ext cx="6094412" cy="3429000"/>
          </a:xfrm>
          <a:custGeom>
            <a:avLst/>
            <a:gdLst/>
            <a:ahLst/>
            <a:cxnLst/>
            <a:rect l="l" t="t" r="r" b="b"/>
            <a:pathLst>
              <a:path w="120000" h="120000" extrusionOk="0">
                <a:moveTo>
                  <a:pt x="0" y="0"/>
                </a:moveTo>
                <a:lnTo>
                  <a:pt x="120000" y="0"/>
                </a:lnTo>
                <a:lnTo>
                  <a:pt x="120000" y="120000"/>
                </a:lnTo>
                <a:lnTo>
                  <a:pt x="0" y="120000"/>
                </a:lnTo>
                <a:close/>
              </a:path>
            </a:pathLst>
          </a:custGeom>
        </p:spPr>
      </p:sp>
      <p:sp>
        <p:nvSpPr>
          <p:cNvPr id="1197" name="Google Shape;1197;g9ac6590046_0_272:notes"/>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r>
              <a:rPr lang="en-US" sz="1400" dirty="0">
                <a:latin typeface="Calibri" panose="020F0502020204030204" pitchFamily="34" charset="0"/>
                <a:cs typeface="Calibri" panose="020F0502020204030204" pitchFamily="34" charset="0"/>
              </a:rPr>
              <a:t>Script:</a:t>
            </a:r>
          </a:p>
          <a:p>
            <a:pPr marL="0" lvl="0" indent="0" algn="l" rtl="0">
              <a:spcBef>
                <a:spcPts val="0"/>
              </a:spcBef>
              <a:spcAft>
                <a:spcPts val="0"/>
              </a:spcAft>
              <a:buNone/>
            </a:pPr>
            <a:endParaRPr lang="en-US" sz="1400" dirty="0">
              <a:solidFill>
                <a:srgbClr val="1D1C1D"/>
              </a:solidFill>
              <a:effectLst/>
              <a:latin typeface="Arial" panose="020B0604020202020204" pitchFamily="34" charset="0"/>
            </a:endParaRPr>
          </a:p>
          <a:p>
            <a:pPr marL="0" lvl="0" indent="0" algn="l" rtl="0">
              <a:spcBef>
                <a:spcPts val="0"/>
              </a:spcBef>
              <a:spcAft>
                <a:spcPts val="0"/>
              </a:spcAft>
              <a:buNone/>
            </a:pPr>
            <a:r>
              <a:rPr lang="en-US" sz="1400" strike="sngStrike" dirty="0">
                <a:latin typeface="Calibri" panose="020F0502020204030204" pitchFamily="34" charset="0"/>
                <a:cs typeface="Calibri" panose="020F0502020204030204" pitchFamily="34" charset="0"/>
              </a:rPr>
              <a:t>In the development of any complex system, there's a strong motivation to have processes and procedures which can both be shared and require few changes to existing workflows.</a:t>
            </a:r>
          </a:p>
          <a:p>
            <a:pPr marL="0" lvl="0" indent="0" algn="l" rtl="0">
              <a:spcBef>
                <a:spcPts val="0"/>
              </a:spcBef>
              <a:spcAft>
                <a:spcPts val="0"/>
              </a:spcAft>
              <a:buNone/>
            </a:pPr>
            <a:endParaRPr lang="en-US" sz="1400" strike="sngStrike" dirty="0">
              <a:latin typeface="Calibri" panose="020F0502020204030204" pitchFamily="34" charset="0"/>
              <a:cs typeface="Calibri" panose="020F0502020204030204" pitchFamily="34" charset="0"/>
            </a:endParaRPr>
          </a:p>
          <a:p>
            <a:pPr marL="0" lvl="0" indent="0" algn="l" rtl="0">
              <a:spcBef>
                <a:spcPts val="0"/>
              </a:spcBef>
              <a:spcAft>
                <a:spcPts val="0"/>
              </a:spcAft>
              <a:buNone/>
            </a:pPr>
            <a:r>
              <a:rPr lang="en-US" sz="1400" strike="sngStrike" dirty="0">
                <a:latin typeface="Calibri" panose="020F0502020204030204" pitchFamily="34" charset="0"/>
                <a:cs typeface="Calibri" panose="020F0502020204030204" pitchFamily="34" charset="0"/>
              </a:rPr>
              <a:t>The threat prioritization process was designed with these goals in mind.</a:t>
            </a:r>
          </a:p>
          <a:p>
            <a:pPr marL="0" lvl="0" indent="0" algn="l" rtl="0">
              <a:spcBef>
                <a:spcPts val="0"/>
              </a:spcBef>
              <a:spcAft>
                <a:spcPts val="0"/>
              </a:spcAft>
              <a:buNone/>
            </a:pPr>
            <a:endParaRPr lang="en-US" sz="1400" strike="sngStrike" dirty="0">
              <a:latin typeface="Calibri" panose="020F0502020204030204" pitchFamily="34" charset="0"/>
              <a:cs typeface="Calibri" panose="020F0502020204030204" pitchFamily="34" charset="0"/>
            </a:endParaRPr>
          </a:p>
          <a:p>
            <a:pPr marL="0" lvl="0" indent="0" algn="l" rtl="0">
              <a:spcBef>
                <a:spcPts val="0"/>
              </a:spcBef>
              <a:spcAft>
                <a:spcPts val="0"/>
              </a:spcAft>
              <a:buNone/>
            </a:pPr>
            <a:r>
              <a:rPr lang="en-US" sz="1400" strike="sngStrike" dirty="0">
                <a:latin typeface="Calibri" panose="020F0502020204030204" pitchFamily="34" charset="0"/>
                <a:cs typeface="Calibri" panose="020F0502020204030204" pitchFamily="34" charset="0"/>
              </a:rPr>
              <a:t>One way the workflow achieves its light touch is by having a single simple mechanism for feeding changes back into earlier processes.</a:t>
            </a:r>
          </a:p>
          <a:p>
            <a:pPr marL="0" lvl="0" indent="0" algn="l" rtl="0">
              <a:spcBef>
                <a:spcPts val="0"/>
              </a:spcBef>
              <a:spcAft>
                <a:spcPts val="0"/>
              </a:spcAft>
              <a:buNone/>
            </a:pPr>
            <a:endParaRPr lang="en-US" sz="1400" strike="sngStrike" dirty="0">
              <a:latin typeface="Calibri" panose="020F0502020204030204" pitchFamily="34" charset="0"/>
              <a:cs typeface="Calibri" panose="020F0502020204030204" pitchFamily="34" charset="0"/>
            </a:endParaRPr>
          </a:p>
          <a:p>
            <a:pPr marL="0" lvl="0" indent="0" algn="l" rtl="0">
              <a:spcBef>
                <a:spcPts val="0"/>
              </a:spcBef>
              <a:spcAft>
                <a:spcPts val="0"/>
              </a:spcAft>
              <a:buNone/>
            </a:pPr>
            <a:r>
              <a:rPr lang="en-US" sz="1400" strike="sngStrike" dirty="0">
                <a:latin typeface="Calibri" panose="020F0502020204030204" pitchFamily="34" charset="0"/>
                <a:cs typeface="Calibri" panose="020F0502020204030204" pitchFamily="34" charset="0"/>
              </a:rPr>
              <a:t>&lt;pause&gt;</a:t>
            </a:r>
          </a:p>
          <a:p>
            <a:pPr marL="0" lvl="0" indent="0" algn="l" rtl="0">
              <a:spcBef>
                <a:spcPts val="0"/>
              </a:spcBef>
              <a:spcAft>
                <a:spcPts val="0"/>
              </a:spcAft>
              <a:buNone/>
            </a:pPr>
            <a:endParaRPr lang="en-US" sz="1400" dirty="0">
              <a:latin typeface="Calibri" panose="020F0502020204030204" pitchFamily="34" charset="0"/>
              <a:cs typeface="Calibri" panose="020F0502020204030204" pitchFamily="34" charset="0"/>
            </a:endParaRPr>
          </a:p>
          <a:p>
            <a:pPr marL="0" lvl="0" indent="0" algn="l" rtl="0">
              <a:spcBef>
                <a:spcPts val="0"/>
              </a:spcBef>
              <a:spcAft>
                <a:spcPts val="0"/>
              </a:spcAft>
              <a:buNone/>
            </a:pPr>
            <a:r>
              <a:rPr lang="en-US" sz="1400" strike="sngStrike" dirty="0">
                <a:latin typeface="Calibri" panose="020F0502020204030204" pitchFamily="34" charset="0"/>
                <a:cs typeface="Calibri" panose="020F0502020204030204" pitchFamily="34" charset="0"/>
              </a:rPr>
              <a:t>To illustrate, we’ll use this diagram.</a:t>
            </a:r>
          </a:p>
          <a:p>
            <a:pPr marL="0" lvl="0" indent="0" algn="l" rtl="0">
              <a:spcBef>
                <a:spcPts val="0"/>
              </a:spcBef>
              <a:spcAft>
                <a:spcPts val="0"/>
              </a:spcAft>
              <a:buNone/>
            </a:pPr>
            <a:endParaRPr lang="en-US" sz="1400" strike="sngStrike" dirty="0">
              <a:latin typeface="Calibri" panose="020F0502020204030204" pitchFamily="34" charset="0"/>
              <a:cs typeface="Calibri" panose="020F0502020204030204" pitchFamily="34" charset="0"/>
            </a:endParaRPr>
          </a:p>
          <a:p>
            <a:pPr marL="0" lvl="0" indent="0" algn="l" rtl="0">
              <a:spcBef>
                <a:spcPts val="0"/>
              </a:spcBef>
              <a:spcAft>
                <a:spcPts val="0"/>
              </a:spcAft>
              <a:buNone/>
            </a:pPr>
            <a:r>
              <a:rPr lang="en-US" sz="1400" strike="sngStrike" dirty="0">
                <a:latin typeface="Calibri" panose="020F0502020204030204" pitchFamily="34" charset="0"/>
                <a:cs typeface="Calibri" panose="020F0502020204030204" pitchFamily="34" charset="0"/>
              </a:rPr>
              <a:t>It’s a bit of an eye chart, so we'll look at it in stages,</a:t>
            </a:r>
          </a:p>
          <a:p>
            <a:pPr marL="0" lvl="0" indent="0" algn="l" rtl="0">
              <a:spcBef>
                <a:spcPts val="0"/>
              </a:spcBef>
              <a:spcAft>
                <a:spcPts val="0"/>
              </a:spcAft>
              <a:buNone/>
            </a:pPr>
            <a:endParaRPr lang="en-US" sz="1400" strike="sngStrike" dirty="0">
              <a:latin typeface="Calibri" panose="020F0502020204030204" pitchFamily="34" charset="0"/>
              <a:cs typeface="Calibri" panose="020F0502020204030204" pitchFamily="34" charset="0"/>
            </a:endParaRPr>
          </a:p>
          <a:p>
            <a:pPr marL="0" lvl="0" indent="0" algn="l" rtl="0">
              <a:spcBef>
                <a:spcPts val="0"/>
              </a:spcBef>
              <a:spcAft>
                <a:spcPts val="0"/>
              </a:spcAft>
              <a:buNone/>
            </a:pPr>
            <a:r>
              <a:rPr lang="en-US" sz="1400" strike="sngStrike" dirty="0">
                <a:latin typeface="Calibri" panose="020F0502020204030204" pitchFamily="34" charset="0"/>
                <a:cs typeface="Calibri" panose="020F0502020204030204" pitchFamily="34" charset="0"/>
              </a:rPr>
              <a:t>but basically what we're showing here is that activities providing feedback follow a common path.</a:t>
            </a:r>
          </a:p>
          <a:p>
            <a:pPr marL="0" lvl="0" indent="0" algn="l" rtl="0">
              <a:spcBef>
                <a:spcPts val="0"/>
              </a:spcBef>
              <a:spcAft>
                <a:spcPts val="0"/>
              </a:spcAft>
              <a:buNone/>
            </a:pPr>
            <a:endParaRPr lang="en-US" sz="1400" strike="sngStrike" dirty="0">
              <a:latin typeface="Calibri" panose="020F0502020204030204" pitchFamily="34" charset="0"/>
              <a:cs typeface="Calibri" panose="020F0502020204030204" pitchFamily="34" charset="0"/>
            </a:endParaRPr>
          </a:p>
          <a:p>
            <a:pPr marL="0" lvl="0" indent="0" algn="l" rtl="0">
              <a:spcBef>
                <a:spcPts val="0"/>
              </a:spcBef>
              <a:spcAft>
                <a:spcPts val="0"/>
              </a:spcAft>
              <a:buNone/>
            </a:pPr>
            <a:r>
              <a:rPr lang="en-US" sz="1400" strike="sngStrike" dirty="0">
                <a:latin typeface="Calibri" panose="020F0502020204030204" pitchFamily="34" charset="0"/>
                <a:cs typeface="Calibri" panose="020F0502020204030204" pitchFamily="34" charset="0"/>
              </a:rPr>
              <a:t>&lt;pause&gt;</a:t>
            </a:r>
          </a:p>
          <a:p>
            <a:pPr marL="0" lvl="0" indent="0" algn="l" rtl="0">
              <a:spcBef>
                <a:spcPts val="0"/>
              </a:spcBef>
              <a:spcAft>
                <a:spcPts val="0"/>
              </a:spcAft>
              <a:buNone/>
            </a:pPr>
            <a:endParaRPr lang="en-US" sz="1400" strike="sngStrike" dirty="0">
              <a:latin typeface="Calibri" panose="020F0502020204030204" pitchFamily="34" charset="0"/>
              <a:cs typeface="Calibri" panose="020F0502020204030204" pitchFamily="34" charset="0"/>
            </a:endParaRPr>
          </a:p>
          <a:p>
            <a:pPr marL="0" lvl="0" indent="0" algn="l" rtl="0">
              <a:spcBef>
                <a:spcPts val="0"/>
              </a:spcBef>
              <a:spcAft>
                <a:spcPts val="0"/>
              </a:spcAft>
              <a:buNone/>
            </a:pPr>
            <a:r>
              <a:rPr lang="en-US" sz="1400" strike="sngStrike" dirty="0">
                <a:latin typeface="Calibri" panose="020F0502020204030204" pitchFamily="34" charset="0"/>
                <a:cs typeface="Calibri" panose="020F0502020204030204" pitchFamily="34" charset="0"/>
              </a:rPr>
              <a:t>Although they don't generate feedback, the foundation and requirements phases receive feedback from other phases, specifically in the area of requirements.</a:t>
            </a:r>
          </a:p>
          <a:p>
            <a:pPr marL="0" lvl="0" indent="0" algn="l" rtl="0">
              <a:spcBef>
                <a:spcPts val="0"/>
              </a:spcBef>
              <a:spcAft>
                <a:spcPts val="0"/>
              </a:spcAft>
              <a:buNone/>
            </a:pPr>
            <a:endParaRPr lang="en-US" sz="1400" strike="sngStrike" dirty="0">
              <a:latin typeface="Calibri" panose="020F0502020204030204" pitchFamily="34" charset="0"/>
              <a:cs typeface="Calibri" panose="020F0502020204030204" pitchFamily="34" charset="0"/>
            </a:endParaRPr>
          </a:p>
          <a:p>
            <a:pPr marL="0" lvl="0" indent="0" algn="l" rtl="0">
              <a:spcBef>
                <a:spcPts val="0"/>
              </a:spcBef>
              <a:spcAft>
                <a:spcPts val="0"/>
              </a:spcAft>
              <a:buNone/>
            </a:pPr>
            <a:r>
              <a:rPr lang="en-US" sz="1400" strike="sngStrike" dirty="0">
                <a:latin typeface="Calibri" panose="020F0502020204030204" pitchFamily="34" charset="0"/>
                <a:cs typeface="Calibri" panose="020F0502020204030204" pitchFamily="34" charset="0"/>
              </a:rPr>
              <a:t>&lt;pause&gt;</a:t>
            </a:r>
          </a:p>
          <a:p>
            <a:pPr marL="0" lvl="0" indent="0" algn="l" rtl="0">
              <a:spcBef>
                <a:spcPts val="0"/>
              </a:spcBef>
              <a:spcAft>
                <a:spcPts val="0"/>
              </a:spcAft>
              <a:buNone/>
            </a:pPr>
            <a:endParaRPr lang="en-US" sz="1400" strike="sngStrike" dirty="0">
              <a:latin typeface="Calibri" panose="020F0502020204030204" pitchFamily="34" charset="0"/>
              <a:cs typeface="Calibri" panose="020F0502020204030204" pitchFamily="34" charset="0"/>
            </a:endParaRPr>
          </a:p>
          <a:p>
            <a:pPr marL="0" lvl="0" indent="0" algn="l" rtl="0">
              <a:spcBef>
                <a:spcPts val="0"/>
              </a:spcBef>
              <a:spcAft>
                <a:spcPts val="0"/>
              </a:spcAft>
              <a:buNone/>
            </a:pPr>
            <a:r>
              <a:rPr lang="en-US" sz="1400" strike="sngStrike" dirty="0">
                <a:latin typeface="Calibri" panose="020F0502020204030204" pitchFamily="34" charset="0"/>
                <a:cs typeface="Calibri" panose="020F0502020204030204" pitchFamily="34" charset="0"/>
              </a:rPr>
              <a:t>In the design phase, what we see is that both the attack surface analysis and threat modeling activities can filter into the threat prioritization process.</a:t>
            </a:r>
          </a:p>
          <a:p>
            <a:pPr marL="0" lvl="0" indent="0" algn="l" rtl="0">
              <a:spcBef>
                <a:spcPts val="0"/>
              </a:spcBef>
              <a:spcAft>
                <a:spcPts val="0"/>
              </a:spcAft>
              <a:buNone/>
            </a:pPr>
            <a:endParaRPr lang="en-US" sz="1400" strike="sngStrike" dirty="0">
              <a:latin typeface="Calibri" panose="020F0502020204030204" pitchFamily="34" charset="0"/>
              <a:cs typeface="Calibri" panose="020F0502020204030204" pitchFamily="34" charset="0"/>
            </a:endParaRPr>
          </a:p>
          <a:p>
            <a:pPr marL="0" lvl="0" indent="0" algn="l" rtl="0">
              <a:spcBef>
                <a:spcPts val="0"/>
              </a:spcBef>
              <a:spcAft>
                <a:spcPts val="0"/>
              </a:spcAft>
              <a:buNone/>
            </a:pPr>
            <a:r>
              <a:rPr lang="en-US" sz="1400" strike="sngStrike" dirty="0">
                <a:latin typeface="Calibri" panose="020F0502020204030204" pitchFamily="34" charset="0"/>
                <a:cs typeface="Calibri" panose="020F0502020204030204" pitchFamily="34" charset="0"/>
              </a:rPr>
              <a:t>We’ll cover this in detail shortly.</a:t>
            </a:r>
          </a:p>
          <a:p>
            <a:pPr marL="0" lvl="0" indent="0" algn="l" rtl="0">
              <a:spcBef>
                <a:spcPts val="0"/>
              </a:spcBef>
              <a:spcAft>
                <a:spcPts val="0"/>
              </a:spcAft>
              <a:buNone/>
            </a:pPr>
            <a:endParaRPr lang="en-US" sz="1400" strike="sngStrike" dirty="0">
              <a:latin typeface="Calibri" panose="020F0502020204030204" pitchFamily="34" charset="0"/>
              <a:cs typeface="Calibri" panose="020F0502020204030204" pitchFamily="34" charset="0"/>
            </a:endParaRPr>
          </a:p>
          <a:p>
            <a:pPr marL="0" lvl="0" indent="0" algn="l" rtl="0">
              <a:spcBef>
                <a:spcPts val="0"/>
              </a:spcBef>
              <a:spcAft>
                <a:spcPts val="0"/>
              </a:spcAft>
              <a:buNone/>
            </a:pPr>
            <a:r>
              <a:rPr lang="en-US" sz="1400" strike="sngStrike" dirty="0">
                <a:latin typeface="Calibri" panose="020F0502020204030204" pitchFamily="34" charset="0"/>
                <a:cs typeface="Calibri" panose="020F0502020204030204" pitchFamily="34" charset="0"/>
              </a:rPr>
              <a:t>As we can see, the threat prioritization process sends feedback through the issue tracking system into either the element design review or the element requirements review.</a:t>
            </a:r>
          </a:p>
          <a:p>
            <a:pPr marL="0" lvl="0" indent="0" algn="l" rtl="0">
              <a:spcBef>
                <a:spcPts val="0"/>
              </a:spcBef>
              <a:spcAft>
                <a:spcPts val="0"/>
              </a:spcAft>
              <a:buNone/>
            </a:pPr>
            <a:endParaRPr lang="en-US" sz="1400" strike="sngStrike" dirty="0">
              <a:latin typeface="Calibri" panose="020F0502020204030204" pitchFamily="34" charset="0"/>
              <a:cs typeface="Calibri" panose="020F0502020204030204" pitchFamily="34" charset="0"/>
            </a:endParaRPr>
          </a:p>
          <a:p>
            <a:pPr marL="0" lvl="0" indent="0" algn="l" rtl="0">
              <a:spcBef>
                <a:spcPts val="0"/>
              </a:spcBef>
              <a:spcAft>
                <a:spcPts val="0"/>
              </a:spcAft>
              <a:buNone/>
            </a:pPr>
            <a:r>
              <a:rPr lang="en-US" sz="1400" strike="sngStrike" dirty="0">
                <a:latin typeface="Calibri" panose="020F0502020204030204" pitchFamily="34" charset="0"/>
                <a:cs typeface="Calibri" panose="020F0502020204030204" pitchFamily="34" charset="0"/>
              </a:rPr>
              <a:t>&lt;pause&gt;</a:t>
            </a:r>
          </a:p>
          <a:p>
            <a:pPr marL="0" lvl="0" indent="0" algn="l" rtl="0">
              <a:spcBef>
                <a:spcPts val="0"/>
              </a:spcBef>
              <a:spcAft>
                <a:spcPts val="0"/>
              </a:spcAft>
              <a:buNone/>
            </a:pPr>
            <a:endParaRPr lang="en-US" sz="1400" dirty="0">
              <a:latin typeface="Calibri" panose="020F0502020204030204" pitchFamily="34" charset="0"/>
              <a:cs typeface="Calibri" panose="020F0502020204030204" pitchFamily="34" charset="0"/>
            </a:endParaRPr>
          </a:p>
          <a:p>
            <a:pPr marL="0" lvl="0" indent="0" algn="l" rtl="0">
              <a:spcBef>
                <a:spcPts val="0"/>
              </a:spcBef>
              <a:spcAft>
                <a:spcPts val="0"/>
              </a:spcAft>
              <a:buNone/>
            </a:pPr>
            <a:r>
              <a:rPr lang="en-US" sz="1400" dirty="0">
                <a:latin typeface="Calibri" panose="020F0502020204030204" pitchFamily="34" charset="0"/>
                <a:cs typeface="Calibri" panose="020F0502020204030204" pitchFamily="34" charset="0"/>
              </a:rPr>
              <a:t>In the implementation phase, we can see four activities which are feeding into this threat prioritization process.</a:t>
            </a:r>
          </a:p>
          <a:p>
            <a:pPr marL="0" lvl="0" indent="0" algn="l" rtl="0">
              <a:spcBef>
                <a:spcPts val="0"/>
              </a:spcBef>
              <a:spcAft>
                <a:spcPts val="0"/>
              </a:spcAft>
              <a:buNone/>
            </a:pPr>
            <a:endParaRPr lang="en-US" sz="1400" dirty="0">
              <a:latin typeface="Calibri" panose="020F0502020204030204" pitchFamily="34" charset="0"/>
              <a:cs typeface="Calibri" panose="020F0502020204030204" pitchFamily="34" charset="0"/>
            </a:endParaRPr>
          </a:p>
          <a:p>
            <a:pPr marL="0" lvl="0" indent="0" algn="l" rtl="0">
              <a:spcBef>
                <a:spcPts val="0"/>
              </a:spcBef>
              <a:spcAft>
                <a:spcPts val="0"/>
              </a:spcAft>
              <a:buNone/>
            </a:pPr>
            <a:r>
              <a:rPr lang="en-US" sz="1400" dirty="0">
                <a:latin typeface="Calibri" panose="020F0502020204030204" pitchFamily="34" charset="0"/>
                <a:cs typeface="Calibri" panose="020F0502020204030204" pitchFamily="34" charset="0"/>
              </a:rPr>
              <a:t>Those being fuzz testing, static analysis, dynamic analysis and security code review.</a:t>
            </a:r>
          </a:p>
          <a:p>
            <a:pPr marL="0" lvl="0" indent="0" algn="l" rtl="0">
              <a:spcBef>
                <a:spcPts val="0"/>
              </a:spcBef>
              <a:spcAft>
                <a:spcPts val="0"/>
              </a:spcAft>
              <a:buNone/>
            </a:pPr>
            <a:endParaRPr lang="en-US" sz="1400" dirty="0">
              <a:latin typeface="Calibri" panose="020F0502020204030204" pitchFamily="34" charset="0"/>
              <a:cs typeface="Calibri" panose="020F0502020204030204" pitchFamily="34" charset="0"/>
            </a:endParaRPr>
          </a:p>
          <a:p>
            <a:pPr marL="0" lvl="0" indent="0" algn="l" rtl="0">
              <a:spcBef>
                <a:spcPts val="0"/>
              </a:spcBef>
              <a:spcAft>
                <a:spcPts val="0"/>
              </a:spcAft>
              <a:buNone/>
            </a:pPr>
            <a:r>
              <a:rPr lang="en-US" sz="1400" dirty="0">
                <a:latin typeface="Calibri" panose="020F0502020204030204" pitchFamily="34" charset="0"/>
                <a:cs typeface="Calibri" panose="020F0502020204030204" pitchFamily="34" charset="0"/>
              </a:rPr>
              <a:t>The feedback can go either directly to the element implementation process of the implementation phase or,</a:t>
            </a:r>
          </a:p>
          <a:p>
            <a:pPr marL="0" lvl="0" indent="0" algn="l" rtl="0">
              <a:spcBef>
                <a:spcPts val="0"/>
              </a:spcBef>
              <a:spcAft>
                <a:spcPts val="0"/>
              </a:spcAft>
              <a:buNone/>
            </a:pPr>
            <a:endParaRPr lang="en-US" sz="1400" dirty="0">
              <a:latin typeface="Calibri" panose="020F0502020204030204" pitchFamily="34" charset="0"/>
              <a:cs typeface="Calibri" panose="020F0502020204030204" pitchFamily="34" charset="0"/>
            </a:endParaRPr>
          </a:p>
          <a:p>
            <a:pPr marL="0" lvl="0" indent="0" algn="l" rtl="0">
              <a:spcBef>
                <a:spcPts val="0"/>
              </a:spcBef>
              <a:spcAft>
                <a:spcPts val="0"/>
              </a:spcAft>
              <a:buNone/>
            </a:pPr>
            <a:r>
              <a:rPr lang="en-US" sz="1400" dirty="0">
                <a:latin typeface="Calibri" panose="020F0502020204030204" pitchFamily="34" charset="0"/>
                <a:cs typeface="Calibri" panose="020F0502020204030204" pitchFamily="34" charset="0"/>
              </a:rPr>
              <a:t>depending on the scope of the change required,</a:t>
            </a:r>
          </a:p>
          <a:p>
            <a:pPr marL="0" lvl="0" indent="0" algn="l" rtl="0">
              <a:spcBef>
                <a:spcPts val="0"/>
              </a:spcBef>
              <a:spcAft>
                <a:spcPts val="0"/>
              </a:spcAft>
              <a:buNone/>
            </a:pPr>
            <a:endParaRPr lang="en-US" sz="1400" dirty="0">
              <a:latin typeface="Calibri" panose="020F0502020204030204" pitchFamily="34" charset="0"/>
              <a:cs typeface="Calibri" panose="020F0502020204030204" pitchFamily="34" charset="0"/>
            </a:endParaRPr>
          </a:p>
          <a:p>
            <a:pPr marL="0" lvl="0" indent="0" algn="l" rtl="0">
              <a:spcBef>
                <a:spcPts val="0"/>
              </a:spcBef>
              <a:spcAft>
                <a:spcPts val="0"/>
              </a:spcAft>
              <a:buNone/>
            </a:pPr>
            <a:r>
              <a:rPr lang="en-US" sz="1400" dirty="0">
                <a:latin typeface="Calibri" panose="020F0502020204030204" pitchFamily="34" charset="0"/>
                <a:cs typeface="Calibri" panose="020F0502020204030204" pitchFamily="34" charset="0"/>
              </a:rPr>
              <a:t>into either the element design review of the design phase or element requirements review of the requirements phase.</a:t>
            </a:r>
          </a:p>
          <a:p>
            <a:pPr marL="0" lvl="0" indent="0" algn="l" rtl="0">
              <a:spcBef>
                <a:spcPts val="0"/>
              </a:spcBef>
              <a:spcAft>
                <a:spcPts val="0"/>
              </a:spcAft>
              <a:buNone/>
            </a:pPr>
            <a:endParaRPr lang="en-US" sz="1400" dirty="0">
              <a:latin typeface="Calibri" panose="020F0502020204030204" pitchFamily="34" charset="0"/>
              <a:cs typeface="Calibri" panose="020F0502020204030204" pitchFamily="34" charset="0"/>
            </a:endParaRPr>
          </a:p>
          <a:p>
            <a:pPr marL="0" lvl="0" indent="0" algn="l" rtl="0">
              <a:spcBef>
                <a:spcPts val="0"/>
              </a:spcBef>
              <a:spcAft>
                <a:spcPts val="0"/>
              </a:spcAft>
              <a:buNone/>
            </a:pPr>
            <a:r>
              <a:rPr lang="en-US" sz="1400" dirty="0">
                <a:latin typeface="Calibri" panose="020F0502020204030204" pitchFamily="34" charset="0"/>
                <a:cs typeface="Calibri" panose="020F0502020204030204" pitchFamily="34" charset="0"/>
              </a:rPr>
              <a:t>&lt;pause&gt;</a:t>
            </a:r>
          </a:p>
          <a:p>
            <a:pPr marL="0" lvl="0" indent="0" algn="l" rtl="0">
              <a:spcBef>
                <a:spcPts val="0"/>
              </a:spcBef>
              <a:spcAft>
                <a:spcPts val="0"/>
              </a:spcAft>
              <a:buNone/>
            </a:pPr>
            <a:endParaRPr lang="en-US" sz="1400" dirty="0">
              <a:latin typeface="Calibri" panose="020F0502020204030204" pitchFamily="34" charset="0"/>
              <a:cs typeface="Calibri" panose="020F0502020204030204" pitchFamily="34" charset="0"/>
            </a:endParaRPr>
          </a:p>
          <a:p>
            <a:pPr marL="0" lvl="0" indent="0" algn="l" rtl="0">
              <a:spcBef>
                <a:spcPts val="0"/>
              </a:spcBef>
              <a:spcAft>
                <a:spcPts val="0"/>
              </a:spcAft>
              <a:buNone/>
            </a:pPr>
            <a:r>
              <a:rPr lang="en-US" sz="1400" strike="sngStrike" dirty="0">
                <a:latin typeface="Calibri" panose="020F0502020204030204" pitchFamily="34" charset="0"/>
                <a:cs typeface="Calibri" panose="020F0502020204030204" pitchFamily="34" charset="0"/>
              </a:rPr>
              <a:t>Similarly, in the verification phase, we see that penetration testing, the attack surface analysis review and the threat modeling review feed into this same threat prioritization process, feeding back into the stages that we've mentioned already.</a:t>
            </a:r>
          </a:p>
          <a:p>
            <a:pPr marL="0" lvl="0" indent="0" algn="l" rtl="0">
              <a:spcBef>
                <a:spcPts val="0"/>
              </a:spcBef>
              <a:spcAft>
                <a:spcPts val="0"/>
              </a:spcAft>
              <a:buNone/>
            </a:pPr>
            <a:endParaRPr lang="en-US" sz="1400" strike="sngStrike" dirty="0">
              <a:latin typeface="Calibri" panose="020F0502020204030204" pitchFamily="34" charset="0"/>
              <a:cs typeface="Calibri" panose="020F0502020204030204" pitchFamily="34" charset="0"/>
            </a:endParaRPr>
          </a:p>
          <a:p>
            <a:pPr marL="0" lvl="0" indent="0" algn="l" rtl="0">
              <a:spcBef>
                <a:spcPts val="0"/>
              </a:spcBef>
              <a:spcAft>
                <a:spcPts val="0"/>
              </a:spcAft>
              <a:buNone/>
            </a:pPr>
            <a:r>
              <a:rPr lang="en-US" sz="1400" strike="sngStrike" dirty="0">
                <a:latin typeface="Calibri" panose="020F0502020204030204" pitchFamily="34" charset="0"/>
                <a:cs typeface="Calibri" panose="020F0502020204030204" pitchFamily="34" charset="0"/>
              </a:rPr>
              <a:t>&lt;pause&gt;</a:t>
            </a:r>
          </a:p>
          <a:p>
            <a:pPr marL="0" lvl="0" indent="0" algn="l" rtl="0">
              <a:spcBef>
                <a:spcPts val="0"/>
              </a:spcBef>
              <a:spcAft>
                <a:spcPts val="0"/>
              </a:spcAft>
              <a:buNone/>
            </a:pPr>
            <a:endParaRPr lang="en-US" sz="1400" strike="sngStrike" dirty="0">
              <a:latin typeface="Calibri" panose="020F0502020204030204" pitchFamily="34" charset="0"/>
              <a:cs typeface="Calibri" panose="020F0502020204030204" pitchFamily="34" charset="0"/>
            </a:endParaRPr>
          </a:p>
          <a:p>
            <a:pPr marL="0" lvl="0" indent="0" algn="l" rtl="0">
              <a:spcBef>
                <a:spcPts val="0"/>
              </a:spcBef>
              <a:spcAft>
                <a:spcPts val="0"/>
              </a:spcAft>
              <a:buNone/>
            </a:pPr>
            <a:r>
              <a:rPr lang="en-US" sz="1400" strike="sngStrike" dirty="0">
                <a:latin typeface="Calibri" panose="020F0502020204030204" pitchFamily="34" charset="0"/>
                <a:cs typeface="Calibri" panose="020F0502020204030204" pitchFamily="34" charset="0"/>
              </a:rPr>
              <a:t>And finally, in the operation phase, cybersecurity monitoring also feeds into the threat prioritization process.</a:t>
            </a:r>
          </a:p>
          <a:p>
            <a:pPr marL="0" lvl="0" indent="0" algn="l" rtl="0">
              <a:spcBef>
                <a:spcPts val="0"/>
              </a:spcBef>
              <a:spcAft>
                <a:spcPts val="0"/>
              </a:spcAft>
              <a:buNone/>
            </a:pPr>
            <a:endParaRPr lang="en-US" sz="1400" strike="sngStrike" dirty="0">
              <a:latin typeface="Calibri" panose="020F0502020204030204" pitchFamily="34" charset="0"/>
              <a:cs typeface="Calibri" panose="020F0502020204030204" pitchFamily="34" charset="0"/>
            </a:endParaRPr>
          </a:p>
          <a:p>
            <a:pPr marL="0" lvl="0" indent="0" algn="l" rtl="0">
              <a:spcBef>
                <a:spcPts val="0"/>
              </a:spcBef>
              <a:spcAft>
                <a:spcPts val="0"/>
              </a:spcAft>
              <a:buNone/>
            </a:pPr>
            <a:r>
              <a:rPr lang="en-US" sz="1400" strike="sngStrike" dirty="0">
                <a:latin typeface="Calibri" panose="020F0502020204030204" pitchFamily="34" charset="0"/>
                <a:cs typeface="Calibri" panose="020F0502020204030204" pitchFamily="34" charset="0"/>
              </a:rPr>
              <a:t>The advantage that we have is that regardless of the activity that we undertake within the AVCDL,</a:t>
            </a:r>
          </a:p>
          <a:p>
            <a:pPr marL="0" lvl="0" indent="0" algn="l" rtl="0">
              <a:spcBef>
                <a:spcPts val="0"/>
              </a:spcBef>
              <a:spcAft>
                <a:spcPts val="0"/>
              </a:spcAft>
              <a:buNone/>
            </a:pPr>
            <a:endParaRPr lang="en-US" sz="1400" strike="sngStrike" dirty="0">
              <a:latin typeface="Calibri" panose="020F0502020204030204" pitchFamily="34" charset="0"/>
              <a:cs typeface="Calibri" panose="020F0502020204030204" pitchFamily="34" charset="0"/>
            </a:endParaRPr>
          </a:p>
          <a:p>
            <a:pPr marL="0" lvl="0" indent="0" algn="l" rtl="0">
              <a:spcBef>
                <a:spcPts val="0"/>
              </a:spcBef>
              <a:spcAft>
                <a:spcPts val="0"/>
              </a:spcAft>
              <a:buNone/>
            </a:pPr>
            <a:r>
              <a:rPr lang="en-US" sz="1400" strike="sngStrike" dirty="0">
                <a:latin typeface="Calibri" panose="020F0502020204030204" pitchFamily="34" charset="0"/>
                <a:cs typeface="Calibri" panose="020F0502020204030204" pitchFamily="34" charset="0"/>
              </a:rPr>
              <a:t>we have a single, simple, consistent set of activities that we do, regardless of the threat’s source.</a:t>
            </a:r>
          </a:p>
          <a:p>
            <a:pPr marL="0" lvl="0" indent="0" algn="l" rtl="0">
              <a:spcBef>
                <a:spcPts val="0"/>
              </a:spcBef>
              <a:spcAft>
                <a:spcPts val="0"/>
              </a:spcAft>
              <a:buNone/>
            </a:pPr>
            <a:endParaRPr lang="en-US" sz="1400" dirty="0">
              <a:latin typeface="Calibri" panose="020F0502020204030204" pitchFamily="34" charset="0"/>
              <a:cs typeface="Calibri" panose="020F0502020204030204" pitchFamily="34" charset="0"/>
            </a:endParaRPr>
          </a:p>
        </p:txBody>
      </p:sp>
    </p:spTree>
    <p:extLst>
      <p:ext uri="{BB962C8B-B14F-4D97-AF65-F5344CB8AC3E}">
        <p14:creationId xmlns:p14="http://schemas.microsoft.com/office/powerpoint/2010/main" val="3062567803"/>
      </p:ext>
    </p:extLst>
  </p:cSld>
  <p:clrMapOvr>
    <a:masterClrMapping/>
  </p:clrMapOvr>
</p:notes>
</file>

<file path=ppt/notesSlides/notesSlide14.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1195"/>
        <p:cNvGrpSpPr/>
        <p:nvPr/>
      </p:nvGrpSpPr>
      <p:grpSpPr>
        <a:xfrm>
          <a:off x="0" y="0"/>
          <a:ext cx="0" cy="0"/>
          <a:chOff x="0" y="0"/>
          <a:chExt cx="0" cy="0"/>
        </a:xfrm>
      </p:grpSpPr>
      <p:sp>
        <p:nvSpPr>
          <p:cNvPr id="1196" name="Google Shape;1196;g9ac6590046_0_272:notes"/>
          <p:cNvSpPr>
            <a:spLocks noGrp="1" noRot="1" noChangeAspect="1"/>
          </p:cNvSpPr>
          <p:nvPr>
            <p:ph type="sldImg" idx="2"/>
          </p:nvPr>
        </p:nvSpPr>
        <p:spPr>
          <a:xfrm>
            <a:off x="382588" y="685800"/>
            <a:ext cx="6094412" cy="3429000"/>
          </a:xfrm>
          <a:custGeom>
            <a:avLst/>
            <a:gdLst/>
            <a:ahLst/>
            <a:cxnLst/>
            <a:rect l="l" t="t" r="r" b="b"/>
            <a:pathLst>
              <a:path w="120000" h="120000" extrusionOk="0">
                <a:moveTo>
                  <a:pt x="0" y="0"/>
                </a:moveTo>
                <a:lnTo>
                  <a:pt x="120000" y="0"/>
                </a:lnTo>
                <a:lnTo>
                  <a:pt x="120000" y="120000"/>
                </a:lnTo>
                <a:lnTo>
                  <a:pt x="0" y="120000"/>
                </a:lnTo>
                <a:close/>
              </a:path>
            </a:pathLst>
          </a:custGeom>
        </p:spPr>
      </p:sp>
      <p:sp>
        <p:nvSpPr>
          <p:cNvPr id="1197" name="Google Shape;1197;g9ac6590046_0_272:notes"/>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r>
              <a:rPr lang="en-US" sz="1400" dirty="0">
                <a:latin typeface="Calibri" panose="020F0502020204030204" pitchFamily="34" charset="0"/>
                <a:cs typeface="Calibri" panose="020F0502020204030204" pitchFamily="34" charset="0"/>
              </a:rPr>
              <a:t>Script:</a:t>
            </a:r>
          </a:p>
          <a:p>
            <a:pPr marL="0" lvl="0" indent="0" algn="l" rtl="0">
              <a:spcBef>
                <a:spcPts val="0"/>
              </a:spcBef>
              <a:spcAft>
                <a:spcPts val="0"/>
              </a:spcAft>
              <a:buNone/>
            </a:pPr>
            <a:endParaRPr lang="en-US" sz="1400" dirty="0">
              <a:solidFill>
                <a:srgbClr val="1D1C1D"/>
              </a:solidFill>
              <a:effectLst/>
              <a:latin typeface="Arial" panose="020B0604020202020204" pitchFamily="34" charset="0"/>
            </a:endParaRPr>
          </a:p>
          <a:p>
            <a:pPr marL="0" lvl="0" indent="0" algn="l" rtl="0">
              <a:spcBef>
                <a:spcPts val="0"/>
              </a:spcBef>
              <a:spcAft>
                <a:spcPts val="0"/>
              </a:spcAft>
              <a:buNone/>
            </a:pPr>
            <a:r>
              <a:rPr lang="en-US" sz="1400" strike="sngStrike" dirty="0">
                <a:latin typeface="Calibri" panose="020F0502020204030204" pitchFamily="34" charset="0"/>
                <a:cs typeface="Calibri" panose="020F0502020204030204" pitchFamily="34" charset="0"/>
              </a:rPr>
              <a:t>In the development of any complex system, there's a strong motivation to have processes and procedures which can both be shared and require few changes to existing workflows.</a:t>
            </a:r>
          </a:p>
          <a:p>
            <a:pPr marL="0" lvl="0" indent="0" algn="l" rtl="0">
              <a:spcBef>
                <a:spcPts val="0"/>
              </a:spcBef>
              <a:spcAft>
                <a:spcPts val="0"/>
              </a:spcAft>
              <a:buNone/>
            </a:pPr>
            <a:endParaRPr lang="en-US" sz="1400" strike="sngStrike" dirty="0">
              <a:latin typeface="Calibri" panose="020F0502020204030204" pitchFamily="34" charset="0"/>
              <a:cs typeface="Calibri" panose="020F0502020204030204" pitchFamily="34" charset="0"/>
            </a:endParaRPr>
          </a:p>
          <a:p>
            <a:pPr marL="0" lvl="0" indent="0" algn="l" rtl="0">
              <a:spcBef>
                <a:spcPts val="0"/>
              </a:spcBef>
              <a:spcAft>
                <a:spcPts val="0"/>
              </a:spcAft>
              <a:buNone/>
            </a:pPr>
            <a:r>
              <a:rPr lang="en-US" sz="1400" strike="sngStrike" dirty="0">
                <a:latin typeface="Calibri" panose="020F0502020204030204" pitchFamily="34" charset="0"/>
                <a:cs typeface="Calibri" panose="020F0502020204030204" pitchFamily="34" charset="0"/>
              </a:rPr>
              <a:t>The threat prioritization process was designed with these goals in mind.</a:t>
            </a:r>
          </a:p>
          <a:p>
            <a:pPr marL="0" lvl="0" indent="0" algn="l" rtl="0">
              <a:spcBef>
                <a:spcPts val="0"/>
              </a:spcBef>
              <a:spcAft>
                <a:spcPts val="0"/>
              </a:spcAft>
              <a:buNone/>
            </a:pPr>
            <a:endParaRPr lang="en-US" sz="1400" strike="sngStrike" dirty="0">
              <a:latin typeface="Calibri" panose="020F0502020204030204" pitchFamily="34" charset="0"/>
              <a:cs typeface="Calibri" panose="020F0502020204030204" pitchFamily="34" charset="0"/>
            </a:endParaRPr>
          </a:p>
          <a:p>
            <a:pPr marL="0" lvl="0" indent="0" algn="l" rtl="0">
              <a:spcBef>
                <a:spcPts val="0"/>
              </a:spcBef>
              <a:spcAft>
                <a:spcPts val="0"/>
              </a:spcAft>
              <a:buNone/>
            </a:pPr>
            <a:r>
              <a:rPr lang="en-US" sz="1400" strike="sngStrike" dirty="0">
                <a:latin typeface="Calibri" panose="020F0502020204030204" pitchFamily="34" charset="0"/>
                <a:cs typeface="Calibri" panose="020F0502020204030204" pitchFamily="34" charset="0"/>
              </a:rPr>
              <a:t>One way the workflow achieves it’s light touch is by having a single simple mechanism for feeding changes back into earlier processes.</a:t>
            </a:r>
          </a:p>
          <a:p>
            <a:pPr marL="0" lvl="0" indent="0" algn="l" rtl="0">
              <a:spcBef>
                <a:spcPts val="0"/>
              </a:spcBef>
              <a:spcAft>
                <a:spcPts val="0"/>
              </a:spcAft>
              <a:buNone/>
            </a:pPr>
            <a:endParaRPr lang="en-US" sz="1400" strike="sngStrike" dirty="0">
              <a:latin typeface="Calibri" panose="020F0502020204030204" pitchFamily="34" charset="0"/>
              <a:cs typeface="Calibri" panose="020F0502020204030204" pitchFamily="34" charset="0"/>
            </a:endParaRPr>
          </a:p>
          <a:p>
            <a:pPr marL="0" lvl="0" indent="0" algn="l" rtl="0">
              <a:spcBef>
                <a:spcPts val="0"/>
              </a:spcBef>
              <a:spcAft>
                <a:spcPts val="0"/>
              </a:spcAft>
              <a:buNone/>
            </a:pPr>
            <a:r>
              <a:rPr lang="en-US" sz="1400" strike="sngStrike" dirty="0">
                <a:latin typeface="Calibri" panose="020F0502020204030204" pitchFamily="34" charset="0"/>
                <a:cs typeface="Calibri" panose="020F0502020204030204" pitchFamily="34" charset="0"/>
              </a:rPr>
              <a:t>&lt;pause&gt;</a:t>
            </a:r>
          </a:p>
          <a:p>
            <a:pPr marL="0" lvl="0" indent="0" algn="l" rtl="0">
              <a:spcBef>
                <a:spcPts val="0"/>
              </a:spcBef>
              <a:spcAft>
                <a:spcPts val="0"/>
              </a:spcAft>
              <a:buNone/>
            </a:pPr>
            <a:endParaRPr lang="en-US" sz="1400" strike="sngStrike" dirty="0">
              <a:latin typeface="Calibri" panose="020F0502020204030204" pitchFamily="34" charset="0"/>
              <a:cs typeface="Calibri" panose="020F0502020204030204" pitchFamily="34" charset="0"/>
            </a:endParaRPr>
          </a:p>
          <a:p>
            <a:pPr marL="0" lvl="0" indent="0" algn="l" rtl="0">
              <a:spcBef>
                <a:spcPts val="0"/>
              </a:spcBef>
              <a:spcAft>
                <a:spcPts val="0"/>
              </a:spcAft>
              <a:buNone/>
            </a:pPr>
            <a:r>
              <a:rPr lang="en-US" sz="1400" strike="sngStrike" dirty="0">
                <a:latin typeface="Calibri" panose="020F0502020204030204" pitchFamily="34" charset="0"/>
                <a:cs typeface="Calibri" panose="020F0502020204030204" pitchFamily="34" charset="0"/>
              </a:rPr>
              <a:t>To illustrate, we’ll use this diagram.</a:t>
            </a:r>
          </a:p>
          <a:p>
            <a:pPr marL="0" lvl="0" indent="0" algn="l" rtl="0">
              <a:spcBef>
                <a:spcPts val="0"/>
              </a:spcBef>
              <a:spcAft>
                <a:spcPts val="0"/>
              </a:spcAft>
              <a:buNone/>
            </a:pPr>
            <a:endParaRPr lang="en-US" sz="1400" strike="sngStrike" dirty="0">
              <a:latin typeface="Calibri" panose="020F0502020204030204" pitchFamily="34" charset="0"/>
              <a:cs typeface="Calibri" panose="020F0502020204030204" pitchFamily="34" charset="0"/>
            </a:endParaRPr>
          </a:p>
          <a:p>
            <a:pPr marL="0" lvl="0" indent="0" algn="l" rtl="0">
              <a:spcBef>
                <a:spcPts val="0"/>
              </a:spcBef>
              <a:spcAft>
                <a:spcPts val="0"/>
              </a:spcAft>
              <a:buNone/>
            </a:pPr>
            <a:r>
              <a:rPr lang="en-US" sz="1400" strike="sngStrike" dirty="0">
                <a:latin typeface="Calibri" panose="020F0502020204030204" pitchFamily="34" charset="0"/>
                <a:cs typeface="Calibri" panose="020F0502020204030204" pitchFamily="34" charset="0"/>
              </a:rPr>
              <a:t>It’s a bit of an eye chart, so we'll look at it in stages,</a:t>
            </a:r>
          </a:p>
          <a:p>
            <a:pPr marL="0" lvl="0" indent="0" algn="l" rtl="0">
              <a:spcBef>
                <a:spcPts val="0"/>
              </a:spcBef>
              <a:spcAft>
                <a:spcPts val="0"/>
              </a:spcAft>
              <a:buNone/>
            </a:pPr>
            <a:endParaRPr lang="en-US" sz="1400" strike="sngStrike" dirty="0">
              <a:latin typeface="Calibri" panose="020F0502020204030204" pitchFamily="34" charset="0"/>
              <a:cs typeface="Calibri" panose="020F0502020204030204" pitchFamily="34" charset="0"/>
            </a:endParaRPr>
          </a:p>
          <a:p>
            <a:pPr marL="0" lvl="0" indent="0" algn="l" rtl="0">
              <a:spcBef>
                <a:spcPts val="0"/>
              </a:spcBef>
              <a:spcAft>
                <a:spcPts val="0"/>
              </a:spcAft>
              <a:buNone/>
            </a:pPr>
            <a:r>
              <a:rPr lang="en-US" sz="1400" strike="sngStrike" dirty="0">
                <a:latin typeface="Calibri" panose="020F0502020204030204" pitchFamily="34" charset="0"/>
                <a:cs typeface="Calibri" panose="020F0502020204030204" pitchFamily="34" charset="0"/>
              </a:rPr>
              <a:t>but basically what we're showing here is that activities providing feedback follow a common path.</a:t>
            </a:r>
          </a:p>
          <a:p>
            <a:pPr marL="0" lvl="0" indent="0" algn="l" rtl="0">
              <a:spcBef>
                <a:spcPts val="0"/>
              </a:spcBef>
              <a:spcAft>
                <a:spcPts val="0"/>
              </a:spcAft>
              <a:buNone/>
            </a:pPr>
            <a:endParaRPr lang="en-US" sz="1400" strike="sngStrike" dirty="0">
              <a:latin typeface="Calibri" panose="020F0502020204030204" pitchFamily="34" charset="0"/>
              <a:cs typeface="Calibri" panose="020F0502020204030204" pitchFamily="34" charset="0"/>
            </a:endParaRPr>
          </a:p>
          <a:p>
            <a:pPr marL="0" lvl="0" indent="0" algn="l" rtl="0">
              <a:spcBef>
                <a:spcPts val="0"/>
              </a:spcBef>
              <a:spcAft>
                <a:spcPts val="0"/>
              </a:spcAft>
              <a:buNone/>
            </a:pPr>
            <a:r>
              <a:rPr lang="en-US" sz="1400" strike="sngStrike" dirty="0">
                <a:latin typeface="Calibri" panose="020F0502020204030204" pitchFamily="34" charset="0"/>
                <a:cs typeface="Calibri" panose="020F0502020204030204" pitchFamily="34" charset="0"/>
              </a:rPr>
              <a:t>&lt;pause&gt;</a:t>
            </a:r>
          </a:p>
          <a:p>
            <a:pPr marL="0" lvl="0" indent="0" algn="l" rtl="0">
              <a:spcBef>
                <a:spcPts val="0"/>
              </a:spcBef>
              <a:spcAft>
                <a:spcPts val="0"/>
              </a:spcAft>
              <a:buNone/>
            </a:pPr>
            <a:endParaRPr lang="en-US" sz="1400" strike="sngStrike" dirty="0">
              <a:latin typeface="Calibri" panose="020F0502020204030204" pitchFamily="34" charset="0"/>
              <a:cs typeface="Calibri" panose="020F0502020204030204" pitchFamily="34" charset="0"/>
            </a:endParaRPr>
          </a:p>
          <a:p>
            <a:pPr marL="0" lvl="0" indent="0" algn="l" rtl="0">
              <a:spcBef>
                <a:spcPts val="0"/>
              </a:spcBef>
              <a:spcAft>
                <a:spcPts val="0"/>
              </a:spcAft>
              <a:buNone/>
            </a:pPr>
            <a:r>
              <a:rPr lang="en-US" sz="1400" strike="sngStrike" dirty="0">
                <a:latin typeface="Calibri" panose="020F0502020204030204" pitchFamily="34" charset="0"/>
                <a:cs typeface="Calibri" panose="020F0502020204030204" pitchFamily="34" charset="0"/>
              </a:rPr>
              <a:t>Although they don't generate feedback, the foundation and requirements phases receive feedback from other phases, specifically in the area of requirements.</a:t>
            </a:r>
          </a:p>
          <a:p>
            <a:pPr marL="0" lvl="0" indent="0" algn="l" rtl="0">
              <a:spcBef>
                <a:spcPts val="0"/>
              </a:spcBef>
              <a:spcAft>
                <a:spcPts val="0"/>
              </a:spcAft>
              <a:buNone/>
            </a:pPr>
            <a:endParaRPr lang="en-US" sz="1400" strike="sngStrike" dirty="0">
              <a:latin typeface="Calibri" panose="020F0502020204030204" pitchFamily="34" charset="0"/>
              <a:cs typeface="Calibri" panose="020F0502020204030204" pitchFamily="34" charset="0"/>
            </a:endParaRPr>
          </a:p>
          <a:p>
            <a:pPr marL="0" lvl="0" indent="0" algn="l" rtl="0">
              <a:spcBef>
                <a:spcPts val="0"/>
              </a:spcBef>
              <a:spcAft>
                <a:spcPts val="0"/>
              </a:spcAft>
              <a:buNone/>
            </a:pPr>
            <a:r>
              <a:rPr lang="en-US" sz="1400" strike="sngStrike" dirty="0">
                <a:latin typeface="Calibri" panose="020F0502020204030204" pitchFamily="34" charset="0"/>
                <a:cs typeface="Calibri" panose="020F0502020204030204" pitchFamily="34" charset="0"/>
              </a:rPr>
              <a:t>&lt;pause&gt;</a:t>
            </a:r>
          </a:p>
          <a:p>
            <a:pPr marL="0" lvl="0" indent="0" algn="l" rtl="0">
              <a:spcBef>
                <a:spcPts val="0"/>
              </a:spcBef>
              <a:spcAft>
                <a:spcPts val="0"/>
              </a:spcAft>
              <a:buNone/>
            </a:pPr>
            <a:endParaRPr lang="en-US" sz="1400" strike="sngStrike" dirty="0">
              <a:latin typeface="Calibri" panose="020F0502020204030204" pitchFamily="34" charset="0"/>
              <a:cs typeface="Calibri" panose="020F0502020204030204" pitchFamily="34" charset="0"/>
            </a:endParaRPr>
          </a:p>
          <a:p>
            <a:pPr marL="0" lvl="0" indent="0" algn="l" rtl="0">
              <a:spcBef>
                <a:spcPts val="0"/>
              </a:spcBef>
              <a:spcAft>
                <a:spcPts val="0"/>
              </a:spcAft>
              <a:buNone/>
            </a:pPr>
            <a:r>
              <a:rPr lang="en-US" sz="1400" strike="sngStrike" dirty="0">
                <a:latin typeface="Calibri" panose="020F0502020204030204" pitchFamily="34" charset="0"/>
                <a:cs typeface="Calibri" panose="020F0502020204030204" pitchFamily="34" charset="0"/>
              </a:rPr>
              <a:t>In the design phase, what we see is that both the attack surface analysis and threat modeling activities can filter into the threat prioritization process.</a:t>
            </a:r>
          </a:p>
          <a:p>
            <a:pPr marL="0" lvl="0" indent="0" algn="l" rtl="0">
              <a:spcBef>
                <a:spcPts val="0"/>
              </a:spcBef>
              <a:spcAft>
                <a:spcPts val="0"/>
              </a:spcAft>
              <a:buNone/>
            </a:pPr>
            <a:endParaRPr lang="en-US" sz="1400" strike="sngStrike" dirty="0">
              <a:latin typeface="Calibri" panose="020F0502020204030204" pitchFamily="34" charset="0"/>
              <a:cs typeface="Calibri" panose="020F0502020204030204" pitchFamily="34" charset="0"/>
            </a:endParaRPr>
          </a:p>
          <a:p>
            <a:pPr marL="0" lvl="0" indent="0" algn="l" rtl="0">
              <a:spcBef>
                <a:spcPts val="0"/>
              </a:spcBef>
              <a:spcAft>
                <a:spcPts val="0"/>
              </a:spcAft>
              <a:buNone/>
            </a:pPr>
            <a:r>
              <a:rPr lang="en-US" sz="1400" strike="sngStrike" dirty="0">
                <a:latin typeface="Calibri" panose="020F0502020204030204" pitchFamily="34" charset="0"/>
                <a:cs typeface="Calibri" panose="020F0502020204030204" pitchFamily="34" charset="0"/>
              </a:rPr>
              <a:t>We’ll cover this in detail shortly.</a:t>
            </a:r>
          </a:p>
          <a:p>
            <a:pPr marL="0" lvl="0" indent="0" algn="l" rtl="0">
              <a:spcBef>
                <a:spcPts val="0"/>
              </a:spcBef>
              <a:spcAft>
                <a:spcPts val="0"/>
              </a:spcAft>
              <a:buNone/>
            </a:pPr>
            <a:endParaRPr lang="en-US" sz="1400" strike="sngStrike" dirty="0">
              <a:latin typeface="Calibri" panose="020F0502020204030204" pitchFamily="34" charset="0"/>
              <a:cs typeface="Calibri" panose="020F0502020204030204" pitchFamily="34" charset="0"/>
            </a:endParaRPr>
          </a:p>
          <a:p>
            <a:pPr marL="0" lvl="0" indent="0" algn="l" rtl="0">
              <a:spcBef>
                <a:spcPts val="0"/>
              </a:spcBef>
              <a:spcAft>
                <a:spcPts val="0"/>
              </a:spcAft>
              <a:buNone/>
            </a:pPr>
            <a:r>
              <a:rPr lang="en-US" sz="1400" strike="sngStrike" dirty="0">
                <a:latin typeface="Calibri" panose="020F0502020204030204" pitchFamily="34" charset="0"/>
                <a:cs typeface="Calibri" panose="020F0502020204030204" pitchFamily="34" charset="0"/>
              </a:rPr>
              <a:t>As we can see, the threat prioritization process sends feedback through the issue tracking system into either the element design review or the element requirements review.</a:t>
            </a:r>
          </a:p>
          <a:p>
            <a:pPr marL="0" lvl="0" indent="0" algn="l" rtl="0">
              <a:spcBef>
                <a:spcPts val="0"/>
              </a:spcBef>
              <a:spcAft>
                <a:spcPts val="0"/>
              </a:spcAft>
              <a:buNone/>
            </a:pPr>
            <a:endParaRPr lang="en-US" sz="1400" strike="sngStrike" dirty="0">
              <a:latin typeface="Calibri" panose="020F0502020204030204" pitchFamily="34" charset="0"/>
              <a:cs typeface="Calibri" panose="020F0502020204030204" pitchFamily="34" charset="0"/>
            </a:endParaRPr>
          </a:p>
          <a:p>
            <a:pPr marL="0" lvl="0" indent="0" algn="l" rtl="0">
              <a:spcBef>
                <a:spcPts val="0"/>
              </a:spcBef>
              <a:spcAft>
                <a:spcPts val="0"/>
              </a:spcAft>
              <a:buNone/>
            </a:pPr>
            <a:r>
              <a:rPr lang="en-US" sz="1400" strike="sngStrike" dirty="0">
                <a:latin typeface="Calibri" panose="020F0502020204030204" pitchFamily="34" charset="0"/>
                <a:cs typeface="Calibri" panose="020F0502020204030204" pitchFamily="34" charset="0"/>
              </a:rPr>
              <a:t>&lt;pause&gt;</a:t>
            </a:r>
          </a:p>
          <a:p>
            <a:pPr marL="0" lvl="0" indent="0" algn="l" rtl="0">
              <a:spcBef>
                <a:spcPts val="0"/>
              </a:spcBef>
              <a:spcAft>
                <a:spcPts val="0"/>
              </a:spcAft>
              <a:buNone/>
            </a:pPr>
            <a:endParaRPr lang="en-US" sz="1400" strike="sngStrike" dirty="0">
              <a:latin typeface="Calibri" panose="020F0502020204030204" pitchFamily="34" charset="0"/>
              <a:cs typeface="Calibri" panose="020F0502020204030204" pitchFamily="34" charset="0"/>
            </a:endParaRPr>
          </a:p>
          <a:p>
            <a:pPr marL="0" lvl="0" indent="0" algn="l" rtl="0">
              <a:spcBef>
                <a:spcPts val="0"/>
              </a:spcBef>
              <a:spcAft>
                <a:spcPts val="0"/>
              </a:spcAft>
              <a:buNone/>
            </a:pPr>
            <a:r>
              <a:rPr lang="en-US" sz="1400" strike="sngStrike" dirty="0">
                <a:latin typeface="Calibri" panose="020F0502020204030204" pitchFamily="34" charset="0"/>
                <a:cs typeface="Calibri" panose="020F0502020204030204" pitchFamily="34" charset="0"/>
              </a:rPr>
              <a:t>In the implementation phase, we can see four activities which are feeding into this threat prioritization process.</a:t>
            </a:r>
          </a:p>
          <a:p>
            <a:pPr marL="0" lvl="0" indent="0" algn="l" rtl="0">
              <a:spcBef>
                <a:spcPts val="0"/>
              </a:spcBef>
              <a:spcAft>
                <a:spcPts val="0"/>
              </a:spcAft>
              <a:buNone/>
            </a:pPr>
            <a:endParaRPr lang="en-US" sz="1400" strike="sngStrike" dirty="0">
              <a:latin typeface="Calibri" panose="020F0502020204030204" pitchFamily="34" charset="0"/>
              <a:cs typeface="Calibri" panose="020F0502020204030204" pitchFamily="34" charset="0"/>
            </a:endParaRPr>
          </a:p>
          <a:p>
            <a:pPr marL="0" lvl="0" indent="0" algn="l" rtl="0">
              <a:spcBef>
                <a:spcPts val="0"/>
              </a:spcBef>
              <a:spcAft>
                <a:spcPts val="0"/>
              </a:spcAft>
              <a:buNone/>
            </a:pPr>
            <a:r>
              <a:rPr lang="en-US" sz="1400" strike="sngStrike" dirty="0">
                <a:latin typeface="Calibri" panose="020F0502020204030204" pitchFamily="34" charset="0"/>
                <a:cs typeface="Calibri" panose="020F0502020204030204" pitchFamily="34" charset="0"/>
              </a:rPr>
              <a:t>Those being fuzz testing, static analysis, dynamic analysis and security code review.</a:t>
            </a:r>
          </a:p>
          <a:p>
            <a:pPr marL="0" lvl="0" indent="0" algn="l" rtl="0">
              <a:spcBef>
                <a:spcPts val="0"/>
              </a:spcBef>
              <a:spcAft>
                <a:spcPts val="0"/>
              </a:spcAft>
              <a:buNone/>
            </a:pPr>
            <a:endParaRPr lang="en-US" sz="1400" strike="sngStrike" dirty="0">
              <a:latin typeface="Calibri" panose="020F0502020204030204" pitchFamily="34" charset="0"/>
              <a:cs typeface="Calibri" panose="020F0502020204030204" pitchFamily="34" charset="0"/>
            </a:endParaRPr>
          </a:p>
          <a:p>
            <a:pPr marL="0" lvl="0" indent="0" algn="l" rtl="0">
              <a:spcBef>
                <a:spcPts val="0"/>
              </a:spcBef>
              <a:spcAft>
                <a:spcPts val="0"/>
              </a:spcAft>
              <a:buNone/>
            </a:pPr>
            <a:r>
              <a:rPr lang="en-US" sz="1400" strike="sngStrike" dirty="0">
                <a:latin typeface="Calibri" panose="020F0502020204030204" pitchFamily="34" charset="0"/>
                <a:cs typeface="Calibri" panose="020F0502020204030204" pitchFamily="34" charset="0"/>
              </a:rPr>
              <a:t>The feedback can go either directly to the element implementation process of the implementation phase or,</a:t>
            </a:r>
          </a:p>
          <a:p>
            <a:pPr marL="0" lvl="0" indent="0" algn="l" rtl="0">
              <a:spcBef>
                <a:spcPts val="0"/>
              </a:spcBef>
              <a:spcAft>
                <a:spcPts val="0"/>
              </a:spcAft>
              <a:buNone/>
            </a:pPr>
            <a:endParaRPr lang="en-US" sz="1400" strike="sngStrike" dirty="0">
              <a:latin typeface="Calibri" panose="020F0502020204030204" pitchFamily="34" charset="0"/>
              <a:cs typeface="Calibri" panose="020F0502020204030204" pitchFamily="34" charset="0"/>
            </a:endParaRPr>
          </a:p>
          <a:p>
            <a:pPr marL="0" lvl="0" indent="0" algn="l" rtl="0">
              <a:spcBef>
                <a:spcPts val="0"/>
              </a:spcBef>
              <a:spcAft>
                <a:spcPts val="0"/>
              </a:spcAft>
              <a:buNone/>
            </a:pPr>
            <a:r>
              <a:rPr lang="en-US" sz="1400" strike="sngStrike" dirty="0">
                <a:latin typeface="Calibri" panose="020F0502020204030204" pitchFamily="34" charset="0"/>
                <a:cs typeface="Calibri" panose="020F0502020204030204" pitchFamily="34" charset="0"/>
              </a:rPr>
              <a:t>depending on the scope of the change required,</a:t>
            </a:r>
          </a:p>
          <a:p>
            <a:pPr marL="0" lvl="0" indent="0" algn="l" rtl="0">
              <a:spcBef>
                <a:spcPts val="0"/>
              </a:spcBef>
              <a:spcAft>
                <a:spcPts val="0"/>
              </a:spcAft>
              <a:buNone/>
            </a:pPr>
            <a:endParaRPr lang="en-US" sz="1400" strike="sngStrike" dirty="0">
              <a:latin typeface="Calibri" panose="020F0502020204030204" pitchFamily="34" charset="0"/>
              <a:cs typeface="Calibri" panose="020F0502020204030204" pitchFamily="34" charset="0"/>
            </a:endParaRPr>
          </a:p>
          <a:p>
            <a:pPr marL="0" lvl="0" indent="0" algn="l" rtl="0">
              <a:spcBef>
                <a:spcPts val="0"/>
              </a:spcBef>
              <a:spcAft>
                <a:spcPts val="0"/>
              </a:spcAft>
              <a:buNone/>
            </a:pPr>
            <a:r>
              <a:rPr lang="en-US" sz="1400" strike="sngStrike" dirty="0">
                <a:latin typeface="Calibri" panose="020F0502020204030204" pitchFamily="34" charset="0"/>
                <a:cs typeface="Calibri" panose="020F0502020204030204" pitchFamily="34" charset="0"/>
              </a:rPr>
              <a:t>into either the element design review of the design phase or element requirements review of the requirements phase.</a:t>
            </a:r>
          </a:p>
          <a:p>
            <a:pPr marL="0" lvl="0" indent="0" algn="l" rtl="0">
              <a:spcBef>
                <a:spcPts val="0"/>
              </a:spcBef>
              <a:spcAft>
                <a:spcPts val="0"/>
              </a:spcAft>
              <a:buNone/>
            </a:pPr>
            <a:endParaRPr lang="en-US" sz="1400" strike="sngStrike" dirty="0">
              <a:latin typeface="Calibri" panose="020F0502020204030204" pitchFamily="34" charset="0"/>
              <a:cs typeface="Calibri" panose="020F0502020204030204" pitchFamily="34" charset="0"/>
            </a:endParaRPr>
          </a:p>
          <a:p>
            <a:pPr marL="0" lvl="0" indent="0" algn="l" rtl="0">
              <a:spcBef>
                <a:spcPts val="0"/>
              </a:spcBef>
              <a:spcAft>
                <a:spcPts val="0"/>
              </a:spcAft>
              <a:buNone/>
            </a:pPr>
            <a:r>
              <a:rPr lang="en-US" sz="1400" strike="sngStrike" dirty="0">
                <a:latin typeface="Calibri" panose="020F0502020204030204" pitchFamily="34" charset="0"/>
                <a:cs typeface="Calibri" panose="020F0502020204030204" pitchFamily="34" charset="0"/>
              </a:rPr>
              <a:t>&lt;pause&gt;</a:t>
            </a:r>
          </a:p>
          <a:p>
            <a:pPr marL="0" lvl="0" indent="0" algn="l" rtl="0">
              <a:spcBef>
                <a:spcPts val="0"/>
              </a:spcBef>
              <a:spcAft>
                <a:spcPts val="0"/>
              </a:spcAft>
              <a:buNone/>
            </a:pPr>
            <a:endParaRPr lang="en-US" sz="1400" dirty="0">
              <a:latin typeface="Calibri" panose="020F0502020204030204" pitchFamily="34" charset="0"/>
              <a:cs typeface="Calibri" panose="020F0502020204030204" pitchFamily="34" charset="0"/>
            </a:endParaRPr>
          </a:p>
          <a:p>
            <a:pPr marL="0" lvl="0" indent="0" algn="l" rtl="0">
              <a:spcBef>
                <a:spcPts val="0"/>
              </a:spcBef>
              <a:spcAft>
                <a:spcPts val="0"/>
              </a:spcAft>
              <a:buNone/>
            </a:pPr>
            <a:r>
              <a:rPr lang="en-US" sz="1400" dirty="0">
                <a:latin typeface="Calibri" panose="020F0502020204030204" pitchFamily="34" charset="0"/>
                <a:cs typeface="Calibri" panose="020F0502020204030204" pitchFamily="34" charset="0"/>
              </a:rPr>
              <a:t>Similarly, in the verification phase, we see that penetration testing, the attack surface analysis review and the threat modeling review feed into this same threat prioritization process, feeding back into the stages that we've mentioned already.</a:t>
            </a:r>
          </a:p>
          <a:p>
            <a:pPr marL="0" lvl="0" indent="0" algn="l" rtl="0">
              <a:spcBef>
                <a:spcPts val="0"/>
              </a:spcBef>
              <a:spcAft>
                <a:spcPts val="0"/>
              </a:spcAft>
              <a:buNone/>
            </a:pPr>
            <a:endParaRPr lang="en-US" sz="1400" dirty="0">
              <a:latin typeface="Calibri" panose="020F0502020204030204" pitchFamily="34" charset="0"/>
              <a:cs typeface="Calibri" panose="020F0502020204030204" pitchFamily="34" charset="0"/>
            </a:endParaRPr>
          </a:p>
          <a:p>
            <a:pPr marL="0" lvl="0" indent="0" algn="l" rtl="0">
              <a:spcBef>
                <a:spcPts val="0"/>
              </a:spcBef>
              <a:spcAft>
                <a:spcPts val="0"/>
              </a:spcAft>
              <a:buNone/>
            </a:pPr>
            <a:r>
              <a:rPr lang="en-US" sz="1400" dirty="0">
                <a:latin typeface="Calibri" panose="020F0502020204030204" pitchFamily="34" charset="0"/>
                <a:cs typeface="Calibri" panose="020F0502020204030204" pitchFamily="34" charset="0"/>
              </a:rPr>
              <a:t>&lt;pause&gt;</a:t>
            </a:r>
          </a:p>
          <a:p>
            <a:pPr marL="0" lvl="0" indent="0" algn="l" rtl="0">
              <a:spcBef>
                <a:spcPts val="0"/>
              </a:spcBef>
              <a:spcAft>
                <a:spcPts val="0"/>
              </a:spcAft>
              <a:buNone/>
            </a:pPr>
            <a:endParaRPr lang="en-US" sz="1400" dirty="0">
              <a:latin typeface="Calibri" panose="020F0502020204030204" pitchFamily="34" charset="0"/>
              <a:cs typeface="Calibri" panose="020F0502020204030204" pitchFamily="34" charset="0"/>
            </a:endParaRPr>
          </a:p>
          <a:p>
            <a:pPr marL="0" lvl="0" indent="0" algn="l" rtl="0">
              <a:spcBef>
                <a:spcPts val="0"/>
              </a:spcBef>
              <a:spcAft>
                <a:spcPts val="0"/>
              </a:spcAft>
              <a:buNone/>
            </a:pPr>
            <a:r>
              <a:rPr lang="en-US" sz="1400" strike="sngStrike" dirty="0">
                <a:latin typeface="Calibri" panose="020F0502020204030204" pitchFamily="34" charset="0"/>
                <a:cs typeface="Calibri" panose="020F0502020204030204" pitchFamily="34" charset="0"/>
              </a:rPr>
              <a:t>And finally, in the operation phase, cybersecurity monitoring also feeds into the threat prioritization process.</a:t>
            </a:r>
          </a:p>
          <a:p>
            <a:pPr marL="0" lvl="0" indent="0" algn="l" rtl="0">
              <a:spcBef>
                <a:spcPts val="0"/>
              </a:spcBef>
              <a:spcAft>
                <a:spcPts val="0"/>
              </a:spcAft>
              <a:buNone/>
            </a:pPr>
            <a:endParaRPr lang="en-US" sz="1400" strike="sngStrike" dirty="0">
              <a:latin typeface="Calibri" panose="020F0502020204030204" pitchFamily="34" charset="0"/>
              <a:cs typeface="Calibri" panose="020F0502020204030204" pitchFamily="34" charset="0"/>
            </a:endParaRPr>
          </a:p>
          <a:p>
            <a:pPr marL="0" lvl="0" indent="0" algn="l" rtl="0">
              <a:spcBef>
                <a:spcPts val="0"/>
              </a:spcBef>
              <a:spcAft>
                <a:spcPts val="0"/>
              </a:spcAft>
              <a:buNone/>
            </a:pPr>
            <a:r>
              <a:rPr lang="en-US" sz="1400" strike="sngStrike" dirty="0">
                <a:latin typeface="Calibri" panose="020F0502020204030204" pitchFamily="34" charset="0"/>
                <a:cs typeface="Calibri" panose="020F0502020204030204" pitchFamily="34" charset="0"/>
              </a:rPr>
              <a:t>The advantage that we have is that regardless of the activity that we undertake within the AVCDL,</a:t>
            </a:r>
          </a:p>
          <a:p>
            <a:pPr marL="0" lvl="0" indent="0" algn="l" rtl="0">
              <a:spcBef>
                <a:spcPts val="0"/>
              </a:spcBef>
              <a:spcAft>
                <a:spcPts val="0"/>
              </a:spcAft>
              <a:buNone/>
            </a:pPr>
            <a:endParaRPr lang="en-US" sz="1400" strike="sngStrike" dirty="0">
              <a:latin typeface="Calibri" panose="020F0502020204030204" pitchFamily="34" charset="0"/>
              <a:cs typeface="Calibri" panose="020F0502020204030204" pitchFamily="34" charset="0"/>
            </a:endParaRPr>
          </a:p>
          <a:p>
            <a:pPr marL="0" lvl="0" indent="0" algn="l" rtl="0">
              <a:spcBef>
                <a:spcPts val="0"/>
              </a:spcBef>
              <a:spcAft>
                <a:spcPts val="0"/>
              </a:spcAft>
              <a:buNone/>
            </a:pPr>
            <a:r>
              <a:rPr lang="en-US" sz="1400" strike="sngStrike" dirty="0">
                <a:latin typeface="Calibri" panose="020F0502020204030204" pitchFamily="34" charset="0"/>
                <a:cs typeface="Calibri" panose="020F0502020204030204" pitchFamily="34" charset="0"/>
              </a:rPr>
              <a:t>we have a single, simple, consistent set of activities that we do, regardless of the threat’s source.</a:t>
            </a:r>
          </a:p>
          <a:p>
            <a:pPr marL="0" lvl="0" indent="0" algn="l" rtl="0">
              <a:spcBef>
                <a:spcPts val="0"/>
              </a:spcBef>
              <a:spcAft>
                <a:spcPts val="0"/>
              </a:spcAft>
              <a:buNone/>
            </a:pPr>
            <a:endParaRPr lang="en-US" sz="1400" dirty="0">
              <a:latin typeface="Calibri" panose="020F0502020204030204" pitchFamily="34" charset="0"/>
              <a:cs typeface="Calibri" panose="020F0502020204030204" pitchFamily="34" charset="0"/>
            </a:endParaRPr>
          </a:p>
        </p:txBody>
      </p:sp>
    </p:spTree>
    <p:extLst>
      <p:ext uri="{BB962C8B-B14F-4D97-AF65-F5344CB8AC3E}">
        <p14:creationId xmlns:p14="http://schemas.microsoft.com/office/powerpoint/2010/main" val="201428708"/>
      </p:ext>
    </p:extLst>
  </p:cSld>
  <p:clrMapOvr>
    <a:masterClrMapping/>
  </p:clrMapOvr>
</p:notes>
</file>

<file path=ppt/notesSlides/notesSlide15.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1195"/>
        <p:cNvGrpSpPr/>
        <p:nvPr/>
      </p:nvGrpSpPr>
      <p:grpSpPr>
        <a:xfrm>
          <a:off x="0" y="0"/>
          <a:ext cx="0" cy="0"/>
          <a:chOff x="0" y="0"/>
          <a:chExt cx="0" cy="0"/>
        </a:xfrm>
      </p:grpSpPr>
      <p:sp>
        <p:nvSpPr>
          <p:cNvPr id="1196" name="Google Shape;1196;g9ac6590046_0_272:notes"/>
          <p:cNvSpPr>
            <a:spLocks noGrp="1" noRot="1" noChangeAspect="1"/>
          </p:cNvSpPr>
          <p:nvPr>
            <p:ph type="sldImg" idx="2"/>
          </p:nvPr>
        </p:nvSpPr>
        <p:spPr>
          <a:xfrm>
            <a:off x="382588" y="685800"/>
            <a:ext cx="6094412" cy="3429000"/>
          </a:xfrm>
          <a:custGeom>
            <a:avLst/>
            <a:gdLst/>
            <a:ahLst/>
            <a:cxnLst/>
            <a:rect l="l" t="t" r="r" b="b"/>
            <a:pathLst>
              <a:path w="120000" h="120000" extrusionOk="0">
                <a:moveTo>
                  <a:pt x="0" y="0"/>
                </a:moveTo>
                <a:lnTo>
                  <a:pt x="120000" y="0"/>
                </a:lnTo>
                <a:lnTo>
                  <a:pt x="120000" y="120000"/>
                </a:lnTo>
                <a:lnTo>
                  <a:pt x="0" y="120000"/>
                </a:lnTo>
                <a:close/>
              </a:path>
            </a:pathLst>
          </a:custGeom>
        </p:spPr>
      </p:sp>
      <p:sp>
        <p:nvSpPr>
          <p:cNvPr id="1197" name="Google Shape;1197;g9ac6590046_0_272:notes"/>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r>
              <a:rPr lang="en-US" sz="1400" dirty="0">
                <a:latin typeface="Calibri" panose="020F0502020204030204" pitchFamily="34" charset="0"/>
                <a:cs typeface="Calibri" panose="020F0502020204030204" pitchFamily="34" charset="0"/>
              </a:rPr>
              <a:t>Script:</a:t>
            </a:r>
          </a:p>
          <a:p>
            <a:pPr marL="0" lvl="0" indent="0" algn="l" rtl="0">
              <a:spcBef>
                <a:spcPts val="0"/>
              </a:spcBef>
              <a:spcAft>
                <a:spcPts val="0"/>
              </a:spcAft>
              <a:buNone/>
            </a:pPr>
            <a:endParaRPr lang="en-US" sz="1400" dirty="0">
              <a:solidFill>
                <a:srgbClr val="1D1C1D"/>
              </a:solidFill>
              <a:effectLst/>
              <a:latin typeface="Arial" panose="020B0604020202020204" pitchFamily="34" charset="0"/>
            </a:endParaRPr>
          </a:p>
          <a:p>
            <a:pPr marL="0" lvl="0" indent="0" algn="l" rtl="0">
              <a:spcBef>
                <a:spcPts val="0"/>
              </a:spcBef>
              <a:spcAft>
                <a:spcPts val="0"/>
              </a:spcAft>
              <a:buNone/>
            </a:pPr>
            <a:r>
              <a:rPr lang="en-US" sz="1400" strike="sngStrike" dirty="0">
                <a:latin typeface="Calibri" panose="020F0502020204030204" pitchFamily="34" charset="0"/>
                <a:cs typeface="Calibri" panose="020F0502020204030204" pitchFamily="34" charset="0"/>
              </a:rPr>
              <a:t>In the development of any complex system, there's a strong motivation to have processes and procedures which can both be shared and require few changes to existing workflows.</a:t>
            </a:r>
          </a:p>
          <a:p>
            <a:pPr marL="0" lvl="0" indent="0" algn="l" rtl="0">
              <a:spcBef>
                <a:spcPts val="0"/>
              </a:spcBef>
              <a:spcAft>
                <a:spcPts val="0"/>
              </a:spcAft>
              <a:buNone/>
            </a:pPr>
            <a:endParaRPr lang="en-US" sz="1400" strike="sngStrike" dirty="0">
              <a:latin typeface="Calibri" panose="020F0502020204030204" pitchFamily="34" charset="0"/>
              <a:cs typeface="Calibri" panose="020F0502020204030204" pitchFamily="34" charset="0"/>
            </a:endParaRPr>
          </a:p>
          <a:p>
            <a:pPr marL="0" lvl="0" indent="0" algn="l" rtl="0">
              <a:spcBef>
                <a:spcPts val="0"/>
              </a:spcBef>
              <a:spcAft>
                <a:spcPts val="0"/>
              </a:spcAft>
              <a:buNone/>
            </a:pPr>
            <a:r>
              <a:rPr lang="en-US" sz="1400" strike="sngStrike" dirty="0">
                <a:latin typeface="Calibri" panose="020F0502020204030204" pitchFamily="34" charset="0"/>
                <a:cs typeface="Calibri" panose="020F0502020204030204" pitchFamily="34" charset="0"/>
              </a:rPr>
              <a:t>The threat prioritization process was designed with these goals in mind.</a:t>
            </a:r>
          </a:p>
          <a:p>
            <a:pPr marL="0" lvl="0" indent="0" algn="l" rtl="0">
              <a:spcBef>
                <a:spcPts val="0"/>
              </a:spcBef>
              <a:spcAft>
                <a:spcPts val="0"/>
              </a:spcAft>
              <a:buNone/>
            </a:pPr>
            <a:endParaRPr lang="en-US" sz="1400" strike="sngStrike" dirty="0">
              <a:latin typeface="Calibri" panose="020F0502020204030204" pitchFamily="34" charset="0"/>
              <a:cs typeface="Calibri" panose="020F0502020204030204" pitchFamily="34" charset="0"/>
            </a:endParaRPr>
          </a:p>
          <a:p>
            <a:pPr marL="0" lvl="0" indent="0" algn="l" rtl="0">
              <a:spcBef>
                <a:spcPts val="0"/>
              </a:spcBef>
              <a:spcAft>
                <a:spcPts val="0"/>
              </a:spcAft>
              <a:buNone/>
            </a:pPr>
            <a:r>
              <a:rPr lang="en-US" sz="1400" strike="sngStrike" dirty="0">
                <a:latin typeface="Calibri" panose="020F0502020204030204" pitchFamily="34" charset="0"/>
                <a:cs typeface="Calibri" panose="020F0502020204030204" pitchFamily="34" charset="0"/>
              </a:rPr>
              <a:t>One way the workflow achieves it’s light touch is by having a single simple mechanism for feeding changes back into earlier processes.</a:t>
            </a:r>
          </a:p>
          <a:p>
            <a:pPr marL="0" lvl="0" indent="0" algn="l" rtl="0">
              <a:spcBef>
                <a:spcPts val="0"/>
              </a:spcBef>
              <a:spcAft>
                <a:spcPts val="0"/>
              </a:spcAft>
              <a:buNone/>
            </a:pPr>
            <a:endParaRPr lang="en-US" sz="1400" strike="sngStrike" dirty="0">
              <a:latin typeface="Calibri" panose="020F0502020204030204" pitchFamily="34" charset="0"/>
              <a:cs typeface="Calibri" panose="020F0502020204030204" pitchFamily="34" charset="0"/>
            </a:endParaRPr>
          </a:p>
          <a:p>
            <a:pPr marL="0" lvl="0" indent="0" algn="l" rtl="0">
              <a:spcBef>
                <a:spcPts val="0"/>
              </a:spcBef>
              <a:spcAft>
                <a:spcPts val="0"/>
              </a:spcAft>
              <a:buNone/>
            </a:pPr>
            <a:r>
              <a:rPr lang="en-US" sz="1400" strike="sngStrike" dirty="0">
                <a:latin typeface="Calibri" panose="020F0502020204030204" pitchFamily="34" charset="0"/>
                <a:cs typeface="Calibri" panose="020F0502020204030204" pitchFamily="34" charset="0"/>
              </a:rPr>
              <a:t>&lt;pause&gt;</a:t>
            </a:r>
          </a:p>
          <a:p>
            <a:pPr marL="0" lvl="0" indent="0" algn="l" rtl="0">
              <a:spcBef>
                <a:spcPts val="0"/>
              </a:spcBef>
              <a:spcAft>
                <a:spcPts val="0"/>
              </a:spcAft>
              <a:buNone/>
            </a:pPr>
            <a:endParaRPr lang="en-US" sz="1400" strike="sngStrike" dirty="0">
              <a:latin typeface="Calibri" panose="020F0502020204030204" pitchFamily="34" charset="0"/>
              <a:cs typeface="Calibri" panose="020F0502020204030204" pitchFamily="34" charset="0"/>
            </a:endParaRPr>
          </a:p>
          <a:p>
            <a:pPr marL="0" lvl="0" indent="0" algn="l" rtl="0">
              <a:spcBef>
                <a:spcPts val="0"/>
              </a:spcBef>
              <a:spcAft>
                <a:spcPts val="0"/>
              </a:spcAft>
              <a:buNone/>
            </a:pPr>
            <a:r>
              <a:rPr lang="en-US" sz="1400" strike="sngStrike" dirty="0">
                <a:latin typeface="Calibri" panose="020F0502020204030204" pitchFamily="34" charset="0"/>
                <a:cs typeface="Calibri" panose="020F0502020204030204" pitchFamily="34" charset="0"/>
              </a:rPr>
              <a:t>To illustrate, we’ll use this diagram.</a:t>
            </a:r>
          </a:p>
          <a:p>
            <a:pPr marL="0" lvl="0" indent="0" algn="l" rtl="0">
              <a:spcBef>
                <a:spcPts val="0"/>
              </a:spcBef>
              <a:spcAft>
                <a:spcPts val="0"/>
              </a:spcAft>
              <a:buNone/>
            </a:pPr>
            <a:endParaRPr lang="en-US" sz="1400" strike="sngStrike" dirty="0">
              <a:latin typeface="Calibri" panose="020F0502020204030204" pitchFamily="34" charset="0"/>
              <a:cs typeface="Calibri" panose="020F0502020204030204" pitchFamily="34" charset="0"/>
            </a:endParaRPr>
          </a:p>
          <a:p>
            <a:pPr marL="0" lvl="0" indent="0" algn="l" rtl="0">
              <a:spcBef>
                <a:spcPts val="0"/>
              </a:spcBef>
              <a:spcAft>
                <a:spcPts val="0"/>
              </a:spcAft>
              <a:buNone/>
            </a:pPr>
            <a:r>
              <a:rPr lang="en-US" sz="1400" strike="sngStrike" dirty="0">
                <a:latin typeface="Calibri" panose="020F0502020204030204" pitchFamily="34" charset="0"/>
                <a:cs typeface="Calibri" panose="020F0502020204030204" pitchFamily="34" charset="0"/>
              </a:rPr>
              <a:t>It’s a bit of an eye chart, so we'll look at it in stages,</a:t>
            </a:r>
          </a:p>
          <a:p>
            <a:pPr marL="0" lvl="0" indent="0" algn="l" rtl="0">
              <a:spcBef>
                <a:spcPts val="0"/>
              </a:spcBef>
              <a:spcAft>
                <a:spcPts val="0"/>
              </a:spcAft>
              <a:buNone/>
            </a:pPr>
            <a:endParaRPr lang="en-US" sz="1400" strike="sngStrike" dirty="0">
              <a:latin typeface="Calibri" panose="020F0502020204030204" pitchFamily="34" charset="0"/>
              <a:cs typeface="Calibri" panose="020F0502020204030204" pitchFamily="34" charset="0"/>
            </a:endParaRPr>
          </a:p>
          <a:p>
            <a:pPr marL="0" lvl="0" indent="0" algn="l" rtl="0">
              <a:spcBef>
                <a:spcPts val="0"/>
              </a:spcBef>
              <a:spcAft>
                <a:spcPts val="0"/>
              </a:spcAft>
              <a:buNone/>
            </a:pPr>
            <a:r>
              <a:rPr lang="en-US" sz="1400" strike="sngStrike" dirty="0">
                <a:latin typeface="Calibri" panose="020F0502020204030204" pitchFamily="34" charset="0"/>
                <a:cs typeface="Calibri" panose="020F0502020204030204" pitchFamily="34" charset="0"/>
              </a:rPr>
              <a:t>but basically what we're showing here is that activities providing feedback follow a common path.</a:t>
            </a:r>
          </a:p>
          <a:p>
            <a:pPr marL="0" lvl="0" indent="0" algn="l" rtl="0">
              <a:spcBef>
                <a:spcPts val="0"/>
              </a:spcBef>
              <a:spcAft>
                <a:spcPts val="0"/>
              </a:spcAft>
              <a:buNone/>
            </a:pPr>
            <a:endParaRPr lang="en-US" sz="1400" strike="sngStrike" dirty="0">
              <a:latin typeface="Calibri" panose="020F0502020204030204" pitchFamily="34" charset="0"/>
              <a:cs typeface="Calibri" panose="020F0502020204030204" pitchFamily="34" charset="0"/>
            </a:endParaRPr>
          </a:p>
          <a:p>
            <a:pPr marL="0" lvl="0" indent="0" algn="l" rtl="0">
              <a:spcBef>
                <a:spcPts val="0"/>
              </a:spcBef>
              <a:spcAft>
                <a:spcPts val="0"/>
              </a:spcAft>
              <a:buNone/>
            </a:pPr>
            <a:r>
              <a:rPr lang="en-US" sz="1400" strike="sngStrike" dirty="0">
                <a:latin typeface="Calibri" panose="020F0502020204030204" pitchFamily="34" charset="0"/>
                <a:cs typeface="Calibri" panose="020F0502020204030204" pitchFamily="34" charset="0"/>
              </a:rPr>
              <a:t>&lt;pause&gt;</a:t>
            </a:r>
          </a:p>
          <a:p>
            <a:pPr marL="0" lvl="0" indent="0" algn="l" rtl="0">
              <a:spcBef>
                <a:spcPts val="0"/>
              </a:spcBef>
              <a:spcAft>
                <a:spcPts val="0"/>
              </a:spcAft>
              <a:buNone/>
            </a:pPr>
            <a:endParaRPr lang="en-US" sz="1400" strike="sngStrike" dirty="0">
              <a:latin typeface="Calibri" panose="020F0502020204030204" pitchFamily="34" charset="0"/>
              <a:cs typeface="Calibri" panose="020F0502020204030204" pitchFamily="34" charset="0"/>
            </a:endParaRPr>
          </a:p>
          <a:p>
            <a:pPr marL="0" lvl="0" indent="0" algn="l" rtl="0">
              <a:spcBef>
                <a:spcPts val="0"/>
              </a:spcBef>
              <a:spcAft>
                <a:spcPts val="0"/>
              </a:spcAft>
              <a:buNone/>
            </a:pPr>
            <a:r>
              <a:rPr lang="en-US" sz="1400" strike="sngStrike" dirty="0">
                <a:latin typeface="Calibri" panose="020F0502020204030204" pitchFamily="34" charset="0"/>
                <a:cs typeface="Calibri" panose="020F0502020204030204" pitchFamily="34" charset="0"/>
              </a:rPr>
              <a:t>Although they don't generate feedback, the foundation and requirements phases receive feedback from other phases, specifically in the area of requirements.</a:t>
            </a:r>
          </a:p>
          <a:p>
            <a:pPr marL="0" lvl="0" indent="0" algn="l" rtl="0">
              <a:spcBef>
                <a:spcPts val="0"/>
              </a:spcBef>
              <a:spcAft>
                <a:spcPts val="0"/>
              </a:spcAft>
              <a:buNone/>
            </a:pPr>
            <a:endParaRPr lang="en-US" sz="1400" strike="sngStrike" dirty="0">
              <a:latin typeface="Calibri" panose="020F0502020204030204" pitchFamily="34" charset="0"/>
              <a:cs typeface="Calibri" panose="020F0502020204030204" pitchFamily="34" charset="0"/>
            </a:endParaRPr>
          </a:p>
          <a:p>
            <a:pPr marL="0" lvl="0" indent="0" algn="l" rtl="0">
              <a:spcBef>
                <a:spcPts val="0"/>
              </a:spcBef>
              <a:spcAft>
                <a:spcPts val="0"/>
              </a:spcAft>
              <a:buNone/>
            </a:pPr>
            <a:r>
              <a:rPr lang="en-US" sz="1400" strike="sngStrike" dirty="0">
                <a:latin typeface="Calibri" panose="020F0502020204030204" pitchFamily="34" charset="0"/>
                <a:cs typeface="Calibri" panose="020F0502020204030204" pitchFamily="34" charset="0"/>
              </a:rPr>
              <a:t>&lt;pause&gt;</a:t>
            </a:r>
          </a:p>
          <a:p>
            <a:pPr marL="0" lvl="0" indent="0" algn="l" rtl="0">
              <a:spcBef>
                <a:spcPts val="0"/>
              </a:spcBef>
              <a:spcAft>
                <a:spcPts val="0"/>
              </a:spcAft>
              <a:buNone/>
            </a:pPr>
            <a:endParaRPr lang="en-US" sz="1400" strike="sngStrike" dirty="0">
              <a:latin typeface="Calibri" panose="020F0502020204030204" pitchFamily="34" charset="0"/>
              <a:cs typeface="Calibri" panose="020F0502020204030204" pitchFamily="34" charset="0"/>
            </a:endParaRPr>
          </a:p>
          <a:p>
            <a:pPr marL="0" lvl="0" indent="0" algn="l" rtl="0">
              <a:spcBef>
                <a:spcPts val="0"/>
              </a:spcBef>
              <a:spcAft>
                <a:spcPts val="0"/>
              </a:spcAft>
              <a:buNone/>
            </a:pPr>
            <a:r>
              <a:rPr lang="en-US" sz="1400" strike="sngStrike" dirty="0">
                <a:latin typeface="Calibri" panose="020F0502020204030204" pitchFamily="34" charset="0"/>
                <a:cs typeface="Calibri" panose="020F0502020204030204" pitchFamily="34" charset="0"/>
              </a:rPr>
              <a:t>In the design phase, what we see is that both the attack surface analysis and threat modeling activities can filter into the threat prioritization process.</a:t>
            </a:r>
          </a:p>
          <a:p>
            <a:pPr marL="0" lvl="0" indent="0" algn="l" rtl="0">
              <a:spcBef>
                <a:spcPts val="0"/>
              </a:spcBef>
              <a:spcAft>
                <a:spcPts val="0"/>
              </a:spcAft>
              <a:buNone/>
            </a:pPr>
            <a:endParaRPr lang="en-US" sz="1400" strike="sngStrike" dirty="0">
              <a:latin typeface="Calibri" panose="020F0502020204030204" pitchFamily="34" charset="0"/>
              <a:cs typeface="Calibri" panose="020F0502020204030204" pitchFamily="34" charset="0"/>
            </a:endParaRPr>
          </a:p>
          <a:p>
            <a:pPr marL="0" lvl="0" indent="0" algn="l" rtl="0">
              <a:spcBef>
                <a:spcPts val="0"/>
              </a:spcBef>
              <a:spcAft>
                <a:spcPts val="0"/>
              </a:spcAft>
              <a:buNone/>
            </a:pPr>
            <a:r>
              <a:rPr lang="en-US" sz="1400" strike="sngStrike" dirty="0">
                <a:latin typeface="Calibri" panose="020F0502020204030204" pitchFamily="34" charset="0"/>
                <a:cs typeface="Calibri" panose="020F0502020204030204" pitchFamily="34" charset="0"/>
              </a:rPr>
              <a:t>We’ll cover this in detail shortly.</a:t>
            </a:r>
          </a:p>
          <a:p>
            <a:pPr marL="0" lvl="0" indent="0" algn="l" rtl="0">
              <a:spcBef>
                <a:spcPts val="0"/>
              </a:spcBef>
              <a:spcAft>
                <a:spcPts val="0"/>
              </a:spcAft>
              <a:buNone/>
            </a:pPr>
            <a:endParaRPr lang="en-US" sz="1400" strike="sngStrike" dirty="0">
              <a:latin typeface="Calibri" panose="020F0502020204030204" pitchFamily="34" charset="0"/>
              <a:cs typeface="Calibri" panose="020F0502020204030204" pitchFamily="34" charset="0"/>
            </a:endParaRPr>
          </a:p>
          <a:p>
            <a:pPr marL="0" lvl="0" indent="0" algn="l" rtl="0">
              <a:spcBef>
                <a:spcPts val="0"/>
              </a:spcBef>
              <a:spcAft>
                <a:spcPts val="0"/>
              </a:spcAft>
              <a:buNone/>
            </a:pPr>
            <a:r>
              <a:rPr lang="en-US" sz="1400" strike="sngStrike" dirty="0">
                <a:latin typeface="Calibri" panose="020F0502020204030204" pitchFamily="34" charset="0"/>
                <a:cs typeface="Calibri" panose="020F0502020204030204" pitchFamily="34" charset="0"/>
              </a:rPr>
              <a:t>As we can see, the threat prioritization process sends feedback through the issue tracking system into either the element design review or the element requirements review.</a:t>
            </a:r>
          </a:p>
          <a:p>
            <a:pPr marL="0" lvl="0" indent="0" algn="l" rtl="0">
              <a:spcBef>
                <a:spcPts val="0"/>
              </a:spcBef>
              <a:spcAft>
                <a:spcPts val="0"/>
              </a:spcAft>
              <a:buNone/>
            </a:pPr>
            <a:endParaRPr lang="en-US" sz="1400" strike="sngStrike" dirty="0">
              <a:latin typeface="Calibri" panose="020F0502020204030204" pitchFamily="34" charset="0"/>
              <a:cs typeface="Calibri" panose="020F0502020204030204" pitchFamily="34" charset="0"/>
            </a:endParaRPr>
          </a:p>
          <a:p>
            <a:pPr marL="0" lvl="0" indent="0" algn="l" rtl="0">
              <a:spcBef>
                <a:spcPts val="0"/>
              </a:spcBef>
              <a:spcAft>
                <a:spcPts val="0"/>
              </a:spcAft>
              <a:buNone/>
            </a:pPr>
            <a:r>
              <a:rPr lang="en-US" sz="1400" strike="sngStrike" dirty="0">
                <a:latin typeface="Calibri" panose="020F0502020204030204" pitchFamily="34" charset="0"/>
                <a:cs typeface="Calibri" panose="020F0502020204030204" pitchFamily="34" charset="0"/>
              </a:rPr>
              <a:t>&lt;pause&gt;</a:t>
            </a:r>
          </a:p>
          <a:p>
            <a:pPr marL="0" lvl="0" indent="0" algn="l" rtl="0">
              <a:spcBef>
                <a:spcPts val="0"/>
              </a:spcBef>
              <a:spcAft>
                <a:spcPts val="0"/>
              </a:spcAft>
              <a:buNone/>
            </a:pPr>
            <a:endParaRPr lang="en-US" sz="1400" strike="sngStrike" dirty="0">
              <a:latin typeface="Calibri" panose="020F0502020204030204" pitchFamily="34" charset="0"/>
              <a:cs typeface="Calibri" panose="020F0502020204030204" pitchFamily="34" charset="0"/>
            </a:endParaRPr>
          </a:p>
          <a:p>
            <a:pPr marL="0" lvl="0" indent="0" algn="l" rtl="0">
              <a:spcBef>
                <a:spcPts val="0"/>
              </a:spcBef>
              <a:spcAft>
                <a:spcPts val="0"/>
              </a:spcAft>
              <a:buNone/>
            </a:pPr>
            <a:r>
              <a:rPr lang="en-US" sz="1400" strike="sngStrike" dirty="0">
                <a:latin typeface="Calibri" panose="020F0502020204030204" pitchFamily="34" charset="0"/>
                <a:cs typeface="Calibri" panose="020F0502020204030204" pitchFamily="34" charset="0"/>
              </a:rPr>
              <a:t>In the implementation phase, we can see four activities which are feeding into this threat prioritization process.</a:t>
            </a:r>
          </a:p>
          <a:p>
            <a:pPr marL="0" lvl="0" indent="0" algn="l" rtl="0">
              <a:spcBef>
                <a:spcPts val="0"/>
              </a:spcBef>
              <a:spcAft>
                <a:spcPts val="0"/>
              </a:spcAft>
              <a:buNone/>
            </a:pPr>
            <a:endParaRPr lang="en-US" sz="1400" strike="sngStrike" dirty="0">
              <a:latin typeface="Calibri" panose="020F0502020204030204" pitchFamily="34" charset="0"/>
              <a:cs typeface="Calibri" panose="020F0502020204030204" pitchFamily="34" charset="0"/>
            </a:endParaRPr>
          </a:p>
          <a:p>
            <a:pPr marL="0" lvl="0" indent="0" algn="l" rtl="0">
              <a:spcBef>
                <a:spcPts val="0"/>
              </a:spcBef>
              <a:spcAft>
                <a:spcPts val="0"/>
              </a:spcAft>
              <a:buNone/>
            </a:pPr>
            <a:r>
              <a:rPr lang="en-US" sz="1400" strike="sngStrike" dirty="0">
                <a:latin typeface="Calibri" panose="020F0502020204030204" pitchFamily="34" charset="0"/>
                <a:cs typeface="Calibri" panose="020F0502020204030204" pitchFamily="34" charset="0"/>
              </a:rPr>
              <a:t>Those being fuzz testing, static analysis, dynamic analysis and security code review.</a:t>
            </a:r>
          </a:p>
          <a:p>
            <a:pPr marL="0" lvl="0" indent="0" algn="l" rtl="0">
              <a:spcBef>
                <a:spcPts val="0"/>
              </a:spcBef>
              <a:spcAft>
                <a:spcPts val="0"/>
              </a:spcAft>
              <a:buNone/>
            </a:pPr>
            <a:endParaRPr lang="en-US" sz="1400" strike="sngStrike" dirty="0">
              <a:latin typeface="Calibri" panose="020F0502020204030204" pitchFamily="34" charset="0"/>
              <a:cs typeface="Calibri" panose="020F0502020204030204" pitchFamily="34" charset="0"/>
            </a:endParaRPr>
          </a:p>
          <a:p>
            <a:pPr marL="0" lvl="0" indent="0" algn="l" rtl="0">
              <a:spcBef>
                <a:spcPts val="0"/>
              </a:spcBef>
              <a:spcAft>
                <a:spcPts val="0"/>
              </a:spcAft>
              <a:buNone/>
            </a:pPr>
            <a:r>
              <a:rPr lang="en-US" sz="1400" strike="sngStrike" dirty="0">
                <a:latin typeface="Calibri" panose="020F0502020204030204" pitchFamily="34" charset="0"/>
                <a:cs typeface="Calibri" panose="020F0502020204030204" pitchFamily="34" charset="0"/>
              </a:rPr>
              <a:t>The feedback can go either directly to the element implementation process of the implementation phase or,</a:t>
            </a:r>
          </a:p>
          <a:p>
            <a:pPr marL="0" lvl="0" indent="0" algn="l" rtl="0">
              <a:spcBef>
                <a:spcPts val="0"/>
              </a:spcBef>
              <a:spcAft>
                <a:spcPts val="0"/>
              </a:spcAft>
              <a:buNone/>
            </a:pPr>
            <a:endParaRPr lang="en-US" sz="1400" strike="sngStrike" dirty="0">
              <a:latin typeface="Calibri" panose="020F0502020204030204" pitchFamily="34" charset="0"/>
              <a:cs typeface="Calibri" panose="020F0502020204030204" pitchFamily="34" charset="0"/>
            </a:endParaRPr>
          </a:p>
          <a:p>
            <a:pPr marL="0" lvl="0" indent="0" algn="l" rtl="0">
              <a:spcBef>
                <a:spcPts val="0"/>
              </a:spcBef>
              <a:spcAft>
                <a:spcPts val="0"/>
              </a:spcAft>
              <a:buNone/>
            </a:pPr>
            <a:r>
              <a:rPr lang="en-US" sz="1400" strike="sngStrike" dirty="0">
                <a:latin typeface="Calibri" panose="020F0502020204030204" pitchFamily="34" charset="0"/>
                <a:cs typeface="Calibri" panose="020F0502020204030204" pitchFamily="34" charset="0"/>
              </a:rPr>
              <a:t>depending on the scope of the change required,</a:t>
            </a:r>
          </a:p>
          <a:p>
            <a:pPr marL="0" lvl="0" indent="0" algn="l" rtl="0">
              <a:spcBef>
                <a:spcPts val="0"/>
              </a:spcBef>
              <a:spcAft>
                <a:spcPts val="0"/>
              </a:spcAft>
              <a:buNone/>
            </a:pPr>
            <a:endParaRPr lang="en-US" sz="1400" strike="sngStrike" dirty="0">
              <a:latin typeface="Calibri" panose="020F0502020204030204" pitchFamily="34" charset="0"/>
              <a:cs typeface="Calibri" panose="020F0502020204030204" pitchFamily="34" charset="0"/>
            </a:endParaRPr>
          </a:p>
          <a:p>
            <a:pPr marL="0" lvl="0" indent="0" algn="l" rtl="0">
              <a:spcBef>
                <a:spcPts val="0"/>
              </a:spcBef>
              <a:spcAft>
                <a:spcPts val="0"/>
              </a:spcAft>
              <a:buNone/>
            </a:pPr>
            <a:r>
              <a:rPr lang="en-US" sz="1400" strike="sngStrike" dirty="0">
                <a:latin typeface="Calibri" panose="020F0502020204030204" pitchFamily="34" charset="0"/>
                <a:cs typeface="Calibri" panose="020F0502020204030204" pitchFamily="34" charset="0"/>
              </a:rPr>
              <a:t>into either the element design review of the design phase or element requirements review of the requirements phase.</a:t>
            </a:r>
          </a:p>
          <a:p>
            <a:pPr marL="0" lvl="0" indent="0" algn="l" rtl="0">
              <a:spcBef>
                <a:spcPts val="0"/>
              </a:spcBef>
              <a:spcAft>
                <a:spcPts val="0"/>
              </a:spcAft>
              <a:buNone/>
            </a:pPr>
            <a:endParaRPr lang="en-US" sz="1400" strike="sngStrike" dirty="0">
              <a:latin typeface="Calibri" panose="020F0502020204030204" pitchFamily="34" charset="0"/>
              <a:cs typeface="Calibri" panose="020F0502020204030204" pitchFamily="34" charset="0"/>
            </a:endParaRPr>
          </a:p>
          <a:p>
            <a:pPr marL="0" lvl="0" indent="0" algn="l" rtl="0">
              <a:spcBef>
                <a:spcPts val="0"/>
              </a:spcBef>
              <a:spcAft>
                <a:spcPts val="0"/>
              </a:spcAft>
              <a:buNone/>
            </a:pPr>
            <a:r>
              <a:rPr lang="en-US" sz="1400" strike="sngStrike" dirty="0">
                <a:latin typeface="Calibri" panose="020F0502020204030204" pitchFamily="34" charset="0"/>
                <a:cs typeface="Calibri" panose="020F0502020204030204" pitchFamily="34" charset="0"/>
              </a:rPr>
              <a:t>&lt;pause&gt;</a:t>
            </a:r>
          </a:p>
          <a:p>
            <a:pPr marL="0" lvl="0" indent="0" algn="l" rtl="0">
              <a:spcBef>
                <a:spcPts val="0"/>
              </a:spcBef>
              <a:spcAft>
                <a:spcPts val="0"/>
              </a:spcAft>
              <a:buNone/>
            </a:pPr>
            <a:endParaRPr lang="en-US" sz="1400" strike="sngStrike" dirty="0">
              <a:latin typeface="Calibri" panose="020F0502020204030204" pitchFamily="34" charset="0"/>
              <a:cs typeface="Calibri" panose="020F0502020204030204" pitchFamily="34" charset="0"/>
            </a:endParaRPr>
          </a:p>
          <a:p>
            <a:pPr marL="0" lvl="0" indent="0" algn="l" rtl="0">
              <a:spcBef>
                <a:spcPts val="0"/>
              </a:spcBef>
              <a:spcAft>
                <a:spcPts val="0"/>
              </a:spcAft>
              <a:buNone/>
            </a:pPr>
            <a:r>
              <a:rPr lang="en-US" sz="1400" strike="sngStrike" dirty="0">
                <a:latin typeface="Calibri" panose="020F0502020204030204" pitchFamily="34" charset="0"/>
                <a:cs typeface="Calibri" panose="020F0502020204030204" pitchFamily="34" charset="0"/>
              </a:rPr>
              <a:t>Similarly, in the verification phase, we see that penetration testing, the attack surface analysis review and the threat modeling review feed into this same threat prioritization process, feeding back into the stages that we've mentioned already.</a:t>
            </a:r>
          </a:p>
          <a:p>
            <a:pPr marL="0" lvl="0" indent="0" algn="l" rtl="0">
              <a:spcBef>
                <a:spcPts val="0"/>
              </a:spcBef>
              <a:spcAft>
                <a:spcPts val="0"/>
              </a:spcAft>
              <a:buNone/>
            </a:pPr>
            <a:endParaRPr lang="en-US" sz="1400" strike="sngStrike" dirty="0">
              <a:latin typeface="Calibri" panose="020F0502020204030204" pitchFamily="34" charset="0"/>
              <a:cs typeface="Calibri" panose="020F0502020204030204" pitchFamily="34" charset="0"/>
            </a:endParaRPr>
          </a:p>
          <a:p>
            <a:pPr marL="0" lvl="0" indent="0" algn="l" rtl="0">
              <a:spcBef>
                <a:spcPts val="0"/>
              </a:spcBef>
              <a:spcAft>
                <a:spcPts val="0"/>
              </a:spcAft>
              <a:buNone/>
            </a:pPr>
            <a:r>
              <a:rPr lang="en-US" sz="1400" strike="sngStrike" dirty="0">
                <a:latin typeface="Calibri" panose="020F0502020204030204" pitchFamily="34" charset="0"/>
                <a:cs typeface="Calibri" panose="020F0502020204030204" pitchFamily="34" charset="0"/>
              </a:rPr>
              <a:t>&lt;pause&gt;</a:t>
            </a:r>
          </a:p>
          <a:p>
            <a:pPr marL="0" lvl="0" indent="0" algn="l" rtl="0">
              <a:spcBef>
                <a:spcPts val="0"/>
              </a:spcBef>
              <a:spcAft>
                <a:spcPts val="0"/>
              </a:spcAft>
              <a:buNone/>
            </a:pPr>
            <a:endParaRPr lang="en-US" sz="1400" dirty="0">
              <a:latin typeface="Calibri" panose="020F0502020204030204" pitchFamily="34" charset="0"/>
              <a:cs typeface="Calibri" panose="020F0502020204030204" pitchFamily="34" charset="0"/>
            </a:endParaRPr>
          </a:p>
          <a:p>
            <a:pPr marL="0" lvl="0" indent="0" algn="l" rtl="0">
              <a:spcBef>
                <a:spcPts val="0"/>
              </a:spcBef>
              <a:spcAft>
                <a:spcPts val="0"/>
              </a:spcAft>
              <a:buNone/>
            </a:pPr>
            <a:r>
              <a:rPr lang="en-US" sz="1400" dirty="0">
                <a:latin typeface="Calibri" panose="020F0502020204030204" pitchFamily="34" charset="0"/>
                <a:cs typeface="Calibri" panose="020F0502020204030204" pitchFamily="34" charset="0"/>
              </a:rPr>
              <a:t>And finally, in the operation phase, cybersecurity monitoring also feeds into the threat prioritization process.</a:t>
            </a:r>
          </a:p>
          <a:p>
            <a:pPr marL="0" lvl="0" indent="0" algn="l" rtl="0">
              <a:spcBef>
                <a:spcPts val="0"/>
              </a:spcBef>
              <a:spcAft>
                <a:spcPts val="0"/>
              </a:spcAft>
              <a:buNone/>
            </a:pPr>
            <a:endParaRPr lang="en-US" sz="1400" dirty="0">
              <a:latin typeface="Calibri" panose="020F0502020204030204" pitchFamily="34" charset="0"/>
              <a:cs typeface="Calibri" panose="020F0502020204030204" pitchFamily="34" charset="0"/>
            </a:endParaRPr>
          </a:p>
          <a:p>
            <a:pPr marL="0" lvl="0" indent="0" algn="l" rtl="0">
              <a:spcBef>
                <a:spcPts val="0"/>
              </a:spcBef>
              <a:spcAft>
                <a:spcPts val="0"/>
              </a:spcAft>
              <a:buNone/>
            </a:pPr>
            <a:r>
              <a:rPr lang="en-US" sz="1400" dirty="0">
                <a:latin typeface="Calibri" panose="020F0502020204030204" pitchFamily="34" charset="0"/>
                <a:cs typeface="Calibri" panose="020F0502020204030204" pitchFamily="34" charset="0"/>
              </a:rPr>
              <a:t>The advantage that we have is that regardless of the activity that we undertake within the AVCDL,</a:t>
            </a:r>
          </a:p>
          <a:p>
            <a:pPr marL="0" lvl="0" indent="0" algn="l" rtl="0">
              <a:spcBef>
                <a:spcPts val="0"/>
              </a:spcBef>
              <a:spcAft>
                <a:spcPts val="0"/>
              </a:spcAft>
              <a:buNone/>
            </a:pPr>
            <a:endParaRPr lang="en-US" sz="1400" dirty="0">
              <a:latin typeface="Calibri" panose="020F0502020204030204" pitchFamily="34" charset="0"/>
              <a:cs typeface="Calibri" panose="020F0502020204030204" pitchFamily="34" charset="0"/>
            </a:endParaRPr>
          </a:p>
          <a:p>
            <a:pPr marL="0" lvl="0" indent="0" algn="l" rtl="0">
              <a:spcBef>
                <a:spcPts val="0"/>
              </a:spcBef>
              <a:spcAft>
                <a:spcPts val="0"/>
              </a:spcAft>
              <a:buNone/>
            </a:pPr>
            <a:r>
              <a:rPr lang="en-US" sz="1400" dirty="0">
                <a:latin typeface="Calibri" panose="020F0502020204030204" pitchFamily="34" charset="0"/>
                <a:cs typeface="Calibri" panose="020F0502020204030204" pitchFamily="34" charset="0"/>
              </a:rPr>
              <a:t>we have a single, simple, consistent set of activities that we do, regardless of the threat’s source.</a:t>
            </a:r>
          </a:p>
          <a:p>
            <a:pPr marL="0" lvl="0" indent="0" algn="l" rtl="0">
              <a:spcBef>
                <a:spcPts val="0"/>
              </a:spcBef>
              <a:spcAft>
                <a:spcPts val="0"/>
              </a:spcAft>
              <a:buNone/>
            </a:pPr>
            <a:endParaRPr lang="en-US" sz="1400" dirty="0">
              <a:latin typeface="Calibri" panose="020F0502020204030204" pitchFamily="34" charset="0"/>
              <a:cs typeface="Calibri" panose="020F0502020204030204" pitchFamily="34" charset="0"/>
            </a:endParaRPr>
          </a:p>
        </p:txBody>
      </p:sp>
    </p:spTree>
    <p:extLst>
      <p:ext uri="{BB962C8B-B14F-4D97-AF65-F5344CB8AC3E}">
        <p14:creationId xmlns:p14="http://schemas.microsoft.com/office/powerpoint/2010/main" val="333048094"/>
      </p:ext>
    </p:extLst>
  </p:cSld>
  <p:clrMapOvr>
    <a:masterClrMapping/>
  </p:clrMapOvr>
</p:notes>
</file>

<file path=ppt/notesSlides/notesSlide16.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1195"/>
        <p:cNvGrpSpPr/>
        <p:nvPr/>
      </p:nvGrpSpPr>
      <p:grpSpPr>
        <a:xfrm>
          <a:off x="0" y="0"/>
          <a:ext cx="0" cy="0"/>
          <a:chOff x="0" y="0"/>
          <a:chExt cx="0" cy="0"/>
        </a:xfrm>
      </p:grpSpPr>
      <p:sp>
        <p:nvSpPr>
          <p:cNvPr id="1196" name="Google Shape;1196;g9ac6590046_0_272:notes"/>
          <p:cNvSpPr>
            <a:spLocks noGrp="1" noRot="1" noChangeAspect="1"/>
          </p:cNvSpPr>
          <p:nvPr>
            <p:ph type="sldImg" idx="2"/>
          </p:nvPr>
        </p:nvSpPr>
        <p:spPr>
          <a:xfrm>
            <a:off x="382588" y="685800"/>
            <a:ext cx="6094412" cy="3429000"/>
          </a:xfrm>
          <a:custGeom>
            <a:avLst/>
            <a:gdLst/>
            <a:ahLst/>
            <a:cxnLst/>
            <a:rect l="l" t="t" r="r" b="b"/>
            <a:pathLst>
              <a:path w="120000" h="120000" extrusionOk="0">
                <a:moveTo>
                  <a:pt x="0" y="0"/>
                </a:moveTo>
                <a:lnTo>
                  <a:pt x="120000" y="0"/>
                </a:lnTo>
                <a:lnTo>
                  <a:pt x="120000" y="120000"/>
                </a:lnTo>
                <a:lnTo>
                  <a:pt x="0" y="120000"/>
                </a:lnTo>
                <a:close/>
              </a:path>
            </a:pathLst>
          </a:custGeom>
        </p:spPr>
      </p:sp>
      <p:sp>
        <p:nvSpPr>
          <p:cNvPr id="1197" name="Google Shape;1197;g9ac6590046_0_272:notes"/>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r>
              <a:rPr lang="en-US" sz="1400" dirty="0">
                <a:latin typeface="Calibri" panose="020F0502020204030204" pitchFamily="34" charset="0"/>
                <a:cs typeface="Calibri" panose="020F0502020204030204" pitchFamily="34" charset="0"/>
              </a:rPr>
              <a:t>Script:</a:t>
            </a:r>
          </a:p>
          <a:p>
            <a:pPr marL="0" lvl="0" indent="0" algn="l" rtl="0">
              <a:spcBef>
                <a:spcPts val="0"/>
              </a:spcBef>
              <a:spcAft>
                <a:spcPts val="0"/>
              </a:spcAft>
              <a:buNone/>
            </a:pPr>
            <a:endParaRPr lang="en-US" sz="1400" dirty="0">
              <a:solidFill>
                <a:srgbClr val="1D1C1D"/>
              </a:solidFill>
              <a:effectLst/>
              <a:latin typeface="Calibri" panose="020F0502020204030204" pitchFamily="34" charset="0"/>
              <a:cs typeface="Calibri" panose="020F0502020204030204" pitchFamily="34" charset="0"/>
            </a:endParaRPr>
          </a:p>
          <a:p>
            <a:pPr marL="0" marR="0" lvl="0" indent="0" algn="l" defTabSz="914400" rtl="0" eaLnBrk="1" fontAlgn="auto" latinLnBrk="0" hangingPunct="1">
              <a:lnSpc>
                <a:spcPct val="100000"/>
              </a:lnSpc>
              <a:spcBef>
                <a:spcPts val="0"/>
              </a:spcBef>
              <a:spcAft>
                <a:spcPts val="0"/>
              </a:spcAft>
              <a:buClr>
                <a:srgbClr val="000000"/>
              </a:buClr>
              <a:buSzPts val="1100"/>
              <a:buFont typeface="Arial"/>
              <a:buNone/>
              <a:tabLst/>
              <a:defRPr/>
            </a:pPr>
            <a:r>
              <a:rPr lang="en-US" sz="1400" dirty="0">
                <a:latin typeface="Calibri" panose="020F0502020204030204" pitchFamily="34" charset="0"/>
                <a:cs typeface="Calibri" panose="020F0502020204030204" pitchFamily="34" charset="0"/>
              </a:rPr>
              <a:t>Now let's look at all of the areas at the same time.</a:t>
            </a:r>
          </a:p>
          <a:p>
            <a:pPr marL="0" marR="0" lvl="0" indent="0" algn="l" defTabSz="914400" rtl="0" eaLnBrk="1" fontAlgn="auto" latinLnBrk="0" hangingPunct="1">
              <a:lnSpc>
                <a:spcPct val="100000"/>
              </a:lnSpc>
              <a:spcBef>
                <a:spcPts val="0"/>
              </a:spcBef>
              <a:spcAft>
                <a:spcPts val="0"/>
              </a:spcAft>
              <a:buClr>
                <a:srgbClr val="000000"/>
              </a:buClr>
              <a:buSzPts val="1100"/>
              <a:buFont typeface="Arial"/>
              <a:buNone/>
              <a:tabLst/>
              <a:defRPr/>
            </a:pPr>
            <a:endParaRPr lang="en-US" sz="1400" dirty="0">
              <a:latin typeface="Calibri" panose="020F0502020204030204" pitchFamily="34" charset="0"/>
              <a:cs typeface="Calibri" panose="020F0502020204030204" pitchFamily="34" charset="0"/>
            </a:endParaRPr>
          </a:p>
          <a:p>
            <a:pPr marL="0" marR="0" lvl="0" indent="0" algn="l" defTabSz="914400" rtl="0" eaLnBrk="1" fontAlgn="auto" latinLnBrk="0" hangingPunct="1">
              <a:lnSpc>
                <a:spcPct val="100000"/>
              </a:lnSpc>
              <a:spcBef>
                <a:spcPts val="0"/>
              </a:spcBef>
              <a:spcAft>
                <a:spcPts val="0"/>
              </a:spcAft>
              <a:buClr>
                <a:srgbClr val="000000"/>
              </a:buClr>
              <a:buSzPts val="1100"/>
              <a:buFont typeface="Arial"/>
              <a:buNone/>
              <a:tabLst/>
              <a:defRPr/>
            </a:pPr>
            <a:r>
              <a:rPr lang="en-US" sz="1400" dirty="0">
                <a:latin typeface="Calibri" panose="020F0502020204030204" pitchFamily="34" charset="0"/>
                <a:cs typeface="Calibri" panose="020F0502020204030204" pitchFamily="34" charset="0"/>
              </a:rPr>
              <a:t>&lt;pause&gt;</a:t>
            </a:r>
          </a:p>
          <a:p>
            <a:pPr marL="0" marR="0" lvl="0" indent="0" algn="l" defTabSz="914400" rtl="0" eaLnBrk="1" fontAlgn="auto" latinLnBrk="0" hangingPunct="1">
              <a:lnSpc>
                <a:spcPct val="100000"/>
              </a:lnSpc>
              <a:spcBef>
                <a:spcPts val="0"/>
              </a:spcBef>
              <a:spcAft>
                <a:spcPts val="0"/>
              </a:spcAft>
              <a:buClr>
                <a:srgbClr val="000000"/>
              </a:buClr>
              <a:buSzPts val="1100"/>
              <a:buFont typeface="Arial"/>
              <a:buNone/>
              <a:tabLst/>
              <a:defRPr/>
            </a:pPr>
            <a:endParaRPr lang="en-US" sz="1400" dirty="0">
              <a:latin typeface="Calibri" panose="020F0502020204030204" pitchFamily="34" charset="0"/>
              <a:cs typeface="Calibri" panose="020F0502020204030204" pitchFamily="34" charset="0"/>
            </a:endParaRPr>
          </a:p>
          <a:p>
            <a:pPr marL="0" marR="0" lvl="0" indent="0" algn="l" defTabSz="914400" rtl="0" eaLnBrk="1" fontAlgn="auto" latinLnBrk="0" hangingPunct="1">
              <a:lnSpc>
                <a:spcPct val="100000"/>
              </a:lnSpc>
              <a:spcBef>
                <a:spcPts val="0"/>
              </a:spcBef>
              <a:spcAft>
                <a:spcPts val="0"/>
              </a:spcAft>
              <a:buClr>
                <a:srgbClr val="000000"/>
              </a:buClr>
              <a:buSzPts val="1100"/>
              <a:buFont typeface="Arial"/>
              <a:buNone/>
              <a:tabLst/>
              <a:defRPr/>
            </a:pPr>
            <a:r>
              <a:rPr lang="en-US" sz="1400" strike="sngStrike" dirty="0">
                <a:latin typeface="Calibri" panose="020F0502020204030204" pitchFamily="34" charset="0"/>
                <a:cs typeface="Calibri" panose="020F0502020204030204" pitchFamily="34" charset="0"/>
              </a:rPr>
              <a:t>For this, we're going to refer to the AVCDL framework diagram.</a:t>
            </a:r>
          </a:p>
          <a:p>
            <a:pPr marL="0" marR="0" lvl="0" indent="0" algn="l" defTabSz="914400" rtl="0" eaLnBrk="1" fontAlgn="auto" latinLnBrk="0" hangingPunct="1">
              <a:lnSpc>
                <a:spcPct val="100000"/>
              </a:lnSpc>
              <a:spcBef>
                <a:spcPts val="0"/>
              </a:spcBef>
              <a:spcAft>
                <a:spcPts val="0"/>
              </a:spcAft>
              <a:buClr>
                <a:srgbClr val="000000"/>
              </a:buClr>
              <a:buSzPts val="1100"/>
              <a:buFont typeface="Arial"/>
              <a:buNone/>
              <a:tabLst/>
              <a:defRPr/>
            </a:pPr>
            <a:endParaRPr lang="en-US" sz="1400" strike="sngStrike" dirty="0">
              <a:latin typeface="Calibri" panose="020F0502020204030204" pitchFamily="34" charset="0"/>
              <a:cs typeface="Calibri" panose="020F0502020204030204" pitchFamily="34" charset="0"/>
            </a:endParaRPr>
          </a:p>
          <a:p>
            <a:pPr marL="0" marR="0" lvl="0" indent="0" algn="l" defTabSz="914400" rtl="0" eaLnBrk="1" fontAlgn="auto" latinLnBrk="0" hangingPunct="1">
              <a:lnSpc>
                <a:spcPct val="100000"/>
              </a:lnSpc>
              <a:spcBef>
                <a:spcPts val="0"/>
              </a:spcBef>
              <a:spcAft>
                <a:spcPts val="0"/>
              </a:spcAft>
              <a:buClr>
                <a:srgbClr val="000000"/>
              </a:buClr>
              <a:buSzPts val="1100"/>
              <a:buFont typeface="Arial"/>
              <a:buNone/>
              <a:tabLst/>
              <a:defRPr/>
            </a:pPr>
            <a:r>
              <a:rPr lang="en-US" sz="1400" strike="sngStrike" dirty="0">
                <a:latin typeface="Calibri" panose="020F0502020204030204" pitchFamily="34" charset="0"/>
                <a:cs typeface="Calibri" panose="020F0502020204030204" pitchFamily="34" charset="0"/>
              </a:rPr>
              <a:t>We can see that secure design review, attack surface analysis, and threat modeling in the design phase;</a:t>
            </a:r>
          </a:p>
          <a:p>
            <a:pPr marL="0" marR="0" lvl="0" indent="0" algn="l" defTabSz="914400" rtl="0" eaLnBrk="1" fontAlgn="auto" latinLnBrk="0" hangingPunct="1">
              <a:lnSpc>
                <a:spcPct val="100000"/>
              </a:lnSpc>
              <a:spcBef>
                <a:spcPts val="0"/>
              </a:spcBef>
              <a:spcAft>
                <a:spcPts val="0"/>
              </a:spcAft>
              <a:buClr>
                <a:srgbClr val="000000"/>
              </a:buClr>
              <a:buSzPts val="1100"/>
              <a:buFont typeface="Arial"/>
              <a:buNone/>
              <a:tabLst/>
              <a:defRPr/>
            </a:pPr>
            <a:endParaRPr lang="en-US" sz="1400" strike="sngStrike" dirty="0">
              <a:latin typeface="Calibri" panose="020F0502020204030204" pitchFamily="34" charset="0"/>
              <a:cs typeface="Calibri" panose="020F0502020204030204" pitchFamily="34" charset="0"/>
            </a:endParaRPr>
          </a:p>
          <a:p>
            <a:pPr marL="0" marR="0" lvl="0" indent="0" algn="l" defTabSz="914400" rtl="0" eaLnBrk="1" fontAlgn="auto" latinLnBrk="0" hangingPunct="1">
              <a:lnSpc>
                <a:spcPct val="100000"/>
              </a:lnSpc>
              <a:spcBef>
                <a:spcPts val="0"/>
              </a:spcBef>
              <a:spcAft>
                <a:spcPts val="0"/>
              </a:spcAft>
              <a:buClr>
                <a:srgbClr val="000000"/>
              </a:buClr>
              <a:buSzPts val="1100"/>
              <a:buFont typeface="Arial"/>
              <a:buNone/>
              <a:tabLst/>
              <a:defRPr/>
            </a:pPr>
            <a:r>
              <a:rPr lang="en-US" sz="1400" strike="sngStrike" dirty="0">
                <a:latin typeface="Calibri" panose="020F0502020204030204" pitchFamily="34" charset="0"/>
                <a:cs typeface="Calibri" panose="020F0502020204030204" pitchFamily="34" charset="0"/>
              </a:rPr>
              <a:t>&lt;pause&gt;</a:t>
            </a:r>
          </a:p>
          <a:p>
            <a:pPr marL="0" marR="0" lvl="0" indent="0" algn="l" defTabSz="914400" rtl="0" eaLnBrk="1" fontAlgn="auto" latinLnBrk="0" hangingPunct="1">
              <a:lnSpc>
                <a:spcPct val="100000"/>
              </a:lnSpc>
              <a:spcBef>
                <a:spcPts val="0"/>
              </a:spcBef>
              <a:spcAft>
                <a:spcPts val="0"/>
              </a:spcAft>
              <a:buClr>
                <a:srgbClr val="000000"/>
              </a:buClr>
              <a:buSzPts val="1100"/>
              <a:buFont typeface="Arial"/>
              <a:buNone/>
              <a:tabLst/>
              <a:defRPr/>
            </a:pPr>
            <a:endParaRPr lang="en-US" sz="1400" b="1" dirty="0">
              <a:latin typeface="Calibri" panose="020F0502020204030204" pitchFamily="34" charset="0"/>
              <a:cs typeface="Calibri" panose="020F0502020204030204" pitchFamily="34" charset="0"/>
            </a:endParaRPr>
          </a:p>
          <a:p>
            <a:pPr marL="0" marR="0" lvl="0" indent="0" algn="l" defTabSz="914400" rtl="0" eaLnBrk="1" fontAlgn="auto" latinLnBrk="0" hangingPunct="1">
              <a:lnSpc>
                <a:spcPct val="100000"/>
              </a:lnSpc>
              <a:spcBef>
                <a:spcPts val="0"/>
              </a:spcBef>
              <a:spcAft>
                <a:spcPts val="0"/>
              </a:spcAft>
              <a:buClr>
                <a:srgbClr val="000000"/>
              </a:buClr>
              <a:buSzPts val="1100"/>
              <a:buFont typeface="Arial"/>
              <a:buNone/>
              <a:tabLst/>
              <a:defRPr/>
            </a:pPr>
            <a:r>
              <a:rPr lang="en-US" sz="1400" strike="sngStrike" dirty="0">
                <a:latin typeface="Calibri" panose="020F0502020204030204" pitchFamily="34" charset="0"/>
                <a:cs typeface="Calibri" panose="020F0502020204030204" pitchFamily="34" charset="0"/>
              </a:rPr>
              <a:t>static analysis, dynamic analysis, fuzz testing, and secure code review in the implementation phase;</a:t>
            </a:r>
          </a:p>
          <a:p>
            <a:pPr marL="0" marR="0" lvl="0" indent="0" algn="l" defTabSz="914400" rtl="0" eaLnBrk="1" fontAlgn="auto" latinLnBrk="0" hangingPunct="1">
              <a:lnSpc>
                <a:spcPct val="100000"/>
              </a:lnSpc>
              <a:spcBef>
                <a:spcPts val="0"/>
              </a:spcBef>
              <a:spcAft>
                <a:spcPts val="0"/>
              </a:spcAft>
              <a:buClr>
                <a:srgbClr val="000000"/>
              </a:buClr>
              <a:buSzPts val="1100"/>
              <a:buFont typeface="Arial"/>
              <a:buNone/>
              <a:tabLst/>
              <a:defRPr/>
            </a:pPr>
            <a:endParaRPr lang="en-US" sz="1400" strike="sngStrike" dirty="0">
              <a:latin typeface="Calibri" panose="020F0502020204030204" pitchFamily="34" charset="0"/>
              <a:cs typeface="Calibri" panose="020F0502020204030204" pitchFamily="34" charset="0"/>
            </a:endParaRPr>
          </a:p>
          <a:p>
            <a:pPr marL="0" marR="0" lvl="0" indent="0" algn="l" defTabSz="914400" rtl="0" eaLnBrk="1" fontAlgn="auto" latinLnBrk="0" hangingPunct="1">
              <a:lnSpc>
                <a:spcPct val="100000"/>
              </a:lnSpc>
              <a:spcBef>
                <a:spcPts val="0"/>
              </a:spcBef>
              <a:spcAft>
                <a:spcPts val="0"/>
              </a:spcAft>
              <a:buClr>
                <a:srgbClr val="000000"/>
              </a:buClr>
              <a:buSzPts val="1100"/>
              <a:buFont typeface="Arial"/>
              <a:buNone/>
              <a:tabLst/>
              <a:defRPr/>
            </a:pPr>
            <a:r>
              <a:rPr lang="en-US" sz="1400" strike="sngStrike" dirty="0">
                <a:latin typeface="Calibri" panose="020F0502020204030204" pitchFamily="34" charset="0"/>
                <a:cs typeface="Calibri" panose="020F0502020204030204" pitchFamily="34" charset="0"/>
              </a:rPr>
              <a:t>&lt;pause&gt;</a:t>
            </a:r>
          </a:p>
          <a:p>
            <a:pPr marL="0" marR="0" lvl="0" indent="0" algn="l" defTabSz="914400" rtl="0" eaLnBrk="1" fontAlgn="auto" latinLnBrk="0" hangingPunct="1">
              <a:lnSpc>
                <a:spcPct val="100000"/>
              </a:lnSpc>
              <a:spcBef>
                <a:spcPts val="0"/>
              </a:spcBef>
              <a:spcAft>
                <a:spcPts val="0"/>
              </a:spcAft>
              <a:buClr>
                <a:srgbClr val="000000"/>
              </a:buClr>
              <a:buSzPts val="1100"/>
              <a:buFont typeface="Arial"/>
              <a:buNone/>
              <a:tabLst/>
              <a:defRPr/>
            </a:pPr>
            <a:endParaRPr lang="en-US" sz="1400" b="1" dirty="0">
              <a:latin typeface="Calibri" panose="020F0502020204030204" pitchFamily="34" charset="0"/>
              <a:cs typeface="Calibri" panose="020F0502020204030204" pitchFamily="34" charset="0"/>
            </a:endParaRPr>
          </a:p>
          <a:p>
            <a:pPr marL="0" marR="0" lvl="0" indent="0" algn="l" defTabSz="914400" rtl="0" eaLnBrk="1" fontAlgn="auto" latinLnBrk="0" hangingPunct="1">
              <a:lnSpc>
                <a:spcPct val="100000"/>
              </a:lnSpc>
              <a:spcBef>
                <a:spcPts val="0"/>
              </a:spcBef>
              <a:spcAft>
                <a:spcPts val="0"/>
              </a:spcAft>
              <a:buClr>
                <a:srgbClr val="000000"/>
              </a:buClr>
              <a:buSzPts val="1100"/>
              <a:buFont typeface="Arial"/>
              <a:buNone/>
              <a:tabLst/>
              <a:defRPr/>
            </a:pPr>
            <a:r>
              <a:rPr lang="en-US" sz="1400" strike="sngStrike" dirty="0">
                <a:latin typeface="Calibri" panose="020F0502020204030204" pitchFamily="34" charset="0"/>
                <a:cs typeface="Calibri" panose="020F0502020204030204" pitchFamily="34" charset="0"/>
              </a:rPr>
              <a:t>penetration testing, threat model review, and attack surface analysis review in the verification phase;</a:t>
            </a:r>
          </a:p>
          <a:p>
            <a:pPr marL="0" marR="0" lvl="0" indent="0" algn="l" defTabSz="914400" rtl="0" eaLnBrk="1" fontAlgn="auto" latinLnBrk="0" hangingPunct="1">
              <a:lnSpc>
                <a:spcPct val="100000"/>
              </a:lnSpc>
              <a:spcBef>
                <a:spcPts val="0"/>
              </a:spcBef>
              <a:spcAft>
                <a:spcPts val="0"/>
              </a:spcAft>
              <a:buClr>
                <a:srgbClr val="000000"/>
              </a:buClr>
              <a:buSzPts val="1100"/>
              <a:buFont typeface="Arial"/>
              <a:buNone/>
              <a:tabLst/>
              <a:defRPr/>
            </a:pPr>
            <a:endParaRPr lang="en-US" sz="1400" strike="sngStrike" dirty="0">
              <a:latin typeface="Calibri" panose="020F0502020204030204" pitchFamily="34" charset="0"/>
              <a:cs typeface="Calibri" panose="020F0502020204030204" pitchFamily="34" charset="0"/>
            </a:endParaRPr>
          </a:p>
          <a:p>
            <a:pPr marL="0" marR="0" lvl="0" indent="0" algn="l" defTabSz="914400" rtl="0" eaLnBrk="1" fontAlgn="auto" latinLnBrk="0" hangingPunct="1">
              <a:lnSpc>
                <a:spcPct val="100000"/>
              </a:lnSpc>
              <a:spcBef>
                <a:spcPts val="0"/>
              </a:spcBef>
              <a:spcAft>
                <a:spcPts val="0"/>
              </a:spcAft>
              <a:buClr>
                <a:srgbClr val="000000"/>
              </a:buClr>
              <a:buSzPts val="1100"/>
              <a:buFont typeface="Arial"/>
              <a:buNone/>
              <a:tabLst/>
              <a:defRPr/>
            </a:pPr>
            <a:r>
              <a:rPr lang="en-US" sz="1400" strike="sngStrike" dirty="0">
                <a:latin typeface="Calibri" panose="020F0502020204030204" pitchFamily="34" charset="0"/>
                <a:cs typeface="Calibri" panose="020F0502020204030204" pitchFamily="34" charset="0"/>
              </a:rPr>
              <a:t>&lt;pause&gt;</a:t>
            </a:r>
          </a:p>
          <a:p>
            <a:pPr marL="0" marR="0" lvl="0" indent="0" algn="l" defTabSz="914400" rtl="0" eaLnBrk="1" fontAlgn="auto" latinLnBrk="0" hangingPunct="1">
              <a:lnSpc>
                <a:spcPct val="100000"/>
              </a:lnSpc>
              <a:spcBef>
                <a:spcPts val="0"/>
              </a:spcBef>
              <a:spcAft>
                <a:spcPts val="0"/>
              </a:spcAft>
              <a:buClr>
                <a:srgbClr val="000000"/>
              </a:buClr>
              <a:buSzPts val="1100"/>
              <a:buFont typeface="Arial"/>
              <a:buNone/>
              <a:tabLst/>
              <a:defRPr/>
            </a:pPr>
            <a:endParaRPr lang="en-US" sz="1400" b="1" dirty="0">
              <a:latin typeface="Calibri" panose="020F0502020204030204" pitchFamily="34" charset="0"/>
              <a:cs typeface="Calibri" panose="020F0502020204030204" pitchFamily="34" charset="0"/>
            </a:endParaRPr>
          </a:p>
          <a:p>
            <a:pPr marL="0" marR="0" lvl="0" indent="0" algn="l" defTabSz="914400" rtl="0" eaLnBrk="1" fontAlgn="auto" latinLnBrk="0" hangingPunct="1">
              <a:lnSpc>
                <a:spcPct val="100000"/>
              </a:lnSpc>
              <a:spcBef>
                <a:spcPts val="0"/>
              </a:spcBef>
              <a:spcAft>
                <a:spcPts val="0"/>
              </a:spcAft>
              <a:buClr>
                <a:srgbClr val="000000"/>
              </a:buClr>
              <a:buSzPts val="1100"/>
              <a:buFont typeface="Arial"/>
              <a:buNone/>
              <a:tabLst/>
              <a:defRPr/>
            </a:pPr>
            <a:r>
              <a:rPr lang="en-US" sz="1400" strike="sngStrike" dirty="0">
                <a:latin typeface="Calibri" panose="020F0502020204030204" pitchFamily="34" charset="0"/>
                <a:cs typeface="Calibri" panose="020F0502020204030204" pitchFamily="34" charset="0"/>
              </a:rPr>
              <a:t>and identify and confirm vulnerabilities activities in the operation phase</a:t>
            </a:r>
          </a:p>
          <a:p>
            <a:pPr marL="0" marR="0" lvl="0" indent="0" algn="l" defTabSz="914400" rtl="0" eaLnBrk="1" fontAlgn="auto" latinLnBrk="0" hangingPunct="1">
              <a:lnSpc>
                <a:spcPct val="100000"/>
              </a:lnSpc>
              <a:spcBef>
                <a:spcPts val="0"/>
              </a:spcBef>
              <a:spcAft>
                <a:spcPts val="0"/>
              </a:spcAft>
              <a:buClr>
                <a:srgbClr val="000000"/>
              </a:buClr>
              <a:buSzPts val="1100"/>
              <a:buFont typeface="Arial"/>
              <a:buNone/>
              <a:tabLst/>
              <a:defRPr/>
            </a:pPr>
            <a:endParaRPr lang="en-US" sz="1400" strike="sngStrike" dirty="0">
              <a:latin typeface="Calibri" panose="020F0502020204030204" pitchFamily="34" charset="0"/>
              <a:cs typeface="Calibri" panose="020F0502020204030204" pitchFamily="34" charset="0"/>
            </a:endParaRPr>
          </a:p>
          <a:p>
            <a:pPr marL="0" marR="0" lvl="0" indent="0" algn="l" defTabSz="914400" rtl="0" eaLnBrk="1" fontAlgn="auto" latinLnBrk="0" hangingPunct="1">
              <a:lnSpc>
                <a:spcPct val="100000"/>
              </a:lnSpc>
              <a:spcBef>
                <a:spcPts val="0"/>
              </a:spcBef>
              <a:spcAft>
                <a:spcPts val="0"/>
              </a:spcAft>
              <a:buClr>
                <a:srgbClr val="000000"/>
              </a:buClr>
              <a:buSzPts val="1100"/>
              <a:buFont typeface="Arial"/>
              <a:buNone/>
              <a:tabLst/>
              <a:defRPr/>
            </a:pPr>
            <a:r>
              <a:rPr lang="en-US" sz="1400" strike="sngStrike" dirty="0">
                <a:latin typeface="Calibri" panose="020F0502020204030204" pitchFamily="34" charset="0"/>
                <a:cs typeface="Calibri" panose="020F0502020204030204" pitchFamily="34" charset="0"/>
              </a:rPr>
              <a:t>All server as threat sources feeding into a common threat prioritization process.</a:t>
            </a:r>
          </a:p>
        </p:txBody>
      </p:sp>
    </p:spTree>
    <p:extLst>
      <p:ext uri="{BB962C8B-B14F-4D97-AF65-F5344CB8AC3E}">
        <p14:creationId xmlns:p14="http://schemas.microsoft.com/office/powerpoint/2010/main" val="3937915439"/>
      </p:ext>
    </p:extLst>
  </p:cSld>
  <p:clrMapOvr>
    <a:masterClrMapping/>
  </p:clrMapOvr>
</p:notes>
</file>

<file path=ppt/notesSlides/notesSlide17.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1195"/>
        <p:cNvGrpSpPr/>
        <p:nvPr/>
      </p:nvGrpSpPr>
      <p:grpSpPr>
        <a:xfrm>
          <a:off x="0" y="0"/>
          <a:ext cx="0" cy="0"/>
          <a:chOff x="0" y="0"/>
          <a:chExt cx="0" cy="0"/>
        </a:xfrm>
      </p:grpSpPr>
      <p:sp>
        <p:nvSpPr>
          <p:cNvPr id="1196" name="Google Shape;1196;g9ac6590046_0_272:notes"/>
          <p:cNvSpPr>
            <a:spLocks noGrp="1" noRot="1" noChangeAspect="1"/>
          </p:cNvSpPr>
          <p:nvPr>
            <p:ph type="sldImg" idx="2"/>
          </p:nvPr>
        </p:nvSpPr>
        <p:spPr>
          <a:xfrm>
            <a:off x="382588" y="685800"/>
            <a:ext cx="6094412" cy="3429000"/>
          </a:xfrm>
          <a:custGeom>
            <a:avLst/>
            <a:gdLst/>
            <a:ahLst/>
            <a:cxnLst/>
            <a:rect l="l" t="t" r="r" b="b"/>
            <a:pathLst>
              <a:path w="120000" h="120000" extrusionOk="0">
                <a:moveTo>
                  <a:pt x="0" y="0"/>
                </a:moveTo>
                <a:lnTo>
                  <a:pt x="120000" y="0"/>
                </a:lnTo>
                <a:lnTo>
                  <a:pt x="120000" y="120000"/>
                </a:lnTo>
                <a:lnTo>
                  <a:pt x="0" y="120000"/>
                </a:lnTo>
                <a:close/>
              </a:path>
            </a:pathLst>
          </a:custGeom>
        </p:spPr>
      </p:sp>
      <p:sp>
        <p:nvSpPr>
          <p:cNvPr id="1197" name="Google Shape;1197;g9ac6590046_0_272:notes"/>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r>
              <a:rPr lang="en-US" sz="1400" dirty="0">
                <a:latin typeface="Calibri" panose="020F0502020204030204" pitchFamily="34" charset="0"/>
                <a:cs typeface="Calibri" panose="020F0502020204030204" pitchFamily="34" charset="0"/>
              </a:rPr>
              <a:t>Script:</a:t>
            </a:r>
          </a:p>
          <a:p>
            <a:pPr marL="0" lvl="0" indent="0" algn="l" rtl="0">
              <a:spcBef>
                <a:spcPts val="0"/>
              </a:spcBef>
              <a:spcAft>
                <a:spcPts val="0"/>
              </a:spcAft>
              <a:buNone/>
            </a:pPr>
            <a:endParaRPr lang="en-US" sz="1400" dirty="0">
              <a:latin typeface="Calibri" panose="020F0502020204030204" pitchFamily="34" charset="0"/>
              <a:cs typeface="Calibri" panose="020F0502020204030204" pitchFamily="34" charset="0"/>
            </a:endParaRPr>
          </a:p>
          <a:p>
            <a:pPr marL="0" marR="0" lvl="0" indent="0" algn="l" defTabSz="914400" rtl="0" eaLnBrk="1" fontAlgn="auto" latinLnBrk="0" hangingPunct="1">
              <a:lnSpc>
                <a:spcPct val="100000"/>
              </a:lnSpc>
              <a:spcBef>
                <a:spcPts val="0"/>
              </a:spcBef>
              <a:spcAft>
                <a:spcPts val="0"/>
              </a:spcAft>
              <a:buClr>
                <a:srgbClr val="000000"/>
              </a:buClr>
              <a:buSzPts val="1100"/>
              <a:buFont typeface="Arial"/>
              <a:buNone/>
              <a:tabLst/>
              <a:defRPr/>
            </a:pPr>
            <a:r>
              <a:rPr lang="en-US" sz="1400" strike="sngStrike" dirty="0">
                <a:latin typeface="Calibri" panose="020F0502020204030204" pitchFamily="34" charset="0"/>
                <a:cs typeface="Calibri" panose="020F0502020204030204" pitchFamily="34" charset="0"/>
              </a:rPr>
              <a:t>Now let's look at all of the areas at the same time.</a:t>
            </a:r>
          </a:p>
          <a:p>
            <a:pPr marL="0" marR="0" lvl="0" indent="0" algn="l" defTabSz="914400" rtl="0" eaLnBrk="1" fontAlgn="auto" latinLnBrk="0" hangingPunct="1">
              <a:lnSpc>
                <a:spcPct val="100000"/>
              </a:lnSpc>
              <a:spcBef>
                <a:spcPts val="0"/>
              </a:spcBef>
              <a:spcAft>
                <a:spcPts val="0"/>
              </a:spcAft>
              <a:buClr>
                <a:srgbClr val="000000"/>
              </a:buClr>
              <a:buSzPts val="1100"/>
              <a:buFont typeface="Arial"/>
              <a:buNone/>
              <a:tabLst/>
              <a:defRPr/>
            </a:pPr>
            <a:endParaRPr lang="en-US" sz="1400" strike="sngStrike" dirty="0">
              <a:latin typeface="Calibri" panose="020F0502020204030204" pitchFamily="34" charset="0"/>
              <a:cs typeface="Calibri" panose="020F0502020204030204" pitchFamily="34" charset="0"/>
            </a:endParaRPr>
          </a:p>
          <a:p>
            <a:pPr marL="0" marR="0" lvl="0" indent="0" algn="l" defTabSz="914400" rtl="0" eaLnBrk="1" fontAlgn="auto" latinLnBrk="0" hangingPunct="1">
              <a:lnSpc>
                <a:spcPct val="100000"/>
              </a:lnSpc>
              <a:spcBef>
                <a:spcPts val="0"/>
              </a:spcBef>
              <a:spcAft>
                <a:spcPts val="0"/>
              </a:spcAft>
              <a:buClr>
                <a:srgbClr val="000000"/>
              </a:buClr>
              <a:buSzPts val="1100"/>
              <a:buFont typeface="Arial"/>
              <a:buNone/>
              <a:tabLst/>
              <a:defRPr/>
            </a:pPr>
            <a:r>
              <a:rPr lang="en-US" sz="1400" strike="sngStrike" dirty="0">
                <a:latin typeface="Calibri" panose="020F0502020204030204" pitchFamily="34" charset="0"/>
                <a:cs typeface="Calibri" panose="020F0502020204030204" pitchFamily="34" charset="0"/>
              </a:rPr>
              <a:t>&lt;pause&gt;</a:t>
            </a:r>
          </a:p>
          <a:p>
            <a:pPr marL="0" marR="0" lvl="0" indent="0" algn="l" defTabSz="914400" rtl="0" eaLnBrk="1" fontAlgn="auto" latinLnBrk="0" hangingPunct="1">
              <a:lnSpc>
                <a:spcPct val="100000"/>
              </a:lnSpc>
              <a:spcBef>
                <a:spcPts val="0"/>
              </a:spcBef>
              <a:spcAft>
                <a:spcPts val="0"/>
              </a:spcAft>
              <a:buClr>
                <a:srgbClr val="000000"/>
              </a:buClr>
              <a:buSzPts val="1100"/>
              <a:buFont typeface="Arial"/>
              <a:buNone/>
              <a:tabLst/>
              <a:defRPr/>
            </a:pPr>
            <a:endParaRPr lang="en-US" sz="1400" dirty="0">
              <a:latin typeface="Calibri" panose="020F0502020204030204" pitchFamily="34" charset="0"/>
              <a:cs typeface="Calibri" panose="020F0502020204030204" pitchFamily="34" charset="0"/>
            </a:endParaRPr>
          </a:p>
          <a:p>
            <a:pPr marL="0" marR="0" lvl="0" indent="0" algn="l" defTabSz="914400" rtl="0" eaLnBrk="1" fontAlgn="auto" latinLnBrk="0" hangingPunct="1">
              <a:lnSpc>
                <a:spcPct val="100000"/>
              </a:lnSpc>
              <a:spcBef>
                <a:spcPts val="0"/>
              </a:spcBef>
              <a:spcAft>
                <a:spcPts val="0"/>
              </a:spcAft>
              <a:buClr>
                <a:srgbClr val="000000"/>
              </a:buClr>
              <a:buSzPts val="1100"/>
              <a:buFont typeface="Arial"/>
              <a:buNone/>
              <a:tabLst/>
              <a:defRPr/>
            </a:pPr>
            <a:r>
              <a:rPr lang="en-US" sz="1400" dirty="0">
                <a:latin typeface="Calibri" panose="020F0502020204030204" pitchFamily="34" charset="0"/>
                <a:cs typeface="Calibri" panose="020F0502020204030204" pitchFamily="34" charset="0"/>
              </a:rPr>
              <a:t>For this, we're going to refer to the AVCDL framework diagram.</a:t>
            </a:r>
          </a:p>
          <a:p>
            <a:pPr marL="0" marR="0" lvl="0" indent="0" algn="l" defTabSz="914400" rtl="0" eaLnBrk="1" fontAlgn="auto" latinLnBrk="0" hangingPunct="1">
              <a:lnSpc>
                <a:spcPct val="100000"/>
              </a:lnSpc>
              <a:spcBef>
                <a:spcPts val="0"/>
              </a:spcBef>
              <a:spcAft>
                <a:spcPts val="0"/>
              </a:spcAft>
              <a:buClr>
                <a:srgbClr val="000000"/>
              </a:buClr>
              <a:buSzPts val="1100"/>
              <a:buFont typeface="Arial"/>
              <a:buNone/>
              <a:tabLst/>
              <a:defRPr/>
            </a:pPr>
            <a:endParaRPr lang="en-US" sz="1400" dirty="0">
              <a:latin typeface="Calibri" panose="020F0502020204030204" pitchFamily="34" charset="0"/>
              <a:cs typeface="Calibri" panose="020F0502020204030204" pitchFamily="34" charset="0"/>
            </a:endParaRPr>
          </a:p>
          <a:p>
            <a:pPr marL="0" marR="0" lvl="0" indent="0" algn="l" defTabSz="914400" rtl="0" eaLnBrk="1" fontAlgn="auto" latinLnBrk="0" hangingPunct="1">
              <a:lnSpc>
                <a:spcPct val="100000"/>
              </a:lnSpc>
              <a:spcBef>
                <a:spcPts val="0"/>
              </a:spcBef>
              <a:spcAft>
                <a:spcPts val="0"/>
              </a:spcAft>
              <a:buClr>
                <a:srgbClr val="000000"/>
              </a:buClr>
              <a:buSzPts val="1100"/>
              <a:buFont typeface="Arial"/>
              <a:buNone/>
              <a:tabLst/>
              <a:defRPr/>
            </a:pPr>
            <a:r>
              <a:rPr lang="en-US" sz="1400" dirty="0">
                <a:latin typeface="Calibri" panose="020F0502020204030204" pitchFamily="34" charset="0"/>
                <a:cs typeface="Calibri" panose="020F0502020204030204" pitchFamily="34" charset="0"/>
              </a:rPr>
              <a:t>We can see that </a:t>
            </a:r>
            <a:r>
              <a:rPr lang="en-US" sz="1400" b="1" dirty="0">
                <a:latin typeface="Calibri" panose="020F0502020204030204" pitchFamily="34" charset="0"/>
                <a:cs typeface="Calibri" panose="020F0502020204030204" pitchFamily="34" charset="0"/>
              </a:rPr>
              <a:t>secure design review</a:t>
            </a:r>
            <a:r>
              <a:rPr lang="en-US" sz="1400" dirty="0">
                <a:latin typeface="Calibri" panose="020F0502020204030204" pitchFamily="34" charset="0"/>
                <a:cs typeface="Calibri" panose="020F0502020204030204" pitchFamily="34" charset="0"/>
              </a:rPr>
              <a:t>, </a:t>
            </a:r>
            <a:r>
              <a:rPr lang="en-US" sz="1400" b="1" dirty="0">
                <a:latin typeface="Calibri" panose="020F0502020204030204" pitchFamily="34" charset="0"/>
                <a:cs typeface="Calibri" panose="020F0502020204030204" pitchFamily="34" charset="0"/>
              </a:rPr>
              <a:t>attack surface analysis</a:t>
            </a:r>
            <a:r>
              <a:rPr lang="en-US" sz="1400" dirty="0">
                <a:latin typeface="Calibri" panose="020F0502020204030204" pitchFamily="34" charset="0"/>
                <a:cs typeface="Calibri" panose="020F0502020204030204" pitchFamily="34" charset="0"/>
              </a:rPr>
              <a:t>, and </a:t>
            </a:r>
            <a:r>
              <a:rPr lang="en-US" sz="1400" b="1" dirty="0">
                <a:latin typeface="Calibri" panose="020F0502020204030204" pitchFamily="34" charset="0"/>
                <a:cs typeface="Calibri" panose="020F0502020204030204" pitchFamily="34" charset="0"/>
              </a:rPr>
              <a:t>threat modeling </a:t>
            </a:r>
            <a:r>
              <a:rPr lang="en-US" sz="1400" dirty="0">
                <a:latin typeface="Calibri" panose="020F0502020204030204" pitchFamily="34" charset="0"/>
                <a:cs typeface="Calibri" panose="020F0502020204030204" pitchFamily="34" charset="0"/>
              </a:rPr>
              <a:t>in the </a:t>
            </a:r>
            <a:r>
              <a:rPr lang="en-US" sz="1400" b="1" dirty="0">
                <a:latin typeface="Calibri" panose="020F0502020204030204" pitchFamily="34" charset="0"/>
                <a:cs typeface="Calibri" panose="020F0502020204030204" pitchFamily="34" charset="0"/>
              </a:rPr>
              <a:t>design phase</a:t>
            </a:r>
            <a:r>
              <a:rPr lang="en-US" sz="1400" dirty="0">
                <a:latin typeface="Calibri" panose="020F0502020204030204" pitchFamily="34" charset="0"/>
                <a:cs typeface="Calibri" panose="020F0502020204030204" pitchFamily="34" charset="0"/>
              </a:rPr>
              <a:t>;</a:t>
            </a:r>
          </a:p>
          <a:p>
            <a:pPr marL="0" marR="0" lvl="0" indent="0" algn="l" defTabSz="914400" rtl="0" eaLnBrk="1" fontAlgn="auto" latinLnBrk="0" hangingPunct="1">
              <a:lnSpc>
                <a:spcPct val="100000"/>
              </a:lnSpc>
              <a:spcBef>
                <a:spcPts val="0"/>
              </a:spcBef>
              <a:spcAft>
                <a:spcPts val="0"/>
              </a:spcAft>
              <a:buClr>
                <a:srgbClr val="000000"/>
              </a:buClr>
              <a:buSzPts val="1100"/>
              <a:buFont typeface="Arial"/>
              <a:buNone/>
              <a:tabLst/>
              <a:defRPr/>
            </a:pPr>
            <a:endParaRPr lang="en-US" sz="1400" dirty="0">
              <a:latin typeface="Calibri" panose="020F0502020204030204" pitchFamily="34" charset="0"/>
              <a:cs typeface="Calibri" panose="020F0502020204030204" pitchFamily="34" charset="0"/>
            </a:endParaRPr>
          </a:p>
          <a:p>
            <a:pPr marL="0" marR="0" lvl="0" indent="0" algn="l" defTabSz="914400" rtl="0" eaLnBrk="1" fontAlgn="auto" latinLnBrk="0" hangingPunct="1">
              <a:lnSpc>
                <a:spcPct val="100000"/>
              </a:lnSpc>
              <a:spcBef>
                <a:spcPts val="0"/>
              </a:spcBef>
              <a:spcAft>
                <a:spcPts val="0"/>
              </a:spcAft>
              <a:buClr>
                <a:srgbClr val="000000"/>
              </a:buClr>
              <a:buSzPts val="1100"/>
              <a:buFont typeface="Arial"/>
              <a:buNone/>
              <a:tabLst/>
              <a:defRPr/>
            </a:pPr>
            <a:r>
              <a:rPr lang="en-US" sz="1400" u="none" strike="noStrike" dirty="0">
                <a:latin typeface="Calibri" panose="020F0502020204030204" pitchFamily="34" charset="0"/>
                <a:cs typeface="Calibri" panose="020F0502020204030204" pitchFamily="34" charset="0"/>
              </a:rPr>
              <a:t>&lt;pause&gt;</a:t>
            </a:r>
          </a:p>
          <a:p>
            <a:pPr marL="0" marR="0" lvl="0" indent="0" algn="l" defTabSz="914400" rtl="0" eaLnBrk="1" fontAlgn="auto" latinLnBrk="0" hangingPunct="1">
              <a:lnSpc>
                <a:spcPct val="100000"/>
              </a:lnSpc>
              <a:spcBef>
                <a:spcPts val="0"/>
              </a:spcBef>
              <a:spcAft>
                <a:spcPts val="0"/>
              </a:spcAft>
              <a:buClr>
                <a:srgbClr val="000000"/>
              </a:buClr>
              <a:buSzPts val="1100"/>
              <a:buFont typeface="Arial"/>
              <a:buNone/>
              <a:tabLst/>
              <a:defRPr/>
            </a:pPr>
            <a:endParaRPr lang="en-US" sz="1400" b="1" dirty="0">
              <a:latin typeface="Calibri" panose="020F0502020204030204" pitchFamily="34" charset="0"/>
              <a:cs typeface="Calibri" panose="020F0502020204030204" pitchFamily="34" charset="0"/>
            </a:endParaRPr>
          </a:p>
          <a:p>
            <a:pPr marL="0" marR="0" lvl="0" indent="0" algn="l" defTabSz="914400" rtl="0" eaLnBrk="1" fontAlgn="auto" latinLnBrk="0" hangingPunct="1">
              <a:lnSpc>
                <a:spcPct val="100000"/>
              </a:lnSpc>
              <a:spcBef>
                <a:spcPts val="0"/>
              </a:spcBef>
              <a:spcAft>
                <a:spcPts val="0"/>
              </a:spcAft>
              <a:buClr>
                <a:srgbClr val="000000"/>
              </a:buClr>
              <a:buSzPts val="1100"/>
              <a:buFont typeface="Arial"/>
              <a:buNone/>
              <a:tabLst/>
              <a:defRPr/>
            </a:pPr>
            <a:r>
              <a:rPr lang="en-US" sz="1400" b="1" dirty="0">
                <a:latin typeface="Calibri" panose="020F0502020204030204" pitchFamily="34" charset="0"/>
                <a:cs typeface="Calibri" panose="020F0502020204030204" pitchFamily="34" charset="0"/>
              </a:rPr>
              <a:t>static analysis</a:t>
            </a:r>
            <a:r>
              <a:rPr lang="en-US" sz="1400" dirty="0">
                <a:latin typeface="Calibri" panose="020F0502020204030204" pitchFamily="34" charset="0"/>
                <a:cs typeface="Calibri" panose="020F0502020204030204" pitchFamily="34" charset="0"/>
              </a:rPr>
              <a:t>, </a:t>
            </a:r>
            <a:r>
              <a:rPr lang="en-US" sz="1400" b="1" dirty="0">
                <a:latin typeface="Calibri" panose="020F0502020204030204" pitchFamily="34" charset="0"/>
                <a:cs typeface="Calibri" panose="020F0502020204030204" pitchFamily="34" charset="0"/>
              </a:rPr>
              <a:t>dynamic analysis</a:t>
            </a:r>
            <a:r>
              <a:rPr lang="en-US" sz="1400" dirty="0">
                <a:latin typeface="Calibri" panose="020F0502020204030204" pitchFamily="34" charset="0"/>
                <a:cs typeface="Calibri" panose="020F0502020204030204" pitchFamily="34" charset="0"/>
              </a:rPr>
              <a:t>, </a:t>
            </a:r>
            <a:r>
              <a:rPr lang="en-US" sz="1400" b="1" dirty="0">
                <a:latin typeface="Calibri" panose="020F0502020204030204" pitchFamily="34" charset="0"/>
                <a:cs typeface="Calibri" panose="020F0502020204030204" pitchFamily="34" charset="0"/>
              </a:rPr>
              <a:t>fuzz testing</a:t>
            </a:r>
            <a:r>
              <a:rPr lang="en-US" sz="1400" dirty="0">
                <a:latin typeface="Calibri" panose="020F0502020204030204" pitchFamily="34" charset="0"/>
                <a:cs typeface="Calibri" panose="020F0502020204030204" pitchFamily="34" charset="0"/>
              </a:rPr>
              <a:t>, and </a:t>
            </a:r>
            <a:r>
              <a:rPr lang="en-US" sz="1400" b="1" dirty="0">
                <a:latin typeface="Calibri" panose="020F0502020204030204" pitchFamily="34" charset="0"/>
                <a:cs typeface="Calibri" panose="020F0502020204030204" pitchFamily="34" charset="0"/>
              </a:rPr>
              <a:t>secure code review </a:t>
            </a:r>
            <a:r>
              <a:rPr lang="en-US" sz="1400" dirty="0">
                <a:latin typeface="Calibri" panose="020F0502020204030204" pitchFamily="34" charset="0"/>
                <a:cs typeface="Calibri" panose="020F0502020204030204" pitchFamily="34" charset="0"/>
              </a:rPr>
              <a:t>in the </a:t>
            </a:r>
            <a:r>
              <a:rPr lang="en-US" sz="1400" b="1" dirty="0">
                <a:latin typeface="Calibri" panose="020F0502020204030204" pitchFamily="34" charset="0"/>
                <a:cs typeface="Calibri" panose="020F0502020204030204" pitchFamily="34" charset="0"/>
              </a:rPr>
              <a:t>implementation phase</a:t>
            </a:r>
            <a:r>
              <a:rPr lang="en-US" sz="1400" dirty="0">
                <a:latin typeface="Calibri" panose="020F0502020204030204" pitchFamily="34" charset="0"/>
                <a:cs typeface="Calibri" panose="020F0502020204030204" pitchFamily="34" charset="0"/>
              </a:rPr>
              <a:t>;</a:t>
            </a:r>
          </a:p>
          <a:p>
            <a:pPr marL="0" marR="0" lvl="0" indent="0" algn="l" defTabSz="914400" rtl="0" eaLnBrk="1" fontAlgn="auto" latinLnBrk="0" hangingPunct="1">
              <a:lnSpc>
                <a:spcPct val="100000"/>
              </a:lnSpc>
              <a:spcBef>
                <a:spcPts val="0"/>
              </a:spcBef>
              <a:spcAft>
                <a:spcPts val="0"/>
              </a:spcAft>
              <a:buClr>
                <a:srgbClr val="000000"/>
              </a:buClr>
              <a:buSzPts val="1100"/>
              <a:buFont typeface="Arial"/>
              <a:buNone/>
              <a:tabLst/>
              <a:defRPr/>
            </a:pPr>
            <a:endParaRPr lang="en-US" sz="1400" dirty="0">
              <a:latin typeface="Calibri" panose="020F0502020204030204" pitchFamily="34" charset="0"/>
              <a:cs typeface="Calibri" panose="020F0502020204030204" pitchFamily="34" charset="0"/>
            </a:endParaRPr>
          </a:p>
          <a:p>
            <a:pPr marL="0" marR="0" lvl="0" indent="0" algn="l" defTabSz="914400" rtl="0" eaLnBrk="1" fontAlgn="auto" latinLnBrk="0" hangingPunct="1">
              <a:lnSpc>
                <a:spcPct val="100000"/>
              </a:lnSpc>
              <a:spcBef>
                <a:spcPts val="0"/>
              </a:spcBef>
              <a:spcAft>
                <a:spcPts val="0"/>
              </a:spcAft>
              <a:buClr>
                <a:srgbClr val="000000"/>
              </a:buClr>
              <a:buSzPts val="1100"/>
              <a:buFont typeface="Arial"/>
              <a:buNone/>
              <a:tabLst/>
              <a:defRPr/>
            </a:pPr>
            <a:r>
              <a:rPr lang="en-US" sz="1400" u="none" strike="noStrike" dirty="0">
                <a:latin typeface="Calibri" panose="020F0502020204030204" pitchFamily="34" charset="0"/>
                <a:cs typeface="Calibri" panose="020F0502020204030204" pitchFamily="34" charset="0"/>
              </a:rPr>
              <a:t>&lt;pause&gt;</a:t>
            </a:r>
          </a:p>
          <a:p>
            <a:pPr marL="0" marR="0" lvl="0" indent="0" algn="l" defTabSz="914400" rtl="0" eaLnBrk="1" fontAlgn="auto" latinLnBrk="0" hangingPunct="1">
              <a:lnSpc>
                <a:spcPct val="100000"/>
              </a:lnSpc>
              <a:spcBef>
                <a:spcPts val="0"/>
              </a:spcBef>
              <a:spcAft>
                <a:spcPts val="0"/>
              </a:spcAft>
              <a:buClr>
                <a:srgbClr val="000000"/>
              </a:buClr>
              <a:buSzPts val="1100"/>
              <a:buFont typeface="Arial"/>
              <a:buNone/>
              <a:tabLst/>
              <a:defRPr/>
            </a:pPr>
            <a:endParaRPr lang="en-US" sz="1400" b="1" dirty="0">
              <a:latin typeface="Calibri" panose="020F0502020204030204" pitchFamily="34" charset="0"/>
              <a:cs typeface="Calibri" panose="020F0502020204030204" pitchFamily="34" charset="0"/>
            </a:endParaRPr>
          </a:p>
          <a:p>
            <a:pPr marL="0" marR="0" lvl="0" indent="0" algn="l" defTabSz="914400" rtl="0" eaLnBrk="1" fontAlgn="auto" latinLnBrk="0" hangingPunct="1">
              <a:lnSpc>
                <a:spcPct val="100000"/>
              </a:lnSpc>
              <a:spcBef>
                <a:spcPts val="0"/>
              </a:spcBef>
              <a:spcAft>
                <a:spcPts val="0"/>
              </a:spcAft>
              <a:buClr>
                <a:srgbClr val="000000"/>
              </a:buClr>
              <a:buSzPts val="1100"/>
              <a:buFont typeface="Arial"/>
              <a:buNone/>
              <a:tabLst/>
              <a:defRPr/>
            </a:pPr>
            <a:r>
              <a:rPr lang="en-US" sz="1400" b="1" dirty="0">
                <a:latin typeface="Calibri" panose="020F0502020204030204" pitchFamily="34" charset="0"/>
                <a:cs typeface="Calibri" panose="020F0502020204030204" pitchFamily="34" charset="0"/>
              </a:rPr>
              <a:t>penetration testing</a:t>
            </a:r>
            <a:r>
              <a:rPr lang="en-US" sz="1400" dirty="0">
                <a:latin typeface="Calibri" panose="020F0502020204030204" pitchFamily="34" charset="0"/>
                <a:cs typeface="Calibri" panose="020F0502020204030204" pitchFamily="34" charset="0"/>
              </a:rPr>
              <a:t>, </a:t>
            </a:r>
            <a:r>
              <a:rPr lang="en-US" sz="1400" b="1" dirty="0">
                <a:latin typeface="Calibri" panose="020F0502020204030204" pitchFamily="34" charset="0"/>
                <a:cs typeface="Calibri" panose="020F0502020204030204" pitchFamily="34" charset="0"/>
              </a:rPr>
              <a:t>threat model review</a:t>
            </a:r>
            <a:r>
              <a:rPr lang="en-US" sz="1400" dirty="0">
                <a:latin typeface="Calibri" panose="020F0502020204030204" pitchFamily="34" charset="0"/>
                <a:cs typeface="Calibri" panose="020F0502020204030204" pitchFamily="34" charset="0"/>
              </a:rPr>
              <a:t>, and </a:t>
            </a:r>
            <a:r>
              <a:rPr lang="en-US" sz="1400" b="1" dirty="0">
                <a:latin typeface="Calibri" panose="020F0502020204030204" pitchFamily="34" charset="0"/>
                <a:cs typeface="Calibri" panose="020F0502020204030204" pitchFamily="34" charset="0"/>
              </a:rPr>
              <a:t>attack surface analysis review </a:t>
            </a:r>
            <a:r>
              <a:rPr lang="en-US" sz="1400" dirty="0">
                <a:latin typeface="Calibri" panose="020F0502020204030204" pitchFamily="34" charset="0"/>
                <a:cs typeface="Calibri" panose="020F0502020204030204" pitchFamily="34" charset="0"/>
              </a:rPr>
              <a:t>in the verification phase;</a:t>
            </a:r>
          </a:p>
          <a:p>
            <a:pPr marL="0" marR="0" lvl="0" indent="0" algn="l" defTabSz="914400" rtl="0" eaLnBrk="1" fontAlgn="auto" latinLnBrk="0" hangingPunct="1">
              <a:lnSpc>
                <a:spcPct val="100000"/>
              </a:lnSpc>
              <a:spcBef>
                <a:spcPts val="0"/>
              </a:spcBef>
              <a:spcAft>
                <a:spcPts val="0"/>
              </a:spcAft>
              <a:buClr>
                <a:srgbClr val="000000"/>
              </a:buClr>
              <a:buSzPts val="1100"/>
              <a:buFont typeface="Arial"/>
              <a:buNone/>
              <a:tabLst/>
              <a:defRPr/>
            </a:pPr>
            <a:endParaRPr lang="en-US" sz="1400" dirty="0">
              <a:latin typeface="Calibri" panose="020F0502020204030204" pitchFamily="34" charset="0"/>
              <a:cs typeface="Calibri" panose="020F0502020204030204" pitchFamily="34" charset="0"/>
            </a:endParaRPr>
          </a:p>
          <a:p>
            <a:pPr marL="0" marR="0" lvl="0" indent="0" algn="l" defTabSz="914400" rtl="0" eaLnBrk="1" fontAlgn="auto" latinLnBrk="0" hangingPunct="1">
              <a:lnSpc>
                <a:spcPct val="100000"/>
              </a:lnSpc>
              <a:spcBef>
                <a:spcPts val="0"/>
              </a:spcBef>
              <a:spcAft>
                <a:spcPts val="0"/>
              </a:spcAft>
              <a:buClr>
                <a:srgbClr val="000000"/>
              </a:buClr>
              <a:buSzPts val="1100"/>
              <a:buFont typeface="Arial"/>
              <a:buNone/>
              <a:tabLst/>
              <a:defRPr/>
            </a:pPr>
            <a:r>
              <a:rPr lang="en-US" sz="1400" u="none" strike="noStrike" dirty="0">
                <a:latin typeface="Calibri" panose="020F0502020204030204" pitchFamily="34" charset="0"/>
                <a:cs typeface="Calibri" panose="020F0502020204030204" pitchFamily="34" charset="0"/>
              </a:rPr>
              <a:t>&lt;pause&gt;</a:t>
            </a:r>
          </a:p>
          <a:p>
            <a:pPr marL="0" marR="0" lvl="0" indent="0" algn="l" defTabSz="914400" rtl="0" eaLnBrk="1" fontAlgn="auto" latinLnBrk="0" hangingPunct="1">
              <a:lnSpc>
                <a:spcPct val="100000"/>
              </a:lnSpc>
              <a:spcBef>
                <a:spcPts val="0"/>
              </a:spcBef>
              <a:spcAft>
                <a:spcPts val="0"/>
              </a:spcAft>
              <a:buClr>
                <a:srgbClr val="000000"/>
              </a:buClr>
              <a:buSzPts val="1100"/>
              <a:buFont typeface="Arial"/>
              <a:buNone/>
              <a:tabLst/>
              <a:defRPr/>
            </a:pPr>
            <a:endParaRPr lang="en-US" sz="1400" b="1" dirty="0">
              <a:latin typeface="Calibri" panose="020F0502020204030204" pitchFamily="34" charset="0"/>
              <a:cs typeface="Calibri" panose="020F0502020204030204" pitchFamily="34" charset="0"/>
            </a:endParaRPr>
          </a:p>
          <a:p>
            <a:pPr marL="0" marR="0" lvl="0" indent="0" algn="l" defTabSz="914400" rtl="0" eaLnBrk="1" fontAlgn="auto" latinLnBrk="0" hangingPunct="1">
              <a:lnSpc>
                <a:spcPct val="100000"/>
              </a:lnSpc>
              <a:spcBef>
                <a:spcPts val="0"/>
              </a:spcBef>
              <a:spcAft>
                <a:spcPts val="0"/>
              </a:spcAft>
              <a:buClr>
                <a:srgbClr val="000000"/>
              </a:buClr>
              <a:buSzPts val="1100"/>
              <a:buFont typeface="Arial"/>
              <a:buNone/>
              <a:tabLst/>
              <a:defRPr/>
            </a:pPr>
            <a:r>
              <a:rPr lang="en-US" sz="1400" dirty="0">
                <a:latin typeface="Calibri" panose="020F0502020204030204" pitchFamily="34" charset="0"/>
                <a:cs typeface="Calibri" panose="020F0502020204030204" pitchFamily="34" charset="0"/>
              </a:rPr>
              <a:t>and </a:t>
            </a:r>
            <a:r>
              <a:rPr lang="en-US" sz="1400" b="1" dirty="0">
                <a:latin typeface="Calibri" panose="020F0502020204030204" pitchFamily="34" charset="0"/>
                <a:cs typeface="Calibri" panose="020F0502020204030204" pitchFamily="34" charset="0"/>
              </a:rPr>
              <a:t>identify and confirm vulnerabilities activities </a:t>
            </a:r>
            <a:r>
              <a:rPr lang="en-US" sz="1400" dirty="0">
                <a:latin typeface="Calibri" panose="020F0502020204030204" pitchFamily="34" charset="0"/>
                <a:cs typeface="Calibri" panose="020F0502020204030204" pitchFamily="34" charset="0"/>
              </a:rPr>
              <a:t>in the </a:t>
            </a:r>
            <a:r>
              <a:rPr lang="en-US" sz="1400" b="1" dirty="0">
                <a:latin typeface="Calibri" panose="020F0502020204030204" pitchFamily="34" charset="0"/>
                <a:cs typeface="Calibri" panose="020F0502020204030204" pitchFamily="34" charset="0"/>
              </a:rPr>
              <a:t>operation phase</a:t>
            </a:r>
          </a:p>
          <a:p>
            <a:pPr marL="0" marR="0" lvl="0" indent="0" algn="l" defTabSz="914400" rtl="0" eaLnBrk="1" fontAlgn="auto" latinLnBrk="0" hangingPunct="1">
              <a:lnSpc>
                <a:spcPct val="100000"/>
              </a:lnSpc>
              <a:spcBef>
                <a:spcPts val="0"/>
              </a:spcBef>
              <a:spcAft>
                <a:spcPts val="0"/>
              </a:spcAft>
              <a:buClr>
                <a:srgbClr val="000000"/>
              </a:buClr>
              <a:buSzPts val="1100"/>
              <a:buFont typeface="Arial"/>
              <a:buNone/>
              <a:tabLst/>
              <a:defRPr/>
            </a:pPr>
            <a:endParaRPr lang="en-US" sz="1400" dirty="0">
              <a:latin typeface="Calibri" panose="020F0502020204030204" pitchFamily="34" charset="0"/>
              <a:cs typeface="Calibri" panose="020F0502020204030204" pitchFamily="34" charset="0"/>
            </a:endParaRPr>
          </a:p>
          <a:p>
            <a:pPr marL="0" marR="0" lvl="0" indent="0" algn="l" defTabSz="914400" rtl="0" eaLnBrk="1" fontAlgn="auto" latinLnBrk="0" hangingPunct="1">
              <a:lnSpc>
                <a:spcPct val="100000"/>
              </a:lnSpc>
              <a:spcBef>
                <a:spcPts val="0"/>
              </a:spcBef>
              <a:spcAft>
                <a:spcPts val="0"/>
              </a:spcAft>
              <a:buClr>
                <a:srgbClr val="000000"/>
              </a:buClr>
              <a:buSzPts val="1100"/>
              <a:buFont typeface="Arial"/>
              <a:buNone/>
              <a:tabLst/>
              <a:defRPr/>
            </a:pPr>
            <a:r>
              <a:rPr lang="en-US" sz="1400" dirty="0">
                <a:latin typeface="Calibri" panose="020F0502020204030204" pitchFamily="34" charset="0"/>
                <a:cs typeface="Calibri" panose="020F0502020204030204" pitchFamily="34" charset="0"/>
              </a:rPr>
              <a:t>all serve as threat sources feeding into a common threat prioritization process.</a:t>
            </a:r>
          </a:p>
        </p:txBody>
      </p:sp>
    </p:spTree>
    <p:extLst>
      <p:ext uri="{BB962C8B-B14F-4D97-AF65-F5344CB8AC3E}">
        <p14:creationId xmlns:p14="http://schemas.microsoft.com/office/powerpoint/2010/main" val="765435981"/>
      </p:ext>
    </p:extLst>
  </p:cSld>
  <p:clrMapOvr>
    <a:masterClrMapping/>
  </p:clrMapOvr>
</p:notes>
</file>

<file path=ppt/notesSlides/notesSlide18.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1195"/>
        <p:cNvGrpSpPr/>
        <p:nvPr/>
      </p:nvGrpSpPr>
      <p:grpSpPr>
        <a:xfrm>
          <a:off x="0" y="0"/>
          <a:ext cx="0" cy="0"/>
          <a:chOff x="0" y="0"/>
          <a:chExt cx="0" cy="0"/>
        </a:xfrm>
      </p:grpSpPr>
      <p:sp>
        <p:nvSpPr>
          <p:cNvPr id="1196" name="Google Shape;1196;g9ac6590046_0_272:notes"/>
          <p:cNvSpPr>
            <a:spLocks noGrp="1" noRot="1" noChangeAspect="1"/>
          </p:cNvSpPr>
          <p:nvPr>
            <p:ph type="sldImg" idx="2"/>
          </p:nvPr>
        </p:nvSpPr>
        <p:spPr>
          <a:xfrm>
            <a:off x="382588" y="685800"/>
            <a:ext cx="6094412" cy="3429000"/>
          </a:xfrm>
          <a:custGeom>
            <a:avLst/>
            <a:gdLst/>
            <a:ahLst/>
            <a:cxnLst/>
            <a:rect l="l" t="t" r="r" b="b"/>
            <a:pathLst>
              <a:path w="120000" h="120000" extrusionOk="0">
                <a:moveTo>
                  <a:pt x="0" y="0"/>
                </a:moveTo>
                <a:lnTo>
                  <a:pt x="120000" y="0"/>
                </a:lnTo>
                <a:lnTo>
                  <a:pt x="120000" y="120000"/>
                </a:lnTo>
                <a:lnTo>
                  <a:pt x="0" y="120000"/>
                </a:lnTo>
                <a:close/>
              </a:path>
            </a:pathLst>
          </a:custGeom>
        </p:spPr>
      </p:sp>
      <p:sp>
        <p:nvSpPr>
          <p:cNvPr id="1197" name="Google Shape;1197;g9ac6590046_0_272:notes"/>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r>
              <a:rPr lang="en-US" sz="1400" dirty="0">
                <a:latin typeface="Calibri" panose="020F0502020204030204" pitchFamily="34" charset="0"/>
                <a:cs typeface="Calibri" panose="020F0502020204030204" pitchFamily="34" charset="0"/>
              </a:rPr>
              <a:t>Script:</a:t>
            </a:r>
          </a:p>
          <a:p>
            <a:pPr marL="0" lvl="0" indent="0" algn="l" rtl="0">
              <a:spcBef>
                <a:spcPts val="0"/>
              </a:spcBef>
              <a:spcAft>
                <a:spcPts val="0"/>
              </a:spcAft>
              <a:buNone/>
            </a:pPr>
            <a:endParaRPr lang="en-US" sz="1400" dirty="0">
              <a:solidFill>
                <a:srgbClr val="1D1C1D"/>
              </a:solidFill>
              <a:effectLst/>
              <a:latin typeface="Calibri" panose="020F0502020204030204" pitchFamily="34" charset="0"/>
              <a:cs typeface="Calibri" panose="020F0502020204030204" pitchFamily="34" charset="0"/>
            </a:endParaRPr>
          </a:p>
          <a:p>
            <a:pPr marL="0" lvl="0" indent="0" algn="l" rtl="0">
              <a:spcBef>
                <a:spcPts val="0"/>
              </a:spcBef>
              <a:spcAft>
                <a:spcPts val="0"/>
              </a:spcAft>
              <a:buNone/>
            </a:pPr>
            <a:r>
              <a:rPr lang="en-US" sz="1400" dirty="0">
                <a:solidFill>
                  <a:srgbClr val="1D1C1D"/>
                </a:solidFill>
                <a:effectLst/>
                <a:latin typeface="Arial" panose="020B0604020202020204" pitchFamily="34" charset="0"/>
              </a:rPr>
              <a:t>Here's our overall workflow.</a:t>
            </a:r>
          </a:p>
          <a:p>
            <a:pPr marL="0" lvl="0" indent="0" algn="l" rtl="0">
              <a:spcBef>
                <a:spcPts val="0"/>
              </a:spcBef>
              <a:spcAft>
                <a:spcPts val="0"/>
              </a:spcAft>
              <a:buNone/>
            </a:pPr>
            <a:endParaRPr lang="en-US" sz="1400" dirty="0">
              <a:solidFill>
                <a:srgbClr val="1D1C1D"/>
              </a:solidFill>
              <a:effectLst/>
              <a:latin typeface="Arial" panose="020B0604020202020204" pitchFamily="34" charset="0"/>
            </a:endParaRPr>
          </a:p>
          <a:p>
            <a:pPr marL="0" lvl="0" indent="0" algn="l" rtl="0">
              <a:spcBef>
                <a:spcPts val="0"/>
              </a:spcBef>
              <a:spcAft>
                <a:spcPts val="0"/>
              </a:spcAft>
              <a:buNone/>
            </a:pPr>
            <a:r>
              <a:rPr lang="en-US" sz="1400" dirty="0">
                <a:solidFill>
                  <a:srgbClr val="1D1C1D"/>
                </a:solidFill>
                <a:effectLst/>
                <a:latin typeface="Arial" panose="020B0604020202020204" pitchFamily="34" charset="0"/>
              </a:rPr>
              <a:t>The methodology used is based on guidance from NIST SP 800-30.</a:t>
            </a:r>
          </a:p>
          <a:p>
            <a:pPr marL="0" lvl="0" indent="0" algn="l" rtl="0">
              <a:spcBef>
                <a:spcPts val="0"/>
              </a:spcBef>
              <a:spcAft>
                <a:spcPts val="0"/>
              </a:spcAft>
              <a:buNone/>
            </a:pPr>
            <a:endParaRPr lang="en-US" sz="1400" dirty="0">
              <a:solidFill>
                <a:srgbClr val="1D1C1D"/>
              </a:solidFill>
              <a:effectLst/>
              <a:latin typeface="Arial" panose="020B0604020202020204" pitchFamily="34" charset="0"/>
            </a:endParaRPr>
          </a:p>
          <a:p>
            <a:pPr marL="0" lvl="0" indent="0" algn="l" rtl="0">
              <a:spcBef>
                <a:spcPts val="0"/>
              </a:spcBef>
              <a:spcAft>
                <a:spcPts val="0"/>
              </a:spcAft>
              <a:buNone/>
            </a:pPr>
            <a:r>
              <a:rPr lang="en-US" sz="1400" dirty="0">
                <a:solidFill>
                  <a:srgbClr val="1D1C1D"/>
                </a:solidFill>
                <a:effectLst/>
                <a:latin typeface="Arial" panose="020B0604020202020204" pitchFamily="34" charset="0"/>
              </a:rPr>
              <a:t>Within the workflow, we have three individual activities, </a:t>
            </a:r>
            <a:r>
              <a:rPr lang="en-US" sz="1400" b="1" dirty="0">
                <a:solidFill>
                  <a:srgbClr val="1D1C1D"/>
                </a:solidFill>
                <a:effectLst/>
                <a:latin typeface="Arial" panose="020B0604020202020204" pitchFamily="34" charset="0"/>
              </a:rPr>
              <a:t>threat candidate ranking</a:t>
            </a:r>
            <a:r>
              <a:rPr lang="en-US" sz="1400" dirty="0">
                <a:solidFill>
                  <a:srgbClr val="1D1C1D"/>
                </a:solidFill>
                <a:effectLst/>
                <a:latin typeface="Arial" panose="020B0604020202020204" pitchFamily="34" charset="0"/>
              </a:rPr>
              <a:t>, </a:t>
            </a:r>
            <a:r>
              <a:rPr lang="en-US" sz="1400" b="1" dirty="0">
                <a:solidFill>
                  <a:srgbClr val="1D1C1D"/>
                </a:solidFill>
                <a:effectLst/>
                <a:latin typeface="Arial" panose="020B0604020202020204" pitchFamily="34" charset="0"/>
              </a:rPr>
              <a:t>ranked threat candidate risking</a:t>
            </a:r>
            <a:r>
              <a:rPr lang="en-US" sz="1400" dirty="0">
                <a:solidFill>
                  <a:srgbClr val="1D1C1D"/>
                </a:solidFill>
                <a:effectLst/>
                <a:latin typeface="Arial" panose="020B0604020202020204" pitchFamily="34" charset="0"/>
              </a:rPr>
              <a:t>, and </a:t>
            </a:r>
            <a:r>
              <a:rPr lang="en-US" sz="1400" b="1" dirty="0">
                <a:solidFill>
                  <a:srgbClr val="1D1C1D"/>
                </a:solidFill>
                <a:effectLst/>
                <a:latin typeface="Arial" panose="020B0604020202020204" pitchFamily="34" charset="0"/>
              </a:rPr>
              <a:t>threat candidates slicing</a:t>
            </a:r>
            <a:r>
              <a:rPr lang="en-US" sz="1400" dirty="0">
                <a:solidFill>
                  <a:srgbClr val="1D1C1D"/>
                </a:solidFill>
                <a:effectLst/>
                <a:latin typeface="Arial" panose="020B0604020202020204" pitchFamily="34" charset="0"/>
              </a:rPr>
              <a:t>.</a:t>
            </a:r>
          </a:p>
          <a:p>
            <a:pPr marL="0" lvl="0" indent="0" algn="l" rtl="0">
              <a:spcBef>
                <a:spcPts val="0"/>
              </a:spcBef>
              <a:spcAft>
                <a:spcPts val="0"/>
              </a:spcAft>
              <a:buNone/>
            </a:pPr>
            <a:endParaRPr lang="en-US" sz="1400" dirty="0">
              <a:solidFill>
                <a:srgbClr val="1D1C1D"/>
              </a:solidFill>
              <a:effectLst/>
              <a:latin typeface="Arial" panose="020B0604020202020204" pitchFamily="34" charset="0"/>
            </a:endParaRPr>
          </a:p>
          <a:p>
            <a:pPr marL="0" lvl="0" indent="0" algn="l" rtl="0">
              <a:spcBef>
                <a:spcPts val="0"/>
              </a:spcBef>
              <a:spcAft>
                <a:spcPts val="0"/>
              </a:spcAft>
              <a:buNone/>
            </a:pPr>
            <a:r>
              <a:rPr lang="en-US" sz="1400" dirty="0">
                <a:solidFill>
                  <a:srgbClr val="1D1C1D"/>
                </a:solidFill>
                <a:effectLst/>
                <a:latin typeface="Arial" panose="020B0604020202020204" pitchFamily="34" charset="0"/>
              </a:rPr>
              <a:t>Let's examine each of these activities in detail.</a:t>
            </a:r>
          </a:p>
        </p:txBody>
      </p:sp>
    </p:spTree>
    <p:extLst>
      <p:ext uri="{BB962C8B-B14F-4D97-AF65-F5344CB8AC3E}">
        <p14:creationId xmlns:p14="http://schemas.microsoft.com/office/powerpoint/2010/main" val="1050560611"/>
      </p:ext>
    </p:extLst>
  </p:cSld>
  <p:clrMapOvr>
    <a:masterClrMapping/>
  </p:clrMapOvr>
</p:notes>
</file>

<file path=ppt/notesSlides/notesSlide19.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1195"/>
        <p:cNvGrpSpPr/>
        <p:nvPr/>
      </p:nvGrpSpPr>
      <p:grpSpPr>
        <a:xfrm>
          <a:off x="0" y="0"/>
          <a:ext cx="0" cy="0"/>
          <a:chOff x="0" y="0"/>
          <a:chExt cx="0" cy="0"/>
        </a:xfrm>
      </p:grpSpPr>
      <p:sp>
        <p:nvSpPr>
          <p:cNvPr id="1196" name="Google Shape;1196;g9ac6590046_0_272:notes"/>
          <p:cNvSpPr>
            <a:spLocks noGrp="1" noRot="1" noChangeAspect="1"/>
          </p:cNvSpPr>
          <p:nvPr>
            <p:ph type="sldImg" idx="2"/>
          </p:nvPr>
        </p:nvSpPr>
        <p:spPr>
          <a:xfrm>
            <a:off x="382588" y="685800"/>
            <a:ext cx="6094412" cy="3429000"/>
          </a:xfrm>
          <a:custGeom>
            <a:avLst/>
            <a:gdLst/>
            <a:ahLst/>
            <a:cxnLst/>
            <a:rect l="l" t="t" r="r" b="b"/>
            <a:pathLst>
              <a:path w="120000" h="120000" extrusionOk="0">
                <a:moveTo>
                  <a:pt x="0" y="0"/>
                </a:moveTo>
                <a:lnTo>
                  <a:pt x="120000" y="0"/>
                </a:lnTo>
                <a:lnTo>
                  <a:pt x="120000" y="120000"/>
                </a:lnTo>
                <a:lnTo>
                  <a:pt x="0" y="120000"/>
                </a:lnTo>
                <a:close/>
              </a:path>
            </a:pathLst>
          </a:custGeom>
        </p:spPr>
      </p:sp>
      <p:sp>
        <p:nvSpPr>
          <p:cNvPr id="1197" name="Google Shape;1197;g9ac6590046_0_272:notes"/>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r>
              <a:rPr lang="en-US" sz="1400" dirty="0">
                <a:latin typeface="Calibri" panose="020F0502020204030204" pitchFamily="34" charset="0"/>
                <a:cs typeface="Calibri" panose="020F0502020204030204" pitchFamily="34" charset="0"/>
              </a:rPr>
              <a:t>Script:</a:t>
            </a:r>
          </a:p>
          <a:p>
            <a:pPr marL="0" lvl="0" indent="0" algn="l" rtl="0">
              <a:spcBef>
                <a:spcPts val="0"/>
              </a:spcBef>
              <a:spcAft>
                <a:spcPts val="0"/>
              </a:spcAft>
              <a:buNone/>
            </a:pPr>
            <a:endParaRPr lang="en-US" sz="1400" dirty="0">
              <a:solidFill>
                <a:srgbClr val="1D1C1D"/>
              </a:solidFill>
              <a:effectLst/>
              <a:latin typeface="Calibri" panose="020F0502020204030204" pitchFamily="34" charset="0"/>
              <a:cs typeface="Calibri" panose="020F0502020204030204" pitchFamily="34" charset="0"/>
            </a:endParaRPr>
          </a:p>
          <a:p>
            <a:pPr marL="0" lvl="0" indent="0" algn="l" rtl="0">
              <a:spcBef>
                <a:spcPts val="0"/>
              </a:spcBef>
              <a:spcAft>
                <a:spcPts val="0"/>
              </a:spcAft>
              <a:buNone/>
            </a:pPr>
            <a:r>
              <a:rPr lang="en-US" sz="1400" dirty="0">
                <a:solidFill>
                  <a:srgbClr val="1D1C1D"/>
                </a:solidFill>
                <a:effectLst/>
                <a:latin typeface="Calibri" panose="020F0502020204030204" pitchFamily="34" charset="0"/>
                <a:cs typeface="Calibri" panose="020F0502020204030204" pitchFamily="34" charset="0"/>
              </a:rPr>
              <a:t>The first activity in the threat prioritization workflow is threat candidate ranking.</a:t>
            </a:r>
          </a:p>
          <a:p>
            <a:pPr marL="0" lvl="0" indent="0" algn="l" rtl="0">
              <a:spcBef>
                <a:spcPts val="0"/>
              </a:spcBef>
              <a:spcAft>
                <a:spcPts val="0"/>
              </a:spcAft>
              <a:buNone/>
            </a:pPr>
            <a:endParaRPr lang="en-US" sz="1400" dirty="0">
              <a:solidFill>
                <a:srgbClr val="1D1C1D"/>
              </a:solidFill>
              <a:effectLst/>
              <a:latin typeface="Calibri" panose="020F0502020204030204" pitchFamily="34" charset="0"/>
              <a:cs typeface="Calibri" panose="020F0502020204030204" pitchFamily="34" charset="0"/>
            </a:endParaRPr>
          </a:p>
          <a:p>
            <a:pPr marL="0" lvl="0" indent="0" algn="l" rtl="0">
              <a:spcBef>
                <a:spcPts val="0"/>
              </a:spcBef>
              <a:spcAft>
                <a:spcPts val="0"/>
              </a:spcAft>
              <a:buNone/>
            </a:pPr>
            <a:r>
              <a:rPr lang="en-US" sz="1400" dirty="0">
                <a:solidFill>
                  <a:srgbClr val="1D1C1D"/>
                </a:solidFill>
                <a:effectLst/>
                <a:latin typeface="Calibri" panose="020F0502020204030204" pitchFamily="34" charset="0"/>
                <a:cs typeface="Calibri" panose="020F0502020204030204" pitchFamily="34" charset="0"/>
              </a:rPr>
              <a:t>In this activity, we're ranking in order to establish the relative exploitability or likelihood of each threat candidate.</a:t>
            </a:r>
          </a:p>
          <a:p>
            <a:pPr marL="0" lvl="0" indent="0" algn="l" rtl="0">
              <a:spcBef>
                <a:spcPts val="0"/>
              </a:spcBef>
              <a:spcAft>
                <a:spcPts val="0"/>
              </a:spcAft>
              <a:buNone/>
            </a:pPr>
            <a:endParaRPr lang="en-US" sz="1400" dirty="0">
              <a:solidFill>
                <a:srgbClr val="1D1C1D"/>
              </a:solidFill>
              <a:effectLst/>
              <a:latin typeface="Calibri" panose="020F0502020204030204" pitchFamily="34" charset="0"/>
              <a:cs typeface="Calibri" panose="020F0502020204030204" pitchFamily="34" charset="0"/>
            </a:endParaRPr>
          </a:p>
          <a:p>
            <a:pPr marL="0" lvl="0" indent="0" algn="l" rtl="0">
              <a:spcBef>
                <a:spcPts val="0"/>
              </a:spcBef>
              <a:spcAft>
                <a:spcPts val="0"/>
              </a:spcAft>
              <a:buNone/>
            </a:pPr>
            <a:r>
              <a:rPr lang="en-US" sz="1400" dirty="0">
                <a:solidFill>
                  <a:srgbClr val="1D1C1D"/>
                </a:solidFill>
                <a:effectLst/>
                <a:latin typeface="Calibri" panose="020F0502020204030204" pitchFamily="34" charset="0"/>
                <a:cs typeface="Calibri" panose="020F0502020204030204" pitchFamily="34" charset="0"/>
              </a:rPr>
              <a:t>As mentioned earlier, these candidates can be sourced from several activities including </a:t>
            </a:r>
            <a:r>
              <a:rPr lang="en-US" sz="1400" b="1" dirty="0">
                <a:solidFill>
                  <a:srgbClr val="1D1C1D"/>
                </a:solidFill>
                <a:effectLst/>
                <a:latin typeface="Calibri" panose="020F0502020204030204" pitchFamily="34" charset="0"/>
                <a:cs typeface="Calibri" panose="020F0502020204030204" pitchFamily="34" charset="0"/>
              </a:rPr>
              <a:t>threat modeling</a:t>
            </a:r>
            <a:r>
              <a:rPr lang="en-US" sz="1400" dirty="0">
                <a:solidFill>
                  <a:srgbClr val="1D1C1D"/>
                </a:solidFill>
                <a:effectLst/>
                <a:latin typeface="Calibri" panose="020F0502020204030204" pitchFamily="34" charset="0"/>
                <a:cs typeface="Calibri" panose="020F0502020204030204" pitchFamily="34" charset="0"/>
              </a:rPr>
              <a:t>, </a:t>
            </a:r>
            <a:r>
              <a:rPr lang="en-US" sz="1400" b="1" dirty="0">
                <a:solidFill>
                  <a:srgbClr val="1D1C1D"/>
                </a:solidFill>
                <a:effectLst/>
                <a:latin typeface="Calibri" panose="020F0502020204030204" pitchFamily="34" charset="0"/>
                <a:cs typeface="Calibri" panose="020F0502020204030204" pitchFamily="34" charset="0"/>
              </a:rPr>
              <a:t>incident response, </a:t>
            </a:r>
            <a:r>
              <a:rPr lang="en-US" sz="1400" dirty="0">
                <a:solidFill>
                  <a:srgbClr val="1D1C1D"/>
                </a:solidFill>
                <a:effectLst/>
                <a:latin typeface="Calibri" panose="020F0502020204030204" pitchFamily="34" charset="0"/>
                <a:cs typeface="Calibri" panose="020F0502020204030204" pitchFamily="34" charset="0"/>
              </a:rPr>
              <a:t>and </a:t>
            </a:r>
            <a:r>
              <a:rPr lang="en-US" sz="1400" b="1" dirty="0">
                <a:solidFill>
                  <a:srgbClr val="1D1C1D"/>
                </a:solidFill>
                <a:effectLst/>
                <a:latin typeface="Calibri" panose="020F0502020204030204" pitchFamily="34" charset="0"/>
                <a:cs typeface="Calibri" panose="020F0502020204030204" pitchFamily="34" charset="0"/>
              </a:rPr>
              <a:t>attack surface analysis</a:t>
            </a:r>
            <a:r>
              <a:rPr lang="en-US" sz="1400" dirty="0">
                <a:solidFill>
                  <a:srgbClr val="1D1C1D"/>
                </a:solidFill>
                <a:effectLst/>
                <a:latin typeface="Calibri" panose="020F0502020204030204" pitchFamily="34" charset="0"/>
                <a:cs typeface="Calibri" panose="020F0502020204030204" pitchFamily="34" charset="0"/>
              </a:rPr>
              <a:t>.</a:t>
            </a:r>
          </a:p>
          <a:p>
            <a:pPr marL="0" lvl="0" indent="0" algn="l" rtl="0">
              <a:spcBef>
                <a:spcPts val="0"/>
              </a:spcBef>
              <a:spcAft>
                <a:spcPts val="0"/>
              </a:spcAft>
              <a:buNone/>
            </a:pPr>
            <a:endParaRPr lang="en-US" sz="1400" dirty="0">
              <a:solidFill>
                <a:srgbClr val="1D1C1D"/>
              </a:solidFill>
              <a:effectLst/>
              <a:latin typeface="Calibri" panose="020F0502020204030204" pitchFamily="34" charset="0"/>
              <a:cs typeface="Calibri" panose="020F0502020204030204" pitchFamily="34" charset="0"/>
            </a:endParaRPr>
          </a:p>
          <a:p>
            <a:pPr marL="0" lvl="0" indent="0" algn="l" rtl="0">
              <a:spcBef>
                <a:spcPts val="0"/>
              </a:spcBef>
              <a:spcAft>
                <a:spcPts val="0"/>
              </a:spcAft>
              <a:buNone/>
            </a:pPr>
            <a:r>
              <a:rPr lang="en-US" sz="1400" dirty="0">
                <a:solidFill>
                  <a:srgbClr val="1D1C1D"/>
                </a:solidFill>
                <a:effectLst/>
                <a:latin typeface="Calibri" panose="020F0502020204030204" pitchFamily="34" charset="0"/>
                <a:cs typeface="Calibri" panose="020F0502020204030204" pitchFamily="34" charset="0"/>
              </a:rPr>
              <a:t>The ranking itself should be done using a standard methodology such as the common vulnerability scoring system or CVSS.</a:t>
            </a:r>
          </a:p>
          <a:p>
            <a:pPr marL="0" lvl="0" indent="0" algn="l" rtl="0">
              <a:spcBef>
                <a:spcPts val="0"/>
              </a:spcBef>
              <a:spcAft>
                <a:spcPts val="0"/>
              </a:spcAft>
              <a:buNone/>
            </a:pPr>
            <a:endParaRPr lang="en-US" sz="1400" dirty="0">
              <a:solidFill>
                <a:srgbClr val="1D1C1D"/>
              </a:solidFill>
              <a:effectLst/>
              <a:latin typeface="Calibri" panose="020F0502020204030204" pitchFamily="34" charset="0"/>
              <a:cs typeface="Calibri" panose="020F0502020204030204" pitchFamily="34" charset="0"/>
            </a:endParaRPr>
          </a:p>
          <a:p>
            <a:pPr marL="0" lvl="0" indent="0" algn="l" rtl="0">
              <a:spcBef>
                <a:spcPts val="0"/>
              </a:spcBef>
              <a:spcAft>
                <a:spcPts val="0"/>
              </a:spcAft>
              <a:buNone/>
            </a:pPr>
            <a:r>
              <a:rPr lang="en-US" sz="1400" dirty="0">
                <a:solidFill>
                  <a:srgbClr val="1D1C1D"/>
                </a:solidFill>
                <a:effectLst/>
                <a:latin typeface="Calibri" panose="020F0502020204030204" pitchFamily="34" charset="0"/>
                <a:cs typeface="Calibri" panose="020F0502020204030204" pitchFamily="34" charset="0"/>
              </a:rPr>
              <a:t>There are additional methodologies and we'll be discussing those later when we cover quantization.</a:t>
            </a:r>
          </a:p>
          <a:p>
            <a:pPr marL="0" lvl="0" indent="0" algn="l" rtl="0">
              <a:spcBef>
                <a:spcPts val="0"/>
              </a:spcBef>
              <a:spcAft>
                <a:spcPts val="0"/>
              </a:spcAft>
              <a:buNone/>
            </a:pPr>
            <a:endParaRPr lang="en-US" sz="1400" dirty="0">
              <a:solidFill>
                <a:srgbClr val="1D1C1D"/>
              </a:solidFill>
              <a:effectLst/>
              <a:latin typeface="Calibri" panose="020F0502020204030204" pitchFamily="34" charset="0"/>
              <a:cs typeface="Calibri" panose="020F0502020204030204" pitchFamily="34" charset="0"/>
            </a:endParaRPr>
          </a:p>
          <a:p>
            <a:pPr marL="0" lvl="0" indent="0" algn="l" rtl="0">
              <a:spcBef>
                <a:spcPts val="0"/>
              </a:spcBef>
              <a:spcAft>
                <a:spcPts val="0"/>
              </a:spcAft>
              <a:buNone/>
            </a:pPr>
            <a:r>
              <a:rPr lang="en-US" sz="1400" dirty="0">
                <a:solidFill>
                  <a:srgbClr val="1D1C1D"/>
                </a:solidFill>
                <a:effectLst/>
                <a:latin typeface="Calibri" panose="020F0502020204030204" pitchFamily="34" charset="0"/>
                <a:cs typeface="Calibri" panose="020F0502020204030204" pitchFamily="34" charset="0"/>
              </a:rPr>
              <a:t>The ranking system used should consider factors such as:</a:t>
            </a:r>
          </a:p>
          <a:p>
            <a:pPr marL="0" lvl="0" indent="0" algn="l" rtl="0">
              <a:spcBef>
                <a:spcPts val="0"/>
              </a:spcBef>
              <a:spcAft>
                <a:spcPts val="0"/>
              </a:spcAft>
              <a:buNone/>
            </a:pPr>
            <a:endParaRPr lang="en-US" sz="1400" dirty="0">
              <a:solidFill>
                <a:srgbClr val="1D1C1D"/>
              </a:solidFill>
              <a:effectLst/>
              <a:latin typeface="Calibri" panose="020F0502020204030204" pitchFamily="34" charset="0"/>
              <a:cs typeface="Calibri" panose="020F0502020204030204" pitchFamily="34" charset="0"/>
            </a:endParaRPr>
          </a:p>
          <a:p>
            <a:pPr marL="0" lvl="0" indent="0" algn="l" rtl="0">
              <a:spcBef>
                <a:spcPts val="0"/>
              </a:spcBef>
              <a:spcAft>
                <a:spcPts val="0"/>
              </a:spcAft>
              <a:buNone/>
            </a:pPr>
            <a:r>
              <a:rPr lang="en-US" sz="1400" dirty="0">
                <a:solidFill>
                  <a:srgbClr val="1D1C1D"/>
                </a:solidFill>
                <a:effectLst/>
                <a:latin typeface="Calibri" panose="020F0502020204030204" pitchFamily="34" charset="0"/>
                <a:cs typeface="Calibri" panose="020F0502020204030204" pitchFamily="34" charset="0"/>
              </a:rPr>
              <a:t>• Mechanism</a:t>
            </a:r>
          </a:p>
          <a:p>
            <a:pPr marL="0" lvl="0" indent="0" algn="l" rtl="0">
              <a:spcBef>
                <a:spcPts val="0"/>
              </a:spcBef>
              <a:spcAft>
                <a:spcPts val="0"/>
              </a:spcAft>
              <a:buNone/>
            </a:pPr>
            <a:r>
              <a:rPr lang="en-US" sz="1400" dirty="0">
                <a:solidFill>
                  <a:srgbClr val="1D1C1D"/>
                </a:solidFill>
                <a:effectLst/>
                <a:latin typeface="Calibri" panose="020F0502020204030204" pitchFamily="34" charset="0"/>
                <a:cs typeface="Calibri" panose="020F0502020204030204" pitchFamily="34" charset="0"/>
              </a:rPr>
              <a:t>• Locality</a:t>
            </a:r>
          </a:p>
          <a:p>
            <a:pPr marL="0" lvl="0" indent="0" algn="l" rtl="0">
              <a:spcBef>
                <a:spcPts val="0"/>
              </a:spcBef>
              <a:spcAft>
                <a:spcPts val="0"/>
              </a:spcAft>
              <a:buNone/>
            </a:pPr>
            <a:r>
              <a:rPr lang="en-US" sz="1400" dirty="0">
                <a:solidFill>
                  <a:srgbClr val="1D1C1D"/>
                </a:solidFill>
                <a:effectLst/>
                <a:latin typeface="Calibri" panose="020F0502020204030204" pitchFamily="34" charset="0"/>
                <a:cs typeface="Calibri" panose="020F0502020204030204" pitchFamily="34" charset="0"/>
              </a:rPr>
              <a:t>• Maturity</a:t>
            </a:r>
          </a:p>
          <a:p>
            <a:pPr marL="0" lvl="0" indent="0" algn="l" rtl="0">
              <a:spcBef>
                <a:spcPts val="0"/>
              </a:spcBef>
              <a:spcAft>
                <a:spcPts val="0"/>
              </a:spcAft>
              <a:buNone/>
            </a:pPr>
            <a:r>
              <a:rPr lang="en-US" sz="1400" dirty="0">
                <a:solidFill>
                  <a:srgbClr val="1D1C1D"/>
                </a:solidFill>
                <a:effectLst/>
                <a:latin typeface="Calibri" panose="020F0502020204030204" pitchFamily="34" charset="0"/>
                <a:cs typeface="Calibri" panose="020F0502020204030204" pitchFamily="34" charset="0"/>
              </a:rPr>
              <a:t>• Scope</a:t>
            </a:r>
          </a:p>
          <a:p>
            <a:pPr marL="0" lvl="0" indent="0" algn="l" rtl="0">
              <a:spcBef>
                <a:spcPts val="0"/>
              </a:spcBef>
              <a:spcAft>
                <a:spcPts val="0"/>
              </a:spcAft>
              <a:buNone/>
            </a:pPr>
            <a:r>
              <a:rPr lang="en-US" sz="1400" dirty="0">
                <a:solidFill>
                  <a:srgbClr val="1D1C1D"/>
                </a:solidFill>
                <a:effectLst/>
                <a:latin typeface="Calibri" panose="020F0502020204030204" pitchFamily="34" charset="0"/>
                <a:cs typeface="Calibri" panose="020F0502020204030204" pitchFamily="34" charset="0"/>
              </a:rPr>
              <a:t>• Required privileges</a:t>
            </a:r>
          </a:p>
          <a:p>
            <a:pPr marL="0" lvl="0" indent="0" algn="l" rtl="0">
              <a:spcBef>
                <a:spcPts val="0"/>
              </a:spcBef>
              <a:spcAft>
                <a:spcPts val="0"/>
              </a:spcAft>
              <a:buNone/>
            </a:pPr>
            <a:endParaRPr lang="en-US" sz="1400" dirty="0">
              <a:solidFill>
                <a:srgbClr val="1D1C1D"/>
              </a:solidFill>
              <a:effectLst/>
              <a:latin typeface="Calibri" panose="020F0502020204030204" pitchFamily="34" charset="0"/>
              <a:cs typeface="Calibri" panose="020F0502020204030204" pitchFamily="34" charset="0"/>
            </a:endParaRPr>
          </a:p>
          <a:p>
            <a:pPr marL="0" lvl="0" indent="0" algn="l" rtl="0">
              <a:spcBef>
                <a:spcPts val="0"/>
              </a:spcBef>
              <a:spcAft>
                <a:spcPts val="0"/>
              </a:spcAft>
              <a:buNone/>
            </a:pPr>
            <a:r>
              <a:rPr lang="en-US" sz="1400" dirty="0">
                <a:solidFill>
                  <a:srgbClr val="1D1C1D"/>
                </a:solidFill>
                <a:effectLst/>
                <a:latin typeface="Calibri" panose="020F0502020204030204" pitchFamily="34" charset="0"/>
                <a:cs typeface="Calibri" panose="020F0502020204030204" pitchFamily="34" charset="0"/>
              </a:rPr>
              <a:t>Ranking lends itself to a continuous system and once ranked a threshold may be applied to reduce the number of candidates to be considered in the risking activity.</a:t>
            </a:r>
          </a:p>
          <a:p>
            <a:pPr marL="0" lvl="0" indent="0" algn="l" rtl="0">
              <a:spcBef>
                <a:spcPts val="0"/>
              </a:spcBef>
              <a:spcAft>
                <a:spcPts val="0"/>
              </a:spcAft>
              <a:buNone/>
            </a:pPr>
            <a:endParaRPr lang="en-US" sz="1400" dirty="0">
              <a:solidFill>
                <a:srgbClr val="1D1C1D"/>
              </a:solidFill>
              <a:effectLst/>
              <a:latin typeface="Calibri" panose="020F0502020204030204" pitchFamily="34" charset="0"/>
              <a:cs typeface="Calibri" panose="020F0502020204030204" pitchFamily="34" charset="0"/>
            </a:endParaRPr>
          </a:p>
          <a:p>
            <a:pPr marL="0" lvl="0" indent="0" algn="l" rtl="0">
              <a:spcBef>
                <a:spcPts val="0"/>
              </a:spcBef>
              <a:spcAft>
                <a:spcPts val="0"/>
              </a:spcAft>
              <a:buNone/>
            </a:pPr>
            <a:r>
              <a:rPr lang="en-US" sz="1400" dirty="0">
                <a:solidFill>
                  <a:srgbClr val="1D1C1D"/>
                </a:solidFill>
                <a:effectLst/>
                <a:latin typeface="Calibri" panose="020F0502020204030204" pitchFamily="34" charset="0"/>
                <a:cs typeface="Calibri" panose="020F0502020204030204" pitchFamily="34" charset="0"/>
              </a:rPr>
              <a:t>If the threshold is applied, the dismissed candidates must be documented, along with the dismissal rationale, in the candidate’s source tracker.</a:t>
            </a:r>
          </a:p>
          <a:p>
            <a:pPr marL="0" lvl="0" indent="0" algn="l" rtl="0">
              <a:spcBef>
                <a:spcPts val="0"/>
              </a:spcBef>
              <a:spcAft>
                <a:spcPts val="0"/>
              </a:spcAft>
              <a:buNone/>
            </a:pPr>
            <a:endParaRPr lang="en-US" sz="1400" dirty="0">
              <a:solidFill>
                <a:srgbClr val="1D1C1D"/>
              </a:solidFill>
              <a:effectLst/>
              <a:latin typeface="Calibri" panose="020F0502020204030204" pitchFamily="34" charset="0"/>
              <a:cs typeface="Calibri" panose="020F0502020204030204" pitchFamily="34" charset="0"/>
            </a:endParaRPr>
          </a:p>
          <a:p>
            <a:pPr marL="0" lvl="0" indent="0" algn="l" rtl="0">
              <a:spcBef>
                <a:spcPts val="0"/>
              </a:spcBef>
              <a:spcAft>
                <a:spcPts val="0"/>
              </a:spcAft>
              <a:buNone/>
            </a:pPr>
            <a:r>
              <a:rPr lang="en-US" sz="1400" dirty="0">
                <a:solidFill>
                  <a:srgbClr val="1D1C1D"/>
                </a:solidFill>
                <a:effectLst/>
                <a:latin typeface="Calibri" panose="020F0502020204030204" pitchFamily="34" charset="0"/>
                <a:cs typeface="Calibri" panose="020F0502020204030204" pitchFamily="34" charset="0"/>
              </a:rPr>
              <a:t>This is seen here in the notification that goes back from the ranking activity.</a:t>
            </a:r>
          </a:p>
          <a:p>
            <a:pPr marL="0" lvl="0" indent="0" algn="l" rtl="0">
              <a:spcBef>
                <a:spcPts val="0"/>
              </a:spcBef>
              <a:spcAft>
                <a:spcPts val="0"/>
              </a:spcAft>
              <a:buNone/>
            </a:pPr>
            <a:endParaRPr lang="en-US" sz="1400" dirty="0">
              <a:solidFill>
                <a:srgbClr val="1D1C1D"/>
              </a:solidFill>
              <a:effectLst/>
              <a:latin typeface="Calibri" panose="020F0502020204030204" pitchFamily="34" charset="0"/>
              <a:cs typeface="Calibri" panose="020F0502020204030204" pitchFamily="34" charset="0"/>
            </a:endParaRPr>
          </a:p>
          <a:p>
            <a:pPr marL="0" lvl="0" indent="0" algn="l" rtl="0">
              <a:spcBef>
                <a:spcPts val="0"/>
              </a:spcBef>
              <a:spcAft>
                <a:spcPts val="0"/>
              </a:spcAft>
              <a:buNone/>
            </a:pPr>
            <a:r>
              <a:rPr lang="en-US" sz="1400" dirty="0">
                <a:solidFill>
                  <a:srgbClr val="1D1C1D"/>
                </a:solidFill>
                <a:effectLst/>
                <a:latin typeface="Calibri" panose="020F0502020204030204" pitchFamily="34" charset="0"/>
                <a:cs typeface="Calibri" panose="020F0502020204030204" pitchFamily="34" charset="0"/>
              </a:rPr>
              <a:t>&lt;pause&gt;</a:t>
            </a:r>
          </a:p>
          <a:p>
            <a:pPr marL="0" lvl="0" indent="0" algn="l" rtl="0">
              <a:spcBef>
                <a:spcPts val="0"/>
              </a:spcBef>
              <a:spcAft>
                <a:spcPts val="0"/>
              </a:spcAft>
              <a:buNone/>
            </a:pPr>
            <a:endParaRPr lang="en-US" sz="1400" dirty="0">
              <a:solidFill>
                <a:srgbClr val="1D1C1D"/>
              </a:solidFill>
              <a:effectLst/>
              <a:latin typeface="Calibri" panose="020F0502020204030204" pitchFamily="34" charset="0"/>
              <a:cs typeface="Calibri" panose="020F0502020204030204" pitchFamily="34" charset="0"/>
            </a:endParaRPr>
          </a:p>
          <a:p>
            <a:pPr marL="0" lvl="0" indent="0" algn="l" rtl="0">
              <a:spcBef>
                <a:spcPts val="0"/>
              </a:spcBef>
              <a:spcAft>
                <a:spcPts val="0"/>
              </a:spcAft>
              <a:buNone/>
            </a:pPr>
            <a:r>
              <a:rPr lang="en-US" sz="1400" strike="sngStrike" dirty="0">
                <a:solidFill>
                  <a:srgbClr val="1D1C1D"/>
                </a:solidFill>
                <a:effectLst/>
                <a:latin typeface="Calibri" panose="020F0502020204030204" pitchFamily="34" charset="0"/>
                <a:cs typeface="Calibri" panose="020F0502020204030204" pitchFamily="34" charset="0"/>
              </a:rPr>
              <a:t>Generally speaking, the minimum inputs for this process are going to be the what, the where, and the worst case of each threat candidate.</a:t>
            </a:r>
          </a:p>
          <a:p>
            <a:pPr marL="0" lvl="0" indent="0" algn="l" rtl="0">
              <a:spcBef>
                <a:spcPts val="0"/>
              </a:spcBef>
              <a:spcAft>
                <a:spcPts val="0"/>
              </a:spcAft>
              <a:buNone/>
            </a:pPr>
            <a:endParaRPr lang="en-US" sz="1400" strike="sngStrike" dirty="0">
              <a:solidFill>
                <a:srgbClr val="1D1C1D"/>
              </a:solidFill>
              <a:effectLst/>
              <a:latin typeface="Calibri" panose="020F0502020204030204" pitchFamily="34" charset="0"/>
              <a:cs typeface="Calibri" panose="020F0502020204030204" pitchFamily="34" charset="0"/>
            </a:endParaRPr>
          </a:p>
          <a:p>
            <a:pPr marL="0" lvl="0" indent="0" algn="l" rtl="0">
              <a:spcBef>
                <a:spcPts val="0"/>
              </a:spcBef>
              <a:spcAft>
                <a:spcPts val="0"/>
              </a:spcAft>
              <a:buNone/>
            </a:pPr>
            <a:r>
              <a:rPr lang="en-US" sz="1400" strike="sngStrike" dirty="0">
                <a:solidFill>
                  <a:srgbClr val="1D1C1D"/>
                </a:solidFill>
                <a:effectLst/>
                <a:latin typeface="Calibri" panose="020F0502020204030204" pitchFamily="34" charset="0"/>
                <a:cs typeface="Calibri" panose="020F0502020204030204" pitchFamily="34" charset="0"/>
              </a:rPr>
              <a:t>&lt;pause&gt;</a:t>
            </a:r>
          </a:p>
          <a:p>
            <a:pPr marL="0" lvl="0" indent="0" algn="l" rtl="0">
              <a:spcBef>
                <a:spcPts val="0"/>
              </a:spcBef>
              <a:spcAft>
                <a:spcPts val="0"/>
              </a:spcAft>
              <a:buNone/>
            </a:pPr>
            <a:endParaRPr lang="en-US" sz="1400" strike="sngStrike" dirty="0">
              <a:solidFill>
                <a:srgbClr val="1D1C1D"/>
              </a:solidFill>
              <a:effectLst/>
              <a:latin typeface="Calibri" panose="020F0502020204030204" pitchFamily="34" charset="0"/>
              <a:cs typeface="Calibri" panose="020F0502020204030204" pitchFamily="34" charset="0"/>
            </a:endParaRPr>
          </a:p>
          <a:p>
            <a:pPr marL="0" lvl="0" indent="0" algn="l" rtl="0">
              <a:spcBef>
                <a:spcPts val="0"/>
              </a:spcBef>
              <a:spcAft>
                <a:spcPts val="0"/>
              </a:spcAft>
              <a:buNone/>
            </a:pPr>
            <a:r>
              <a:rPr lang="en-US" sz="1400" strike="sngStrike" dirty="0">
                <a:solidFill>
                  <a:srgbClr val="1D1C1D"/>
                </a:solidFill>
                <a:effectLst/>
                <a:latin typeface="Calibri" panose="020F0502020204030204" pitchFamily="34" charset="0"/>
                <a:cs typeface="Calibri" panose="020F0502020204030204" pitchFamily="34" charset="0"/>
              </a:rPr>
              <a:t>And the output will include the likelihood of that threat candidate.</a:t>
            </a:r>
          </a:p>
        </p:txBody>
      </p:sp>
    </p:spTree>
    <p:extLst>
      <p:ext uri="{BB962C8B-B14F-4D97-AF65-F5344CB8AC3E}">
        <p14:creationId xmlns:p14="http://schemas.microsoft.com/office/powerpoint/2010/main" val="2222191206"/>
      </p:ext>
    </p:extLst>
  </p:cSld>
  <p:clrMapOvr>
    <a:masterClrMapping/>
  </p:clrMapOvr>
</p:notes>
</file>

<file path=ppt/notesSlides/notesSlide20.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1195"/>
        <p:cNvGrpSpPr/>
        <p:nvPr/>
      </p:nvGrpSpPr>
      <p:grpSpPr>
        <a:xfrm>
          <a:off x="0" y="0"/>
          <a:ext cx="0" cy="0"/>
          <a:chOff x="0" y="0"/>
          <a:chExt cx="0" cy="0"/>
        </a:xfrm>
      </p:grpSpPr>
      <p:sp>
        <p:nvSpPr>
          <p:cNvPr id="1196" name="Google Shape;1196;g9ac6590046_0_272:notes"/>
          <p:cNvSpPr>
            <a:spLocks noGrp="1" noRot="1" noChangeAspect="1"/>
          </p:cNvSpPr>
          <p:nvPr>
            <p:ph type="sldImg" idx="2"/>
          </p:nvPr>
        </p:nvSpPr>
        <p:spPr>
          <a:xfrm>
            <a:off x="382588" y="685800"/>
            <a:ext cx="6094412" cy="3429000"/>
          </a:xfrm>
          <a:custGeom>
            <a:avLst/>
            <a:gdLst/>
            <a:ahLst/>
            <a:cxnLst/>
            <a:rect l="l" t="t" r="r" b="b"/>
            <a:pathLst>
              <a:path w="120000" h="120000" extrusionOk="0">
                <a:moveTo>
                  <a:pt x="0" y="0"/>
                </a:moveTo>
                <a:lnTo>
                  <a:pt x="120000" y="0"/>
                </a:lnTo>
                <a:lnTo>
                  <a:pt x="120000" y="120000"/>
                </a:lnTo>
                <a:lnTo>
                  <a:pt x="0" y="120000"/>
                </a:lnTo>
                <a:close/>
              </a:path>
            </a:pathLst>
          </a:custGeom>
        </p:spPr>
      </p:sp>
      <p:sp>
        <p:nvSpPr>
          <p:cNvPr id="1197" name="Google Shape;1197;g9ac6590046_0_272:notes"/>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r>
              <a:rPr lang="en-US" sz="1400" dirty="0">
                <a:latin typeface="Calibri" panose="020F0502020204030204" pitchFamily="34" charset="0"/>
                <a:cs typeface="Calibri" panose="020F0502020204030204" pitchFamily="34" charset="0"/>
              </a:rPr>
              <a:t>Script:</a:t>
            </a:r>
          </a:p>
          <a:p>
            <a:pPr marL="0" lvl="0" indent="0" algn="l" rtl="0">
              <a:spcBef>
                <a:spcPts val="0"/>
              </a:spcBef>
              <a:spcAft>
                <a:spcPts val="0"/>
              </a:spcAft>
              <a:buNone/>
            </a:pPr>
            <a:endParaRPr lang="en-US" sz="1400" dirty="0">
              <a:solidFill>
                <a:srgbClr val="1D1C1D"/>
              </a:solidFill>
              <a:effectLst/>
              <a:latin typeface="Calibri" panose="020F0502020204030204" pitchFamily="34" charset="0"/>
              <a:cs typeface="Calibri" panose="020F0502020204030204" pitchFamily="34" charset="0"/>
            </a:endParaRPr>
          </a:p>
          <a:p>
            <a:pPr marL="0" lvl="0" indent="0" algn="l" rtl="0">
              <a:spcBef>
                <a:spcPts val="0"/>
              </a:spcBef>
              <a:spcAft>
                <a:spcPts val="0"/>
              </a:spcAft>
              <a:buNone/>
            </a:pPr>
            <a:r>
              <a:rPr lang="en-US" sz="1400" strike="sngStrike" dirty="0">
                <a:solidFill>
                  <a:srgbClr val="1D1C1D"/>
                </a:solidFill>
                <a:effectLst/>
                <a:latin typeface="Calibri" panose="020F0502020204030204" pitchFamily="34" charset="0"/>
                <a:cs typeface="Calibri" panose="020F0502020204030204" pitchFamily="34" charset="0"/>
              </a:rPr>
              <a:t>The first activity in the threat prioritization workflow is threat candidate ranking.</a:t>
            </a:r>
          </a:p>
          <a:p>
            <a:pPr marL="0" lvl="0" indent="0" algn="l" rtl="0">
              <a:spcBef>
                <a:spcPts val="0"/>
              </a:spcBef>
              <a:spcAft>
                <a:spcPts val="0"/>
              </a:spcAft>
              <a:buNone/>
            </a:pPr>
            <a:endParaRPr lang="en-US" sz="1400" strike="sngStrike" dirty="0">
              <a:solidFill>
                <a:srgbClr val="1D1C1D"/>
              </a:solidFill>
              <a:effectLst/>
              <a:latin typeface="Calibri" panose="020F0502020204030204" pitchFamily="34" charset="0"/>
              <a:cs typeface="Calibri" panose="020F0502020204030204" pitchFamily="34" charset="0"/>
            </a:endParaRPr>
          </a:p>
          <a:p>
            <a:pPr marL="0" lvl="0" indent="0" algn="l" rtl="0">
              <a:spcBef>
                <a:spcPts val="0"/>
              </a:spcBef>
              <a:spcAft>
                <a:spcPts val="0"/>
              </a:spcAft>
              <a:buNone/>
            </a:pPr>
            <a:r>
              <a:rPr lang="en-US" sz="1400" strike="sngStrike" dirty="0">
                <a:solidFill>
                  <a:srgbClr val="1D1C1D"/>
                </a:solidFill>
                <a:effectLst/>
                <a:latin typeface="Calibri" panose="020F0502020204030204" pitchFamily="34" charset="0"/>
                <a:cs typeface="Calibri" panose="020F0502020204030204" pitchFamily="34" charset="0"/>
              </a:rPr>
              <a:t>In this activity, we're ranking in order to establish the relative exploitability or likelihood of each threat candidate.</a:t>
            </a:r>
          </a:p>
          <a:p>
            <a:pPr marL="0" lvl="0" indent="0" algn="l" rtl="0">
              <a:spcBef>
                <a:spcPts val="0"/>
              </a:spcBef>
              <a:spcAft>
                <a:spcPts val="0"/>
              </a:spcAft>
              <a:buNone/>
            </a:pPr>
            <a:endParaRPr lang="en-US" sz="1400" strike="sngStrike" dirty="0">
              <a:solidFill>
                <a:srgbClr val="1D1C1D"/>
              </a:solidFill>
              <a:effectLst/>
              <a:latin typeface="Calibri" panose="020F0502020204030204" pitchFamily="34" charset="0"/>
              <a:cs typeface="Calibri" panose="020F0502020204030204" pitchFamily="34" charset="0"/>
            </a:endParaRPr>
          </a:p>
          <a:p>
            <a:pPr marL="0" lvl="0" indent="0" algn="l" rtl="0">
              <a:spcBef>
                <a:spcPts val="0"/>
              </a:spcBef>
              <a:spcAft>
                <a:spcPts val="0"/>
              </a:spcAft>
              <a:buNone/>
            </a:pPr>
            <a:r>
              <a:rPr lang="en-US" sz="1400" strike="sngStrike" dirty="0">
                <a:solidFill>
                  <a:srgbClr val="1D1C1D"/>
                </a:solidFill>
                <a:effectLst/>
                <a:latin typeface="Calibri" panose="020F0502020204030204" pitchFamily="34" charset="0"/>
                <a:cs typeface="Calibri" panose="020F0502020204030204" pitchFamily="34" charset="0"/>
              </a:rPr>
              <a:t>As mentioned earlier, these candidates can be sourced from several activities including </a:t>
            </a:r>
            <a:r>
              <a:rPr lang="en-US" sz="1400" b="1" strike="sngStrike" dirty="0">
                <a:solidFill>
                  <a:srgbClr val="1D1C1D"/>
                </a:solidFill>
                <a:effectLst/>
                <a:latin typeface="Calibri" panose="020F0502020204030204" pitchFamily="34" charset="0"/>
                <a:cs typeface="Calibri" panose="020F0502020204030204" pitchFamily="34" charset="0"/>
              </a:rPr>
              <a:t>threat modeling</a:t>
            </a:r>
            <a:r>
              <a:rPr lang="en-US" sz="1400" strike="sngStrike" dirty="0">
                <a:solidFill>
                  <a:srgbClr val="1D1C1D"/>
                </a:solidFill>
                <a:effectLst/>
                <a:latin typeface="Calibri" panose="020F0502020204030204" pitchFamily="34" charset="0"/>
                <a:cs typeface="Calibri" panose="020F0502020204030204" pitchFamily="34" charset="0"/>
              </a:rPr>
              <a:t>, </a:t>
            </a:r>
            <a:r>
              <a:rPr lang="en-US" sz="1400" b="1" strike="sngStrike" dirty="0">
                <a:solidFill>
                  <a:srgbClr val="1D1C1D"/>
                </a:solidFill>
                <a:effectLst/>
                <a:latin typeface="Calibri" panose="020F0502020204030204" pitchFamily="34" charset="0"/>
                <a:cs typeface="Calibri" panose="020F0502020204030204" pitchFamily="34" charset="0"/>
              </a:rPr>
              <a:t>incident response, </a:t>
            </a:r>
            <a:r>
              <a:rPr lang="en-US" sz="1400" strike="sngStrike" dirty="0">
                <a:solidFill>
                  <a:srgbClr val="1D1C1D"/>
                </a:solidFill>
                <a:effectLst/>
                <a:latin typeface="Calibri" panose="020F0502020204030204" pitchFamily="34" charset="0"/>
                <a:cs typeface="Calibri" panose="020F0502020204030204" pitchFamily="34" charset="0"/>
              </a:rPr>
              <a:t>and </a:t>
            </a:r>
            <a:r>
              <a:rPr lang="en-US" sz="1400" b="1" strike="sngStrike" dirty="0">
                <a:solidFill>
                  <a:srgbClr val="1D1C1D"/>
                </a:solidFill>
                <a:effectLst/>
                <a:latin typeface="Calibri" panose="020F0502020204030204" pitchFamily="34" charset="0"/>
                <a:cs typeface="Calibri" panose="020F0502020204030204" pitchFamily="34" charset="0"/>
              </a:rPr>
              <a:t>attack surface analysis</a:t>
            </a:r>
            <a:r>
              <a:rPr lang="en-US" sz="1400" strike="sngStrike" dirty="0">
                <a:solidFill>
                  <a:srgbClr val="1D1C1D"/>
                </a:solidFill>
                <a:effectLst/>
                <a:latin typeface="Calibri" panose="020F0502020204030204" pitchFamily="34" charset="0"/>
                <a:cs typeface="Calibri" panose="020F0502020204030204" pitchFamily="34" charset="0"/>
              </a:rPr>
              <a:t>.</a:t>
            </a:r>
          </a:p>
          <a:p>
            <a:pPr marL="0" lvl="0" indent="0" algn="l" rtl="0">
              <a:spcBef>
                <a:spcPts val="0"/>
              </a:spcBef>
              <a:spcAft>
                <a:spcPts val="0"/>
              </a:spcAft>
              <a:buNone/>
            </a:pPr>
            <a:endParaRPr lang="en-US" sz="1400" strike="sngStrike" dirty="0">
              <a:solidFill>
                <a:srgbClr val="1D1C1D"/>
              </a:solidFill>
              <a:effectLst/>
              <a:latin typeface="Calibri" panose="020F0502020204030204" pitchFamily="34" charset="0"/>
              <a:cs typeface="Calibri" panose="020F0502020204030204" pitchFamily="34" charset="0"/>
            </a:endParaRPr>
          </a:p>
          <a:p>
            <a:pPr marL="0" lvl="0" indent="0" algn="l" rtl="0">
              <a:spcBef>
                <a:spcPts val="0"/>
              </a:spcBef>
              <a:spcAft>
                <a:spcPts val="0"/>
              </a:spcAft>
              <a:buNone/>
            </a:pPr>
            <a:r>
              <a:rPr lang="en-US" sz="1400" strike="sngStrike" dirty="0">
                <a:solidFill>
                  <a:srgbClr val="1D1C1D"/>
                </a:solidFill>
                <a:effectLst/>
                <a:latin typeface="Calibri" panose="020F0502020204030204" pitchFamily="34" charset="0"/>
                <a:cs typeface="Calibri" panose="020F0502020204030204" pitchFamily="34" charset="0"/>
              </a:rPr>
              <a:t>The ranking itself should be done using a standard methodology such as the common vulnerability scoring system or CVSS.</a:t>
            </a:r>
          </a:p>
          <a:p>
            <a:pPr marL="0" lvl="0" indent="0" algn="l" rtl="0">
              <a:spcBef>
                <a:spcPts val="0"/>
              </a:spcBef>
              <a:spcAft>
                <a:spcPts val="0"/>
              </a:spcAft>
              <a:buNone/>
            </a:pPr>
            <a:endParaRPr lang="en-US" sz="1400" strike="sngStrike" dirty="0">
              <a:solidFill>
                <a:srgbClr val="1D1C1D"/>
              </a:solidFill>
              <a:effectLst/>
              <a:latin typeface="Calibri" panose="020F0502020204030204" pitchFamily="34" charset="0"/>
              <a:cs typeface="Calibri" panose="020F0502020204030204" pitchFamily="34" charset="0"/>
            </a:endParaRPr>
          </a:p>
          <a:p>
            <a:pPr marL="0" lvl="0" indent="0" algn="l" rtl="0">
              <a:spcBef>
                <a:spcPts val="0"/>
              </a:spcBef>
              <a:spcAft>
                <a:spcPts val="0"/>
              </a:spcAft>
              <a:buNone/>
            </a:pPr>
            <a:r>
              <a:rPr lang="en-US" sz="1400" strike="sngStrike" dirty="0">
                <a:solidFill>
                  <a:srgbClr val="1D1C1D"/>
                </a:solidFill>
                <a:effectLst/>
                <a:latin typeface="Calibri" panose="020F0502020204030204" pitchFamily="34" charset="0"/>
                <a:cs typeface="Calibri" panose="020F0502020204030204" pitchFamily="34" charset="0"/>
              </a:rPr>
              <a:t>There are additional methodologies and we'll be discussing those later when we cover quantization.</a:t>
            </a:r>
          </a:p>
          <a:p>
            <a:pPr marL="0" lvl="0" indent="0" algn="l" rtl="0">
              <a:spcBef>
                <a:spcPts val="0"/>
              </a:spcBef>
              <a:spcAft>
                <a:spcPts val="0"/>
              </a:spcAft>
              <a:buNone/>
            </a:pPr>
            <a:endParaRPr lang="en-US" sz="1400" strike="sngStrike" dirty="0">
              <a:solidFill>
                <a:srgbClr val="1D1C1D"/>
              </a:solidFill>
              <a:effectLst/>
              <a:latin typeface="Calibri" panose="020F0502020204030204" pitchFamily="34" charset="0"/>
              <a:cs typeface="Calibri" panose="020F0502020204030204" pitchFamily="34" charset="0"/>
            </a:endParaRPr>
          </a:p>
          <a:p>
            <a:pPr marL="0" lvl="0" indent="0" algn="l" rtl="0">
              <a:spcBef>
                <a:spcPts val="0"/>
              </a:spcBef>
              <a:spcAft>
                <a:spcPts val="0"/>
              </a:spcAft>
              <a:buNone/>
            </a:pPr>
            <a:r>
              <a:rPr lang="en-US" sz="1400" strike="sngStrike" dirty="0">
                <a:solidFill>
                  <a:srgbClr val="1D1C1D"/>
                </a:solidFill>
                <a:effectLst/>
                <a:latin typeface="Calibri" panose="020F0502020204030204" pitchFamily="34" charset="0"/>
                <a:cs typeface="Calibri" panose="020F0502020204030204" pitchFamily="34" charset="0"/>
              </a:rPr>
              <a:t>The ranking system used should consider factors such as:</a:t>
            </a:r>
          </a:p>
          <a:p>
            <a:pPr marL="0" lvl="0" indent="0" algn="l" rtl="0">
              <a:spcBef>
                <a:spcPts val="0"/>
              </a:spcBef>
              <a:spcAft>
                <a:spcPts val="0"/>
              </a:spcAft>
              <a:buNone/>
            </a:pPr>
            <a:endParaRPr lang="en-US" sz="1400" strike="sngStrike" dirty="0">
              <a:solidFill>
                <a:srgbClr val="1D1C1D"/>
              </a:solidFill>
              <a:effectLst/>
              <a:latin typeface="Calibri" panose="020F0502020204030204" pitchFamily="34" charset="0"/>
              <a:cs typeface="Calibri" panose="020F0502020204030204" pitchFamily="34" charset="0"/>
            </a:endParaRPr>
          </a:p>
          <a:p>
            <a:pPr marL="0" lvl="0" indent="0" algn="l" rtl="0">
              <a:spcBef>
                <a:spcPts val="0"/>
              </a:spcBef>
              <a:spcAft>
                <a:spcPts val="0"/>
              </a:spcAft>
              <a:buNone/>
            </a:pPr>
            <a:r>
              <a:rPr lang="en-US" sz="1400" strike="sngStrike" dirty="0">
                <a:solidFill>
                  <a:srgbClr val="1D1C1D"/>
                </a:solidFill>
                <a:effectLst/>
                <a:latin typeface="Calibri" panose="020F0502020204030204" pitchFamily="34" charset="0"/>
                <a:cs typeface="Calibri" panose="020F0502020204030204" pitchFamily="34" charset="0"/>
              </a:rPr>
              <a:t>• Mechanism</a:t>
            </a:r>
          </a:p>
          <a:p>
            <a:pPr marL="0" lvl="0" indent="0" algn="l" rtl="0">
              <a:spcBef>
                <a:spcPts val="0"/>
              </a:spcBef>
              <a:spcAft>
                <a:spcPts val="0"/>
              </a:spcAft>
              <a:buNone/>
            </a:pPr>
            <a:r>
              <a:rPr lang="en-US" sz="1400" strike="sngStrike" dirty="0">
                <a:solidFill>
                  <a:srgbClr val="1D1C1D"/>
                </a:solidFill>
                <a:effectLst/>
                <a:latin typeface="Calibri" panose="020F0502020204030204" pitchFamily="34" charset="0"/>
                <a:cs typeface="Calibri" panose="020F0502020204030204" pitchFamily="34" charset="0"/>
              </a:rPr>
              <a:t>• Locality</a:t>
            </a:r>
          </a:p>
          <a:p>
            <a:pPr marL="0" lvl="0" indent="0" algn="l" rtl="0">
              <a:spcBef>
                <a:spcPts val="0"/>
              </a:spcBef>
              <a:spcAft>
                <a:spcPts val="0"/>
              </a:spcAft>
              <a:buNone/>
            </a:pPr>
            <a:r>
              <a:rPr lang="en-US" sz="1400" strike="sngStrike" dirty="0">
                <a:solidFill>
                  <a:srgbClr val="1D1C1D"/>
                </a:solidFill>
                <a:effectLst/>
                <a:latin typeface="Calibri" panose="020F0502020204030204" pitchFamily="34" charset="0"/>
                <a:cs typeface="Calibri" panose="020F0502020204030204" pitchFamily="34" charset="0"/>
              </a:rPr>
              <a:t>• Maturity</a:t>
            </a:r>
          </a:p>
          <a:p>
            <a:pPr marL="0" lvl="0" indent="0" algn="l" rtl="0">
              <a:spcBef>
                <a:spcPts val="0"/>
              </a:spcBef>
              <a:spcAft>
                <a:spcPts val="0"/>
              </a:spcAft>
              <a:buNone/>
            </a:pPr>
            <a:r>
              <a:rPr lang="en-US" sz="1400" strike="sngStrike" dirty="0">
                <a:solidFill>
                  <a:srgbClr val="1D1C1D"/>
                </a:solidFill>
                <a:effectLst/>
                <a:latin typeface="Calibri" panose="020F0502020204030204" pitchFamily="34" charset="0"/>
                <a:cs typeface="Calibri" panose="020F0502020204030204" pitchFamily="34" charset="0"/>
              </a:rPr>
              <a:t>• Scope</a:t>
            </a:r>
          </a:p>
          <a:p>
            <a:pPr marL="0" lvl="0" indent="0" algn="l" rtl="0">
              <a:spcBef>
                <a:spcPts val="0"/>
              </a:spcBef>
              <a:spcAft>
                <a:spcPts val="0"/>
              </a:spcAft>
              <a:buNone/>
            </a:pPr>
            <a:r>
              <a:rPr lang="en-US" sz="1400" strike="sngStrike" dirty="0">
                <a:solidFill>
                  <a:srgbClr val="1D1C1D"/>
                </a:solidFill>
                <a:effectLst/>
                <a:latin typeface="Calibri" panose="020F0502020204030204" pitchFamily="34" charset="0"/>
                <a:cs typeface="Calibri" panose="020F0502020204030204" pitchFamily="34" charset="0"/>
              </a:rPr>
              <a:t>• Required privileges</a:t>
            </a:r>
          </a:p>
          <a:p>
            <a:pPr marL="0" lvl="0" indent="0" algn="l" rtl="0">
              <a:spcBef>
                <a:spcPts val="0"/>
              </a:spcBef>
              <a:spcAft>
                <a:spcPts val="0"/>
              </a:spcAft>
              <a:buNone/>
            </a:pPr>
            <a:endParaRPr lang="en-US" sz="1400" strike="sngStrike" dirty="0">
              <a:solidFill>
                <a:srgbClr val="1D1C1D"/>
              </a:solidFill>
              <a:effectLst/>
              <a:latin typeface="Calibri" panose="020F0502020204030204" pitchFamily="34" charset="0"/>
              <a:cs typeface="Calibri" panose="020F0502020204030204" pitchFamily="34" charset="0"/>
            </a:endParaRPr>
          </a:p>
          <a:p>
            <a:pPr marL="0" lvl="0" indent="0" algn="l" rtl="0">
              <a:spcBef>
                <a:spcPts val="0"/>
              </a:spcBef>
              <a:spcAft>
                <a:spcPts val="0"/>
              </a:spcAft>
              <a:buNone/>
            </a:pPr>
            <a:r>
              <a:rPr lang="en-US" sz="1400" strike="sngStrike" dirty="0">
                <a:solidFill>
                  <a:srgbClr val="1D1C1D"/>
                </a:solidFill>
                <a:effectLst/>
                <a:latin typeface="Calibri" panose="020F0502020204030204" pitchFamily="34" charset="0"/>
                <a:cs typeface="Calibri" panose="020F0502020204030204" pitchFamily="34" charset="0"/>
              </a:rPr>
              <a:t>Ranking lends itself to a continuous system and once ranked a threshold may be applied to reduce the number of candidates to be considered in the risking activity.</a:t>
            </a:r>
          </a:p>
          <a:p>
            <a:pPr marL="0" lvl="0" indent="0" algn="l" rtl="0">
              <a:spcBef>
                <a:spcPts val="0"/>
              </a:spcBef>
              <a:spcAft>
                <a:spcPts val="0"/>
              </a:spcAft>
              <a:buNone/>
            </a:pPr>
            <a:endParaRPr lang="en-US" sz="1400" strike="sngStrike" dirty="0">
              <a:solidFill>
                <a:srgbClr val="1D1C1D"/>
              </a:solidFill>
              <a:effectLst/>
              <a:latin typeface="Calibri" panose="020F0502020204030204" pitchFamily="34" charset="0"/>
              <a:cs typeface="Calibri" panose="020F0502020204030204" pitchFamily="34" charset="0"/>
            </a:endParaRPr>
          </a:p>
          <a:p>
            <a:pPr marL="0" lvl="0" indent="0" algn="l" rtl="0">
              <a:spcBef>
                <a:spcPts val="0"/>
              </a:spcBef>
              <a:spcAft>
                <a:spcPts val="0"/>
              </a:spcAft>
              <a:buNone/>
            </a:pPr>
            <a:r>
              <a:rPr lang="en-US" sz="1400" strike="sngStrike" dirty="0">
                <a:solidFill>
                  <a:srgbClr val="1D1C1D"/>
                </a:solidFill>
                <a:effectLst/>
                <a:latin typeface="Calibri" panose="020F0502020204030204" pitchFamily="34" charset="0"/>
                <a:cs typeface="Calibri" panose="020F0502020204030204" pitchFamily="34" charset="0"/>
              </a:rPr>
              <a:t>If the threshold is applied, the dismissed candidates must be documented, along with the dismissal rationale, in the candidate’s source tracker.</a:t>
            </a:r>
          </a:p>
          <a:p>
            <a:pPr marL="0" lvl="0" indent="0" algn="l" rtl="0">
              <a:spcBef>
                <a:spcPts val="0"/>
              </a:spcBef>
              <a:spcAft>
                <a:spcPts val="0"/>
              </a:spcAft>
              <a:buNone/>
            </a:pPr>
            <a:endParaRPr lang="en-US" sz="1400" strike="sngStrike" dirty="0">
              <a:solidFill>
                <a:srgbClr val="1D1C1D"/>
              </a:solidFill>
              <a:effectLst/>
              <a:latin typeface="Calibri" panose="020F0502020204030204" pitchFamily="34" charset="0"/>
              <a:cs typeface="Calibri" panose="020F0502020204030204" pitchFamily="34" charset="0"/>
            </a:endParaRPr>
          </a:p>
          <a:p>
            <a:pPr marL="0" lvl="0" indent="0" algn="l" rtl="0">
              <a:spcBef>
                <a:spcPts val="0"/>
              </a:spcBef>
              <a:spcAft>
                <a:spcPts val="0"/>
              </a:spcAft>
              <a:buNone/>
            </a:pPr>
            <a:r>
              <a:rPr lang="en-US" sz="1400" strike="sngStrike" dirty="0">
                <a:solidFill>
                  <a:srgbClr val="1D1C1D"/>
                </a:solidFill>
                <a:effectLst/>
                <a:latin typeface="Calibri" panose="020F0502020204030204" pitchFamily="34" charset="0"/>
                <a:cs typeface="Calibri" panose="020F0502020204030204" pitchFamily="34" charset="0"/>
              </a:rPr>
              <a:t>This is seen here in the notification that goes back from the ranking activity.</a:t>
            </a:r>
          </a:p>
          <a:p>
            <a:pPr marL="0" lvl="0" indent="0" algn="l" rtl="0">
              <a:spcBef>
                <a:spcPts val="0"/>
              </a:spcBef>
              <a:spcAft>
                <a:spcPts val="0"/>
              </a:spcAft>
              <a:buNone/>
            </a:pPr>
            <a:endParaRPr lang="en-US" sz="1400" strike="sngStrike" dirty="0">
              <a:solidFill>
                <a:srgbClr val="1D1C1D"/>
              </a:solidFill>
              <a:effectLst/>
              <a:latin typeface="Calibri" panose="020F0502020204030204" pitchFamily="34" charset="0"/>
              <a:cs typeface="Calibri" panose="020F0502020204030204" pitchFamily="34" charset="0"/>
            </a:endParaRPr>
          </a:p>
          <a:p>
            <a:pPr marL="0" lvl="0" indent="0" algn="l" rtl="0">
              <a:spcBef>
                <a:spcPts val="0"/>
              </a:spcBef>
              <a:spcAft>
                <a:spcPts val="0"/>
              </a:spcAft>
              <a:buNone/>
            </a:pPr>
            <a:r>
              <a:rPr lang="en-US" sz="1400" strike="sngStrike" dirty="0">
                <a:solidFill>
                  <a:srgbClr val="1D1C1D"/>
                </a:solidFill>
                <a:effectLst/>
                <a:latin typeface="Calibri" panose="020F0502020204030204" pitchFamily="34" charset="0"/>
                <a:cs typeface="Calibri" panose="020F0502020204030204" pitchFamily="34" charset="0"/>
              </a:rPr>
              <a:t>&lt;pause&gt;</a:t>
            </a:r>
          </a:p>
          <a:p>
            <a:pPr marL="0" lvl="0" indent="0" algn="l" rtl="0">
              <a:spcBef>
                <a:spcPts val="0"/>
              </a:spcBef>
              <a:spcAft>
                <a:spcPts val="0"/>
              </a:spcAft>
              <a:buNone/>
            </a:pPr>
            <a:endParaRPr lang="en-US" sz="1400" dirty="0">
              <a:solidFill>
                <a:srgbClr val="1D1C1D"/>
              </a:solidFill>
              <a:effectLst/>
              <a:latin typeface="Calibri" panose="020F0502020204030204" pitchFamily="34" charset="0"/>
              <a:cs typeface="Calibri" panose="020F0502020204030204" pitchFamily="34" charset="0"/>
            </a:endParaRPr>
          </a:p>
          <a:p>
            <a:pPr marL="0" lvl="0" indent="0" algn="l" rtl="0">
              <a:spcBef>
                <a:spcPts val="0"/>
              </a:spcBef>
              <a:spcAft>
                <a:spcPts val="0"/>
              </a:spcAft>
              <a:buNone/>
            </a:pPr>
            <a:r>
              <a:rPr lang="en-US" sz="1400" dirty="0">
                <a:solidFill>
                  <a:srgbClr val="1D1C1D"/>
                </a:solidFill>
                <a:effectLst/>
                <a:latin typeface="Calibri" panose="020F0502020204030204" pitchFamily="34" charset="0"/>
                <a:cs typeface="Calibri" panose="020F0502020204030204" pitchFamily="34" charset="0"/>
              </a:rPr>
              <a:t>Generally speaking, the minimum inputs for this process are going to be the what, the where, and the worst case of each threat candidate.</a:t>
            </a:r>
          </a:p>
          <a:p>
            <a:pPr marL="0" lvl="0" indent="0" algn="l" rtl="0">
              <a:spcBef>
                <a:spcPts val="0"/>
              </a:spcBef>
              <a:spcAft>
                <a:spcPts val="0"/>
              </a:spcAft>
              <a:buNone/>
            </a:pPr>
            <a:endParaRPr lang="en-US" sz="1400" dirty="0">
              <a:solidFill>
                <a:srgbClr val="1D1C1D"/>
              </a:solidFill>
              <a:effectLst/>
              <a:latin typeface="Calibri" panose="020F0502020204030204" pitchFamily="34" charset="0"/>
              <a:cs typeface="Calibri" panose="020F0502020204030204" pitchFamily="34" charset="0"/>
            </a:endParaRPr>
          </a:p>
          <a:p>
            <a:pPr marL="0" lvl="0" indent="0" algn="l" rtl="0">
              <a:spcBef>
                <a:spcPts val="0"/>
              </a:spcBef>
              <a:spcAft>
                <a:spcPts val="0"/>
              </a:spcAft>
              <a:buNone/>
            </a:pPr>
            <a:r>
              <a:rPr lang="en-US" sz="1400" dirty="0">
                <a:solidFill>
                  <a:srgbClr val="1D1C1D"/>
                </a:solidFill>
                <a:effectLst/>
                <a:latin typeface="Calibri" panose="020F0502020204030204" pitchFamily="34" charset="0"/>
                <a:cs typeface="Calibri" panose="020F0502020204030204" pitchFamily="34" charset="0"/>
              </a:rPr>
              <a:t>&lt;pause&gt;</a:t>
            </a:r>
          </a:p>
          <a:p>
            <a:pPr marL="0" lvl="0" indent="0" algn="l" rtl="0">
              <a:spcBef>
                <a:spcPts val="0"/>
              </a:spcBef>
              <a:spcAft>
                <a:spcPts val="0"/>
              </a:spcAft>
              <a:buNone/>
            </a:pPr>
            <a:endParaRPr lang="en-US" sz="1400" dirty="0">
              <a:solidFill>
                <a:srgbClr val="1D1C1D"/>
              </a:solidFill>
              <a:effectLst/>
              <a:latin typeface="Calibri" panose="020F0502020204030204" pitchFamily="34" charset="0"/>
              <a:cs typeface="Calibri" panose="020F0502020204030204" pitchFamily="34" charset="0"/>
            </a:endParaRPr>
          </a:p>
          <a:p>
            <a:pPr marL="0" lvl="0" indent="0" algn="l" rtl="0">
              <a:spcBef>
                <a:spcPts val="0"/>
              </a:spcBef>
              <a:spcAft>
                <a:spcPts val="0"/>
              </a:spcAft>
              <a:buNone/>
            </a:pPr>
            <a:r>
              <a:rPr lang="en-US" sz="1400" strike="sngStrike" dirty="0">
                <a:solidFill>
                  <a:srgbClr val="1D1C1D"/>
                </a:solidFill>
                <a:effectLst/>
                <a:latin typeface="Calibri" panose="020F0502020204030204" pitchFamily="34" charset="0"/>
                <a:cs typeface="Calibri" panose="020F0502020204030204" pitchFamily="34" charset="0"/>
              </a:rPr>
              <a:t>And the output will include the likelihood of that threat candidate.</a:t>
            </a:r>
          </a:p>
          <a:p>
            <a:pPr marL="0" lvl="0" indent="0" algn="l" rtl="0">
              <a:spcBef>
                <a:spcPts val="0"/>
              </a:spcBef>
              <a:spcAft>
                <a:spcPts val="0"/>
              </a:spcAft>
              <a:buNone/>
            </a:pPr>
            <a:endParaRPr lang="en-US" sz="1400" dirty="0">
              <a:solidFill>
                <a:srgbClr val="1D1C1D"/>
              </a:solidFill>
              <a:effectLst/>
              <a:latin typeface="Calibri" panose="020F0502020204030204" pitchFamily="34" charset="0"/>
              <a:cs typeface="Calibri" panose="020F0502020204030204" pitchFamily="34" charset="0"/>
            </a:endParaRPr>
          </a:p>
          <a:p>
            <a:pPr marL="0" lvl="0" indent="0" algn="l" rtl="0">
              <a:spcBef>
                <a:spcPts val="0"/>
              </a:spcBef>
              <a:spcAft>
                <a:spcPts val="0"/>
              </a:spcAft>
              <a:buNone/>
            </a:pPr>
            <a:endParaRPr lang="en-US" sz="1400" dirty="0">
              <a:solidFill>
                <a:srgbClr val="1D1C1D"/>
              </a:solidFill>
              <a:effectLst/>
              <a:latin typeface="Calibri" panose="020F0502020204030204" pitchFamily="34" charset="0"/>
              <a:cs typeface="Calibri" panose="020F0502020204030204" pitchFamily="34" charset="0"/>
            </a:endParaRPr>
          </a:p>
        </p:txBody>
      </p:sp>
    </p:spTree>
    <p:extLst>
      <p:ext uri="{BB962C8B-B14F-4D97-AF65-F5344CB8AC3E}">
        <p14:creationId xmlns:p14="http://schemas.microsoft.com/office/powerpoint/2010/main" val="3638580631"/>
      </p:ext>
    </p:extLst>
  </p:cSld>
  <p:clrMapOvr>
    <a:masterClrMapping/>
  </p:clrMapOvr>
</p:notes>
</file>

<file path=ppt/notesSlides/notesSlide21.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1195"/>
        <p:cNvGrpSpPr/>
        <p:nvPr/>
      </p:nvGrpSpPr>
      <p:grpSpPr>
        <a:xfrm>
          <a:off x="0" y="0"/>
          <a:ext cx="0" cy="0"/>
          <a:chOff x="0" y="0"/>
          <a:chExt cx="0" cy="0"/>
        </a:xfrm>
      </p:grpSpPr>
      <p:sp>
        <p:nvSpPr>
          <p:cNvPr id="1196" name="Google Shape;1196;g9ac6590046_0_272:notes"/>
          <p:cNvSpPr>
            <a:spLocks noGrp="1" noRot="1" noChangeAspect="1"/>
          </p:cNvSpPr>
          <p:nvPr>
            <p:ph type="sldImg" idx="2"/>
          </p:nvPr>
        </p:nvSpPr>
        <p:spPr>
          <a:xfrm>
            <a:off x="382588" y="685800"/>
            <a:ext cx="6094412" cy="3429000"/>
          </a:xfrm>
          <a:custGeom>
            <a:avLst/>
            <a:gdLst/>
            <a:ahLst/>
            <a:cxnLst/>
            <a:rect l="l" t="t" r="r" b="b"/>
            <a:pathLst>
              <a:path w="120000" h="120000" extrusionOk="0">
                <a:moveTo>
                  <a:pt x="0" y="0"/>
                </a:moveTo>
                <a:lnTo>
                  <a:pt x="120000" y="0"/>
                </a:lnTo>
                <a:lnTo>
                  <a:pt x="120000" y="120000"/>
                </a:lnTo>
                <a:lnTo>
                  <a:pt x="0" y="120000"/>
                </a:lnTo>
                <a:close/>
              </a:path>
            </a:pathLst>
          </a:custGeom>
        </p:spPr>
      </p:sp>
      <p:sp>
        <p:nvSpPr>
          <p:cNvPr id="1197" name="Google Shape;1197;g9ac6590046_0_272:notes"/>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r>
              <a:rPr lang="en-US" sz="1400" dirty="0">
                <a:latin typeface="Calibri" panose="020F0502020204030204" pitchFamily="34" charset="0"/>
                <a:cs typeface="Calibri" panose="020F0502020204030204" pitchFamily="34" charset="0"/>
              </a:rPr>
              <a:t>Script:</a:t>
            </a:r>
          </a:p>
          <a:p>
            <a:pPr marL="0" lvl="0" indent="0" algn="l" rtl="0">
              <a:spcBef>
                <a:spcPts val="0"/>
              </a:spcBef>
              <a:spcAft>
                <a:spcPts val="0"/>
              </a:spcAft>
              <a:buNone/>
            </a:pPr>
            <a:endParaRPr lang="en-US" sz="1400" dirty="0">
              <a:solidFill>
                <a:srgbClr val="1D1C1D"/>
              </a:solidFill>
              <a:effectLst/>
              <a:latin typeface="Calibri" panose="020F0502020204030204" pitchFamily="34" charset="0"/>
              <a:cs typeface="Calibri" panose="020F0502020204030204" pitchFamily="34" charset="0"/>
            </a:endParaRPr>
          </a:p>
          <a:p>
            <a:pPr marL="0" lvl="0" indent="0" algn="l" rtl="0">
              <a:spcBef>
                <a:spcPts val="0"/>
              </a:spcBef>
              <a:spcAft>
                <a:spcPts val="0"/>
              </a:spcAft>
              <a:buNone/>
            </a:pPr>
            <a:r>
              <a:rPr lang="en-US" sz="1400" strike="sngStrike" dirty="0">
                <a:solidFill>
                  <a:srgbClr val="1D1C1D"/>
                </a:solidFill>
                <a:effectLst/>
                <a:latin typeface="Calibri" panose="020F0502020204030204" pitchFamily="34" charset="0"/>
                <a:cs typeface="Calibri" panose="020F0502020204030204" pitchFamily="34" charset="0"/>
              </a:rPr>
              <a:t>The first activity in the threat prioritization workflow is threat candidate ranking.</a:t>
            </a:r>
          </a:p>
          <a:p>
            <a:pPr marL="0" lvl="0" indent="0" algn="l" rtl="0">
              <a:spcBef>
                <a:spcPts val="0"/>
              </a:spcBef>
              <a:spcAft>
                <a:spcPts val="0"/>
              </a:spcAft>
              <a:buNone/>
            </a:pPr>
            <a:endParaRPr lang="en-US" sz="1400" strike="sngStrike" dirty="0">
              <a:solidFill>
                <a:srgbClr val="1D1C1D"/>
              </a:solidFill>
              <a:effectLst/>
              <a:latin typeface="Calibri" panose="020F0502020204030204" pitchFamily="34" charset="0"/>
              <a:cs typeface="Calibri" panose="020F0502020204030204" pitchFamily="34" charset="0"/>
            </a:endParaRPr>
          </a:p>
          <a:p>
            <a:pPr marL="0" lvl="0" indent="0" algn="l" rtl="0">
              <a:spcBef>
                <a:spcPts val="0"/>
              </a:spcBef>
              <a:spcAft>
                <a:spcPts val="0"/>
              </a:spcAft>
              <a:buNone/>
            </a:pPr>
            <a:r>
              <a:rPr lang="en-US" sz="1400" strike="sngStrike" dirty="0">
                <a:solidFill>
                  <a:srgbClr val="1D1C1D"/>
                </a:solidFill>
                <a:effectLst/>
                <a:latin typeface="Calibri" panose="020F0502020204030204" pitchFamily="34" charset="0"/>
                <a:cs typeface="Calibri" panose="020F0502020204030204" pitchFamily="34" charset="0"/>
              </a:rPr>
              <a:t>In this activity, we're ranking in order to establish the relative exploitability or likelihood of each threat candidate.</a:t>
            </a:r>
          </a:p>
          <a:p>
            <a:pPr marL="0" lvl="0" indent="0" algn="l" rtl="0">
              <a:spcBef>
                <a:spcPts val="0"/>
              </a:spcBef>
              <a:spcAft>
                <a:spcPts val="0"/>
              </a:spcAft>
              <a:buNone/>
            </a:pPr>
            <a:endParaRPr lang="en-US" sz="1400" strike="sngStrike" dirty="0">
              <a:solidFill>
                <a:srgbClr val="1D1C1D"/>
              </a:solidFill>
              <a:effectLst/>
              <a:latin typeface="Calibri" panose="020F0502020204030204" pitchFamily="34" charset="0"/>
              <a:cs typeface="Calibri" panose="020F0502020204030204" pitchFamily="34" charset="0"/>
            </a:endParaRPr>
          </a:p>
          <a:p>
            <a:pPr marL="0" lvl="0" indent="0" algn="l" rtl="0">
              <a:spcBef>
                <a:spcPts val="0"/>
              </a:spcBef>
              <a:spcAft>
                <a:spcPts val="0"/>
              </a:spcAft>
              <a:buNone/>
            </a:pPr>
            <a:r>
              <a:rPr lang="en-US" sz="1400" strike="sngStrike" dirty="0">
                <a:solidFill>
                  <a:srgbClr val="1D1C1D"/>
                </a:solidFill>
                <a:effectLst/>
                <a:latin typeface="Calibri" panose="020F0502020204030204" pitchFamily="34" charset="0"/>
                <a:cs typeface="Calibri" panose="020F0502020204030204" pitchFamily="34" charset="0"/>
              </a:rPr>
              <a:t>As mentioned earlier, these candidates can be sourced from several activities including </a:t>
            </a:r>
            <a:r>
              <a:rPr lang="en-US" sz="1400" b="1" strike="sngStrike" dirty="0">
                <a:solidFill>
                  <a:srgbClr val="1D1C1D"/>
                </a:solidFill>
                <a:effectLst/>
                <a:latin typeface="Calibri" panose="020F0502020204030204" pitchFamily="34" charset="0"/>
                <a:cs typeface="Calibri" panose="020F0502020204030204" pitchFamily="34" charset="0"/>
              </a:rPr>
              <a:t>threat modeling</a:t>
            </a:r>
            <a:r>
              <a:rPr lang="en-US" sz="1400" strike="sngStrike" dirty="0">
                <a:solidFill>
                  <a:srgbClr val="1D1C1D"/>
                </a:solidFill>
                <a:effectLst/>
                <a:latin typeface="Calibri" panose="020F0502020204030204" pitchFamily="34" charset="0"/>
                <a:cs typeface="Calibri" panose="020F0502020204030204" pitchFamily="34" charset="0"/>
              </a:rPr>
              <a:t>, </a:t>
            </a:r>
            <a:r>
              <a:rPr lang="en-US" sz="1400" b="1" strike="sngStrike" dirty="0">
                <a:solidFill>
                  <a:srgbClr val="1D1C1D"/>
                </a:solidFill>
                <a:effectLst/>
                <a:latin typeface="Calibri" panose="020F0502020204030204" pitchFamily="34" charset="0"/>
                <a:cs typeface="Calibri" panose="020F0502020204030204" pitchFamily="34" charset="0"/>
              </a:rPr>
              <a:t>incident response, </a:t>
            </a:r>
            <a:r>
              <a:rPr lang="en-US" sz="1400" strike="sngStrike" dirty="0">
                <a:solidFill>
                  <a:srgbClr val="1D1C1D"/>
                </a:solidFill>
                <a:effectLst/>
                <a:latin typeface="Calibri" panose="020F0502020204030204" pitchFamily="34" charset="0"/>
                <a:cs typeface="Calibri" panose="020F0502020204030204" pitchFamily="34" charset="0"/>
              </a:rPr>
              <a:t>and </a:t>
            </a:r>
            <a:r>
              <a:rPr lang="en-US" sz="1400" b="1" strike="sngStrike" dirty="0">
                <a:solidFill>
                  <a:srgbClr val="1D1C1D"/>
                </a:solidFill>
                <a:effectLst/>
                <a:latin typeface="Calibri" panose="020F0502020204030204" pitchFamily="34" charset="0"/>
                <a:cs typeface="Calibri" panose="020F0502020204030204" pitchFamily="34" charset="0"/>
              </a:rPr>
              <a:t>attack surface analysis</a:t>
            </a:r>
            <a:r>
              <a:rPr lang="en-US" sz="1400" strike="sngStrike" dirty="0">
                <a:solidFill>
                  <a:srgbClr val="1D1C1D"/>
                </a:solidFill>
                <a:effectLst/>
                <a:latin typeface="Calibri" panose="020F0502020204030204" pitchFamily="34" charset="0"/>
                <a:cs typeface="Calibri" panose="020F0502020204030204" pitchFamily="34" charset="0"/>
              </a:rPr>
              <a:t>.</a:t>
            </a:r>
          </a:p>
          <a:p>
            <a:pPr marL="0" lvl="0" indent="0" algn="l" rtl="0">
              <a:spcBef>
                <a:spcPts val="0"/>
              </a:spcBef>
              <a:spcAft>
                <a:spcPts val="0"/>
              </a:spcAft>
              <a:buNone/>
            </a:pPr>
            <a:endParaRPr lang="en-US" sz="1400" strike="sngStrike" dirty="0">
              <a:solidFill>
                <a:srgbClr val="1D1C1D"/>
              </a:solidFill>
              <a:effectLst/>
              <a:latin typeface="Calibri" panose="020F0502020204030204" pitchFamily="34" charset="0"/>
              <a:cs typeface="Calibri" panose="020F0502020204030204" pitchFamily="34" charset="0"/>
            </a:endParaRPr>
          </a:p>
          <a:p>
            <a:pPr marL="0" lvl="0" indent="0" algn="l" rtl="0">
              <a:spcBef>
                <a:spcPts val="0"/>
              </a:spcBef>
              <a:spcAft>
                <a:spcPts val="0"/>
              </a:spcAft>
              <a:buNone/>
            </a:pPr>
            <a:r>
              <a:rPr lang="en-US" sz="1400" strike="sngStrike" dirty="0">
                <a:solidFill>
                  <a:srgbClr val="1D1C1D"/>
                </a:solidFill>
                <a:effectLst/>
                <a:latin typeface="Calibri" panose="020F0502020204030204" pitchFamily="34" charset="0"/>
                <a:cs typeface="Calibri" panose="020F0502020204030204" pitchFamily="34" charset="0"/>
              </a:rPr>
              <a:t>The ranking itself should be done using a standard methodology such as the common vulnerability scoring system or CVSS.</a:t>
            </a:r>
          </a:p>
          <a:p>
            <a:pPr marL="0" lvl="0" indent="0" algn="l" rtl="0">
              <a:spcBef>
                <a:spcPts val="0"/>
              </a:spcBef>
              <a:spcAft>
                <a:spcPts val="0"/>
              </a:spcAft>
              <a:buNone/>
            </a:pPr>
            <a:endParaRPr lang="en-US" sz="1400" strike="sngStrike" dirty="0">
              <a:solidFill>
                <a:srgbClr val="1D1C1D"/>
              </a:solidFill>
              <a:effectLst/>
              <a:latin typeface="Calibri" panose="020F0502020204030204" pitchFamily="34" charset="0"/>
              <a:cs typeface="Calibri" panose="020F0502020204030204" pitchFamily="34" charset="0"/>
            </a:endParaRPr>
          </a:p>
          <a:p>
            <a:pPr marL="0" lvl="0" indent="0" algn="l" rtl="0">
              <a:spcBef>
                <a:spcPts val="0"/>
              </a:spcBef>
              <a:spcAft>
                <a:spcPts val="0"/>
              </a:spcAft>
              <a:buNone/>
            </a:pPr>
            <a:r>
              <a:rPr lang="en-US" sz="1400" strike="sngStrike" dirty="0">
                <a:solidFill>
                  <a:srgbClr val="1D1C1D"/>
                </a:solidFill>
                <a:effectLst/>
                <a:latin typeface="Calibri" panose="020F0502020204030204" pitchFamily="34" charset="0"/>
                <a:cs typeface="Calibri" panose="020F0502020204030204" pitchFamily="34" charset="0"/>
              </a:rPr>
              <a:t>There are additional methodologies and we'll be discussing those later when we cover quantization.</a:t>
            </a:r>
          </a:p>
          <a:p>
            <a:pPr marL="0" lvl="0" indent="0" algn="l" rtl="0">
              <a:spcBef>
                <a:spcPts val="0"/>
              </a:spcBef>
              <a:spcAft>
                <a:spcPts val="0"/>
              </a:spcAft>
              <a:buNone/>
            </a:pPr>
            <a:endParaRPr lang="en-US" sz="1400" strike="sngStrike" dirty="0">
              <a:solidFill>
                <a:srgbClr val="1D1C1D"/>
              </a:solidFill>
              <a:effectLst/>
              <a:latin typeface="Calibri" panose="020F0502020204030204" pitchFamily="34" charset="0"/>
              <a:cs typeface="Calibri" panose="020F0502020204030204" pitchFamily="34" charset="0"/>
            </a:endParaRPr>
          </a:p>
          <a:p>
            <a:pPr marL="0" lvl="0" indent="0" algn="l" rtl="0">
              <a:spcBef>
                <a:spcPts val="0"/>
              </a:spcBef>
              <a:spcAft>
                <a:spcPts val="0"/>
              </a:spcAft>
              <a:buNone/>
            </a:pPr>
            <a:r>
              <a:rPr lang="en-US" sz="1400" strike="sngStrike" dirty="0">
                <a:solidFill>
                  <a:srgbClr val="1D1C1D"/>
                </a:solidFill>
                <a:effectLst/>
                <a:latin typeface="Calibri" panose="020F0502020204030204" pitchFamily="34" charset="0"/>
                <a:cs typeface="Calibri" panose="020F0502020204030204" pitchFamily="34" charset="0"/>
              </a:rPr>
              <a:t>The ranking system used should consider factors such as:</a:t>
            </a:r>
          </a:p>
          <a:p>
            <a:pPr marL="0" lvl="0" indent="0" algn="l" rtl="0">
              <a:spcBef>
                <a:spcPts val="0"/>
              </a:spcBef>
              <a:spcAft>
                <a:spcPts val="0"/>
              </a:spcAft>
              <a:buNone/>
            </a:pPr>
            <a:endParaRPr lang="en-US" sz="1400" strike="sngStrike" dirty="0">
              <a:solidFill>
                <a:srgbClr val="1D1C1D"/>
              </a:solidFill>
              <a:effectLst/>
              <a:latin typeface="Calibri" panose="020F0502020204030204" pitchFamily="34" charset="0"/>
              <a:cs typeface="Calibri" panose="020F0502020204030204" pitchFamily="34" charset="0"/>
            </a:endParaRPr>
          </a:p>
          <a:p>
            <a:pPr marL="0" lvl="0" indent="0" algn="l" rtl="0">
              <a:spcBef>
                <a:spcPts val="0"/>
              </a:spcBef>
              <a:spcAft>
                <a:spcPts val="0"/>
              </a:spcAft>
              <a:buNone/>
            </a:pPr>
            <a:r>
              <a:rPr lang="en-US" sz="1400" strike="sngStrike" dirty="0">
                <a:solidFill>
                  <a:srgbClr val="1D1C1D"/>
                </a:solidFill>
                <a:effectLst/>
                <a:latin typeface="Calibri" panose="020F0502020204030204" pitchFamily="34" charset="0"/>
                <a:cs typeface="Calibri" panose="020F0502020204030204" pitchFamily="34" charset="0"/>
              </a:rPr>
              <a:t>• Mechanism</a:t>
            </a:r>
          </a:p>
          <a:p>
            <a:pPr marL="0" lvl="0" indent="0" algn="l" rtl="0">
              <a:spcBef>
                <a:spcPts val="0"/>
              </a:spcBef>
              <a:spcAft>
                <a:spcPts val="0"/>
              </a:spcAft>
              <a:buNone/>
            </a:pPr>
            <a:r>
              <a:rPr lang="en-US" sz="1400" strike="sngStrike" dirty="0">
                <a:solidFill>
                  <a:srgbClr val="1D1C1D"/>
                </a:solidFill>
                <a:effectLst/>
                <a:latin typeface="Calibri" panose="020F0502020204030204" pitchFamily="34" charset="0"/>
                <a:cs typeface="Calibri" panose="020F0502020204030204" pitchFamily="34" charset="0"/>
              </a:rPr>
              <a:t>• Locality</a:t>
            </a:r>
          </a:p>
          <a:p>
            <a:pPr marL="0" lvl="0" indent="0" algn="l" rtl="0">
              <a:spcBef>
                <a:spcPts val="0"/>
              </a:spcBef>
              <a:spcAft>
                <a:spcPts val="0"/>
              </a:spcAft>
              <a:buNone/>
            </a:pPr>
            <a:r>
              <a:rPr lang="en-US" sz="1400" strike="sngStrike" dirty="0">
                <a:solidFill>
                  <a:srgbClr val="1D1C1D"/>
                </a:solidFill>
                <a:effectLst/>
                <a:latin typeface="Calibri" panose="020F0502020204030204" pitchFamily="34" charset="0"/>
                <a:cs typeface="Calibri" panose="020F0502020204030204" pitchFamily="34" charset="0"/>
              </a:rPr>
              <a:t>• Maturity</a:t>
            </a:r>
          </a:p>
          <a:p>
            <a:pPr marL="0" lvl="0" indent="0" algn="l" rtl="0">
              <a:spcBef>
                <a:spcPts val="0"/>
              </a:spcBef>
              <a:spcAft>
                <a:spcPts val="0"/>
              </a:spcAft>
              <a:buNone/>
            </a:pPr>
            <a:r>
              <a:rPr lang="en-US" sz="1400" strike="sngStrike" dirty="0">
                <a:solidFill>
                  <a:srgbClr val="1D1C1D"/>
                </a:solidFill>
                <a:effectLst/>
                <a:latin typeface="Calibri" panose="020F0502020204030204" pitchFamily="34" charset="0"/>
                <a:cs typeface="Calibri" panose="020F0502020204030204" pitchFamily="34" charset="0"/>
              </a:rPr>
              <a:t>• Scope</a:t>
            </a:r>
          </a:p>
          <a:p>
            <a:pPr marL="0" lvl="0" indent="0" algn="l" rtl="0">
              <a:spcBef>
                <a:spcPts val="0"/>
              </a:spcBef>
              <a:spcAft>
                <a:spcPts val="0"/>
              </a:spcAft>
              <a:buNone/>
            </a:pPr>
            <a:r>
              <a:rPr lang="en-US" sz="1400" strike="sngStrike" dirty="0">
                <a:solidFill>
                  <a:srgbClr val="1D1C1D"/>
                </a:solidFill>
                <a:effectLst/>
                <a:latin typeface="Calibri" panose="020F0502020204030204" pitchFamily="34" charset="0"/>
                <a:cs typeface="Calibri" panose="020F0502020204030204" pitchFamily="34" charset="0"/>
              </a:rPr>
              <a:t>• Required privileges</a:t>
            </a:r>
          </a:p>
          <a:p>
            <a:pPr marL="0" lvl="0" indent="0" algn="l" rtl="0">
              <a:spcBef>
                <a:spcPts val="0"/>
              </a:spcBef>
              <a:spcAft>
                <a:spcPts val="0"/>
              </a:spcAft>
              <a:buNone/>
            </a:pPr>
            <a:endParaRPr lang="en-US" sz="1400" strike="sngStrike" dirty="0">
              <a:solidFill>
                <a:srgbClr val="1D1C1D"/>
              </a:solidFill>
              <a:effectLst/>
              <a:latin typeface="Calibri" panose="020F0502020204030204" pitchFamily="34" charset="0"/>
              <a:cs typeface="Calibri" panose="020F0502020204030204" pitchFamily="34" charset="0"/>
            </a:endParaRPr>
          </a:p>
          <a:p>
            <a:pPr marL="0" lvl="0" indent="0" algn="l" rtl="0">
              <a:spcBef>
                <a:spcPts val="0"/>
              </a:spcBef>
              <a:spcAft>
                <a:spcPts val="0"/>
              </a:spcAft>
              <a:buNone/>
            </a:pPr>
            <a:r>
              <a:rPr lang="en-US" sz="1400" strike="sngStrike" dirty="0">
                <a:solidFill>
                  <a:srgbClr val="1D1C1D"/>
                </a:solidFill>
                <a:effectLst/>
                <a:latin typeface="Calibri" panose="020F0502020204030204" pitchFamily="34" charset="0"/>
                <a:cs typeface="Calibri" panose="020F0502020204030204" pitchFamily="34" charset="0"/>
              </a:rPr>
              <a:t>Ranking lends itself to a continuous system and once ranked a threshold may be applied to reduce the number of candidates to be considered in the risking activity.</a:t>
            </a:r>
          </a:p>
          <a:p>
            <a:pPr marL="0" lvl="0" indent="0" algn="l" rtl="0">
              <a:spcBef>
                <a:spcPts val="0"/>
              </a:spcBef>
              <a:spcAft>
                <a:spcPts val="0"/>
              </a:spcAft>
              <a:buNone/>
            </a:pPr>
            <a:endParaRPr lang="en-US" sz="1400" strike="sngStrike" dirty="0">
              <a:solidFill>
                <a:srgbClr val="1D1C1D"/>
              </a:solidFill>
              <a:effectLst/>
              <a:latin typeface="Calibri" panose="020F0502020204030204" pitchFamily="34" charset="0"/>
              <a:cs typeface="Calibri" panose="020F0502020204030204" pitchFamily="34" charset="0"/>
            </a:endParaRPr>
          </a:p>
          <a:p>
            <a:pPr marL="0" lvl="0" indent="0" algn="l" rtl="0">
              <a:spcBef>
                <a:spcPts val="0"/>
              </a:spcBef>
              <a:spcAft>
                <a:spcPts val="0"/>
              </a:spcAft>
              <a:buNone/>
            </a:pPr>
            <a:r>
              <a:rPr lang="en-US" sz="1400" strike="sngStrike" dirty="0">
                <a:solidFill>
                  <a:srgbClr val="1D1C1D"/>
                </a:solidFill>
                <a:effectLst/>
                <a:latin typeface="Calibri" panose="020F0502020204030204" pitchFamily="34" charset="0"/>
                <a:cs typeface="Calibri" panose="020F0502020204030204" pitchFamily="34" charset="0"/>
              </a:rPr>
              <a:t>If the threshold is applied, the dismissed candidates must be documented, along with the dismissal rationale, in the candidate’s source tracker.</a:t>
            </a:r>
          </a:p>
          <a:p>
            <a:pPr marL="0" lvl="0" indent="0" algn="l" rtl="0">
              <a:spcBef>
                <a:spcPts val="0"/>
              </a:spcBef>
              <a:spcAft>
                <a:spcPts val="0"/>
              </a:spcAft>
              <a:buNone/>
            </a:pPr>
            <a:endParaRPr lang="en-US" sz="1400" strike="sngStrike" dirty="0">
              <a:solidFill>
                <a:srgbClr val="1D1C1D"/>
              </a:solidFill>
              <a:effectLst/>
              <a:latin typeface="Calibri" panose="020F0502020204030204" pitchFamily="34" charset="0"/>
              <a:cs typeface="Calibri" panose="020F0502020204030204" pitchFamily="34" charset="0"/>
            </a:endParaRPr>
          </a:p>
          <a:p>
            <a:pPr marL="0" lvl="0" indent="0" algn="l" rtl="0">
              <a:spcBef>
                <a:spcPts val="0"/>
              </a:spcBef>
              <a:spcAft>
                <a:spcPts val="0"/>
              </a:spcAft>
              <a:buNone/>
            </a:pPr>
            <a:r>
              <a:rPr lang="en-US" sz="1400" strike="sngStrike" dirty="0">
                <a:solidFill>
                  <a:srgbClr val="1D1C1D"/>
                </a:solidFill>
                <a:effectLst/>
                <a:latin typeface="Calibri" panose="020F0502020204030204" pitchFamily="34" charset="0"/>
                <a:cs typeface="Calibri" panose="020F0502020204030204" pitchFamily="34" charset="0"/>
              </a:rPr>
              <a:t>This is seen here in the notification that goes back from the ranking activity.</a:t>
            </a:r>
          </a:p>
          <a:p>
            <a:pPr marL="0" lvl="0" indent="0" algn="l" rtl="0">
              <a:spcBef>
                <a:spcPts val="0"/>
              </a:spcBef>
              <a:spcAft>
                <a:spcPts val="0"/>
              </a:spcAft>
              <a:buNone/>
            </a:pPr>
            <a:endParaRPr lang="en-US" sz="1400" strike="sngStrike" dirty="0">
              <a:solidFill>
                <a:srgbClr val="1D1C1D"/>
              </a:solidFill>
              <a:effectLst/>
              <a:latin typeface="Calibri" panose="020F0502020204030204" pitchFamily="34" charset="0"/>
              <a:cs typeface="Calibri" panose="020F0502020204030204" pitchFamily="34" charset="0"/>
            </a:endParaRPr>
          </a:p>
          <a:p>
            <a:pPr marL="0" lvl="0" indent="0" algn="l" rtl="0">
              <a:spcBef>
                <a:spcPts val="0"/>
              </a:spcBef>
              <a:spcAft>
                <a:spcPts val="0"/>
              </a:spcAft>
              <a:buNone/>
            </a:pPr>
            <a:r>
              <a:rPr lang="en-US" sz="1400" strike="sngStrike" dirty="0">
                <a:solidFill>
                  <a:srgbClr val="1D1C1D"/>
                </a:solidFill>
                <a:effectLst/>
                <a:latin typeface="Calibri" panose="020F0502020204030204" pitchFamily="34" charset="0"/>
                <a:cs typeface="Calibri" panose="020F0502020204030204" pitchFamily="34" charset="0"/>
              </a:rPr>
              <a:t>&lt;pause&gt;</a:t>
            </a:r>
          </a:p>
          <a:p>
            <a:pPr marL="0" lvl="0" indent="0" algn="l" rtl="0">
              <a:spcBef>
                <a:spcPts val="0"/>
              </a:spcBef>
              <a:spcAft>
                <a:spcPts val="0"/>
              </a:spcAft>
              <a:buNone/>
            </a:pPr>
            <a:endParaRPr lang="en-US" sz="1400" dirty="0">
              <a:solidFill>
                <a:srgbClr val="1D1C1D"/>
              </a:solidFill>
              <a:effectLst/>
              <a:latin typeface="Calibri" panose="020F0502020204030204" pitchFamily="34" charset="0"/>
              <a:cs typeface="Calibri" panose="020F0502020204030204" pitchFamily="34" charset="0"/>
            </a:endParaRPr>
          </a:p>
          <a:p>
            <a:pPr marL="0" lvl="0" indent="0" algn="l" rtl="0">
              <a:spcBef>
                <a:spcPts val="0"/>
              </a:spcBef>
              <a:spcAft>
                <a:spcPts val="0"/>
              </a:spcAft>
              <a:buNone/>
            </a:pPr>
            <a:r>
              <a:rPr lang="en-US" sz="1400" strike="sngStrike" dirty="0">
                <a:solidFill>
                  <a:srgbClr val="1D1C1D"/>
                </a:solidFill>
                <a:effectLst/>
                <a:latin typeface="Calibri" panose="020F0502020204030204" pitchFamily="34" charset="0"/>
                <a:cs typeface="Calibri" panose="020F0502020204030204" pitchFamily="34" charset="0"/>
              </a:rPr>
              <a:t>Generally speaking, the minimum inputs for this process are going to be the what, the where, and the worst case of each threat candidate.</a:t>
            </a:r>
          </a:p>
          <a:p>
            <a:pPr marL="0" lvl="0" indent="0" algn="l" rtl="0">
              <a:spcBef>
                <a:spcPts val="0"/>
              </a:spcBef>
              <a:spcAft>
                <a:spcPts val="0"/>
              </a:spcAft>
              <a:buNone/>
            </a:pPr>
            <a:endParaRPr lang="en-US" sz="1400" strike="sngStrike" dirty="0">
              <a:solidFill>
                <a:srgbClr val="1D1C1D"/>
              </a:solidFill>
              <a:effectLst/>
              <a:latin typeface="Calibri" panose="020F0502020204030204" pitchFamily="34" charset="0"/>
              <a:cs typeface="Calibri" panose="020F0502020204030204" pitchFamily="34" charset="0"/>
            </a:endParaRPr>
          </a:p>
          <a:p>
            <a:pPr marL="0" lvl="0" indent="0" algn="l" rtl="0">
              <a:spcBef>
                <a:spcPts val="0"/>
              </a:spcBef>
              <a:spcAft>
                <a:spcPts val="0"/>
              </a:spcAft>
              <a:buNone/>
            </a:pPr>
            <a:r>
              <a:rPr lang="en-US" sz="1400" strike="sngStrike" dirty="0">
                <a:solidFill>
                  <a:srgbClr val="1D1C1D"/>
                </a:solidFill>
                <a:effectLst/>
                <a:latin typeface="Calibri" panose="020F0502020204030204" pitchFamily="34" charset="0"/>
                <a:cs typeface="Calibri" panose="020F0502020204030204" pitchFamily="34" charset="0"/>
              </a:rPr>
              <a:t>&lt;pause&gt;</a:t>
            </a:r>
          </a:p>
          <a:p>
            <a:pPr marL="0" lvl="0" indent="0" algn="l" rtl="0">
              <a:spcBef>
                <a:spcPts val="0"/>
              </a:spcBef>
              <a:spcAft>
                <a:spcPts val="0"/>
              </a:spcAft>
              <a:buNone/>
            </a:pPr>
            <a:endParaRPr lang="en-US" sz="1400" dirty="0">
              <a:solidFill>
                <a:srgbClr val="1D1C1D"/>
              </a:solidFill>
              <a:effectLst/>
              <a:latin typeface="Calibri" panose="020F0502020204030204" pitchFamily="34" charset="0"/>
              <a:cs typeface="Calibri" panose="020F0502020204030204" pitchFamily="34" charset="0"/>
            </a:endParaRPr>
          </a:p>
          <a:p>
            <a:pPr marL="0" lvl="0" indent="0" algn="l" rtl="0">
              <a:spcBef>
                <a:spcPts val="0"/>
              </a:spcBef>
              <a:spcAft>
                <a:spcPts val="0"/>
              </a:spcAft>
              <a:buNone/>
            </a:pPr>
            <a:r>
              <a:rPr lang="en-US" sz="1400" dirty="0">
                <a:solidFill>
                  <a:srgbClr val="1D1C1D"/>
                </a:solidFill>
                <a:effectLst/>
                <a:latin typeface="Calibri" panose="020F0502020204030204" pitchFamily="34" charset="0"/>
                <a:cs typeface="Calibri" panose="020F0502020204030204" pitchFamily="34" charset="0"/>
              </a:rPr>
              <a:t>And the output will include the likelihood of that threat candidate.</a:t>
            </a:r>
          </a:p>
          <a:p>
            <a:pPr marL="0" lvl="0" indent="0" algn="l" rtl="0">
              <a:spcBef>
                <a:spcPts val="0"/>
              </a:spcBef>
              <a:spcAft>
                <a:spcPts val="0"/>
              </a:spcAft>
              <a:buNone/>
            </a:pPr>
            <a:endParaRPr lang="en-US" sz="1400" dirty="0">
              <a:solidFill>
                <a:srgbClr val="1D1C1D"/>
              </a:solidFill>
              <a:effectLst/>
              <a:latin typeface="Calibri" panose="020F0502020204030204" pitchFamily="34" charset="0"/>
              <a:cs typeface="Calibri" panose="020F0502020204030204" pitchFamily="34" charset="0"/>
            </a:endParaRPr>
          </a:p>
          <a:p>
            <a:pPr marL="0" lvl="0" indent="0" algn="l" rtl="0">
              <a:spcBef>
                <a:spcPts val="0"/>
              </a:spcBef>
              <a:spcAft>
                <a:spcPts val="0"/>
              </a:spcAft>
              <a:buNone/>
            </a:pPr>
            <a:endParaRPr lang="en-US" sz="1400" dirty="0">
              <a:solidFill>
                <a:srgbClr val="1D1C1D"/>
              </a:solidFill>
              <a:effectLst/>
              <a:latin typeface="Calibri" panose="020F0502020204030204" pitchFamily="34" charset="0"/>
              <a:cs typeface="Calibri" panose="020F0502020204030204" pitchFamily="34" charset="0"/>
            </a:endParaRPr>
          </a:p>
        </p:txBody>
      </p:sp>
    </p:spTree>
    <p:extLst>
      <p:ext uri="{BB962C8B-B14F-4D97-AF65-F5344CB8AC3E}">
        <p14:creationId xmlns:p14="http://schemas.microsoft.com/office/powerpoint/2010/main" val="749914965"/>
      </p:ext>
    </p:extLst>
  </p:cSld>
  <p:clrMapOvr>
    <a:masterClrMapping/>
  </p:clrMapOvr>
</p:notes>
</file>

<file path=ppt/notesSlides/notesSlide22.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1195"/>
        <p:cNvGrpSpPr/>
        <p:nvPr/>
      </p:nvGrpSpPr>
      <p:grpSpPr>
        <a:xfrm>
          <a:off x="0" y="0"/>
          <a:ext cx="0" cy="0"/>
          <a:chOff x="0" y="0"/>
          <a:chExt cx="0" cy="0"/>
        </a:xfrm>
      </p:grpSpPr>
      <p:sp>
        <p:nvSpPr>
          <p:cNvPr id="1196" name="Google Shape;1196;g9ac6590046_0_272:notes"/>
          <p:cNvSpPr>
            <a:spLocks noGrp="1" noRot="1" noChangeAspect="1"/>
          </p:cNvSpPr>
          <p:nvPr>
            <p:ph type="sldImg" idx="2"/>
          </p:nvPr>
        </p:nvSpPr>
        <p:spPr>
          <a:xfrm>
            <a:off x="382588" y="685800"/>
            <a:ext cx="6094412" cy="3429000"/>
          </a:xfrm>
          <a:custGeom>
            <a:avLst/>
            <a:gdLst/>
            <a:ahLst/>
            <a:cxnLst/>
            <a:rect l="l" t="t" r="r" b="b"/>
            <a:pathLst>
              <a:path w="120000" h="120000" extrusionOk="0">
                <a:moveTo>
                  <a:pt x="0" y="0"/>
                </a:moveTo>
                <a:lnTo>
                  <a:pt x="120000" y="0"/>
                </a:lnTo>
                <a:lnTo>
                  <a:pt x="120000" y="120000"/>
                </a:lnTo>
                <a:lnTo>
                  <a:pt x="0" y="120000"/>
                </a:lnTo>
                <a:close/>
              </a:path>
            </a:pathLst>
          </a:custGeom>
        </p:spPr>
      </p:sp>
      <p:sp>
        <p:nvSpPr>
          <p:cNvPr id="1197" name="Google Shape;1197;g9ac6590046_0_272:notes"/>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r>
              <a:rPr lang="en-US" sz="1400" dirty="0">
                <a:latin typeface="Calibri" panose="020F0502020204030204" pitchFamily="34" charset="0"/>
                <a:cs typeface="Calibri" panose="020F0502020204030204" pitchFamily="34" charset="0"/>
              </a:rPr>
              <a:t>Script:</a:t>
            </a:r>
          </a:p>
          <a:p>
            <a:pPr marL="0" lvl="0" indent="0" algn="l" rtl="0">
              <a:spcBef>
                <a:spcPts val="0"/>
              </a:spcBef>
              <a:spcAft>
                <a:spcPts val="0"/>
              </a:spcAft>
              <a:buNone/>
            </a:pPr>
            <a:endParaRPr lang="en-US" sz="1400" dirty="0">
              <a:solidFill>
                <a:srgbClr val="1D1C1D"/>
              </a:solidFill>
              <a:effectLst/>
              <a:latin typeface="Calibri" panose="020F0502020204030204" pitchFamily="34" charset="0"/>
              <a:cs typeface="Calibri" panose="020F0502020204030204" pitchFamily="34" charset="0"/>
            </a:endParaRPr>
          </a:p>
          <a:p>
            <a:pPr marL="0" lvl="0" indent="0" algn="l" rtl="0">
              <a:spcBef>
                <a:spcPts val="0"/>
              </a:spcBef>
              <a:spcAft>
                <a:spcPts val="0"/>
              </a:spcAft>
              <a:buNone/>
            </a:pPr>
            <a:r>
              <a:rPr lang="en-US" sz="1400" dirty="0">
                <a:solidFill>
                  <a:srgbClr val="1D1C1D"/>
                </a:solidFill>
                <a:effectLst/>
                <a:latin typeface="Calibri" panose="020F0502020204030204" pitchFamily="34" charset="0"/>
                <a:cs typeface="Calibri" panose="020F0502020204030204" pitchFamily="34" charset="0"/>
              </a:rPr>
              <a:t>Generally, the AVCDL recommends that information exchanged between various parts of the cybersecurity activity pipeline be done using a JSON-encoded SARIF file.</a:t>
            </a:r>
          </a:p>
          <a:p>
            <a:pPr marL="0" lvl="0" indent="0" algn="l" rtl="0">
              <a:spcBef>
                <a:spcPts val="0"/>
              </a:spcBef>
              <a:spcAft>
                <a:spcPts val="0"/>
              </a:spcAft>
              <a:buNone/>
            </a:pPr>
            <a:endParaRPr lang="en-US" sz="1400" dirty="0">
              <a:solidFill>
                <a:srgbClr val="1D1C1D"/>
              </a:solidFill>
              <a:effectLst/>
              <a:latin typeface="Calibri" panose="020F0502020204030204" pitchFamily="34" charset="0"/>
              <a:cs typeface="Calibri" panose="020F0502020204030204" pitchFamily="34" charset="0"/>
            </a:endParaRPr>
          </a:p>
          <a:p>
            <a:pPr marL="0" lvl="0" indent="0" algn="l" rtl="0">
              <a:spcBef>
                <a:spcPts val="0"/>
              </a:spcBef>
              <a:spcAft>
                <a:spcPts val="0"/>
              </a:spcAft>
              <a:buNone/>
            </a:pPr>
            <a:r>
              <a:rPr lang="en-US" sz="1400" dirty="0">
                <a:solidFill>
                  <a:srgbClr val="1D1C1D"/>
                </a:solidFill>
                <a:effectLst/>
                <a:latin typeface="Calibri" panose="020F0502020204030204" pitchFamily="34" charset="0"/>
                <a:cs typeface="Calibri" panose="020F0502020204030204" pitchFamily="34" charset="0"/>
              </a:rPr>
              <a:t>SARIF, the Static Analysis Report Interchange Format, is highly flexible, and is supported by numerous applications.</a:t>
            </a:r>
          </a:p>
          <a:p>
            <a:pPr marL="0" lvl="0" indent="0" algn="l" rtl="0">
              <a:spcBef>
                <a:spcPts val="0"/>
              </a:spcBef>
              <a:spcAft>
                <a:spcPts val="0"/>
              </a:spcAft>
              <a:buNone/>
            </a:pPr>
            <a:endParaRPr lang="en-US" sz="1400" dirty="0">
              <a:solidFill>
                <a:srgbClr val="1D1C1D"/>
              </a:solidFill>
              <a:effectLst/>
              <a:latin typeface="Calibri" panose="020F0502020204030204" pitchFamily="34" charset="0"/>
              <a:cs typeface="Calibri" panose="020F0502020204030204" pitchFamily="34" charset="0"/>
            </a:endParaRPr>
          </a:p>
          <a:p>
            <a:pPr marL="0" lvl="0" indent="0" algn="l" rtl="0">
              <a:spcBef>
                <a:spcPts val="0"/>
              </a:spcBef>
              <a:spcAft>
                <a:spcPts val="0"/>
              </a:spcAft>
              <a:buNone/>
            </a:pPr>
            <a:r>
              <a:rPr lang="en-US" sz="1400" dirty="0">
                <a:solidFill>
                  <a:srgbClr val="1D1C1D"/>
                </a:solidFill>
                <a:effectLst/>
                <a:latin typeface="Calibri" panose="020F0502020204030204" pitchFamily="34" charset="0"/>
                <a:cs typeface="Calibri" panose="020F0502020204030204" pitchFamily="34" charset="0"/>
              </a:rPr>
              <a:t>&lt;pause&gt;</a:t>
            </a:r>
          </a:p>
          <a:p>
            <a:pPr marL="0" lvl="0" indent="0" algn="l" rtl="0">
              <a:spcBef>
                <a:spcPts val="0"/>
              </a:spcBef>
              <a:spcAft>
                <a:spcPts val="0"/>
              </a:spcAft>
              <a:buNone/>
            </a:pPr>
            <a:endParaRPr lang="en-US" sz="1400" dirty="0">
              <a:solidFill>
                <a:srgbClr val="1D1C1D"/>
              </a:solidFill>
              <a:effectLst/>
              <a:latin typeface="Calibri" panose="020F0502020204030204" pitchFamily="34" charset="0"/>
              <a:cs typeface="Calibri" panose="020F0502020204030204" pitchFamily="34" charset="0"/>
            </a:endParaRPr>
          </a:p>
          <a:p>
            <a:pPr marL="0" lvl="0" indent="0" algn="l" rtl="0">
              <a:spcBef>
                <a:spcPts val="0"/>
              </a:spcBef>
              <a:spcAft>
                <a:spcPts val="0"/>
              </a:spcAft>
              <a:buNone/>
            </a:pPr>
            <a:r>
              <a:rPr lang="en-US" sz="1400" dirty="0">
                <a:solidFill>
                  <a:srgbClr val="1D1C1D"/>
                </a:solidFill>
                <a:effectLst/>
                <a:latin typeface="Calibri" panose="020F0502020204030204" pitchFamily="34" charset="0"/>
                <a:cs typeface="Calibri" panose="020F0502020204030204" pitchFamily="34" charset="0"/>
              </a:rPr>
              <a:t>Here’s a table showing a number of the processes which generate threat candidates and how they can represent their unique information in SARIF.</a:t>
            </a:r>
          </a:p>
          <a:p>
            <a:pPr marL="0" lvl="0" indent="0" algn="l" rtl="0">
              <a:spcBef>
                <a:spcPts val="0"/>
              </a:spcBef>
              <a:spcAft>
                <a:spcPts val="0"/>
              </a:spcAft>
              <a:buNone/>
            </a:pPr>
            <a:endParaRPr lang="en-US" sz="1400" dirty="0">
              <a:solidFill>
                <a:srgbClr val="1D1C1D"/>
              </a:solidFill>
              <a:effectLst/>
              <a:latin typeface="Calibri" panose="020F0502020204030204" pitchFamily="34" charset="0"/>
              <a:cs typeface="Calibri" panose="020F0502020204030204" pitchFamily="34" charset="0"/>
            </a:endParaRPr>
          </a:p>
          <a:p>
            <a:pPr marL="0" lvl="0" indent="0" algn="l" rtl="0">
              <a:spcBef>
                <a:spcPts val="0"/>
              </a:spcBef>
              <a:spcAft>
                <a:spcPts val="0"/>
              </a:spcAft>
              <a:buNone/>
            </a:pPr>
            <a:r>
              <a:rPr lang="en-US" sz="1400" dirty="0">
                <a:solidFill>
                  <a:srgbClr val="1D1C1D"/>
                </a:solidFill>
                <a:effectLst/>
                <a:latin typeface="Calibri" panose="020F0502020204030204" pitchFamily="34" charset="0"/>
                <a:cs typeface="Calibri" panose="020F0502020204030204" pitchFamily="34" charset="0"/>
              </a:rPr>
              <a:t>The processes in the table are listed in the order they appear within the AVCDL.</a:t>
            </a:r>
          </a:p>
          <a:p>
            <a:pPr marL="0" lvl="0" indent="0" algn="l" rtl="0">
              <a:spcBef>
                <a:spcPts val="0"/>
              </a:spcBef>
              <a:spcAft>
                <a:spcPts val="0"/>
              </a:spcAft>
              <a:buNone/>
            </a:pPr>
            <a:endParaRPr lang="en-US" sz="1400" dirty="0">
              <a:solidFill>
                <a:srgbClr val="1D1C1D"/>
              </a:solidFill>
              <a:effectLst/>
              <a:latin typeface="Calibri" panose="020F0502020204030204" pitchFamily="34" charset="0"/>
              <a:cs typeface="Calibri" panose="020F0502020204030204" pitchFamily="34" charset="0"/>
            </a:endParaRPr>
          </a:p>
          <a:p>
            <a:pPr marL="0" lvl="0" indent="0" algn="l" rtl="0">
              <a:spcBef>
                <a:spcPts val="0"/>
              </a:spcBef>
              <a:spcAft>
                <a:spcPts val="0"/>
              </a:spcAft>
              <a:buNone/>
            </a:pPr>
            <a:r>
              <a:rPr lang="en-US" sz="1400" dirty="0">
                <a:solidFill>
                  <a:srgbClr val="1D1C1D"/>
                </a:solidFill>
                <a:effectLst/>
                <a:latin typeface="Calibri" panose="020F0502020204030204" pitchFamily="34" charset="0"/>
                <a:cs typeface="Calibri" panose="020F0502020204030204" pitchFamily="34" charset="0"/>
              </a:rPr>
              <a:t>&lt;pause&gt;</a:t>
            </a:r>
          </a:p>
          <a:p>
            <a:pPr marL="0" lvl="0" indent="0" algn="l" rtl="0">
              <a:spcBef>
                <a:spcPts val="0"/>
              </a:spcBef>
              <a:spcAft>
                <a:spcPts val="0"/>
              </a:spcAft>
              <a:buNone/>
            </a:pPr>
            <a:endParaRPr lang="en-US" sz="1400" dirty="0">
              <a:solidFill>
                <a:srgbClr val="1D1C1D"/>
              </a:solidFill>
              <a:effectLst/>
              <a:latin typeface="Calibri" panose="020F0502020204030204" pitchFamily="34" charset="0"/>
              <a:cs typeface="Calibri" panose="020F0502020204030204" pitchFamily="34" charset="0"/>
            </a:endParaRPr>
          </a:p>
          <a:p>
            <a:pPr marL="0" lvl="0" indent="0" algn="l" rtl="0">
              <a:spcBef>
                <a:spcPts val="0"/>
              </a:spcBef>
              <a:spcAft>
                <a:spcPts val="0"/>
              </a:spcAft>
              <a:buNone/>
            </a:pPr>
            <a:r>
              <a:rPr lang="en-US" sz="1400" dirty="0">
                <a:solidFill>
                  <a:srgbClr val="1D1C1D"/>
                </a:solidFill>
                <a:effectLst/>
                <a:latin typeface="Calibri" panose="020F0502020204030204" pitchFamily="34" charset="0"/>
                <a:cs typeface="Calibri" panose="020F0502020204030204" pitchFamily="34" charset="0"/>
              </a:rPr>
              <a:t>If we start with </a:t>
            </a:r>
            <a:r>
              <a:rPr lang="en-US" sz="1400" b="1" dirty="0">
                <a:solidFill>
                  <a:srgbClr val="1D1C1D"/>
                </a:solidFill>
                <a:effectLst/>
                <a:latin typeface="Calibri" panose="020F0502020204030204" pitchFamily="34" charset="0"/>
                <a:cs typeface="Calibri" panose="020F0502020204030204" pitchFamily="34" charset="0"/>
              </a:rPr>
              <a:t>static analysis</a:t>
            </a:r>
            <a:r>
              <a:rPr lang="en-US" sz="1400" dirty="0">
                <a:solidFill>
                  <a:srgbClr val="1D1C1D"/>
                </a:solidFill>
                <a:effectLst/>
                <a:latin typeface="Calibri" panose="020F0502020204030204" pitchFamily="34" charset="0"/>
                <a:cs typeface="Calibri" panose="020F0502020204030204" pitchFamily="34" charset="0"/>
              </a:rPr>
              <a:t>, we can see that it has a test which is a checker.</a:t>
            </a:r>
          </a:p>
          <a:p>
            <a:pPr marL="0" lvl="0" indent="0" algn="l" rtl="0">
              <a:spcBef>
                <a:spcPts val="0"/>
              </a:spcBef>
              <a:spcAft>
                <a:spcPts val="0"/>
              </a:spcAft>
              <a:buNone/>
            </a:pPr>
            <a:endParaRPr lang="en-US" sz="1400" dirty="0">
              <a:solidFill>
                <a:srgbClr val="1D1C1D"/>
              </a:solidFill>
              <a:effectLst/>
              <a:latin typeface="Calibri" panose="020F0502020204030204" pitchFamily="34" charset="0"/>
              <a:cs typeface="Calibri" panose="020F0502020204030204" pitchFamily="34" charset="0"/>
            </a:endParaRPr>
          </a:p>
          <a:p>
            <a:pPr marL="0" lvl="0" indent="0" algn="l" rtl="0">
              <a:spcBef>
                <a:spcPts val="0"/>
              </a:spcBef>
              <a:spcAft>
                <a:spcPts val="0"/>
              </a:spcAft>
              <a:buNone/>
            </a:pPr>
            <a:r>
              <a:rPr lang="en-US" sz="1400" dirty="0">
                <a:solidFill>
                  <a:srgbClr val="1D1C1D"/>
                </a:solidFill>
                <a:effectLst/>
                <a:latin typeface="Calibri" panose="020F0502020204030204" pitchFamily="34" charset="0"/>
                <a:cs typeface="Calibri" panose="020F0502020204030204" pitchFamily="34" charset="0"/>
              </a:rPr>
              <a:t>It has a location being a file and a line.</a:t>
            </a:r>
          </a:p>
          <a:p>
            <a:pPr marL="0" lvl="0" indent="0" algn="l" rtl="0">
              <a:spcBef>
                <a:spcPts val="0"/>
              </a:spcBef>
              <a:spcAft>
                <a:spcPts val="0"/>
              </a:spcAft>
              <a:buNone/>
            </a:pPr>
            <a:endParaRPr lang="en-US" sz="1400" dirty="0">
              <a:solidFill>
                <a:srgbClr val="1D1C1D"/>
              </a:solidFill>
              <a:effectLst/>
              <a:latin typeface="Calibri" panose="020F0502020204030204" pitchFamily="34" charset="0"/>
              <a:cs typeface="Calibri" panose="020F0502020204030204" pitchFamily="34" charset="0"/>
            </a:endParaRPr>
          </a:p>
          <a:p>
            <a:pPr marL="0" lvl="0" indent="0" algn="l" rtl="0">
              <a:spcBef>
                <a:spcPts val="0"/>
              </a:spcBef>
              <a:spcAft>
                <a:spcPts val="0"/>
              </a:spcAft>
              <a:buNone/>
            </a:pPr>
            <a:r>
              <a:rPr lang="en-US" sz="1400" dirty="0">
                <a:solidFill>
                  <a:srgbClr val="1D1C1D"/>
                </a:solidFill>
                <a:effectLst/>
                <a:latin typeface="Calibri" panose="020F0502020204030204" pitchFamily="34" charset="0"/>
                <a:cs typeface="Calibri" panose="020F0502020204030204" pitchFamily="34" charset="0"/>
              </a:rPr>
              <a:t>And it has an issue which is a rule violation.</a:t>
            </a:r>
          </a:p>
          <a:p>
            <a:pPr marL="0" lvl="0" indent="0" algn="l" rtl="0">
              <a:spcBef>
                <a:spcPts val="0"/>
              </a:spcBef>
              <a:spcAft>
                <a:spcPts val="0"/>
              </a:spcAft>
              <a:buNone/>
            </a:pPr>
            <a:endParaRPr lang="en-US" sz="1400" dirty="0">
              <a:solidFill>
                <a:srgbClr val="1D1C1D"/>
              </a:solidFill>
              <a:effectLst/>
              <a:latin typeface="Calibri" panose="020F0502020204030204" pitchFamily="34" charset="0"/>
              <a:cs typeface="Calibri" panose="020F0502020204030204" pitchFamily="34" charset="0"/>
            </a:endParaRPr>
          </a:p>
          <a:p>
            <a:pPr marL="0" lvl="0" indent="0" algn="l" rtl="0">
              <a:spcBef>
                <a:spcPts val="0"/>
              </a:spcBef>
              <a:spcAft>
                <a:spcPts val="0"/>
              </a:spcAft>
              <a:buNone/>
            </a:pPr>
            <a:r>
              <a:rPr lang="en-US" sz="1400" dirty="0">
                <a:solidFill>
                  <a:srgbClr val="1D1C1D"/>
                </a:solidFill>
                <a:effectLst/>
                <a:latin typeface="Calibri" panose="020F0502020204030204" pitchFamily="34" charset="0"/>
                <a:cs typeface="Calibri" panose="020F0502020204030204" pitchFamily="34" charset="0"/>
              </a:rPr>
              <a:t>&lt;pause&gt;</a:t>
            </a:r>
          </a:p>
          <a:p>
            <a:pPr marL="0" lvl="0" indent="0" algn="l" rtl="0">
              <a:spcBef>
                <a:spcPts val="0"/>
              </a:spcBef>
              <a:spcAft>
                <a:spcPts val="0"/>
              </a:spcAft>
              <a:buNone/>
            </a:pPr>
            <a:endParaRPr lang="en-US" sz="1400" dirty="0">
              <a:solidFill>
                <a:srgbClr val="1D1C1D"/>
              </a:solidFill>
              <a:effectLst/>
              <a:latin typeface="Calibri" panose="020F0502020204030204" pitchFamily="34" charset="0"/>
              <a:cs typeface="Calibri" panose="020F0502020204030204" pitchFamily="34" charset="0"/>
            </a:endParaRPr>
          </a:p>
          <a:p>
            <a:pPr marL="0" lvl="0" indent="0" algn="l" rtl="0">
              <a:spcBef>
                <a:spcPts val="0"/>
              </a:spcBef>
              <a:spcAft>
                <a:spcPts val="0"/>
              </a:spcAft>
              <a:buNone/>
            </a:pPr>
            <a:r>
              <a:rPr lang="en-US" sz="1400" dirty="0">
                <a:solidFill>
                  <a:srgbClr val="1D1C1D"/>
                </a:solidFill>
                <a:effectLst/>
                <a:latin typeface="Calibri" panose="020F0502020204030204" pitchFamily="34" charset="0"/>
                <a:cs typeface="Calibri" panose="020F0502020204030204" pitchFamily="34" charset="0"/>
              </a:rPr>
              <a:t>Notice that </a:t>
            </a:r>
            <a:r>
              <a:rPr lang="en-US" sz="1400" b="1" dirty="0">
                <a:solidFill>
                  <a:srgbClr val="1D1C1D"/>
                </a:solidFill>
                <a:effectLst/>
                <a:latin typeface="Calibri" panose="020F0502020204030204" pitchFamily="34" charset="0"/>
                <a:cs typeface="Calibri" panose="020F0502020204030204" pitchFamily="34" charset="0"/>
              </a:rPr>
              <a:t>static analysis</a:t>
            </a:r>
            <a:r>
              <a:rPr lang="en-US" sz="1400" dirty="0">
                <a:solidFill>
                  <a:srgbClr val="1D1C1D"/>
                </a:solidFill>
                <a:effectLst/>
                <a:latin typeface="Calibri" panose="020F0502020204030204" pitchFamily="34" charset="0"/>
                <a:cs typeface="Calibri" panose="020F0502020204030204" pitchFamily="34" charset="0"/>
              </a:rPr>
              <a:t>, </a:t>
            </a:r>
            <a:r>
              <a:rPr lang="en-US" sz="1400" b="1" dirty="0">
                <a:solidFill>
                  <a:srgbClr val="1D1C1D"/>
                </a:solidFill>
                <a:effectLst/>
                <a:latin typeface="Calibri" panose="020F0502020204030204" pitchFamily="34" charset="0"/>
                <a:cs typeface="Calibri" panose="020F0502020204030204" pitchFamily="34" charset="0"/>
              </a:rPr>
              <a:t>fuzz testing</a:t>
            </a:r>
            <a:r>
              <a:rPr lang="en-US" sz="1400" dirty="0">
                <a:solidFill>
                  <a:srgbClr val="1D1C1D"/>
                </a:solidFill>
                <a:effectLst/>
                <a:latin typeface="Calibri" panose="020F0502020204030204" pitchFamily="34" charset="0"/>
                <a:cs typeface="Calibri" panose="020F0502020204030204" pitchFamily="34" charset="0"/>
              </a:rPr>
              <a:t>, and </a:t>
            </a:r>
            <a:r>
              <a:rPr lang="en-US" sz="1400" b="1" dirty="0">
                <a:solidFill>
                  <a:srgbClr val="1D1C1D"/>
                </a:solidFill>
                <a:effectLst/>
                <a:latin typeface="Calibri" panose="020F0502020204030204" pitchFamily="34" charset="0"/>
                <a:cs typeface="Calibri" panose="020F0502020204030204" pitchFamily="34" charset="0"/>
              </a:rPr>
              <a:t>source code review </a:t>
            </a:r>
            <a:r>
              <a:rPr lang="en-US" sz="1400" dirty="0">
                <a:solidFill>
                  <a:srgbClr val="1D1C1D"/>
                </a:solidFill>
                <a:effectLst/>
                <a:latin typeface="Calibri" panose="020F0502020204030204" pitchFamily="34" charset="0"/>
                <a:cs typeface="Calibri" panose="020F0502020204030204" pitchFamily="34" charset="0"/>
              </a:rPr>
              <a:t>are very similar in that all are using checkers and have location information defined by a file and line combination.</a:t>
            </a:r>
          </a:p>
          <a:p>
            <a:pPr marL="0" lvl="0" indent="0" algn="l" rtl="0">
              <a:spcBef>
                <a:spcPts val="0"/>
              </a:spcBef>
              <a:spcAft>
                <a:spcPts val="0"/>
              </a:spcAft>
              <a:buNone/>
            </a:pPr>
            <a:endParaRPr lang="en-US" sz="1400" dirty="0">
              <a:solidFill>
                <a:srgbClr val="1D1C1D"/>
              </a:solidFill>
              <a:effectLst/>
              <a:latin typeface="Calibri" panose="020F0502020204030204" pitchFamily="34" charset="0"/>
              <a:cs typeface="Calibri" panose="020F0502020204030204" pitchFamily="34" charset="0"/>
            </a:endParaRPr>
          </a:p>
          <a:p>
            <a:pPr marL="0" lvl="0" indent="0" algn="l" rtl="0">
              <a:spcBef>
                <a:spcPts val="0"/>
              </a:spcBef>
              <a:spcAft>
                <a:spcPts val="0"/>
              </a:spcAft>
              <a:buNone/>
            </a:pPr>
            <a:r>
              <a:rPr lang="en-US" sz="1400" dirty="0">
                <a:solidFill>
                  <a:srgbClr val="1D1C1D"/>
                </a:solidFill>
                <a:effectLst/>
                <a:latin typeface="Calibri" panose="020F0502020204030204" pitchFamily="34" charset="0"/>
                <a:cs typeface="Calibri" panose="020F0502020204030204" pitchFamily="34" charset="0"/>
              </a:rPr>
              <a:t>In the case of </a:t>
            </a:r>
            <a:r>
              <a:rPr lang="en-US" sz="1400" b="1" dirty="0">
                <a:solidFill>
                  <a:srgbClr val="1D1C1D"/>
                </a:solidFill>
                <a:effectLst/>
                <a:latin typeface="Calibri" panose="020F0502020204030204" pitchFamily="34" charset="0"/>
                <a:cs typeface="Calibri" panose="020F0502020204030204" pitchFamily="34" charset="0"/>
              </a:rPr>
              <a:t>secure code review</a:t>
            </a:r>
            <a:r>
              <a:rPr lang="en-US" sz="1400" dirty="0">
                <a:solidFill>
                  <a:srgbClr val="1D1C1D"/>
                </a:solidFill>
                <a:effectLst/>
                <a:latin typeface="Calibri" panose="020F0502020204030204" pitchFamily="34" charset="0"/>
                <a:cs typeface="Calibri" panose="020F0502020204030204" pitchFamily="34" charset="0"/>
              </a:rPr>
              <a:t>, the checker is a manual list of things that are being reviewed by the person doing the </a:t>
            </a:r>
            <a:r>
              <a:rPr lang="en-US" sz="1400" b="1" dirty="0">
                <a:solidFill>
                  <a:srgbClr val="1D1C1D"/>
                </a:solidFill>
                <a:effectLst/>
                <a:latin typeface="Calibri" panose="020F0502020204030204" pitchFamily="34" charset="0"/>
                <a:cs typeface="Calibri" panose="020F0502020204030204" pitchFamily="34" charset="0"/>
              </a:rPr>
              <a:t>secure code review</a:t>
            </a:r>
            <a:r>
              <a:rPr lang="en-US" sz="1400" dirty="0">
                <a:solidFill>
                  <a:srgbClr val="1D1C1D"/>
                </a:solidFill>
                <a:effectLst/>
                <a:latin typeface="Calibri" panose="020F0502020204030204" pitchFamily="34" charset="0"/>
                <a:cs typeface="Calibri" panose="020F0502020204030204" pitchFamily="34" charset="0"/>
              </a:rPr>
              <a:t>.</a:t>
            </a:r>
          </a:p>
          <a:p>
            <a:pPr marL="0" lvl="0" indent="0" algn="l" rtl="0">
              <a:spcBef>
                <a:spcPts val="0"/>
              </a:spcBef>
              <a:spcAft>
                <a:spcPts val="0"/>
              </a:spcAft>
              <a:buNone/>
            </a:pPr>
            <a:endParaRPr lang="en-US" sz="1400" dirty="0">
              <a:solidFill>
                <a:srgbClr val="1D1C1D"/>
              </a:solidFill>
              <a:effectLst/>
              <a:latin typeface="Calibri" panose="020F0502020204030204" pitchFamily="34" charset="0"/>
              <a:cs typeface="Calibri" panose="020F0502020204030204" pitchFamily="34" charset="0"/>
            </a:endParaRPr>
          </a:p>
          <a:p>
            <a:pPr marL="0" lvl="0" indent="0" algn="l" rtl="0">
              <a:spcBef>
                <a:spcPts val="0"/>
              </a:spcBef>
              <a:spcAft>
                <a:spcPts val="0"/>
              </a:spcAft>
              <a:buNone/>
            </a:pPr>
            <a:r>
              <a:rPr lang="en-US" sz="1400" dirty="0">
                <a:solidFill>
                  <a:srgbClr val="1D1C1D"/>
                </a:solidFill>
                <a:effectLst/>
                <a:latin typeface="Calibri" panose="020F0502020204030204" pitchFamily="34" charset="0"/>
                <a:cs typeface="Calibri" panose="020F0502020204030204" pitchFamily="34" charset="0"/>
              </a:rPr>
              <a:t>In the case of </a:t>
            </a:r>
            <a:r>
              <a:rPr lang="en-US" sz="1400" b="1" dirty="0">
                <a:solidFill>
                  <a:srgbClr val="1D1C1D"/>
                </a:solidFill>
                <a:effectLst/>
                <a:latin typeface="Calibri" panose="020F0502020204030204" pitchFamily="34" charset="0"/>
                <a:cs typeface="Calibri" panose="020F0502020204030204" pitchFamily="34" charset="0"/>
              </a:rPr>
              <a:t>fuzz testing</a:t>
            </a:r>
            <a:r>
              <a:rPr lang="en-US" sz="1400" dirty="0">
                <a:solidFill>
                  <a:srgbClr val="1D1C1D"/>
                </a:solidFill>
                <a:effectLst/>
                <a:latin typeface="Calibri" panose="020F0502020204030204" pitchFamily="34" charset="0"/>
                <a:cs typeface="Calibri" panose="020F0502020204030204" pitchFamily="34" charset="0"/>
              </a:rPr>
              <a:t>, the issue is a specific fault, because generally speaking, </a:t>
            </a:r>
            <a:r>
              <a:rPr lang="en-US" sz="1400" b="1" dirty="0">
                <a:solidFill>
                  <a:srgbClr val="1D1C1D"/>
                </a:solidFill>
                <a:effectLst/>
                <a:latin typeface="Calibri" panose="020F0502020204030204" pitchFamily="34" charset="0"/>
                <a:cs typeface="Calibri" panose="020F0502020204030204" pitchFamily="34" charset="0"/>
              </a:rPr>
              <a:t>fuzz testing </a:t>
            </a:r>
            <a:r>
              <a:rPr lang="en-US" sz="1400" dirty="0">
                <a:solidFill>
                  <a:srgbClr val="1D1C1D"/>
                </a:solidFill>
                <a:effectLst/>
                <a:latin typeface="Calibri" panose="020F0502020204030204" pitchFamily="34" charset="0"/>
                <a:cs typeface="Calibri" panose="020F0502020204030204" pitchFamily="34" charset="0"/>
              </a:rPr>
              <a:t>operates by running tests and reporting failures.</a:t>
            </a:r>
          </a:p>
          <a:p>
            <a:pPr marL="0" lvl="0" indent="0" algn="l" rtl="0">
              <a:spcBef>
                <a:spcPts val="0"/>
              </a:spcBef>
              <a:spcAft>
                <a:spcPts val="0"/>
              </a:spcAft>
              <a:buNone/>
            </a:pPr>
            <a:endParaRPr lang="en-US" sz="1400" dirty="0">
              <a:solidFill>
                <a:srgbClr val="1D1C1D"/>
              </a:solidFill>
              <a:effectLst/>
              <a:latin typeface="Calibri" panose="020F0502020204030204" pitchFamily="34" charset="0"/>
              <a:cs typeface="Calibri" panose="020F0502020204030204" pitchFamily="34" charset="0"/>
            </a:endParaRPr>
          </a:p>
          <a:p>
            <a:pPr marL="0" lvl="0" indent="0" algn="l" rtl="0">
              <a:spcBef>
                <a:spcPts val="0"/>
              </a:spcBef>
              <a:spcAft>
                <a:spcPts val="0"/>
              </a:spcAft>
              <a:buNone/>
            </a:pPr>
            <a:r>
              <a:rPr lang="en-US" sz="1400" dirty="0">
                <a:solidFill>
                  <a:srgbClr val="1D1C1D"/>
                </a:solidFill>
                <a:effectLst/>
                <a:latin typeface="Calibri" panose="020F0502020204030204" pitchFamily="34" charset="0"/>
                <a:cs typeface="Calibri" panose="020F0502020204030204" pitchFamily="34" charset="0"/>
              </a:rPr>
              <a:t>&lt;pause&gt;</a:t>
            </a:r>
          </a:p>
          <a:p>
            <a:pPr marL="0" lvl="0" indent="0" algn="l" rtl="0">
              <a:spcBef>
                <a:spcPts val="0"/>
              </a:spcBef>
              <a:spcAft>
                <a:spcPts val="0"/>
              </a:spcAft>
              <a:buNone/>
            </a:pPr>
            <a:endParaRPr lang="en-US" sz="1400" dirty="0">
              <a:solidFill>
                <a:srgbClr val="1D1C1D"/>
              </a:solidFill>
              <a:effectLst/>
              <a:latin typeface="Calibri" panose="020F0502020204030204" pitchFamily="34" charset="0"/>
              <a:cs typeface="Calibri" panose="020F0502020204030204" pitchFamily="34" charset="0"/>
            </a:endParaRPr>
          </a:p>
          <a:p>
            <a:pPr marL="0" lvl="0" indent="0" algn="l" rtl="0">
              <a:spcBef>
                <a:spcPts val="0"/>
              </a:spcBef>
              <a:spcAft>
                <a:spcPts val="0"/>
              </a:spcAft>
              <a:buNone/>
            </a:pPr>
            <a:r>
              <a:rPr lang="en-US" sz="1400" dirty="0">
                <a:solidFill>
                  <a:srgbClr val="1D1C1D"/>
                </a:solidFill>
                <a:effectLst/>
                <a:latin typeface="Calibri" panose="020F0502020204030204" pitchFamily="34" charset="0"/>
                <a:cs typeface="Calibri" panose="020F0502020204030204" pitchFamily="34" charset="0"/>
              </a:rPr>
              <a:t>If we look at </a:t>
            </a:r>
            <a:r>
              <a:rPr lang="en-US" sz="1400" b="1" dirty="0">
                <a:solidFill>
                  <a:srgbClr val="1D1C1D"/>
                </a:solidFill>
                <a:effectLst/>
                <a:latin typeface="Calibri" panose="020F0502020204030204" pitchFamily="34" charset="0"/>
                <a:cs typeface="Calibri" panose="020F0502020204030204" pitchFamily="34" charset="0"/>
              </a:rPr>
              <a:t>threat modeling</a:t>
            </a:r>
            <a:r>
              <a:rPr lang="en-US" sz="1400" dirty="0">
                <a:solidFill>
                  <a:srgbClr val="1D1C1D"/>
                </a:solidFill>
                <a:effectLst/>
                <a:latin typeface="Calibri" panose="020F0502020204030204" pitchFamily="34" charset="0"/>
                <a:cs typeface="Calibri" panose="020F0502020204030204" pitchFamily="34" charset="0"/>
              </a:rPr>
              <a:t>, we see that rather than a checker, we have a rule;</a:t>
            </a:r>
          </a:p>
          <a:p>
            <a:pPr marL="0" lvl="0" indent="0" algn="l" rtl="0">
              <a:spcBef>
                <a:spcPts val="0"/>
              </a:spcBef>
              <a:spcAft>
                <a:spcPts val="0"/>
              </a:spcAft>
              <a:buNone/>
            </a:pPr>
            <a:endParaRPr lang="en-US" sz="1400" dirty="0">
              <a:solidFill>
                <a:srgbClr val="1D1C1D"/>
              </a:solidFill>
              <a:effectLst/>
              <a:latin typeface="Calibri" panose="020F0502020204030204" pitchFamily="34" charset="0"/>
              <a:cs typeface="Calibri" panose="020F0502020204030204" pitchFamily="34" charset="0"/>
            </a:endParaRPr>
          </a:p>
          <a:p>
            <a:pPr marL="0" lvl="0" indent="0" algn="l" rtl="0">
              <a:spcBef>
                <a:spcPts val="0"/>
              </a:spcBef>
              <a:spcAft>
                <a:spcPts val="0"/>
              </a:spcAft>
              <a:buNone/>
            </a:pPr>
            <a:r>
              <a:rPr lang="en-US" sz="1400" dirty="0">
                <a:solidFill>
                  <a:srgbClr val="1D1C1D"/>
                </a:solidFill>
                <a:effectLst/>
                <a:latin typeface="Calibri" panose="020F0502020204030204" pitchFamily="34" charset="0"/>
                <a:cs typeface="Calibri" panose="020F0502020204030204" pitchFamily="34" charset="0"/>
              </a:rPr>
              <a:t>and rather than a location, we have a graphic, because threat modeling is traditionally done using data flow diagrams.</a:t>
            </a:r>
          </a:p>
          <a:p>
            <a:pPr marL="0" lvl="0" indent="0" algn="l" rtl="0">
              <a:spcBef>
                <a:spcPts val="0"/>
              </a:spcBef>
              <a:spcAft>
                <a:spcPts val="0"/>
              </a:spcAft>
              <a:buNone/>
            </a:pPr>
            <a:endParaRPr lang="en-US" sz="1400" dirty="0">
              <a:solidFill>
                <a:srgbClr val="1D1C1D"/>
              </a:solidFill>
              <a:effectLst/>
              <a:latin typeface="Calibri" panose="020F0502020204030204" pitchFamily="34" charset="0"/>
              <a:cs typeface="Calibri" panose="020F0502020204030204" pitchFamily="34" charset="0"/>
            </a:endParaRPr>
          </a:p>
          <a:p>
            <a:pPr marL="0" lvl="0" indent="0" algn="l" rtl="0">
              <a:spcBef>
                <a:spcPts val="0"/>
              </a:spcBef>
              <a:spcAft>
                <a:spcPts val="0"/>
              </a:spcAft>
              <a:buNone/>
            </a:pPr>
            <a:r>
              <a:rPr lang="en-US" sz="1400" dirty="0">
                <a:solidFill>
                  <a:srgbClr val="1D1C1D"/>
                </a:solidFill>
                <a:effectLst/>
                <a:latin typeface="Calibri" panose="020F0502020204030204" pitchFamily="34" charset="0"/>
                <a:cs typeface="Calibri" panose="020F0502020204030204" pitchFamily="34" charset="0"/>
              </a:rPr>
              <a:t>The issue we get is a violation of that rule.</a:t>
            </a:r>
          </a:p>
          <a:p>
            <a:pPr marL="0" lvl="0" indent="0" algn="l" rtl="0">
              <a:spcBef>
                <a:spcPts val="0"/>
              </a:spcBef>
              <a:spcAft>
                <a:spcPts val="0"/>
              </a:spcAft>
              <a:buNone/>
            </a:pPr>
            <a:endParaRPr lang="en-US" sz="1400" dirty="0">
              <a:solidFill>
                <a:srgbClr val="1D1C1D"/>
              </a:solidFill>
              <a:effectLst/>
              <a:latin typeface="Calibri" panose="020F0502020204030204" pitchFamily="34" charset="0"/>
              <a:cs typeface="Calibri" panose="020F0502020204030204" pitchFamily="34" charset="0"/>
            </a:endParaRPr>
          </a:p>
          <a:p>
            <a:pPr marL="0" lvl="0" indent="0" algn="l" rtl="0">
              <a:spcBef>
                <a:spcPts val="0"/>
              </a:spcBef>
              <a:spcAft>
                <a:spcPts val="0"/>
              </a:spcAft>
              <a:buNone/>
            </a:pPr>
            <a:r>
              <a:rPr lang="en-US" sz="1400" dirty="0">
                <a:solidFill>
                  <a:srgbClr val="1D1C1D"/>
                </a:solidFill>
                <a:effectLst/>
                <a:latin typeface="Calibri" panose="020F0502020204030204" pitchFamily="34" charset="0"/>
                <a:cs typeface="Calibri" panose="020F0502020204030204" pitchFamily="34" charset="0"/>
              </a:rPr>
              <a:t>&lt;pause&gt;</a:t>
            </a:r>
          </a:p>
          <a:p>
            <a:pPr marL="0" lvl="0" indent="0" algn="l" rtl="0">
              <a:spcBef>
                <a:spcPts val="0"/>
              </a:spcBef>
              <a:spcAft>
                <a:spcPts val="0"/>
              </a:spcAft>
              <a:buNone/>
            </a:pPr>
            <a:endParaRPr lang="en-US" sz="1400" dirty="0">
              <a:solidFill>
                <a:srgbClr val="1D1C1D"/>
              </a:solidFill>
              <a:effectLst/>
              <a:latin typeface="Calibri" panose="020F0502020204030204" pitchFamily="34" charset="0"/>
              <a:cs typeface="Calibri" panose="020F0502020204030204" pitchFamily="34" charset="0"/>
            </a:endParaRPr>
          </a:p>
          <a:p>
            <a:pPr marL="0" lvl="0" indent="0" algn="l" rtl="0">
              <a:spcBef>
                <a:spcPts val="0"/>
              </a:spcBef>
              <a:spcAft>
                <a:spcPts val="0"/>
              </a:spcAft>
              <a:buNone/>
            </a:pPr>
            <a:r>
              <a:rPr lang="en-US" sz="1400" dirty="0">
                <a:solidFill>
                  <a:srgbClr val="1D1C1D"/>
                </a:solidFill>
                <a:effectLst/>
                <a:latin typeface="Calibri" panose="020F0502020204030204" pitchFamily="34" charset="0"/>
                <a:cs typeface="Calibri" panose="020F0502020204030204" pitchFamily="34" charset="0"/>
              </a:rPr>
              <a:t>Similarly, with </a:t>
            </a:r>
            <a:r>
              <a:rPr lang="en-US" sz="1400" b="1" dirty="0">
                <a:solidFill>
                  <a:srgbClr val="1D1C1D"/>
                </a:solidFill>
                <a:effectLst/>
                <a:latin typeface="Calibri" panose="020F0502020204030204" pitchFamily="34" charset="0"/>
                <a:cs typeface="Calibri" panose="020F0502020204030204" pitchFamily="34" charset="0"/>
              </a:rPr>
              <a:t>dynamic analysis</a:t>
            </a:r>
            <a:r>
              <a:rPr lang="en-US" sz="1400" dirty="0">
                <a:solidFill>
                  <a:srgbClr val="1D1C1D"/>
                </a:solidFill>
                <a:effectLst/>
                <a:latin typeface="Calibri" panose="020F0502020204030204" pitchFamily="34" charset="0"/>
                <a:cs typeface="Calibri" panose="020F0502020204030204" pitchFamily="34" charset="0"/>
              </a:rPr>
              <a:t>, we have a checker, with the issue being a failure of that checker, similar to the way </a:t>
            </a:r>
            <a:r>
              <a:rPr lang="en-US" sz="1400" b="1" dirty="0">
                <a:solidFill>
                  <a:srgbClr val="1D1C1D"/>
                </a:solidFill>
                <a:effectLst/>
                <a:latin typeface="Calibri" panose="020F0502020204030204" pitchFamily="34" charset="0"/>
                <a:cs typeface="Calibri" panose="020F0502020204030204" pitchFamily="34" charset="0"/>
              </a:rPr>
              <a:t>fuzz testing </a:t>
            </a:r>
            <a:r>
              <a:rPr lang="en-US" sz="1400" dirty="0">
                <a:solidFill>
                  <a:srgbClr val="1D1C1D"/>
                </a:solidFill>
                <a:effectLst/>
                <a:latin typeface="Calibri" panose="020F0502020204030204" pitchFamily="34" charset="0"/>
                <a:cs typeface="Calibri" panose="020F0502020204030204" pitchFamily="34" charset="0"/>
              </a:rPr>
              <a:t>works.</a:t>
            </a:r>
          </a:p>
          <a:p>
            <a:pPr marL="0" lvl="0" indent="0" algn="l" rtl="0">
              <a:spcBef>
                <a:spcPts val="0"/>
              </a:spcBef>
              <a:spcAft>
                <a:spcPts val="0"/>
              </a:spcAft>
              <a:buNone/>
            </a:pPr>
            <a:endParaRPr lang="en-US" sz="1400" dirty="0">
              <a:solidFill>
                <a:srgbClr val="1D1C1D"/>
              </a:solidFill>
              <a:effectLst/>
              <a:latin typeface="Calibri" panose="020F0502020204030204" pitchFamily="34" charset="0"/>
              <a:cs typeface="Calibri" panose="020F0502020204030204" pitchFamily="34" charset="0"/>
            </a:endParaRPr>
          </a:p>
          <a:p>
            <a:pPr marL="0" lvl="0" indent="0" algn="l" rtl="0">
              <a:spcBef>
                <a:spcPts val="0"/>
              </a:spcBef>
              <a:spcAft>
                <a:spcPts val="0"/>
              </a:spcAft>
              <a:buNone/>
            </a:pPr>
            <a:r>
              <a:rPr lang="en-US" sz="1400" dirty="0">
                <a:solidFill>
                  <a:srgbClr val="1D1C1D"/>
                </a:solidFill>
                <a:effectLst/>
                <a:latin typeface="Calibri" panose="020F0502020204030204" pitchFamily="34" charset="0"/>
                <a:cs typeface="Calibri" panose="020F0502020204030204" pitchFamily="34" charset="0"/>
              </a:rPr>
              <a:t>In this case, the location is a variable resolution location.</a:t>
            </a:r>
          </a:p>
          <a:p>
            <a:pPr marL="0" lvl="0" indent="0" algn="l" rtl="0">
              <a:spcBef>
                <a:spcPts val="0"/>
              </a:spcBef>
              <a:spcAft>
                <a:spcPts val="0"/>
              </a:spcAft>
              <a:buNone/>
            </a:pPr>
            <a:endParaRPr lang="en-US" sz="1400" dirty="0">
              <a:solidFill>
                <a:srgbClr val="1D1C1D"/>
              </a:solidFill>
              <a:effectLst/>
              <a:latin typeface="Calibri" panose="020F0502020204030204" pitchFamily="34" charset="0"/>
              <a:cs typeface="Calibri" panose="020F0502020204030204" pitchFamily="34" charset="0"/>
            </a:endParaRPr>
          </a:p>
          <a:p>
            <a:pPr marL="0" lvl="0" indent="0" algn="l" rtl="0">
              <a:spcBef>
                <a:spcPts val="0"/>
              </a:spcBef>
              <a:spcAft>
                <a:spcPts val="0"/>
              </a:spcAft>
              <a:buNone/>
            </a:pPr>
            <a:r>
              <a:rPr lang="en-US" sz="1400" dirty="0">
                <a:solidFill>
                  <a:srgbClr val="1D1C1D"/>
                </a:solidFill>
                <a:effectLst/>
                <a:latin typeface="Calibri" panose="020F0502020204030204" pitchFamily="34" charset="0"/>
                <a:cs typeface="Calibri" panose="020F0502020204030204" pitchFamily="34" charset="0"/>
              </a:rPr>
              <a:t>This is to say that depending on the amount of information we have, we're going to be able to identify the location of the fault with various degrees of precision.</a:t>
            </a:r>
          </a:p>
          <a:p>
            <a:pPr marL="0" lvl="0" indent="0" algn="l" rtl="0">
              <a:spcBef>
                <a:spcPts val="0"/>
              </a:spcBef>
              <a:spcAft>
                <a:spcPts val="0"/>
              </a:spcAft>
              <a:buNone/>
            </a:pPr>
            <a:endParaRPr lang="en-US" sz="1400" dirty="0">
              <a:solidFill>
                <a:srgbClr val="1D1C1D"/>
              </a:solidFill>
              <a:effectLst/>
              <a:latin typeface="Calibri" panose="020F0502020204030204" pitchFamily="34" charset="0"/>
              <a:cs typeface="Calibri" panose="020F0502020204030204" pitchFamily="34" charset="0"/>
            </a:endParaRPr>
          </a:p>
          <a:p>
            <a:pPr marL="0" lvl="0" indent="0" algn="l" rtl="0">
              <a:spcBef>
                <a:spcPts val="0"/>
              </a:spcBef>
              <a:spcAft>
                <a:spcPts val="0"/>
              </a:spcAft>
              <a:buNone/>
            </a:pPr>
            <a:r>
              <a:rPr lang="en-US" sz="1400" dirty="0">
                <a:solidFill>
                  <a:srgbClr val="1D1C1D"/>
                </a:solidFill>
                <a:effectLst/>
                <a:latin typeface="Calibri" panose="020F0502020204030204" pitchFamily="34" charset="0"/>
                <a:cs typeface="Calibri" panose="020F0502020204030204" pitchFamily="34" charset="0"/>
              </a:rPr>
              <a:t>&lt;pause&gt;</a:t>
            </a:r>
          </a:p>
          <a:p>
            <a:pPr marL="0" lvl="0" indent="0" algn="l" rtl="0">
              <a:spcBef>
                <a:spcPts val="0"/>
              </a:spcBef>
              <a:spcAft>
                <a:spcPts val="0"/>
              </a:spcAft>
              <a:buNone/>
            </a:pPr>
            <a:endParaRPr lang="en-US" sz="1400" dirty="0">
              <a:solidFill>
                <a:srgbClr val="1D1C1D"/>
              </a:solidFill>
              <a:effectLst/>
              <a:latin typeface="Calibri" panose="020F0502020204030204" pitchFamily="34" charset="0"/>
              <a:cs typeface="Calibri" panose="020F0502020204030204" pitchFamily="34" charset="0"/>
            </a:endParaRPr>
          </a:p>
          <a:p>
            <a:pPr marL="0" lvl="0" indent="0" algn="l" rtl="0">
              <a:spcBef>
                <a:spcPts val="0"/>
              </a:spcBef>
              <a:spcAft>
                <a:spcPts val="0"/>
              </a:spcAft>
              <a:buNone/>
            </a:pPr>
            <a:r>
              <a:rPr lang="en-US" sz="1400" dirty="0">
                <a:solidFill>
                  <a:srgbClr val="1D1C1D"/>
                </a:solidFill>
                <a:effectLst/>
                <a:latin typeface="Calibri" panose="020F0502020204030204" pitchFamily="34" charset="0"/>
                <a:cs typeface="Calibri" panose="020F0502020204030204" pitchFamily="34" charset="0"/>
              </a:rPr>
              <a:t>For </a:t>
            </a:r>
            <a:r>
              <a:rPr lang="en-US" sz="1400" b="1" dirty="0">
                <a:solidFill>
                  <a:srgbClr val="1D1C1D"/>
                </a:solidFill>
                <a:effectLst/>
                <a:latin typeface="Calibri" panose="020F0502020204030204" pitchFamily="34" charset="0"/>
                <a:cs typeface="Calibri" panose="020F0502020204030204" pitchFamily="34" charset="0"/>
              </a:rPr>
              <a:t>penetration testing </a:t>
            </a:r>
            <a:r>
              <a:rPr lang="en-US" sz="1400" dirty="0">
                <a:solidFill>
                  <a:srgbClr val="1D1C1D"/>
                </a:solidFill>
                <a:effectLst/>
                <a:latin typeface="Calibri" panose="020F0502020204030204" pitchFamily="34" charset="0"/>
                <a:cs typeface="Calibri" panose="020F0502020204030204" pitchFamily="34" charset="0"/>
              </a:rPr>
              <a:t>and </a:t>
            </a:r>
            <a:r>
              <a:rPr lang="en-US" sz="1400" b="1" dirty="0">
                <a:solidFill>
                  <a:srgbClr val="1D1C1D"/>
                </a:solidFill>
                <a:effectLst/>
                <a:latin typeface="Calibri" panose="020F0502020204030204" pitchFamily="34" charset="0"/>
                <a:cs typeface="Calibri" panose="020F0502020204030204" pitchFamily="34" charset="0"/>
              </a:rPr>
              <a:t>incident response</a:t>
            </a:r>
            <a:r>
              <a:rPr lang="en-US" sz="1400" dirty="0">
                <a:solidFill>
                  <a:srgbClr val="1D1C1D"/>
                </a:solidFill>
                <a:effectLst/>
                <a:latin typeface="Calibri" panose="020F0502020204030204" pitchFamily="34" charset="0"/>
                <a:cs typeface="Calibri" panose="020F0502020204030204" pitchFamily="34" charset="0"/>
              </a:rPr>
              <a:t>, what we have are tests with the location being test steps.</a:t>
            </a:r>
          </a:p>
          <a:p>
            <a:pPr marL="0" lvl="0" indent="0" algn="l" rtl="0">
              <a:spcBef>
                <a:spcPts val="0"/>
              </a:spcBef>
              <a:spcAft>
                <a:spcPts val="0"/>
              </a:spcAft>
              <a:buNone/>
            </a:pPr>
            <a:endParaRPr lang="en-US" sz="1400" dirty="0">
              <a:solidFill>
                <a:srgbClr val="1D1C1D"/>
              </a:solidFill>
              <a:effectLst/>
              <a:latin typeface="Calibri" panose="020F0502020204030204" pitchFamily="34" charset="0"/>
              <a:cs typeface="Calibri" panose="020F0502020204030204" pitchFamily="34" charset="0"/>
            </a:endParaRPr>
          </a:p>
          <a:p>
            <a:pPr marL="0" lvl="0" indent="0" algn="l" rtl="0">
              <a:spcBef>
                <a:spcPts val="0"/>
              </a:spcBef>
              <a:spcAft>
                <a:spcPts val="0"/>
              </a:spcAft>
              <a:buNone/>
            </a:pPr>
            <a:r>
              <a:rPr lang="en-US" sz="1400" dirty="0">
                <a:solidFill>
                  <a:srgbClr val="1D1C1D"/>
                </a:solidFill>
                <a:effectLst/>
                <a:latin typeface="Calibri" panose="020F0502020204030204" pitchFamily="34" charset="0"/>
                <a:cs typeface="Calibri" panose="020F0502020204030204" pitchFamily="34" charset="0"/>
              </a:rPr>
              <a:t>Both have issues which represent failures that have been identified. These are very high-level, very process-oriented in nature.</a:t>
            </a:r>
          </a:p>
          <a:p>
            <a:pPr marL="0" lvl="0" indent="0" algn="l" rtl="0">
              <a:spcBef>
                <a:spcPts val="0"/>
              </a:spcBef>
              <a:spcAft>
                <a:spcPts val="0"/>
              </a:spcAft>
              <a:buNone/>
            </a:pPr>
            <a:endParaRPr lang="en-US" sz="1400" dirty="0">
              <a:solidFill>
                <a:srgbClr val="1D1C1D"/>
              </a:solidFill>
              <a:effectLst/>
              <a:latin typeface="Calibri" panose="020F0502020204030204" pitchFamily="34" charset="0"/>
              <a:cs typeface="Calibri" panose="020F0502020204030204" pitchFamily="34" charset="0"/>
            </a:endParaRPr>
          </a:p>
          <a:p>
            <a:pPr marL="0" lvl="0" indent="0" algn="l" rtl="0">
              <a:spcBef>
                <a:spcPts val="0"/>
              </a:spcBef>
              <a:spcAft>
                <a:spcPts val="0"/>
              </a:spcAft>
              <a:buNone/>
            </a:pPr>
            <a:r>
              <a:rPr lang="en-US" sz="1400" dirty="0">
                <a:solidFill>
                  <a:srgbClr val="1D1C1D"/>
                </a:solidFill>
                <a:effectLst/>
                <a:latin typeface="Calibri" panose="020F0502020204030204" pitchFamily="34" charset="0"/>
                <a:cs typeface="Calibri" panose="020F0502020204030204" pitchFamily="34" charset="0"/>
              </a:rPr>
              <a:t>&lt;pause&gt;</a:t>
            </a:r>
          </a:p>
          <a:p>
            <a:pPr marL="0" lvl="0" indent="0" algn="l" rtl="0">
              <a:spcBef>
                <a:spcPts val="0"/>
              </a:spcBef>
              <a:spcAft>
                <a:spcPts val="0"/>
              </a:spcAft>
              <a:buNone/>
            </a:pPr>
            <a:endParaRPr lang="en-US" sz="1400" dirty="0">
              <a:solidFill>
                <a:srgbClr val="1D1C1D"/>
              </a:solidFill>
              <a:effectLst/>
              <a:latin typeface="Calibri" panose="020F0502020204030204" pitchFamily="34" charset="0"/>
              <a:cs typeface="Calibri" panose="020F0502020204030204" pitchFamily="34" charset="0"/>
            </a:endParaRPr>
          </a:p>
          <a:p>
            <a:pPr marL="0" lvl="0" indent="0" algn="l" rtl="0">
              <a:spcBef>
                <a:spcPts val="0"/>
              </a:spcBef>
              <a:spcAft>
                <a:spcPts val="0"/>
              </a:spcAft>
              <a:buNone/>
            </a:pPr>
            <a:r>
              <a:rPr lang="en-US" sz="1400" dirty="0">
                <a:solidFill>
                  <a:srgbClr val="1D1C1D"/>
                </a:solidFill>
                <a:effectLst/>
                <a:latin typeface="Calibri" panose="020F0502020204030204" pitchFamily="34" charset="0"/>
                <a:cs typeface="Calibri" panose="020F0502020204030204" pitchFamily="34" charset="0"/>
              </a:rPr>
              <a:t>The last thing for consideration is </a:t>
            </a:r>
            <a:r>
              <a:rPr lang="en-US" sz="1400" b="1" dirty="0">
                <a:solidFill>
                  <a:srgbClr val="1D1C1D"/>
                </a:solidFill>
                <a:effectLst/>
                <a:latin typeface="Calibri" panose="020F0502020204030204" pitchFamily="34" charset="0"/>
                <a:cs typeface="Calibri" panose="020F0502020204030204" pitchFamily="34" charset="0"/>
              </a:rPr>
              <a:t>attack surface analysis</a:t>
            </a:r>
            <a:r>
              <a:rPr lang="en-US" sz="1400" dirty="0">
                <a:solidFill>
                  <a:srgbClr val="1D1C1D"/>
                </a:solidFill>
                <a:effectLst/>
                <a:latin typeface="Calibri" panose="020F0502020204030204" pitchFamily="34" charset="0"/>
                <a:cs typeface="Calibri" panose="020F0502020204030204" pitchFamily="34" charset="0"/>
              </a:rPr>
              <a:t>.</a:t>
            </a:r>
          </a:p>
          <a:p>
            <a:pPr marL="0" lvl="0" indent="0" algn="l" rtl="0">
              <a:spcBef>
                <a:spcPts val="0"/>
              </a:spcBef>
              <a:spcAft>
                <a:spcPts val="0"/>
              </a:spcAft>
              <a:buNone/>
            </a:pPr>
            <a:endParaRPr lang="en-US" sz="1400" dirty="0">
              <a:solidFill>
                <a:srgbClr val="1D1C1D"/>
              </a:solidFill>
              <a:effectLst/>
              <a:latin typeface="Calibri" panose="020F0502020204030204" pitchFamily="34" charset="0"/>
              <a:cs typeface="Calibri" panose="020F0502020204030204" pitchFamily="34" charset="0"/>
            </a:endParaRPr>
          </a:p>
          <a:p>
            <a:pPr marL="0" lvl="0" indent="0" algn="l" rtl="0">
              <a:spcBef>
                <a:spcPts val="0"/>
              </a:spcBef>
              <a:spcAft>
                <a:spcPts val="0"/>
              </a:spcAft>
              <a:buNone/>
            </a:pPr>
            <a:r>
              <a:rPr lang="en-US" sz="1400" dirty="0">
                <a:solidFill>
                  <a:srgbClr val="1D1C1D"/>
                </a:solidFill>
                <a:effectLst/>
                <a:latin typeface="Calibri" panose="020F0502020204030204" pitchFamily="34" charset="0"/>
                <a:cs typeface="Calibri" panose="020F0502020204030204" pitchFamily="34" charset="0"/>
              </a:rPr>
              <a:t>This one is a bit more abstract in that we are looking at types of attack surfaces. Instead of the location, we're considering the exposure that is expressed by the surface.</a:t>
            </a:r>
          </a:p>
          <a:p>
            <a:pPr marL="0" lvl="0" indent="0" algn="l" rtl="0">
              <a:spcBef>
                <a:spcPts val="0"/>
              </a:spcBef>
              <a:spcAft>
                <a:spcPts val="0"/>
              </a:spcAft>
              <a:buNone/>
            </a:pPr>
            <a:endParaRPr lang="en-US" sz="1400" dirty="0">
              <a:solidFill>
                <a:srgbClr val="1D1C1D"/>
              </a:solidFill>
              <a:effectLst/>
              <a:latin typeface="Calibri" panose="020F0502020204030204" pitchFamily="34" charset="0"/>
              <a:cs typeface="Calibri" panose="020F0502020204030204" pitchFamily="34" charset="0"/>
            </a:endParaRPr>
          </a:p>
          <a:p>
            <a:pPr marL="0" lvl="0" indent="0" algn="l" rtl="0">
              <a:spcBef>
                <a:spcPts val="0"/>
              </a:spcBef>
              <a:spcAft>
                <a:spcPts val="0"/>
              </a:spcAft>
              <a:buNone/>
            </a:pPr>
            <a:r>
              <a:rPr lang="en-US" sz="1400" dirty="0">
                <a:solidFill>
                  <a:srgbClr val="1D1C1D"/>
                </a:solidFill>
                <a:effectLst/>
                <a:latin typeface="Calibri" panose="020F0502020204030204" pitchFamily="34" charset="0"/>
                <a:cs typeface="Calibri" panose="020F0502020204030204" pitchFamily="34" charset="0"/>
              </a:rPr>
              <a:t>And our issue is an excess of access via the exposed surface.</a:t>
            </a:r>
          </a:p>
          <a:p>
            <a:pPr marL="0" lvl="0" indent="0" algn="l" rtl="0">
              <a:spcBef>
                <a:spcPts val="0"/>
              </a:spcBef>
              <a:spcAft>
                <a:spcPts val="0"/>
              </a:spcAft>
              <a:buNone/>
            </a:pPr>
            <a:endParaRPr lang="en-US" sz="1400" dirty="0">
              <a:solidFill>
                <a:srgbClr val="1D1C1D"/>
              </a:solidFill>
              <a:effectLst/>
              <a:latin typeface="Calibri" panose="020F0502020204030204" pitchFamily="34" charset="0"/>
              <a:cs typeface="Calibri" panose="020F0502020204030204" pitchFamily="34" charset="0"/>
            </a:endParaRPr>
          </a:p>
          <a:p>
            <a:pPr marL="0" lvl="0" indent="0" algn="l" rtl="0">
              <a:spcBef>
                <a:spcPts val="0"/>
              </a:spcBef>
              <a:spcAft>
                <a:spcPts val="0"/>
              </a:spcAft>
              <a:buNone/>
            </a:pPr>
            <a:r>
              <a:rPr lang="en-US" sz="1400" dirty="0">
                <a:solidFill>
                  <a:srgbClr val="1D1C1D"/>
                </a:solidFill>
                <a:effectLst/>
                <a:latin typeface="Calibri" panose="020F0502020204030204" pitchFamily="34" charset="0"/>
                <a:cs typeface="Calibri" panose="020F0502020204030204" pitchFamily="34" charset="0"/>
              </a:rPr>
              <a:t>&lt;pause&gt;</a:t>
            </a:r>
          </a:p>
          <a:p>
            <a:pPr marL="0" lvl="0" indent="0" algn="l" rtl="0">
              <a:spcBef>
                <a:spcPts val="0"/>
              </a:spcBef>
              <a:spcAft>
                <a:spcPts val="0"/>
              </a:spcAft>
              <a:buNone/>
            </a:pPr>
            <a:endParaRPr lang="en-US" sz="1400" dirty="0">
              <a:solidFill>
                <a:srgbClr val="1D1C1D"/>
              </a:solidFill>
              <a:effectLst/>
              <a:latin typeface="Calibri" panose="020F0502020204030204" pitchFamily="34" charset="0"/>
              <a:cs typeface="Calibri" panose="020F0502020204030204" pitchFamily="34" charset="0"/>
            </a:endParaRPr>
          </a:p>
          <a:p>
            <a:pPr marL="0" lvl="0" indent="0" algn="l" rtl="0">
              <a:spcBef>
                <a:spcPts val="0"/>
              </a:spcBef>
              <a:spcAft>
                <a:spcPts val="0"/>
              </a:spcAft>
              <a:buNone/>
            </a:pPr>
            <a:r>
              <a:rPr lang="en-US" sz="1400" dirty="0">
                <a:solidFill>
                  <a:srgbClr val="1D1C1D"/>
                </a:solidFill>
                <a:effectLst/>
                <a:latin typeface="Calibri" panose="020F0502020204030204" pitchFamily="34" charset="0"/>
                <a:cs typeface="Calibri" panose="020F0502020204030204" pitchFamily="34" charset="0"/>
              </a:rPr>
              <a:t>No, these are not 1-to-1 to each other.</a:t>
            </a:r>
          </a:p>
          <a:p>
            <a:pPr marL="0" lvl="0" indent="0" algn="l" rtl="0">
              <a:spcBef>
                <a:spcPts val="0"/>
              </a:spcBef>
              <a:spcAft>
                <a:spcPts val="0"/>
              </a:spcAft>
              <a:buNone/>
            </a:pPr>
            <a:endParaRPr lang="en-US" sz="1400" dirty="0">
              <a:solidFill>
                <a:srgbClr val="1D1C1D"/>
              </a:solidFill>
              <a:effectLst/>
              <a:latin typeface="Calibri" panose="020F0502020204030204" pitchFamily="34" charset="0"/>
              <a:cs typeface="Calibri" panose="020F0502020204030204" pitchFamily="34" charset="0"/>
            </a:endParaRPr>
          </a:p>
          <a:p>
            <a:pPr marL="0" lvl="0" indent="0" algn="l" rtl="0">
              <a:spcBef>
                <a:spcPts val="0"/>
              </a:spcBef>
              <a:spcAft>
                <a:spcPts val="0"/>
              </a:spcAft>
              <a:buNone/>
            </a:pPr>
            <a:r>
              <a:rPr lang="en-US" sz="1400" dirty="0">
                <a:solidFill>
                  <a:srgbClr val="1D1C1D"/>
                </a:solidFill>
                <a:effectLst/>
                <a:latin typeface="Calibri" panose="020F0502020204030204" pitchFamily="34" charset="0"/>
                <a:cs typeface="Calibri" panose="020F0502020204030204" pitchFamily="34" charset="0"/>
              </a:rPr>
              <a:t>However, from a conceptual standpoint, SARIF allows us to convey information in a way which allows us to have a uniform mechanism for processing the data.</a:t>
            </a:r>
          </a:p>
          <a:p>
            <a:pPr marL="0" lvl="0" indent="0" algn="l" rtl="0">
              <a:spcBef>
                <a:spcPts val="0"/>
              </a:spcBef>
              <a:spcAft>
                <a:spcPts val="0"/>
              </a:spcAft>
              <a:buNone/>
            </a:pPr>
            <a:endParaRPr lang="en-US" sz="1400" dirty="0">
              <a:solidFill>
                <a:srgbClr val="1D1C1D"/>
              </a:solidFill>
              <a:effectLst/>
              <a:latin typeface="Calibri" panose="020F0502020204030204" pitchFamily="34" charset="0"/>
              <a:cs typeface="Calibri" panose="020F0502020204030204" pitchFamily="34" charset="0"/>
            </a:endParaRPr>
          </a:p>
        </p:txBody>
      </p:sp>
    </p:spTree>
    <p:extLst>
      <p:ext uri="{BB962C8B-B14F-4D97-AF65-F5344CB8AC3E}">
        <p14:creationId xmlns:p14="http://schemas.microsoft.com/office/powerpoint/2010/main" val="2426918671"/>
      </p:ext>
    </p:extLst>
  </p:cSld>
  <p:clrMapOvr>
    <a:masterClrMapping/>
  </p:clrMapOvr>
</p:notes>
</file>

<file path=ppt/notesSlides/notesSlide23.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1195"/>
        <p:cNvGrpSpPr/>
        <p:nvPr/>
      </p:nvGrpSpPr>
      <p:grpSpPr>
        <a:xfrm>
          <a:off x="0" y="0"/>
          <a:ext cx="0" cy="0"/>
          <a:chOff x="0" y="0"/>
          <a:chExt cx="0" cy="0"/>
        </a:xfrm>
      </p:grpSpPr>
      <p:sp>
        <p:nvSpPr>
          <p:cNvPr id="1196" name="Google Shape;1196;g9ac6590046_0_272:notes"/>
          <p:cNvSpPr>
            <a:spLocks noGrp="1" noRot="1" noChangeAspect="1"/>
          </p:cNvSpPr>
          <p:nvPr>
            <p:ph type="sldImg" idx="2"/>
          </p:nvPr>
        </p:nvSpPr>
        <p:spPr>
          <a:xfrm>
            <a:off x="382588" y="685800"/>
            <a:ext cx="6094412" cy="3429000"/>
          </a:xfrm>
          <a:custGeom>
            <a:avLst/>
            <a:gdLst/>
            <a:ahLst/>
            <a:cxnLst/>
            <a:rect l="l" t="t" r="r" b="b"/>
            <a:pathLst>
              <a:path w="120000" h="120000" extrusionOk="0">
                <a:moveTo>
                  <a:pt x="0" y="0"/>
                </a:moveTo>
                <a:lnTo>
                  <a:pt x="120000" y="0"/>
                </a:lnTo>
                <a:lnTo>
                  <a:pt x="120000" y="120000"/>
                </a:lnTo>
                <a:lnTo>
                  <a:pt x="0" y="120000"/>
                </a:lnTo>
                <a:close/>
              </a:path>
            </a:pathLst>
          </a:custGeom>
        </p:spPr>
      </p:sp>
      <p:sp>
        <p:nvSpPr>
          <p:cNvPr id="1197" name="Google Shape;1197;g9ac6590046_0_272:notes"/>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r>
              <a:rPr lang="en-US" sz="1400" dirty="0">
                <a:latin typeface="Calibri" panose="020F0502020204030204" pitchFamily="34" charset="0"/>
                <a:cs typeface="Calibri" panose="020F0502020204030204" pitchFamily="34" charset="0"/>
              </a:rPr>
              <a:t>Script:</a:t>
            </a:r>
          </a:p>
          <a:p>
            <a:pPr marL="0" lvl="0" indent="0" algn="l" rtl="0">
              <a:spcBef>
                <a:spcPts val="0"/>
              </a:spcBef>
              <a:spcAft>
                <a:spcPts val="0"/>
              </a:spcAft>
              <a:buNone/>
            </a:pPr>
            <a:endParaRPr lang="en-US" sz="1400" dirty="0">
              <a:solidFill>
                <a:srgbClr val="1D1C1D"/>
              </a:solidFill>
              <a:effectLst/>
              <a:latin typeface="Calibri" panose="020F0502020204030204" pitchFamily="34" charset="0"/>
              <a:cs typeface="Calibri" panose="020F0502020204030204" pitchFamily="34" charset="0"/>
            </a:endParaRPr>
          </a:p>
          <a:p>
            <a:pPr marL="0" lvl="0" indent="0" algn="l" rtl="0">
              <a:spcBef>
                <a:spcPts val="0"/>
              </a:spcBef>
              <a:spcAft>
                <a:spcPts val="0"/>
              </a:spcAft>
              <a:buNone/>
            </a:pPr>
            <a:r>
              <a:rPr lang="en-US" sz="1400" dirty="0">
                <a:solidFill>
                  <a:srgbClr val="1D1C1D"/>
                </a:solidFill>
                <a:effectLst/>
                <a:latin typeface="Calibri" panose="020F0502020204030204" pitchFamily="34" charset="0"/>
                <a:cs typeface="Calibri" panose="020F0502020204030204" pitchFamily="34" charset="0"/>
              </a:rPr>
              <a:t>The second activity in the threat prioritization workflow is </a:t>
            </a:r>
            <a:r>
              <a:rPr lang="en-US" sz="1400" b="1" dirty="0">
                <a:solidFill>
                  <a:srgbClr val="1D1C1D"/>
                </a:solidFill>
                <a:effectLst/>
                <a:latin typeface="Calibri" panose="020F0502020204030204" pitchFamily="34" charset="0"/>
                <a:cs typeface="Calibri" panose="020F0502020204030204" pitchFamily="34" charset="0"/>
              </a:rPr>
              <a:t>threat candidate risking</a:t>
            </a:r>
            <a:r>
              <a:rPr lang="en-US" sz="1400" dirty="0">
                <a:solidFill>
                  <a:srgbClr val="1D1C1D"/>
                </a:solidFill>
                <a:effectLst/>
                <a:latin typeface="Calibri" panose="020F0502020204030204" pitchFamily="34" charset="0"/>
                <a:cs typeface="Calibri" panose="020F0502020204030204" pitchFamily="34" charset="0"/>
              </a:rPr>
              <a:t>.</a:t>
            </a:r>
          </a:p>
          <a:p>
            <a:pPr marL="0" lvl="0" indent="0" algn="l" rtl="0">
              <a:spcBef>
                <a:spcPts val="0"/>
              </a:spcBef>
              <a:spcAft>
                <a:spcPts val="0"/>
              </a:spcAft>
              <a:buNone/>
            </a:pPr>
            <a:endParaRPr lang="en-US" sz="1400" dirty="0">
              <a:solidFill>
                <a:srgbClr val="1D1C1D"/>
              </a:solidFill>
              <a:effectLst/>
              <a:latin typeface="Calibri" panose="020F0502020204030204" pitchFamily="34" charset="0"/>
              <a:cs typeface="Calibri" panose="020F0502020204030204" pitchFamily="34" charset="0"/>
            </a:endParaRPr>
          </a:p>
          <a:p>
            <a:pPr marL="0" lvl="0" indent="0" algn="l" rtl="0">
              <a:spcBef>
                <a:spcPts val="0"/>
              </a:spcBef>
              <a:spcAft>
                <a:spcPts val="0"/>
              </a:spcAft>
              <a:buNone/>
            </a:pPr>
            <a:r>
              <a:rPr lang="en-US" sz="1400" dirty="0">
                <a:solidFill>
                  <a:srgbClr val="1D1C1D"/>
                </a:solidFill>
                <a:effectLst/>
                <a:latin typeface="Calibri" panose="020F0502020204030204" pitchFamily="34" charset="0"/>
                <a:cs typeface="Calibri" panose="020F0502020204030204" pitchFamily="34" charset="0"/>
              </a:rPr>
              <a:t>Here a risk SME takes the ranked threat candidates and assigns a risk impact to each.</a:t>
            </a:r>
          </a:p>
          <a:p>
            <a:pPr marL="0" lvl="0" indent="0" algn="l" rtl="0">
              <a:spcBef>
                <a:spcPts val="0"/>
              </a:spcBef>
              <a:spcAft>
                <a:spcPts val="0"/>
              </a:spcAft>
              <a:buNone/>
            </a:pPr>
            <a:endParaRPr lang="en-US" sz="1400" dirty="0">
              <a:solidFill>
                <a:srgbClr val="1D1C1D"/>
              </a:solidFill>
              <a:effectLst/>
              <a:latin typeface="Calibri" panose="020F0502020204030204" pitchFamily="34" charset="0"/>
              <a:cs typeface="Calibri" panose="020F0502020204030204" pitchFamily="34" charset="0"/>
            </a:endParaRPr>
          </a:p>
          <a:p>
            <a:pPr marL="0" lvl="0" indent="0" algn="l" rtl="0">
              <a:spcBef>
                <a:spcPts val="0"/>
              </a:spcBef>
              <a:spcAft>
                <a:spcPts val="0"/>
              </a:spcAft>
              <a:buNone/>
            </a:pPr>
            <a:r>
              <a:rPr lang="en-US" sz="1400" dirty="0">
                <a:solidFill>
                  <a:srgbClr val="1D1C1D"/>
                </a:solidFill>
                <a:effectLst/>
                <a:latin typeface="Calibri" panose="020F0502020204030204" pitchFamily="34" charset="0"/>
                <a:cs typeface="Calibri" panose="020F0502020204030204" pitchFamily="34" charset="0"/>
              </a:rPr>
              <a:t>&lt;pause&gt;</a:t>
            </a:r>
          </a:p>
          <a:p>
            <a:pPr marL="0" lvl="0" indent="0" algn="l" rtl="0">
              <a:spcBef>
                <a:spcPts val="0"/>
              </a:spcBef>
              <a:spcAft>
                <a:spcPts val="0"/>
              </a:spcAft>
              <a:buNone/>
            </a:pPr>
            <a:endParaRPr lang="en-US" sz="1400" dirty="0">
              <a:solidFill>
                <a:srgbClr val="1D1C1D"/>
              </a:solidFill>
              <a:effectLst/>
              <a:latin typeface="Calibri" panose="020F0502020204030204" pitchFamily="34" charset="0"/>
              <a:cs typeface="Calibri" panose="020F0502020204030204" pitchFamily="34" charset="0"/>
            </a:endParaRPr>
          </a:p>
          <a:p>
            <a:pPr marL="0" lvl="0" indent="0" algn="l" rtl="0">
              <a:spcBef>
                <a:spcPts val="0"/>
              </a:spcBef>
              <a:spcAft>
                <a:spcPts val="0"/>
              </a:spcAft>
              <a:buNone/>
            </a:pPr>
            <a:r>
              <a:rPr lang="en-US" sz="1400" strike="sngStrike" dirty="0">
                <a:solidFill>
                  <a:srgbClr val="1D1C1D"/>
                </a:solidFill>
                <a:effectLst/>
                <a:latin typeface="Calibri" panose="020F0502020204030204" pitchFamily="34" charset="0"/>
                <a:cs typeface="Calibri" panose="020F0502020204030204" pitchFamily="34" charset="0"/>
              </a:rPr>
              <a:t>As a reminder, our ranked threat candidates contain the information of what the threat is, where it's located, what the worst-case scenario is, and what the likelihood as determined by the ranking activity was.</a:t>
            </a:r>
          </a:p>
          <a:p>
            <a:pPr marL="0" lvl="0" indent="0" algn="l" rtl="0">
              <a:spcBef>
                <a:spcPts val="0"/>
              </a:spcBef>
              <a:spcAft>
                <a:spcPts val="0"/>
              </a:spcAft>
              <a:buNone/>
            </a:pPr>
            <a:endParaRPr lang="en-US" sz="1400" strike="sngStrike" dirty="0">
              <a:solidFill>
                <a:srgbClr val="1D1C1D"/>
              </a:solidFill>
              <a:effectLst/>
              <a:latin typeface="Calibri" panose="020F0502020204030204" pitchFamily="34" charset="0"/>
              <a:cs typeface="Calibri" panose="020F0502020204030204" pitchFamily="34" charset="0"/>
            </a:endParaRPr>
          </a:p>
          <a:p>
            <a:pPr marL="0" lvl="0" indent="0" algn="l" rtl="0">
              <a:spcBef>
                <a:spcPts val="0"/>
              </a:spcBef>
              <a:spcAft>
                <a:spcPts val="0"/>
              </a:spcAft>
              <a:buNone/>
            </a:pPr>
            <a:r>
              <a:rPr lang="en-US" sz="1400" strike="sngStrike" dirty="0">
                <a:solidFill>
                  <a:srgbClr val="1D1C1D"/>
                </a:solidFill>
                <a:effectLst/>
                <a:latin typeface="Calibri" panose="020F0502020204030204" pitchFamily="34" charset="0"/>
                <a:cs typeface="Calibri" panose="020F0502020204030204" pitchFamily="34" charset="0"/>
              </a:rPr>
              <a:t>&lt;pause&gt;</a:t>
            </a:r>
          </a:p>
          <a:p>
            <a:pPr marL="0" lvl="0" indent="0" algn="l" rtl="0">
              <a:spcBef>
                <a:spcPts val="0"/>
              </a:spcBef>
              <a:spcAft>
                <a:spcPts val="0"/>
              </a:spcAft>
              <a:buNone/>
            </a:pPr>
            <a:endParaRPr lang="en-US" sz="1400" strike="sngStrike" dirty="0">
              <a:solidFill>
                <a:srgbClr val="1D1C1D"/>
              </a:solidFill>
              <a:effectLst/>
              <a:latin typeface="Calibri" panose="020F0502020204030204" pitchFamily="34" charset="0"/>
              <a:cs typeface="Calibri" panose="020F0502020204030204" pitchFamily="34" charset="0"/>
            </a:endParaRPr>
          </a:p>
          <a:p>
            <a:pPr marL="0" lvl="0" indent="0" algn="l" rtl="0">
              <a:spcBef>
                <a:spcPts val="0"/>
              </a:spcBef>
              <a:spcAft>
                <a:spcPts val="0"/>
              </a:spcAft>
              <a:buNone/>
            </a:pPr>
            <a:r>
              <a:rPr lang="en-US" sz="1400" strike="sngStrike" dirty="0">
                <a:solidFill>
                  <a:srgbClr val="1D1C1D"/>
                </a:solidFill>
                <a:effectLst/>
                <a:latin typeface="Calibri" panose="020F0502020204030204" pitchFamily="34" charset="0"/>
                <a:cs typeface="Calibri" panose="020F0502020204030204" pitchFamily="34" charset="0"/>
              </a:rPr>
              <a:t>And the output augments the input information with the impact information.</a:t>
            </a:r>
          </a:p>
        </p:txBody>
      </p:sp>
    </p:spTree>
    <p:extLst>
      <p:ext uri="{BB962C8B-B14F-4D97-AF65-F5344CB8AC3E}">
        <p14:creationId xmlns:p14="http://schemas.microsoft.com/office/powerpoint/2010/main" val="1220575284"/>
      </p:ext>
    </p:extLst>
  </p:cSld>
  <p:clrMapOvr>
    <a:masterClrMapping/>
  </p:clrMapOvr>
</p:notes>
</file>

<file path=ppt/notesSlides/notesSlide24.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1195"/>
        <p:cNvGrpSpPr/>
        <p:nvPr/>
      </p:nvGrpSpPr>
      <p:grpSpPr>
        <a:xfrm>
          <a:off x="0" y="0"/>
          <a:ext cx="0" cy="0"/>
          <a:chOff x="0" y="0"/>
          <a:chExt cx="0" cy="0"/>
        </a:xfrm>
      </p:grpSpPr>
      <p:sp>
        <p:nvSpPr>
          <p:cNvPr id="1196" name="Google Shape;1196;g9ac6590046_0_272:notes"/>
          <p:cNvSpPr>
            <a:spLocks noGrp="1" noRot="1" noChangeAspect="1"/>
          </p:cNvSpPr>
          <p:nvPr>
            <p:ph type="sldImg" idx="2"/>
          </p:nvPr>
        </p:nvSpPr>
        <p:spPr>
          <a:xfrm>
            <a:off x="382588" y="685800"/>
            <a:ext cx="6094412" cy="3429000"/>
          </a:xfrm>
          <a:custGeom>
            <a:avLst/>
            <a:gdLst/>
            <a:ahLst/>
            <a:cxnLst/>
            <a:rect l="l" t="t" r="r" b="b"/>
            <a:pathLst>
              <a:path w="120000" h="120000" extrusionOk="0">
                <a:moveTo>
                  <a:pt x="0" y="0"/>
                </a:moveTo>
                <a:lnTo>
                  <a:pt x="120000" y="0"/>
                </a:lnTo>
                <a:lnTo>
                  <a:pt x="120000" y="120000"/>
                </a:lnTo>
                <a:lnTo>
                  <a:pt x="0" y="120000"/>
                </a:lnTo>
                <a:close/>
              </a:path>
            </a:pathLst>
          </a:custGeom>
        </p:spPr>
      </p:sp>
      <p:sp>
        <p:nvSpPr>
          <p:cNvPr id="1197" name="Google Shape;1197;g9ac6590046_0_272:notes"/>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r>
              <a:rPr lang="en-US" sz="1400" dirty="0">
                <a:latin typeface="Calibri" panose="020F0502020204030204" pitchFamily="34" charset="0"/>
                <a:cs typeface="Calibri" panose="020F0502020204030204" pitchFamily="34" charset="0"/>
              </a:rPr>
              <a:t>Script:</a:t>
            </a:r>
          </a:p>
          <a:p>
            <a:pPr marL="0" lvl="0" indent="0" algn="l" rtl="0">
              <a:spcBef>
                <a:spcPts val="0"/>
              </a:spcBef>
              <a:spcAft>
                <a:spcPts val="0"/>
              </a:spcAft>
              <a:buNone/>
            </a:pPr>
            <a:endParaRPr lang="en-US" sz="1400" dirty="0">
              <a:solidFill>
                <a:srgbClr val="1D1C1D"/>
              </a:solidFill>
              <a:effectLst/>
              <a:latin typeface="Calibri" panose="020F0502020204030204" pitchFamily="34" charset="0"/>
              <a:cs typeface="Calibri" panose="020F0502020204030204" pitchFamily="34" charset="0"/>
            </a:endParaRPr>
          </a:p>
          <a:p>
            <a:pPr marL="0" lvl="0" indent="0" algn="l" rtl="0">
              <a:spcBef>
                <a:spcPts val="0"/>
              </a:spcBef>
              <a:spcAft>
                <a:spcPts val="0"/>
              </a:spcAft>
              <a:buNone/>
            </a:pPr>
            <a:r>
              <a:rPr lang="en-US" sz="1400" strike="sngStrike" dirty="0">
                <a:solidFill>
                  <a:srgbClr val="1D1C1D"/>
                </a:solidFill>
                <a:effectLst/>
                <a:latin typeface="Calibri" panose="020F0502020204030204" pitchFamily="34" charset="0"/>
                <a:cs typeface="Calibri" panose="020F0502020204030204" pitchFamily="34" charset="0"/>
              </a:rPr>
              <a:t>The second activity in the threat prioritization workflow is </a:t>
            </a:r>
            <a:r>
              <a:rPr lang="en-US" sz="1400" b="1" strike="sngStrike" dirty="0">
                <a:solidFill>
                  <a:srgbClr val="1D1C1D"/>
                </a:solidFill>
                <a:effectLst/>
                <a:latin typeface="Calibri" panose="020F0502020204030204" pitchFamily="34" charset="0"/>
                <a:cs typeface="Calibri" panose="020F0502020204030204" pitchFamily="34" charset="0"/>
              </a:rPr>
              <a:t>threat candidate risking</a:t>
            </a:r>
            <a:r>
              <a:rPr lang="en-US" sz="1400" strike="sngStrike" dirty="0">
                <a:solidFill>
                  <a:srgbClr val="1D1C1D"/>
                </a:solidFill>
                <a:effectLst/>
                <a:latin typeface="Calibri" panose="020F0502020204030204" pitchFamily="34" charset="0"/>
                <a:cs typeface="Calibri" panose="020F0502020204030204" pitchFamily="34" charset="0"/>
              </a:rPr>
              <a:t>.</a:t>
            </a:r>
          </a:p>
          <a:p>
            <a:pPr marL="0" lvl="0" indent="0" algn="l" rtl="0">
              <a:spcBef>
                <a:spcPts val="0"/>
              </a:spcBef>
              <a:spcAft>
                <a:spcPts val="0"/>
              </a:spcAft>
              <a:buNone/>
            </a:pPr>
            <a:endParaRPr lang="en-US" sz="1400" strike="sngStrike" dirty="0">
              <a:solidFill>
                <a:srgbClr val="1D1C1D"/>
              </a:solidFill>
              <a:effectLst/>
              <a:latin typeface="Calibri" panose="020F0502020204030204" pitchFamily="34" charset="0"/>
              <a:cs typeface="Calibri" panose="020F0502020204030204" pitchFamily="34" charset="0"/>
            </a:endParaRPr>
          </a:p>
          <a:p>
            <a:pPr marL="0" lvl="0" indent="0" algn="l" rtl="0">
              <a:spcBef>
                <a:spcPts val="0"/>
              </a:spcBef>
              <a:spcAft>
                <a:spcPts val="0"/>
              </a:spcAft>
              <a:buNone/>
            </a:pPr>
            <a:r>
              <a:rPr lang="en-US" sz="1400" strike="sngStrike" dirty="0">
                <a:solidFill>
                  <a:srgbClr val="1D1C1D"/>
                </a:solidFill>
                <a:effectLst/>
                <a:latin typeface="Calibri" panose="020F0502020204030204" pitchFamily="34" charset="0"/>
                <a:cs typeface="Calibri" panose="020F0502020204030204" pitchFamily="34" charset="0"/>
              </a:rPr>
              <a:t>Here a risk SME takes the ranked threat candidates and assigns a risk impact to each.</a:t>
            </a:r>
          </a:p>
          <a:p>
            <a:pPr marL="0" lvl="0" indent="0" algn="l" rtl="0">
              <a:spcBef>
                <a:spcPts val="0"/>
              </a:spcBef>
              <a:spcAft>
                <a:spcPts val="0"/>
              </a:spcAft>
              <a:buNone/>
            </a:pPr>
            <a:endParaRPr lang="en-US" sz="1400" strike="sngStrike" dirty="0">
              <a:solidFill>
                <a:srgbClr val="1D1C1D"/>
              </a:solidFill>
              <a:effectLst/>
              <a:latin typeface="Calibri" panose="020F0502020204030204" pitchFamily="34" charset="0"/>
              <a:cs typeface="Calibri" panose="020F0502020204030204" pitchFamily="34" charset="0"/>
            </a:endParaRPr>
          </a:p>
          <a:p>
            <a:pPr marL="0" lvl="0" indent="0" algn="l" rtl="0">
              <a:spcBef>
                <a:spcPts val="0"/>
              </a:spcBef>
              <a:spcAft>
                <a:spcPts val="0"/>
              </a:spcAft>
              <a:buNone/>
            </a:pPr>
            <a:r>
              <a:rPr lang="en-US" sz="1400" strike="sngStrike" dirty="0">
                <a:solidFill>
                  <a:srgbClr val="1D1C1D"/>
                </a:solidFill>
                <a:effectLst/>
                <a:latin typeface="Calibri" panose="020F0502020204030204" pitchFamily="34" charset="0"/>
                <a:cs typeface="Calibri" panose="020F0502020204030204" pitchFamily="34" charset="0"/>
              </a:rPr>
              <a:t>&lt;pause&gt;</a:t>
            </a:r>
          </a:p>
          <a:p>
            <a:pPr marL="0" lvl="0" indent="0" algn="l" rtl="0">
              <a:spcBef>
                <a:spcPts val="0"/>
              </a:spcBef>
              <a:spcAft>
                <a:spcPts val="0"/>
              </a:spcAft>
              <a:buNone/>
            </a:pPr>
            <a:endParaRPr lang="en-US" sz="1400" dirty="0">
              <a:solidFill>
                <a:srgbClr val="1D1C1D"/>
              </a:solidFill>
              <a:effectLst/>
              <a:latin typeface="Calibri" panose="020F0502020204030204" pitchFamily="34" charset="0"/>
              <a:cs typeface="Calibri" panose="020F0502020204030204" pitchFamily="34" charset="0"/>
            </a:endParaRPr>
          </a:p>
          <a:p>
            <a:pPr marL="0" lvl="0" indent="0" algn="l" rtl="0">
              <a:spcBef>
                <a:spcPts val="0"/>
              </a:spcBef>
              <a:spcAft>
                <a:spcPts val="0"/>
              </a:spcAft>
              <a:buNone/>
            </a:pPr>
            <a:r>
              <a:rPr lang="en-US" sz="1400" dirty="0">
                <a:solidFill>
                  <a:srgbClr val="1D1C1D"/>
                </a:solidFill>
                <a:effectLst/>
                <a:latin typeface="Calibri" panose="020F0502020204030204" pitchFamily="34" charset="0"/>
                <a:cs typeface="Calibri" panose="020F0502020204030204" pitchFamily="34" charset="0"/>
              </a:rPr>
              <a:t>As a reminder, our ranked threat candidates contain the information of what the threat is, where it's located, what the worst-case scenario is, and what the likelihood as determined by the ranking activity was.</a:t>
            </a:r>
          </a:p>
          <a:p>
            <a:pPr marL="0" lvl="0" indent="0" algn="l" rtl="0">
              <a:spcBef>
                <a:spcPts val="0"/>
              </a:spcBef>
              <a:spcAft>
                <a:spcPts val="0"/>
              </a:spcAft>
              <a:buNone/>
            </a:pPr>
            <a:endParaRPr lang="en-US" sz="1400" dirty="0">
              <a:solidFill>
                <a:srgbClr val="1D1C1D"/>
              </a:solidFill>
              <a:effectLst/>
              <a:latin typeface="Calibri" panose="020F0502020204030204" pitchFamily="34" charset="0"/>
              <a:cs typeface="Calibri" panose="020F0502020204030204" pitchFamily="34" charset="0"/>
            </a:endParaRPr>
          </a:p>
          <a:p>
            <a:pPr marL="0" lvl="0" indent="0" algn="l" rtl="0">
              <a:spcBef>
                <a:spcPts val="0"/>
              </a:spcBef>
              <a:spcAft>
                <a:spcPts val="0"/>
              </a:spcAft>
              <a:buNone/>
            </a:pPr>
            <a:r>
              <a:rPr lang="en-US" sz="1400" dirty="0">
                <a:solidFill>
                  <a:srgbClr val="1D1C1D"/>
                </a:solidFill>
                <a:effectLst/>
                <a:latin typeface="Calibri" panose="020F0502020204030204" pitchFamily="34" charset="0"/>
                <a:cs typeface="Calibri" panose="020F0502020204030204" pitchFamily="34" charset="0"/>
              </a:rPr>
              <a:t>&lt;pause&gt;</a:t>
            </a:r>
          </a:p>
          <a:p>
            <a:pPr marL="0" lvl="0" indent="0" algn="l" rtl="0">
              <a:spcBef>
                <a:spcPts val="0"/>
              </a:spcBef>
              <a:spcAft>
                <a:spcPts val="0"/>
              </a:spcAft>
              <a:buNone/>
            </a:pPr>
            <a:endParaRPr lang="en-US" sz="1400" dirty="0">
              <a:solidFill>
                <a:srgbClr val="1D1C1D"/>
              </a:solidFill>
              <a:effectLst/>
              <a:latin typeface="Calibri" panose="020F0502020204030204" pitchFamily="34" charset="0"/>
              <a:cs typeface="Calibri" panose="020F0502020204030204" pitchFamily="34" charset="0"/>
            </a:endParaRPr>
          </a:p>
          <a:p>
            <a:pPr marL="0" lvl="0" indent="0" algn="l" rtl="0">
              <a:spcBef>
                <a:spcPts val="0"/>
              </a:spcBef>
              <a:spcAft>
                <a:spcPts val="0"/>
              </a:spcAft>
              <a:buNone/>
            </a:pPr>
            <a:r>
              <a:rPr lang="en-US" sz="1400" strike="sngStrike" dirty="0">
                <a:solidFill>
                  <a:srgbClr val="1D1C1D"/>
                </a:solidFill>
                <a:effectLst/>
                <a:latin typeface="Calibri" panose="020F0502020204030204" pitchFamily="34" charset="0"/>
                <a:cs typeface="Calibri" panose="020F0502020204030204" pitchFamily="34" charset="0"/>
              </a:rPr>
              <a:t>And the output augments the input information with the impact information.</a:t>
            </a:r>
          </a:p>
          <a:p>
            <a:pPr marL="0" lvl="0" indent="0" algn="l" rtl="0">
              <a:spcBef>
                <a:spcPts val="0"/>
              </a:spcBef>
              <a:spcAft>
                <a:spcPts val="0"/>
              </a:spcAft>
              <a:buNone/>
            </a:pPr>
            <a:endParaRPr lang="en-US" sz="1400" dirty="0">
              <a:solidFill>
                <a:srgbClr val="1D1C1D"/>
              </a:solidFill>
              <a:effectLst/>
              <a:latin typeface="Calibri" panose="020F0502020204030204" pitchFamily="34" charset="0"/>
              <a:cs typeface="Calibri" panose="020F0502020204030204" pitchFamily="34" charset="0"/>
            </a:endParaRPr>
          </a:p>
        </p:txBody>
      </p:sp>
    </p:spTree>
    <p:extLst>
      <p:ext uri="{BB962C8B-B14F-4D97-AF65-F5344CB8AC3E}">
        <p14:creationId xmlns:p14="http://schemas.microsoft.com/office/powerpoint/2010/main" val="3643386197"/>
      </p:ext>
    </p:extLst>
  </p:cSld>
  <p:clrMapOvr>
    <a:masterClrMapping/>
  </p:clrMapOvr>
</p:notes>
</file>

<file path=ppt/notesSlides/notesSlide25.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1195"/>
        <p:cNvGrpSpPr/>
        <p:nvPr/>
      </p:nvGrpSpPr>
      <p:grpSpPr>
        <a:xfrm>
          <a:off x="0" y="0"/>
          <a:ext cx="0" cy="0"/>
          <a:chOff x="0" y="0"/>
          <a:chExt cx="0" cy="0"/>
        </a:xfrm>
      </p:grpSpPr>
      <p:sp>
        <p:nvSpPr>
          <p:cNvPr id="1196" name="Google Shape;1196;g9ac6590046_0_272:notes"/>
          <p:cNvSpPr>
            <a:spLocks noGrp="1" noRot="1" noChangeAspect="1"/>
          </p:cNvSpPr>
          <p:nvPr>
            <p:ph type="sldImg" idx="2"/>
          </p:nvPr>
        </p:nvSpPr>
        <p:spPr>
          <a:xfrm>
            <a:off x="382588" y="685800"/>
            <a:ext cx="6094412" cy="3429000"/>
          </a:xfrm>
          <a:custGeom>
            <a:avLst/>
            <a:gdLst/>
            <a:ahLst/>
            <a:cxnLst/>
            <a:rect l="l" t="t" r="r" b="b"/>
            <a:pathLst>
              <a:path w="120000" h="120000" extrusionOk="0">
                <a:moveTo>
                  <a:pt x="0" y="0"/>
                </a:moveTo>
                <a:lnTo>
                  <a:pt x="120000" y="0"/>
                </a:lnTo>
                <a:lnTo>
                  <a:pt x="120000" y="120000"/>
                </a:lnTo>
                <a:lnTo>
                  <a:pt x="0" y="120000"/>
                </a:lnTo>
                <a:close/>
              </a:path>
            </a:pathLst>
          </a:custGeom>
        </p:spPr>
      </p:sp>
      <p:sp>
        <p:nvSpPr>
          <p:cNvPr id="1197" name="Google Shape;1197;g9ac6590046_0_272:notes"/>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r>
              <a:rPr lang="en-US" sz="1400" dirty="0">
                <a:latin typeface="Calibri" panose="020F0502020204030204" pitchFamily="34" charset="0"/>
                <a:cs typeface="Calibri" panose="020F0502020204030204" pitchFamily="34" charset="0"/>
              </a:rPr>
              <a:t>Script:</a:t>
            </a:r>
          </a:p>
          <a:p>
            <a:pPr marL="0" lvl="0" indent="0" algn="l" rtl="0">
              <a:spcBef>
                <a:spcPts val="0"/>
              </a:spcBef>
              <a:spcAft>
                <a:spcPts val="0"/>
              </a:spcAft>
              <a:buNone/>
            </a:pPr>
            <a:endParaRPr lang="en-US" sz="1400" dirty="0">
              <a:solidFill>
                <a:srgbClr val="1D1C1D"/>
              </a:solidFill>
              <a:effectLst/>
              <a:latin typeface="Calibri" panose="020F0502020204030204" pitchFamily="34" charset="0"/>
              <a:cs typeface="Calibri" panose="020F0502020204030204" pitchFamily="34" charset="0"/>
            </a:endParaRPr>
          </a:p>
          <a:p>
            <a:pPr marL="0" lvl="0" indent="0" algn="l" rtl="0">
              <a:spcBef>
                <a:spcPts val="0"/>
              </a:spcBef>
              <a:spcAft>
                <a:spcPts val="0"/>
              </a:spcAft>
              <a:buNone/>
            </a:pPr>
            <a:r>
              <a:rPr lang="en-US" sz="1400" strike="sngStrike" dirty="0">
                <a:solidFill>
                  <a:srgbClr val="1D1C1D"/>
                </a:solidFill>
                <a:effectLst/>
                <a:latin typeface="Calibri" panose="020F0502020204030204" pitchFamily="34" charset="0"/>
                <a:cs typeface="Calibri" panose="020F0502020204030204" pitchFamily="34" charset="0"/>
              </a:rPr>
              <a:t>The second activity in the threat prioritization workflow is </a:t>
            </a:r>
            <a:r>
              <a:rPr lang="en-US" sz="1400" b="1" strike="sngStrike" dirty="0">
                <a:solidFill>
                  <a:srgbClr val="1D1C1D"/>
                </a:solidFill>
                <a:effectLst/>
                <a:latin typeface="Calibri" panose="020F0502020204030204" pitchFamily="34" charset="0"/>
                <a:cs typeface="Calibri" panose="020F0502020204030204" pitchFamily="34" charset="0"/>
              </a:rPr>
              <a:t>threat candidate risking</a:t>
            </a:r>
            <a:r>
              <a:rPr lang="en-US" sz="1400" strike="sngStrike" dirty="0">
                <a:solidFill>
                  <a:srgbClr val="1D1C1D"/>
                </a:solidFill>
                <a:effectLst/>
                <a:latin typeface="Calibri" panose="020F0502020204030204" pitchFamily="34" charset="0"/>
                <a:cs typeface="Calibri" panose="020F0502020204030204" pitchFamily="34" charset="0"/>
              </a:rPr>
              <a:t>.</a:t>
            </a:r>
          </a:p>
          <a:p>
            <a:pPr marL="0" lvl="0" indent="0" algn="l" rtl="0">
              <a:spcBef>
                <a:spcPts val="0"/>
              </a:spcBef>
              <a:spcAft>
                <a:spcPts val="0"/>
              </a:spcAft>
              <a:buNone/>
            </a:pPr>
            <a:endParaRPr lang="en-US" sz="1400" strike="sngStrike" dirty="0">
              <a:solidFill>
                <a:srgbClr val="1D1C1D"/>
              </a:solidFill>
              <a:effectLst/>
              <a:latin typeface="Calibri" panose="020F0502020204030204" pitchFamily="34" charset="0"/>
              <a:cs typeface="Calibri" panose="020F0502020204030204" pitchFamily="34" charset="0"/>
            </a:endParaRPr>
          </a:p>
          <a:p>
            <a:pPr marL="0" lvl="0" indent="0" algn="l" rtl="0">
              <a:spcBef>
                <a:spcPts val="0"/>
              </a:spcBef>
              <a:spcAft>
                <a:spcPts val="0"/>
              </a:spcAft>
              <a:buNone/>
            </a:pPr>
            <a:r>
              <a:rPr lang="en-US" sz="1400" strike="sngStrike" dirty="0">
                <a:solidFill>
                  <a:srgbClr val="1D1C1D"/>
                </a:solidFill>
                <a:effectLst/>
                <a:latin typeface="Calibri" panose="020F0502020204030204" pitchFamily="34" charset="0"/>
                <a:cs typeface="Calibri" panose="020F0502020204030204" pitchFamily="34" charset="0"/>
              </a:rPr>
              <a:t>Here a risk SME takes the ranked threat candidates and assigns a risk impact to each.</a:t>
            </a:r>
          </a:p>
          <a:p>
            <a:pPr marL="0" lvl="0" indent="0" algn="l" rtl="0">
              <a:spcBef>
                <a:spcPts val="0"/>
              </a:spcBef>
              <a:spcAft>
                <a:spcPts val="0"/>
              </a:spcAft>
              <a:buNone/>
            </a:pPr>
            <a:endParaRPr lang="en-US" sz="1400" strike="sngStrike" dirty="0">
              <a:solidFill>
                <a:srgbClr val="1D1C1D"/>
              </a:solidFill>
              <a:effectLst/>
              <a:latin typeface="Calibri" panose="020F0502020204030204" pitchFamily="34" charset="0"/>
              <a:cs typeface="Calibri" panose="020F0502020204030204" pitchFamily="34" charset="0"/>
            </a:endParaRPr>
          </a:p>
          <a:p>
            <a:pPr marL="0" lvl="0" indent="0" algn="l" rtl="0">
              <a:spcBef>
                <a:spcPts val="0"/>
              </a:spcBef>
              <a:spcAft>
                <a:spcPts val="0"/>
              </a:spcAft>
              <a:buNone/>
            </a:pPr>
            <a:r>
              <a:rPr lang="en-US" sz="1400" strike="sngStrike" dirty="0">
                <a:solidFill>
                  <a:srgbClr val="1D1C1D"/>
                </a:solidFill>
                <a:effectLst/>
                <a:latin typeface="Calibri" panose="020F0502020204030204" pitchFamily="34" charset="0"/>
                <a:cs typeface="Calibri" panose="020F0502020204030204" pitchFamily="34" charset="0"/>
              </a:rPr>
              <a:t>&lt;pause&gt;</a:t>
            </a:r>
          </a:p>
          <a:p>
            <a:pPr marL="0" lvl="0" indent="0" algn="l" rtl="0">
              <a:spcBef>
                <a:spcPts val="0"/>
              </a:spcBef>
              <a:spcAft>
                <a:spcPts val="0"/>
              </a:spcAft>
              <a:buNone/>
            </a:pPr>
            <a:endParaRPr lang="en-US" sz="1400" dirty="0">
              <a:solidFill>
                <a:srgbClr val="1D1C1D"/>
              </a:solidFill>
              <a:effectLst/>
              <a:latin typeface="Calibri" panose="020F0502020204030204" pitchFamily="34" charset="0"/>
              <a:cs typeface="Calibri" panose="020F0502020204030204" pitchFamily="34" charset="0"/>
            </a:endParaRPr>
          </a:p>
          <a:p>
            <a:pPr marL="0" lvl="0" indent="0" algn="l" rtl="0">
              <a:spcBef>
                <a:spcPts val="0"/>
              </a:spcBef>
              <a:spcAft>
                <a:spcPts val="0"/>
              </a:spcAft>
              <a:buNone/>
            </a:pPr>
            <a:r>
              <a:rPr lang="en-US" sz="1400" strike="sngStrike" dirty="0">
                <a:solidFill>
                  <a:srgbClr val="1D1C1D"/>
                </a:solidFill>
                <a:effectLst/>
                <a:latin typeface="Calibri" panose="020F0502020204030204" pitchFamily="34" charset="0"/>
                <a:cs typeface="Calibri" panose="020F0502020204030204" pitchFamily="34" charset="0"/>
              </a:rPr>
              <a:t>As a reminder, our ranked threat candidates contain the information of what the threat is, where it's located, what the worst-case scenario is, and what the likelihood as determined by the ranking activity was.</a:t>
            </a:r>
          </a:p>
          <a:p>
            <a:pPr marL="0" lvl="0" indent="0" algn="l" rtl="0">
              <a:spcBef>
                <a:spcPts val="0"/>
              </a:spcBef>
              <a:spcAft>
                <a:spcPts val="0"/>
              </a:spcAft>
              <a:buNone/>
            </a:pPr>
            <a:endParaRPr lang="en-US" sz="1400" strike="sngStrike" dirty="0">
              <a:solidFill>
                <a:srgbClr val="1D1C1D"/>
              </a:solidFill>
              <a:effectLst/>
              <a:latin typeface="Calibri" panose="020F0502020204030204" pitchFamily="34" charset="0"/>
              <a:cs typeface="Calibri" panose="020F0502020204030204" pitchFamily="34" charset="0"/>
            </a:endParaRPr>
          </a:p>
          <a:p>
            <a:pPr marL="0" lvl="0" indent="0" algn="l" rtl="0">
              <a:spcBef>
                <a:spcPts val="0"/>
              </a:spcBef>
              <a:spcAft>
                <a:spcPts val="0"/>
              </a:spcAft>
              <a:buNone/>
            </a:pPr>
            <a:r>
              <a:rPr lang="en-US" sz="1400" strike="sngStrike" dirty="0">
                <a:solidFill>
                  <a:srgbClr val="1D1C1D"/>
                </a:solidFill>
                <a:effectLst/>
                <a:latin typeface="Calibri" panose="020F0502020204030204" pitchFamily="34" charset="0"/>
                <a:cs typeface="Calibri" panose="020F0502020204030204" pitchFamily="34" charset="0"/>
              </a:rPr>
              <a:t>&lt;pause&gt;</a:t>
            </a:r>
          </a:p>
          <a:p>
            <a:pPr marL="0" lvl="0" indent="0" algn="l" rtl="0">
              <a:spcBef>
                <a:spcPts val="0"/>
              </a:spcBef>
              <a:spcAft>
                <a:spcPts val="0"/>
              </a:spcAft>
              <a:buNone/>
            </a:pPr>
            <a:endParaRPr lang="en-US" sz="1400" dirty="0">
              <a:solidFill>
                <a:srgbClr val="1D1C1D"/>
              </a:solidFill>
              <a:effectLst/>
              <a:latin typeface="Calibri" panose="020F0502020204030204" pitchFamily="34" charset="0"/>
              <a:cs typeface="Calibri" panose="020F0502020204030204" pitchFamily="34" charset="0"/>
            </a:endParaRPr>
          </a:p>
          <a:p>
            <a:pPr marL="0" lvl="0" indent="0" algn="l" rtl="0">
              <a:spcBef>
                <a:spcPts val="0"/>
              </a:spcBef>
              <a:spcAft>
                <a:spcPts val="0"/>
              </a:spcAft>
              <a:buNone/>
            </a:pPr>
            <a:r>
              <a:rPr lang="en-US" sz="1400" dirty="0">
                <a:solidFill>
                  <a:srgbClr val="1D1C1D"/>
                </a:solidFill>
                <a:effectLst/>
                <a:latin typeface="Calibri" panose="020F0502020204030204" pitchFamily="34" charset="0"/>
                <a:cs typeface="Calibri" panose="020F0502020204030204" pitchFamily="34" charset="0"/>
              </a:rPr>
              <a:t>And the output augments the input information with the impact information.</a:t>
            </a:r>
          </a:p>
          <a:p>
            <a:pPr marL="0" lvl="0" indent="0" algn="l" rtl="0">
              <a:spcBef>
                <a:spcPts val="0"/>
              </a:spcBef>
              <a:spcAft>
                <a:spcPts val="0"/>
              </a:spcAft>
              <a:buNone/>
            </a:pPr>
            <a:endParaRPr lang="en-US" sz="1400" dirty="0">
              <a:solidFill>
                <a:srgbClr val="1D1C1D"/>
              </a:solidFill>
              <a:effectLst/>
              <a:latin typeface="Calibri" panose="020F0502020204030204" pitchFamily="34" charset="0"/>
              <a:cs typeface="Calibri" panose="020F0502020204030204" pitchFamily="34" charset="0"/>
            </a:endParaRPr>
          </a:p>
        </p:txBody>
      </p:sp>
    </p:spTree>
    <p:extLst>
      <p:ext uri="{BB962C8B-B14F-4D97-AF65-F5344CB8AC3E}">
        <p14:creationId xmlns:p14="http://schemas.microsoft.com/office/powerpoint/2010/main" val="3271458645"/>
      </p:ext>
    </p:extLst>
  </p:cSld>
  <p:clrMapOvr>
    <a:masterClrMapping/>
  </p:clrMapOvr>
</p:notes>
</file>

<file path=ppt/notesSlides/notesSlide26.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1195"/>
        <p:cNvGrpSpPr/>
        <p:nvPr/>
      </p:nvGrpSpPr>
      <p:grpSpPr>
        <a:xfrm>
          <a:off x="0" y="0"/>
          <a:ext cx="0" cy="0"/>
          <a:chOff x="0" y="0"/>
          <a:chExt cx="0" cy="0"/>
        </a:xfrm>
      </p:grpSpPr>
      <p:sp>
        <p:nvSpPr>
          <p:cNvPr id="1196" name="Google Shape;1196;g9ac6590046_0_272:notes"/>
          <p:cNvSpPr>
            <a:spLocks noGrp="1" noRot="1" noChangeAspect="1"/>
          </p:cNvSpPr>
          <p:nvPr>
            <p:ph type="sldImg" idx="2"/>
          </p:nvPr>
        </p:nvSpPr>
        <p:spPr>
          <a:xfrm>
            <a:off x="382588" y="685800"/>
            <a:ext cx="6094412" cy="3429000"/>
          </a:xfrm>
          <a:custGeom>
            <a:avLst/>
            <a:gdLst/>
            <a:ahLst/>
            <a:cxnLst/>
            <a:rect l="l" t="t" r="r" b="b"/>
            <a:pathLst>
              <a:path w="120000" h="120000" extrusionOk="0">
                <a:moveTo>
                  <a:pt x="0" y="0"/>
                </a:moveTo>
                <a:lnTo>
                  <a:pt x="120000" y="0"/>
                </a:lnTo>
                <a:lnTo>
                  <a:pt x="120000" y="120000"/>
                </a:lnTo>
                <a:lnTo>
                  <a:pt x="0" y="120000"/>
                </a:lnTo>
                <a:close/>
              </a:path>
            </a:pathLst>
          </a:custGeom>
        </p:spPr>
      </p:sp>
      <p:sp>
        <p:nvSpPr>
          <p:cNvPr id="1197" name="Google Shape;1197;g9ac6590046_0_272:notes"/>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r>
              <a:rPr lang="en-US" sz="1400" dirty="0">
                <a:latin typeface="Calibri" panose="020F0502020204030204" pitchFamily="34" charset="0"/>
                <a:cs typeface="Calibri" panose="020F0502020204030204" pitchFamily="34" charset="0"/>
              </a:rPr>
              <a:t>Script:</a:t>
            </a:r>
          </a:p>
          <a:p>
            <a:pPr marL="0" lvl="0" indent="0" algn="l" rtl="0">
              <a:spcBef>
                <a:spcPts val="0"/>
              </a:spcBef>
              <a:spcAft>
                <a:spcPts val="0"/>
              </a:spcAft>
              <a:buNone/>
            </a:pPr>
            <a:endParaRPr lang="en-US" sz="1400" dirty="0">
              <a:solidFill>
                <a:srgbClr val="1D1C1D"/>
              </a:solidFill>
              <a:effectLst/>
              <a:latin typeface="Calibri" panose="020F0502020204030204" pitchFamily="34" charset="0"/>
              <a:cs typeface="Calibri" panose="020F0502020204030204" pitchFamily="34" charset="0"/>
            </a:endParaRPr>
          </a:p>
          <a:p>
            <a:pPr marL="0" lvl="0" indent="0" algn="l" rtl="0">
              <a:spcBef>
                <a:spcPts val="0"/>
              </a:spcBef>
              <a:spcAft>
                <a:spcPts val="0"/>
              </a:spcAft>
              <a:buNone/>
            </a:pPr>
            <a:r>
              <a:rPr lang="en-US" sz="1400" dirty="0">
                <a:solidFill>
                  <a:srgbClr val="1D1C1D"/>
                </a:solidFill>
                <a:effectLst/>
                <a:latin typeface="Calibri" panose="020F0502020204030204" pitchFamily="34" charset="0"/>
                <a:cs typeface="Calibri" panose="020F0502020204030204" pitchFamily="34" charset="0"/>
              </a:rPr>
              <a:t>The third activity in the threat prioritization workflow is threat candidate slicing.</a:t>
            </a:r>
          </a:p>
          <a:p>
            <a:pPr marL="0" lvl="0" indent="0" algn="l" rtl="0">
              <a:spcBef>
                <a:spcPts val="0"/>
              </a:spcBef>
              <a:spcAft>
                <a:spcPts val="0"/>
              </a:spcAft>
              <a:buNone/>
            </a:pPr>
            <a:endParaRPr lang="en-US" sz="1400" dirty="0">
              <a:solidFill>
                <a:srgbClr val="1D1C1D"/>
              </a:solidFill>
              <a:effectLst/>
              <a:latin typeface="Calibri" panose="020F0502020204030204" pitchFamily="34" charset="0"/>
              <a:cs typeface="Calibri" panose="020F0502020204030204" pitchFamily="34" charset="0"/>
            </a:endParaRPr>
          </a:p>
          <a:p>
            <a:pPr marL="0" lvl="0" indent="0" algn="l" rtl="0">
              <a:spcBef>
                <a:spcPts val="0"/>
              </a:spcBef>
              <a:spcAft>
                <a:spcPts val="0"/>
              </a:spcAft>
              <a:buNone/>
            </a:pPr>
            <a:r>
              <a:rPr lang="en-US" sz="1400" dirty="0">
                <a:solidFill>
                  <a:srgbClr val="1D1C1D"/>
                </a:solidFill>
                <a:effectLst/>
                <a:latin typeface="Calibri" panose="020F0502020204030204" pitchFamily="34" charset="0"/>
                <a:cs typeface="Calibri" panose="020F0502020204030204" pitchFamily="34" charset="0"/>
              </a:rPr>
              <a:t>We take the threat candidates which have been both ranked and risked and slice them.</a:t>
            </a:r>
          </a:p>
          <a:p>
            <a:pPr marL="0" lvl="0" indent="0" algn="l" rtl="0">
              <a:spcBef>
                <a:spcPts val="0"/>
              </a:spcBef>
              <a:spcAft>
                <a:spcPts val="0"/>
              </a:spcAft>
              <a:buNone/>
            </a:pPr>
            <a:endParaRPr lang="en-US" sz="1400" dirty="0">
              <a:solidFill>
                <a:srgbClr val="1D1C1D"/>
              </a:solidFill>
              <a:effectLst/>
              <a:latin typeface="Calibri" panose="020F0502020204030204" pitchFamily="34" charset="0"/>
              <a:cs typeface="Calibri" panose="020F0502020204030204" pitchFamily="34" charset="0"/>
            </a:endParaRPr>
          </a:p>
          <a:p>
            <a:pPr marL="0" lvl="0" indent="0" algn="l" rtl="0">
              <a:spcBef>
                <a:spcPts val="0"/>
              </a:spcBef>
              <a:spcAft>
                <a:spcPts val="0"/>
              </a:spcAft>
              <a:buNone/>
            </a:pPr>
            <a:r>
              <a:rPr lang="en-US" sz="1400" dirty="0">
                <a:solidFill>
                  <a:srgbClr val="1D1C1D"/>
                </a:solidFill>
                <a:effectLst/>
                <a:latin typeface="Calibri" panose="020F0502020204030204" pitchFamily="34" charset="0"/>
                <a:cs typeface="Calibri" panose="020F0502020204030204" pitchFamily="34" charset="0"/>
              </a:rPr>
              <a:t>That is, we bisect the space they exist in to determine which present an uncontrolled risk.</a:t>
            </a:r>
          </a:p>
          <a:p>
            <a:pPr marL="0" lvl="0" indent="0" algn="l" rtl="0">
              <a:spcBef>
                <a:spcPts val="0"/>
              </a:spcBef>
              <a:spcAft>
                <a:spcPts val="0"/>
              </a:spcAft>
              <a:buNone/>
            </a:pPr>
            <a:endParaRPr lang="en-US" sz="1400" dirty="0">
              <a:solidFill>
                <a:srgbClr val="1D1C1D"/>
              </a:solidFill>
              <a:effectLst/>
              <a:latin typeface="Calibri" panose="020F0502020204030204" pitchFamily="34" charset="0"/>
              <a:cs typeface="Calibri" panose="020F0502020204030204" pitchFamily="34" charset="0"/>
            </a:endParaRPr>
          </a:p>
          <a:p>
            <a:pPr marL="0" lvl="0" indent="0" algn="l" rtl="0">
              <a:spcBef>
                <a:spcPts val="0"/>
              </a:spcBef>
              <a:spcAft>
                <a:spcPts val="0"/>
              </a:spcAft>
              <a:buNone/>
            </a:pPr>
            <a:r>
              <a:rPr lang="en-US" sz="1400" dirty="0">
                <a:solidFill>
                  <a:srgbClr val="1D1C1D"/>
                </a:solidFill>
                <a:effectLst/>
                <a:latin typeface="Calibri" panose="020F0502020204030204" pitchFamily="34" charset="0"/>
                <a:cs typeface="Calibri" panose="020F0502020204030204" pitchFamily="34" charset="0"/>
              </a:rPr>
              <a:t>These are designated as uncontrolled threats and forwarded to the issue tracking system.</a:t>
            </a:r>
          </a:p>
          <a:p>
            <a:pPr marL="0" lvl="0" indent="0" algn="l" rtl="0">
              <a:spcBef>
                <a:spcPts val="0"/>
              </a:spcBef>
              <a:spcAft>
                <a:spcPts val="0"/>
              </a:spcAft>
              <a:buNone/>
            </a:pPr>
            <a:endParaRPr lang="en-US" sz="1400" dirty="0">
              <a:solidFill>
                <a:srgbClr val="1D1C1D"/>
              </a:solidFill>
              <a:effectLst/>
              <a:latin typeface="Calibri" panose="020F0502020204030204" pitchFamily="34" charset="0"/>
              <a:cs typeface="Calibri" panose="020F0502020204030204" pitchFamily="34" charset="0"/>
            </a:endParaRPr>
          </a:p>
          <a:p>
            <a:pPr marL="0" lvl="0" indent="0" algn="l" rtl="0">
              <a:spcBef>
                <a:spcPts val="0"/>
              </a:spcBef>
              <a:spcAft>
                <a:spcPts val="0"/>
              </a:spcAft>
              <a:buNone/>
            </a:pPr>
            <a:r>
              <a:rPr lang="en-US" sz="1400" dirty="0">
                <a:solidFill>
                  <a:srgbClr val="1D1C1D"/>
                </a:solidFill>
                <a:effectLst/>
                <a:latin typeface="Calibri" panose="020F0502020204030204" pitchFamily="34" charset="0"/>
                <a:cs typeface="Calibri" panose="020F0502020204030204" pitchFamily="34" charset="0"/>
              </a:rPr>
              <a:t>If an issue is determined to be controlled an update dismissed candidate notification is sent to the source tracker document in order to record this.</a:t>
            </a:r>
          </a:p>
          <a:p>
            <a:pPr marL="0" lvl="0" indent="0" algn="l" rtl="0">
              <a:spcBef>
                <a:spcPts val="0"/>
              </a:spcBef>
              <a:spcAft>
                <a:spcPts val="0"/>
              </a:spcAft>
              <a:buNone/>
            </a:pPr>
            <a:endParaRPr lang="en-US" sz="1400" dirty="0">
              <a:solidFill>
                <a:srgbClr val="1D1C1D"/>
              </a:solidFill>
              <a:effectLst/>
              <a:latin typeface="Calibri" panose="020F0502020204030204" pitchFamily="34" charset="0"/>
              <a:cs typeface="Calibri" panose="020F0502020204030204" pitchFamily="34" charset="0"/>
            </a:endParaRPr>
          </a:p>
          <a:p>
            <a:pPr marL="0" lvl="0" indent="0" algn="l" rtl="0">
              <a:spcBef>
                <a:spcPts val="0"/>
              </a:spcBef>
              <a:spcAft>
                <a:spcPts val="0"/>
              </a:spcAft>
              <a:buNone/>
            </a:pPr>
            <a:r>
              <a:rPr lang="en-US" sz="1400" dirty="0">
                <a:solidFill>
                  <a:srgbClr val="1D1C1D"/>
                </a:solidFill>
                <a:effectLst/>
                <a:latin typeface="Calibri" panose="020F0502020204030204" pitchFamily="34" charset="0"/>
                <a:cs typeface="Calibri" panose="020F0502020204030204" pitchFamily="34" charset="0"/>
              </a:rPr>
              <a:t>Additionally, a threat report will be generated for audit purposes.</a:t>
            </a:r>
          </a:p>
          <a:p>
            <a:pPr marL="0" lvl="0" indent="0" algn="l" rtl="0">
              <a:spcBef>
                <a:spcPts val="0"/>
              </a:spcBef>
              <a:spcAft>
                <a:spcPts val="0"/>
              </a:spcAft>
              <a:buNone/>
            </a:pPr>
            <a:endParaRPr lang="en-US" sz="1400" dirty="0">
              <a:solidFill>
                <a:srgbClr val="1D1C1D"/>
              </a:solidFill>
              <a:effectLst/>
              <a:latin typeface="Calibri" panose="020F0502020204030204" pitchFamily="34" charset="0"/>
              <a:cs typeface="Calibri" panose="020F0502020204030204" pitchFamily="34" charset="0"/>
            </a:endParaRPr>
          </a:p>
          <a:p>
            <a:pPr marL="0" lvl="0" indent="0" algn="l" rtl="0">
              <a:spcBef>
                <a:spcPts val="0"/>
              </a:spcBef>
              <a:spcAft>
                <a:spcPts val="0"/>
              </a:spcAft>
              <a:buNone/>
            </a:pPr>
            <a:r>
              <a:rPr lang="en-US" sz="1400" dirty="0">
                <a:solidFill>
                  <a:srgbClr val="1D1C1D"/>
                </a:solidFill>
                <a:effectLst/>
                <a:latin typeface="Calibri" panose="020F0502020204030204" pitchFamily="34" charset="0"/>
                <a:cs typeface="Calibri" panose="020F0502020204030204" pitchFamily="34" charset="0"/>
              </a:rPr>
              <a:t>&lt;pause&gt;</a:t>
            </a:r>
          </a:p>
          <a:p>
            <a:pPr marL="0" lvl="0" indent="0" algn="l" rtl="0">
              <a:spcBef>
                <a:spcPts val="0"/>
              </a:spcBef>
              <a:spcAft>
                <a:spcPts val="0"/>
              </a:spcAft>
              <a:buNone/>
            </a:pPr>
            <a:endParaRPr lang="en-US" sz="1400" dirty="0">
              <a:solidFill>
                <a:srgbClr val="1D1C1D"/>
              </a:solidFill>
              <a:effectLst/>
              <a:latin typeface="Calibri" panose="020F0502020204030204" pitchFamily="34" charset="0"/>
              <a:cs typeface="Calibri" panose="020F0502020204030204" pitchFamily="34" charset="0"/>
            </a:endParaRPr>
          </a:p>
          <a:p>
            <a:pPr marL="0" lvl="0" indent="0" algn="l" rtl="0">
              <a:spcBef>
                <a:spcPts val="0"/>
              </a:spcBef>
              <a:spcAft>
                <a:spcPts val="0"/>
              </a:spcAft>
              <a:buNone/>
            </a:pPr>
            <a:r>
              <a:rPr lang="en-US" sz="1400" dirty="0">
                <a:solidFill>
                  <a:srgbClr val="1D1C1D"/>
                </a:solidFill>
                <a:effectLst/>
                <a:latin typeface="Calibri" panose="020F0502020204030204" pitchFamily="34" charset="0"/>
                <a:cs typeface="Calibri" panose="020F0502020204030204" pitchFamily="34" charset="0"/>
              </a:rPr>
              <a:t>It's important to note that it's the responsibility of the standard issue management process to disposition issues by applying the standard risk treatments of avoid, reduce, share, or retain.</a:t>
            </a:r>
          </a:p>
          <a:p>
            <a:pPr marL="0" lvl="0" indent="0" algn="l" rtl="0">
              <a:spcBef>
                <a:spcPts val="0"/>
              </a:spcBef>
              <a:spcAft>
                <a:spcPts val="0"/>
              </a:spcAft>
              <a:buNone/>
            </a:pPr>
            <a:endParaRPr lang="en-US" sz="1400" dirty="0">
              <a:solidFill>
                <a:srgbClr val="1D1C1D"/>
              </a:solidFill>
              <a:effectLst/>
              <a:latin typeface="Calibri" panose="020F0502020204030204" pitchFamily="34" charset="0"/>
              <a:cs typeface="Calibri" panose="020F0502020204030204" pitchFamily="34" charset="0"/>
            </a:endParaRPr>
          </a:p>
          <a:p>
            <a:pPr marL="0" lvl="0" indent="0" algn="l" rtl="0">
              <a:spcBef>
                <a:spcPts val="0"/>
              </a:spcBef>
              <a:spcAft>
                <a:spcPts val="0"/>
              </a:spcAft>
              <a:buNone/>
            </a:pPr>
            <a:r>
              <a:rPr lang="en-US" sz="1400" dirty="0">
                <a:solidFill>
                  <a:srgbClr val="1D1C1D"/>
                </a:solidFill>
                <a:effectLst/>
                <a:latin typeface="Calibri" panose="020F0502020204030204" pitchFamily="34" charset="0"/>
                <a:cs typeface="Calibri" panose="020F0502020204030204" pitchFamily="34" charset="0"/>
              </a:rPr>
              <a:t>Additionally, it's necessary to document the reason for this disposition.</a:t>
            </a:r>
          </a:p>
          <a:p>
            <a:pPr marL="0" lvl="0" indent="0" algn="l" rtl="0">
              <a:spcBef>
                <a:spcPts val="0"/>
              </a:spcBef>
              <a:spcAft>
                <a:spcPts val="0"/>
              </a:spcAft>
              <a:buNone/>
            </a:pPr>
            <a:endParaRPr lang="en-US" sz="1400" dirty="0">
              <a:solidFill>
                <a:srgbClr val="1D1C1D"/>
              </a:solidFill>
              <a:effectLst/>
              <a:latin typeface="Calibri" panose="020F0502020204030204" pitchFamily="34" charset="0"/>
              <a:cs typeface="Calibri" panose="020F0502020204030204" pitchFamily="34" charset="0"/>
            </a:endParaRPr>
          </a:p>
          <a:p>
            <a:pPr marL="0" lvl="0" indent="0" algn="l" rtl="0">
              <a:spcBef>
                <a:spcPts val="0"/>
              </a:spcBef>
              <a:spcAft>
                <a:spcPts val="0"/>
              </a:spcAft>
              <a:buNone/>
            </a:pPr>
            <a:r>
              <a:rPr lang="en-US" sz="1400" dirty="0">
                <a:solidFill>
                  <a:srgbClr val="1D1C1D"/>
                </a:solidFill>
                <a:effectLst/>
                <a:latin typeface="Calibri" panose="020F0502020204030204" pitchFamily="34" charset="0"/>
                <a:cs typeface="Calibri" panose="020F0502020204030204" pitchFamily="34" charset="0"/>
              </a:rPr>
              <a:t>&lt;pause&gt;</a:t>
            </a:r>
          </a:p>
          <a:p>
            <a:pPr marL="0" lvl="0" indent="0" algn="l" rtl="0">
              <a:spcBef>
                <a:spcPts val="0"/>
              </a:spcBef>
              <a:spcAft>
                <a:spcPts val="0"/>
              </a:spcAft>
              <a:buNone/>
            </a:pPr>
            <a:endParaRPr lang="en-US" sz="1400" dirty="0">
              <a:solidFill>
                <a:srgbClr val="1D1C1D"/>
              </a:solidFill>
              <a:effectLst/>
              <a:latin typeface="Calibri" panose="020F0502020204030204" pitchFamily="34" charset="0"/>
              <a:cs typeface="Calibri" panose="020F0502020204030204" pitchFamily="34" charset="0"/>
            </a:endParaRPr>
          </a:p>
          <a:p>
            <a:pPr marL="0" lvl="0" indent="0" algn="l" rtl="0">
              <a:spcBef>
                <a:spcPts val="0"/>
              </a:spcBef>
              <a:spcAft>
                <a:spcPts val="0"/>
              </a:spcAft>
              <a:buNone/>
            </a:pPr>
            <a:r>
              <a:rPr lang="en-US" sz="1400" strike="sngStrike" dirty="0">
                <a:solidFill>
                  <a:srgbClr val="1D1C1D"/>
                </a:solidFill>
                <a:effectLst/>
                <a:latin typeface="Calibri" panose="020F0502020204030204" pitchFamily="34" charset="0"/>
                <a:cs typeface="Calibri" panose="020F0502020204030204" pitchFamily="34" charset="0"/>
              </a:rPr>
              <a:t>And as a reminder, our inputs are what the threat is, where it is located, what the worst case is, what the likelihood is, and what its impact is.</a:t>
            </a:r>
          </a:p>
          <a:p>
            <a:pPr marL="0" lvl="0" indent="0" algn="l" rtl="0">
              <a:spcBef>
                <a:spcPts val="0"/>
              </a:spcBef>
              <a:spcAft>
                <a:spcPts val="0"/>
              </a:spcAft>
              <a:buNone/>
            </a:pPr>
            <a:endParaRPr lang="en-US" sz="1400" strike="sngStrike" dirty="0">
              <a:solidFill>
                <a:srgbClr val="1D1C1D"/>
              </a:solidFill>
              <a:effectLst/>
              <a:latin typeface="Calibri" panose="020F0502020204030204" pitchFamily="34" charset="0"/>
              <a:cs typeface="Calibri" panose="020F0502020204030204" pitchFamily="34" charset="0"/>
            </a:endParaRPr>
          </a:p>
          <a:p>
            <a:pPr marL="0" lvl="0" indent="0" algn="l" rtl="0">
              <a:spcBef>
                <a:spcPts val="0"/>
              </a:spcBef>
              <a:spcAft>
                <a:spcPts val="0"/>
              </a:spcAft>
              <a:buNone/>
            </a:pPr>
            <a:r>
              <a:rPr lang="en-US" sz="1400" strike="sngStrike" dirty="0">
                <a:solidFill>
                  <a:srgbClr val="1D1C1D"/>
                </a:solidFill>
                <a:effectLst/>
                <a:latin typeface="Calibri" panose="020F0502020204030204" pitchFamily="34" charset="0"/>
                <a:cs typeface="Calibri" panose="020F0502020204030204" pitchFamily="34" charset="0"/>
              </a:rPr>
              <a:t>&lt;pause&gt;</a:t>
            </a:r>
          </a:p>
          <a:p>
            <a:pPr marL="0" lvl="0" indent="0" algn="l" rtl="0">
              <a:spcBef>
                <a:spcPts val="0"/>
              </a:spcBef>
              <a:spcAft>
                <a:spcPts val="0"/>
              </a:spcAft>
              <a:buNone/>
            </a:pPr>
            <a:endParaRPr lang="en-US" sz="1400" strike="sngStrike" dirty="0">
              <a:solidFill>
                <a:srgbClr val="1D1C1D"/>
              </a:solidFill>
              <a:effectLst/>
              <a:latin typeface="Calibri" panose="020F0502020204030204" pitchFamily="34" charset="0"/>
              <a:cs typeface="Calibri" panose="020F0502020204030204" pitchFamily="34" charset="0"/>
            </a:endParaRPr>
          </a:p>
          <a:p>
            <a:pPr marL="0" lvl="0" indent="0" algn="l" rtl="0">
              <a:spcBef>
                <a:spcPts val="0"/>
              </a:spcBef>
              <a:spcAft>
                <a:spcPts val="0"/>
              </a:spcAft>
              <a:buNone/>
            </a:pPr>
            <a:r>
              <a:rPr lang="en-US" sz="1400" strike="sngStrike" dirty="0">
                <a:solidFill>
                  <a:srgbClr val="1D1C1D"/>
                </a:solidFill>
                <a:effectLst/>
                <a:latin typeface="Calibri" panose="020F0502020204030204" pitchFamily="34" charset="0"/>
                <a:cs typeface="Calibri" panose="020F0502020204030204" pitchFamily="34" charset="0"/>
              </a:rPr>
              <a:t>The output list is truncated, in that we're only including the uncontrolled threats.</a:t>
            </a:r>
          </a:p>
          <a:p>
            <a:pPr marL="0" lvl="0" indent="0" algn="l" rtl="0">
              <a:spcBef>
                <a:spcPts val="0"/>
              </a:spcBef>
              <a:spcAft>
                <a:spcPts val="0"/>
              </a:spcAft>
              <a:buNone/>
            </a:pPr>
            <a:endParaRPr lang="en-US" sz="1400" strike="sngStrike" dirty="0">
              <a:solidFill>
                <a:srgbClr val="1D1C1D"/>
              </a:solidFill>
              <a:effectLst/>
              <a:latin typeface="Calibri" panose="020F0502020204030204" pitchFamily="34" charset="0"/>
              <a:cs typeface="Calibri" panose="020F0502020204030204" pitchFamily="34" charset="0"/>
            </a:endParaRPr>
          </a:p>
          <a:p>
            <a:pPr marL="0" lvl="0" indent="0" algn="l" rtl="0">
              <a:spcBef>
                <a:spcPts val="0"/>
              </a:spcBef>
              <a:spcAft>
                <a:spcPts val="0"/>
              </a:spcAft>
              <a:buNone/>
            </a:pPr>
            <a:r>
              <a:rPr lang="en-US" sz="1400" strike="sngStrike" dirty="0">
                <a:solidFill>
                  <a:srgbClr val="1D1C1D"/>
                </a:solidFill>
                <a:effectLst/>
                <a:latin typeface="Calibri" panose="020F0502020204030204" pitchFamily="34" charset="0"/>
                <a:cs typeface="Calibri" panose="020F0502020204030204" pitchFamily="34" charset="0"/>
              </a:rPr>
              <a:t>And so, rather than indicating whether the threat is controlled or uncontrolled.</a:t>
            </a:r>
          </a:p>
          <a:p>
            <a:pPr marL="0" lvl="0" indent="0" algn="l" rtl="0">
              <a:spcBef>
                <a:spcPts val="0"/>
              </a:spcBef>
              <a:spcAft>
                <a:spcPts val="0"/>
              </a:spcAft>
              <a:buNone/>
            </a:pPr>
            <a:endParaRPr lang="en-US" sz="1400" strike="sngStrike" dirty="0">
              <a:solidFill>
                <a:srgbClr val="1D1C1D"/>
              </a:solidFill>
              <a:effectLst/>
              <a:latin typeface="Calibri" panose="020F0502020204030204" pitchFamily="34" charset="0"/>
              <a:cs typeface="Calibri" panose="020F0502020204030204" pitchFamily="34" charset="0"/>
            </a:endParaRPr>
          </a:p>
          <a:p>
            <a:pPr marL="0" lvl="0" indent="0" algn="l" rtl="0">
              <a:spcBef>
                <a:spcPts val="0"/>
              </a:spcBef>
              <a:spcAft>
                <a:spcPts val="0"/>
              </a:spcAft>
              <a:buNone/>
            </a:pPr>
            <a:r>
              <a:rPr lang="en-US" sz="1400" strike="sngStrike" dirty="0">
                <a:solidFill>
                  <a:srgbClr val="1D1C1D"/>
                </a:solidFill>
                <a:effectLst/>
                <a:latin typeface="Calibri" panose="020F0502020204030204" pitchFamily="34" charset="0"/>
                <a:cs typeface="Calibri" panose="020F0502020204030204" pitchFamily="34" charset="0"/>
              </a:rPr>
              <a:t>We simply provide a priority for the threat.</a:t>
            </a:r>
          </a:p>
          <a:p>
            <a:pPr marL="0" lvl="0" indent="0" algn="l" rtl="0">
              <a:spcBef>
                <a:spcPts val="0"/>
              </a:spcBef>
              <a:spcAft>
                <a:spcPts val="0"/>
              </a:spcAft>
              <a:buNone/>
            </a:pPr>
            <a:endParaRPr lang="en-US" sz="1400" strike="sngStrike" dirty="0">
              <a:solidFill>
                <a:srgbClr val="1D1C1D"/>
              </a:solidFill>
              <a:effectLst/>
              <a:latin typeface="Calibri" panose="020F0502020204030204" pitchFamily="34" charset="0"/>
              <a:cs typeface="Calibri" panose="020F0502020204030204" pitchFamily="34" charset="0"/>
            </a:endParaRPr>
          </a:p>
          <a:p>
            <a:pPr marL="0" lvl="0" indent="0" algn="l" rtl="0">
              <a:spcBef>
                <a:spcPts val="0"/>
              </a:spcBef>
              <a:spcAft>
                <a:spcPts val="0"/>
              </a:spcAft>
              <a:buNone/>
            </a:pPr>
            <a:r>
              <a:rPr lang="en-US" sz="1400" strike="sngStrike" dirty="0">
                <a:solidFill>
                  <a:srgbClr val="1D1C1D"/>
                </a:solidFill>
                <a:effectLst/>
                <a:latin typeface="Calibri" panose="020F0502020204030204" pitchFamily="34" charset="0"/>
                <a:cs typeface="Calibri" panose="020F0502020204030204" pitchFamily="34" charset="0"/>
              </a:rPr>
              <a:t>The reason for this is that all the threats being entered into the issue tracking system are uncontrolled threats.</a:t>
            </a:r>
          </a:p>
        </p:txBody>
      </p:sp>
    </p:spTree>
    <p:extLst>
      <p:ext uri="{BB962C8B-B14F-4D97-AF65-F5344CB8AC3E}">
        <p14:creationId xmlns:p14="http://schemas.microsoft.com/office/powerpoint/2010/main" val="1640748893"/>
      </p:ext>
    </p:extLst>
  </p:cSld>
  <p:clrMapOvr>
    <a:masterClrMapping/>
  </p:clrMapOvr>
</p:notes>
</file>

<file path=ppt/notesSlides/notesSlide27.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1195"/>
        <p:cNvGrpSpPr/>
        <p:nvPr/>
      </p:nvGrpSpPr>
      <p:grpSpPr>
        <a:xfrm>
          <a:off x="0" y="0"/>
          <a:ext cx="0" cy="0"/>
          <a:chOff x="0" y="0"/>
          <a:chExt cx="0" cy="0"/>
        </a:xfrm>
      </p:grpSpPr>
      <p:sp>
        <p:nvSpPr>
          <p:cNvPr id="1196" name="Google Shape;1196;g9ac6590046_0_272:notes"/>
          <p:cNvSpPr>
            <a:spLocks noGrp="1" noRot="1" noChangeAspect="1"/>
          </p:cNvSpPr>
          <p:nvPr>
            <p:ph type="sldImg" idx="2"/>
          </p:nvPr>
        </p:nvSpPr>
        <p:spPr>
          <a:xfrm>
            <a:off x="382588" y="685800"/>
            <a:ext cx="6094412" cy="3429000"/>
          </a:xfrm>
          <a:custGeom>
            <a:avLst/>
            <a:gdLst/>
            <a:ahLst/>
            <a:cxnLst/>
            <a:rect l="l" t="t" r="r" b="b"/>
            <a:pathLst>
              <a:path w="120000" h="120000" extrusionOk="0">
                <a:moveTo>
                  <a:pt x="0" y="0"/>
                </a:moveTo>
                <a:lnTo>
                  <a:pt x="120000" y="0"/>
                </a:lnTo>
                <a:lnTo>
                  <a:pt x="120000" y="120000"/>
                </a:lnTo>
                <a:lnTo>
                  <a:pt x="0" y="120000"/>
                </a:lnTo>
                <a:close/>
              </a:path>
            </a:pathLst>
          </a:custGeom>
        </p:spPr>
      </p:sp>
      <p:sp>
        <p:nvSpPr>
          <p:cNvPr id="1197" name="Google Shape;1197;g9ac6590046_0_272:notes"/>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r>
              <a:rPr lang="en-US" sz="1400" dirty="0">
                <a:latin typeface="Calibri" panose="020F0502020204030204" pitchFamily="34" charset="0"/>
                <a:cs typeface="Calibri" panose="020F0502020204030204" pitchFamily="34" charset="0"/>
              </a:rPr>
              <a:t>Script:</a:t>
            </a:r>
          </a:p>
          <a:p>
            <a:pPr marL="0" lvl="0" indent="0" algn="l" rtl="0">
              <a:spcBef>
                <a:spcPts val="0"/>
              </a:spcBef>
              <a:spcAft>
                <a:spcPts val="0"/>
              </a:spcAft>
              <a:buNone/>
            </a:pPr>
            <a:endParaRPr lang="en-US" sz="1400" dirty="0">
              <a:solidFill>
                <a:srgbClr val="1D1C1D"/>
              </a:solidFill>
              <a:effectLst/>
              <a:latin typeface="Calibri" panose="020F0502020204030204" pitchFamily="34" charset="0"/>
              <a:cs typeface="Calibri" panose="020F0502020204030204" pitchFamily="34" charset="0"/>
            </a:endParaRPr>
          </a:p>
          <a:p>
            <a:pPr marL="0" lvl="0" indent="0" algn="l" rtl="0">
              <a:spcBef>
                <a:spcPts val="0"/>
              </a:spcBef>
              <a:spcAft>
                <a:spcPts val="0"/>
              </a:spcAft>
              <a:buNone/>
            </a:pPr>
            <a:r>
              <a:rPr lang="en-US" sz="1400" strike="sngStrike" dirty="0">
                <a:solidFill>
                  <a:srgbClr val="1D1C1D"/>
                </a:solidFill>
                <a:effectLst/>
                <a:latin typeface="Calibri" panose="020F0502020204030204" pitchFamily="34" charset="0"/>
                <a:cs typeface="Calibri" panose="020F0502020204030204" pitchFamily="34" charset="0"/>
              </a:rPr>
              <a:t>The third activity in the threat prioritization workflow is threat candidate slicing.</a:t>
            </a:r>
          </a:p>
          <a:p>
            <a:pPr marL="0" lvl="0" indent="0" algn="l" rtl="0">
              <a:spcBef>
                <a:spcPts val="0"/>
              </a:spcBef>
              <a:spcAft>
                <a:spcPts val="0"/>
              </a:spcAft>
              <a:buNone/>
            </a:pPr>
            <a:endParaRPr lang="en-US" sz="1400" strike="sngStrike" dirty="0">
              <a:solidFill>
                <a:srgbClr val="1D1C1D"/>
              </a:solidFill>
              <a:effectLst/>
              <a:latin typeface="Calibri" panose="020F0502020204030204" pitchFamily="34" charset="0"/>
              <a:cs typeface="Calibri" panose="020F0502020204030204" pitchFamily="34" charset="0"/>
            </a:endParaRPr>
          </a:p>
          <a:p>
            <a:pPr marL="0" lvl="0" indent="0" algn="l" rtl="0">
              <a:spcBef>
                <a:spcPts val="0"/>
              </a:spcBef>
              <a:spcAft>
                <a:spcPts val="0"/>
              </a:spcAft>
              <a:buNone/>
            </a:pPr>
            <a:r>
              <a:rPr lang="en-US" sz="1400" strike="sngStrike" dirty="0">
                <a:solidFill>
                  <a:srgbClr val="1D1C1D"/>
                </a:solidFill>
                <a:effectLst/>
                <a:latin typeface="Calibri" panose="020F0502020204030204" pitchFamily="34" charset="0"/>
                <a:cs typeface="Calibri" panose="020F0502020204030204" pitchFamily="34" charset="0"/>
              </a:rPr>
              <a:t>We take the threat candidates which have been both ranked and risked and slice them.</a:t>
            </a:r>
          </a:p>
          <a:p>
            <a:pPr marL="0" lvl="0" indent="0" algn="l" rtl="0">
              <a:spcBef>
                <a:spcPts val="0"/>
              </a:spcBef>
              <a:spcAft>
                <a:spcPts val="0"/>
              </a:spcAft>
              <a:buNone/>
            </a:pPr>
            <a:endParaRPr lang="en-US" sz="1400" strike="sngStrike" dirty="0">
              <a:solidFill>
                <a:srgbClr val="1D1C1D"/>
              </a:solidFill>
              <a:effectLst/>
              <a:latin typeface="Calibri" panose="020F0502020204030204" pitchFamily="34" charset="0"/>
              <a:cs typeface="Calibri" panose="020F0502020204030204" pitchFamily="34" charset="0"/>
            </a:endParaRPr>
          </a:p>
          <a:p>
            <a:pPr marL="0" lvl="0" indent="0" algn="l" rtl="0">
              <a:spcBef>
                <a:spcPts val="0"/>
              </a:spcBef>
              <a:spcAft>
                <a:spcPts val="0"/>
              </a:spcAft>
              <a:buNone/>
            </a:pPr>
            <a:r>
              <a:rPr lang="en-US" sz="1400" strike="sngStrike" dirty="0">
                <a:solidFill>
                  <a:srgbClr val="1D1C1D"/>
                </a:solidFill>
                <a:effectLst/>
                <a:latin typeface="Calibri" panose="020F0502020204030204" pitchFamily="34" charset="0"/>
                <a:cs typeface="Calibri" panose="020F0502020204030204" pitchFamily="34" charset="0"/>
              </a:rPr>
              <a:t>That is, we bisect the space they exist in to determine which present an uncontrolled risk.</a:t>
            </a:r>
          </a:p>
          <a:p>
            <a:pPr marL="0" lvl="0" indent="0" algn="l" rtl="0">
              <a:spcBef>
                <a:spcPts val="0"/>
              </a:spcBef>
              <a:spcAft>
                <a:spcPts val="0"/>
              </a:spcAft>
              <a:buNone/>
            </a:pPr>
            <a:endParaRPr lang="en-US" sz="1400" strike="sngStrike" dirty="0">
              <a:solidFill>
                <a:srgbClr val="1D1C1D"/>
              </a:solidFill>
              <a:effectLst/>
              <a:latin typeface="Calibri" panose="020F0502020204030204" pitchFamily="34" charset="0"/>
              <a:cs typeface="Calibri" panose="020F0502020204030204" pitchFamily="34" charset="0"/>
            </a:endParaRPr>
          </a:p>
          <a:p>
            <a:pPr marL="0" lvl="0" indent="0" algn="l" rtl="0">
              <a:spcBef>
                <a:spcPts val="0"/>
              </a:spcBef>
              <a:spcAft>
                <a:spcPts val="0"/>
              </a:spcAft>
              <a:buNone/>
            </a:pPr>
            <a:r>
              <a:rPr lang="en-US" sz="1400" strike="sngStrike" dirty="0">
                <a:solidFill>
                  <a:srgbClr val="1D1C1D"/>
                </a:solidFill>
                <a:effectLst/>
                <a:latin typeface="Calibri" panose="020F0502020204030204" pitchFamily="34" charset="0"/>
                <a:cs typeface="Calibri" panose="020F0502020204030204" pitchFamily="34" charset="0"/>
              </a:rPr>
              <a:t>These are designated as uncontrolled threats and forwarded to the issue tracking system.</a:t>
            </a:r>
          </a:p>
          <a:p>
            <a:pPr marL="0" lvl="0" indent="0" algn="l" rtl="0">
              <a:spcBef>
                <a:spcPts val="0"/>
              </a:spcBef>
              <a:spcAft>
                <a:spcPts val="0"/>
              </a:spcAft>
              <a:buNone/>
            </a:pPr>
            <a:endParaRPr lang="en-US" sz="1400" strike="sngStrike" dirty="0">
              <a:solidFill>
                <a:srgbClr val="1D1C1D"/>
              </a:solidFill>
              <a:effectLst/>
              <a:latin typeface="Calibri" panose="020F0502020204030204" pitchFamily="34" charset="0"/>
              <a:cs typeface="Calibri" panose="020F0502020204030204" pitchFamily="34" charset="0"/>
            </a:endParaRPr>
          </a:p>
          <a:p>
            <a:pPr marL="0" lvl="0" indent="0" algn="l" rtl="0">
              <a:spcBef>
                <a:spcPts val="0"/>
              </a:spcBef>
              <a:spcAft>
                <a:spcPts val="0"/>
              </a:spcAft>
              <a:buNone/>
            </a:pPr>
            <a:r>
              <a:rPr lang="en-US" sz="1400" strike="sngStrike" dirty="0">
                <a:solidFill>
                  <a:srgbClr val="1D1C1D"/>
                </a:solidFill>
                <a:effectLst/>
                <a:latin typeface="Calibri" panose="020F0502020204030204" pitchFamily="34" charset="0"/>
                <a:cs typeface="Calibri" panose="020F0502020204030204" pitchFamily="34" charset="0"/>
              </a:rPr>
              <a:t>If an issue is determined to be controlled an update dismissed candidate notification is sent to the source tracker document in order to record this.</a:t>
            </a:r>
          </a:p>
          <a:p>
            <a:pPr marL="0" lvl="0" indent="0" algn="l" rtl="0">
              <a:spcBef>
                <a:spcPts val="0"/>
              </a:spcBef>
              <a:spcAft>
                <a:spcPts val="0"/>
              </a:spcAft>
              <a:buNone/>
            </a:pPr>
            <a:endParaRPr lang="en-US" sz="1400" strike="sngStrike" dirty="0">
              <a:solidFill>
                <a:srgbClr val="1D1C1D"/>
              </a:solidFill>
              <a:effectLst/>
              <a:latin typeface="Calibri" panose="020F0502020204030204" pitchFamily="34" charset="0"/>
              <a:cs typeface="Calibri" panose="020F0502020204030204" pitchFamily="34" charset="0"/>
            </a:endParaRPr>
          </a:p>
          <a:p>
            <a:pPr marL="0" lvl="0" indent="0" algn="l" rtl="0">
              <a:spcBef>
                <a:spcPts val="0"/>
              </a:spcBef>
              <a:spcAft>
                <a:spcPts val="0"/>
              </a:spcAft>
              <a:buNone/>
            </a:pPr>
            <a:r>
              <a:rPr lang="en-US" sz="1400" strike="sngStrike" dirty="0">
                <a:solidFill>
                  <a:srgbClr val="1D1C1D"/>
                </a:solidFill>
                <a:effectLst/>
                <a:latin typeface="Calibri" panose="020F0502020204030204" pitchFamily="34" charset="0"/>
                <a:cs typeface="Calibri" panose="020F0502020204030204" pitchFamily="34" charset="0"/>
              </a:rPr>
              <a:t>Additionally, a threat report will be generated for audit purposes.</a:t>
            </a:r>
          </a:p>
          <a:p>
            <a:pPr marL="0" lvl="0" indent="0" algn="l" rtl="0">
              <a:spcBef>
                <a:spcPts val="0"/>
              </a:spcBef>
              <a:spcAft>
                <a:spcPts val="0"/>
              </a:spcAft>
              <a:buNone/>
            </a:pPr>
            <a:endParaRPr lang="en-US" sz="1400" strike="sngStrike" dirty="0">
              <a:solidFill>
                <a:srgbClr val="1D1C1D"/>
              </a:solidFill>
              <a:effectLst/>
              <a:latin typeface="Calibri" panose="020F0502020204030204" pitchFamily="34" charset="0"/>
              <a:cs typeface="Calibri" panose="020F0502020204030204" pitchFamily="34" charset="0"/>
            </a:endParaRPr>
          </a:p>
          <a:p>
            <a:pPr marL="0" lvl="0" indent="0" algn="l" rtl="0">
              <a:spcBef>
                <a:spcPts val="0"/>
              </a:spcBef>
              <a:spcAft>
                <a:spcPts val="0"/>
              </a:spcAft>
              <a:buNone/>
            </a:pPr>
            <a:r>
              <a:rPr lang="en-US" sz="1400" strike="sngStrike" dirty="0">
                <a:solidFill>
                  <a:srgbClr val="1D1C1D"/>
                </a:solidFill>
                <a:effectLst/>
                <a:latin typeface="Calibri" panose="020F0502020204030204" pitchFamily="34" charset="0"/>
                <a:cs typeface="Calibri" panose="020F0502020204030204" pitchFamily="34" charset="0"/>
              </a:rPr>
              <a:t>&lt;pause&gt;</a:t>
            </a:r>
          </a:p>
          <a:p>
            <a:pPr marL="0" lvl="0" indent="0" algn="l" rtl="0">
              <a:spcBef>
                <a:spcPts val="0"/>
              </a:spcBef>
              <a:spcAft>
                <a:spcPts val="0"/>
              </a:spcAft>
              <a:buNone/>
            </a:pPr>
            <a:endParaRPr lang="en-US" sz="1400" strike="sngStrike" dirty="0">
              <a:solidFill>
                <a:srgbClr val="1D1C1D"/>
              </a:solidFill>
              <a:effectLst/>
              <a:latin typeface="Calibri" panose="020F0502020204030204" pitchFamily="34" charset="0"/>
              <a:cs typeface="Calibri" panose="020F0502020204030204" pitchFamily="34" charset="0"/>
            </a:endParaRPr>
          </a:p>
          <a:p>
            <a:pPr marL="0" lvl="0" indent="0" algn="l" rtl="0">
              <a:spcBef>
                <a:spcPts val="0"/>
              </a:spcBef>
              <a:spcAft>
                <a:spcPts val="0"/>
              </a:spcAft>
              <a:buNone/>
            </a:pPr>
            <a:r>
              <a:rPr lang="en-US" sz="1400" strike="sngStrike" dirty="0">
                <a:solidFill>
                  <a:srgbClr val="1D1C1D"/>
                </a:solidFill>
                <a:effectLst/>
                <a:latin typeface="Calibri" panose="020F0502020204030204" pitchFamily="34" charset="0"/>
                <a:cs typeface="Calibri" panose="020F0502020204030204" pitchFamily="34" charset="0"/>
              </a:rPr>
              <a:t>It's important to note that it's the responsibility of the standard issue management process to disposition issues by applying the standard risk treatments of avoid, reduce, share, or retain.</a:t>
            </a:r>
          </a:p>
          <a:p>
            <a:pPr marL="0" lvl="0" indent="0" algn="l" rtl="0">
              <a:spcBef>
                <a:spcPts val="0"/>
              </a:spcBef>
              <a:spcAft>
                <a:spcPts val="0"/>
              </a:spcAft>
              <a:buNone/>
            </a:pPr>
            <a:endParaRPr lang="en-US" sz="1400" strike="sngStrike" dirty="0">
              <a:solidFill>
                <a:srgbClr val="1D1C1D"/>
              </a:solidFill>
              <a:effectLst/>
              <a:latin typeface="Calibri" panose="020F0502020204030204" pitchFamily="34" charset="0"/>
              <a:cs typeface="Calibri" panose="020F0502020204030204" pitchFamily="34" charset="0"/>
            </a:endParaRPr>
          </a:p>
          <a:p>
            <a:pPr marL="0" lvl="0" indent="0" algn="l" rtl="0">
              <a:spcBef>
                <a:spcPts val="0"/>
              </a:spcBef>
              <a:spcAft>
                <a:spcPts val="0"/>
              </a:spcAft>
              <a:buNone/>
            </a:pPr>
            <a:r>
              <a:rPr lang="en-US" sz="1400" strike="sngStrike" dirty="0">
                <a:solidFill>
                  <a:srgbClr val="1D1C1D"/>
                </a:solidFill>
                <a:effectLst/>
                <a:latin typeface="Calibri" panose="020F0502020204030204" pitchFamily="34" charset="0"/>
                <a:cs typeface="Calibri" panose="020F0502020204030204" pitchFamily="34" charset="0"/>
              </a:rPr>
              <a:t>Additionally, it's necessary to document the reason for this disposition.</a:t>
            </a:r>
          </a:p>
          <a:p>
            <a:pPr marL="0" lvl="0" indent="0" algn="l" rtl="0">
              <a:spcBef>
                <a:spcPts val="0"/>
              </a:spcBef>
              <a:spcAft>
                <a:spcPts val="0"/>
              </a:spcAft>
              <a:buNone/>
            </a:pPr>
            <a:endParaRPr lang="en-US" sz="1400" strike="sngStrike" dirty="0">
              <a:solidFill>
                <a:srgbClr val="1D1C1D"/>
              </a:solidFill>
              <a:effectLst/>
              <a:latin typeface="Calibri" panose="020F0502020204030204" pitchFamily="34" charset="0"/>
              <a:cs typeface="Calibri" panose="020F0502020204030204" pitchFamily="34" charset="0"/>
            </a:endParaRPr>
          </a:p>
          <a:p>
            <a:pPr marL="0" lvl="0" indent="0" algn="l" rtl="0">
              <a:spcBef>
                <a:spcPts val="0"/>
              </a:spcBef>
              <a:spcAft>
                <a:spcPts val="0"/>
              </a:spcAft>
              <a:buNone/>
            </a:pPr>
            <a:r>
              <a:rPr lang="en-US" sz="1400" strike="sngStrike" dirty="0">
                <a:solidFill>
                  <a:srgbClr val="1D1C1D"/>
                </a:solidFill>
                <a:effectLst/>
                <a:latin typeface="Calibri" panose="020F0502020204030204" pitchFamily="34" charset="0"/>
                <a:cs typeface="Calibri" panose="020F0502020204030204" pitchFamily="34" charset="0"/>
              </a:rPr>
              <a:t>&lt;pause&gt;</a:t>
            </a:r>
          </a:p>
          <a:p>
            <a:pPr marL="0" lvl="0" indent="0" algn="l" rtl="0">
              <a:spcBef>
                <a:spcPts val="0"/>
              </a:spcBef>
              <a:spcAft>
                <a:spcPts val="0"/>
              </a:spcAft>
              <a:buNone/>
            </a:pPr>
            <a:endParaRPr lang="en-US" sz="1400" dirty="0">
              <a:solidFill>
                <a:srgbClr val="1D1C1D"/>
              </a:solidFill>
              <a:effectLst/>
              <a:latin typeface="Calibri" panose="020F0502020204030204" pitchFamily="34" charset="0"/>
              <a:cs typeface="Calibri" panose="020F0502020204030204" pitchFamily="34" charset="0"/>
            </a:endParaRPr>
          </a:p>
          <a:p>
            <a:pPr marL="0" lvl="0" indent="0" algn="l" rtl="0">
              <a:spcBef>
                <a:spcPts val="0"/>
              </a:spcBef>
              <a:spcAft>
                <a:spcPts val="0"/>
              </a:spcAft>
              <a:buNone/>
            </a:pPr>
            <a:r>
              <a:rPr lang="en-US" sz="1400" dirty="0">
                <a:solidFill>
                  <a:srgbClr val="1D1C1D"/>
                </a:solidFill>
                <a:effectLst/>
                <a:latin typeface="Calibri" panose="020F0502020204030204" pitchFamily="34" charset="0"/>
                <a:cs typeface="Calibri" panose="020F0502020204030204" pitchFamily="34" charset="0"/>
              </a:rPr>
              <a:t>And as a reminder, our inputs are what the threat is, where it is located, what the worst case is, what the likelihood is, and what its impact is.</a:t>
            </a:r>
          </a:p>
          <a:p>
            <a:pPr marL="0" lvl="0" indent="0" algn="l" rtl="0">
              <a:spcBef>
                <a:spcPts val="0"/>
              </a:spcBef>
              <a:spcAft>
                <a:spcPts val="0"/>
              </a:spcAft>
              <a:buNone/>
            </a:pPr>
            <a:endParaRPr lang="en-US" sz="1400" dirty="0">
              <a:solidFill>
                <a:srgbClr val="1D1C1D"/>
              </a:solidFill>
              <a:effectLst/>
              <a:latin typeface="Calibri" panose="020F0502020204030204" pitchFamily="34" charset="0"/>
              <a:cs typeface="Calibri" panose="020F0502020204030204" pitchFamily="34" charset="0"/>
            </a:endParaRPr>
          </a:p>
          <a:p>
            <a:pPr marL="0" lvl="0" indent="0" algn="l" rtl="0">
              <a:spcBef>
                <a:spcPts val="0"/>
              </a:spcBef>
              <a:spcAft>
                <a:spcPts val="0"/>
              </a:spcAft>
              <a:buNone/>
            </a:pPr>
            <a:r>
              <a:rPr lang="en-US" sz="1400" dirty="0">
                <a:solidFill>
                  <a:srgbClr val="1D1C1D"/>
                </a:solidFill>
                <a:effectLst/>
                <a:latin typeface="Calibri" panose="020F0502020204030204" pitchFamily="34" charset="0"/>
                <a:cs typeface="Calibri" panose="020F0502020204030204" pitchFamily="34" charset="0"/>
              </a:rPr>
              <a:t>&lt;pause&gt;</a:t>
            </a:r>
          </a:p>
          <a:p>
            <a:pPr marL="0" lvl="0" indent="0" algn="l" rtl="0">
              <a:spcBef>
                <a:spcPts val="0"/>
              </a:spcBef>
              <a:spcAft>
                <a:spcPts val="0"/>
              </a:spcAft>
              <a:buNone/>
            </a:pPr>
            <a:endParaRPr lang="en-US" sz="1400" dirty="0">
              <a:solidFill>
                <a:srgbClr val="1D1C1D"/>
              </a:solidFill>
              <a:effectLst/>
              <a:latin typeface="Calibri" panose="020F0502020204030204" pitchFamily="34" charset="0"/>
              <a:cs typeface="Calibri" panose="020F0502020204030204" pitchFamily="34" charset="0"/>
            </a:endParaRPr>
          </a:p>
          <a:p>
            <a:pPr marL="0" lvl="0" indent="0" algn="l" rtl="0">
              <a:spcBef>
                <a:spcPts val="0"/>
              </a:spcBef>
              <a:spcAft>
                <a:spcPts val="0"/>
              </a:spcAft>
              <a:buNone/>
            </a:pPr>
            <a:r>
              <a:rPr lang="en-US" sz="1400" strike="sngStrike" dirty="0">
                <a:solidFill>
                  <a:srgbClr val="1D1C1D"/>
                </a:solidFill>
                <a:effectLst/>
                <a:latin typeface="Calibri" panose="020F0502020204030204" pitchFamily="34" charset="0"/>
                <a:cs typeface="Calibri" panose="020F0502020204030204" pitchFamily="34" charset="0"/>
              </a:rPr>
              <a:t>The output list is truncated, in that we're only including the uncontrolled threats.</a:t>
            </a:r>
          </a:p>
          <a:p>
            <a:pPr marL="0" lvl="0" indent="0" algn="l" rtl="0">
              <a:spcBef>
                <a:spcPts val="0"/>
              </a:spcBef>
              <a:spcAft>
                <a:spcPts val="0"/>
              </a:spcAft>
              <a:buNone/>
            </a:pPr>
            <a:endParaRPr lang="en-US" sz="1400" strike="sngStrike" dirty="0">
              <a:solidFill>
                <a:srgbClr val="1D1C1D"/>
              </a:solidFill>
              <a:effectLst/>
              <a:latin typeface="Calibri" panose="020F0502020204030204" pitchFamily="34" charset="0"/>
              <a:cs typeface="Calibri" panose="020F0502020204030204" pitchFamily="34" charset="0"/>
            </a:endParaRPr>
          </a:p>
          <a:p>
            <a:pPr marL="0" lvl="0" indent="0" algn="l" rtl="0">
              <a:spcBef>
                <a:spcPts val="0"/>
              </a:spcBef>
              <a:spcAft>
                <a:spcPts val="0"/>
              </a:spcAft>
              <a:buNone/>
            </a:pPr>
            <a:r>
              <a:rPr lang="en-US" sz="1400" strike="sngStrike" dirty="0">
                <a:solidFill>
                  <a:srgbClr val="1D1C1D"/>
                </a:solidFill>
                <a:effectLst/>
                <a:latin typeface="Calibri" panose="020F0502020204030204" pitchFamily="34" charset="0"/>
                <a:cs typeface="Calibri" panose="020F0502020204030204" pitchFamily="34" charset="0"/>
              </a:rPr>
              <a:t>And so, rather than indicating whether the threat is controlled or uncontrolled.</a:t>
            </a:r>
          </a:p>
          <a:p>
            <a:pPr marL="0" lvl="0" indent="0" algn="l" rtl="0">
              <a:spcBef>
                <a:spcPts val="0"/>
              </a:spcBef>
              <a:spcAft>
                <a:spcPts val="0"/>
              </a:spcAft>
              <a:buNone/>
            </a:pPr>
            <a:endParaRPr lang="en-US" sz="1400" strike="sngStrike" dirty="0">
              <a:solidFill>
                <a:srgbClr val="1D1C1D"/>
              </a:solidFill>
              <a:effectLst/>
              <a:latin typeface="Calibri" panose="020F0502020204030204" pitchFamily="34" charset="0"/>
              <a:cs typeface="Calibri" panose="020F0502020204030204" pitchFamily="34" charset="0"/>
            </a:endParaRPr>
          </a:p>
          <a:p>
            <a:pPr marL="0" lvl="0" indent="0" algn="l" rtl="0">
              <a:spcBef>
                <a:spcPts val="0"/>
              </a:spcBef>
              <a:spcAft>
                <a:spcPts val="0"/>
              </a:spcAft>
              <a:buNone/>
            </a:pPr>
            <a:r>
              <a:rPr lang="en-US" sz="1400" strike="sngStrike" dirty="0">
                <a:solidFill>
                  <a:srgbClr val="1D1C1D"/>
                </a:solidFill>
                <a:effectLst/>
                <a:latin typeface="Calibri" panose="020F0502020204030204" pitchFamily="34" charset="0"/>
                <a:cs typeface="Calibri" panose="020F0502020204030204" pitchFamily="34" charset="0"/>
              </a:rPr>
              <a:t>We simply provide a priority for the threat.</a:t>
            </a:r>
          </a:p>
          <a:p>
            <a:pPr marL="0" lvl="0" indent="0" algn="l" rtl="0">
              <a:spcBef>
                <a:spcPts val="0"/>
              </a:spcBef>
              <a:spcAft>
                <a:spcPts val="0"/>
              </a:spcAft>
              <a:buNone/>
            </a:pPr>
            <a:endParaRPr lang="en-US" sz="1400" strike="sngStrike" dirty="0">
              <a:solidFill>
                <a:srgbClr val="1D1C1D"/>
              </a:solidFill>
              <a:effectLst/>
              <a:latin typeface="Calibri" panose="020F0502020204030204" pitchFamily="34" charset="0"/>
              <a:cs typeface="Calibri" panose="020F0502020204030204" pitchFamily="34" charset="0"/>
            </a:endParaRPr>
          </a:p>
          <a:p>
            <a:pPr marL="0" lvl="0" indent="0" algn="l" rtl="0">
              <a:spcBef>
                <a:spcPts val="0"/>
              </a:spcBef>
              <a:spcAft>
                <a:spcPts val="0"/>
              </a:spcAft>
              <a:buNone/>
            </a:pPr>
            <a:r>
              <a:rPr lang="en-US" sz="1400" strike="sngStrike" dirty="0">
                <a:solidFill>
                  <a:srgbClr val="1D1C1D"/>
                </a:solidFill>
                <a:effectLst/>
                <a:latin typeface="Calibri" panose="020F0502020204030204" pitchFamily="34" charset="0"/>
                <a:cs typeface="Calibri" panose="020F0502020204030204" pitchFamily="34" charset="0"/>
              </a:rPr>
              <a:t>The reason for this is that all the threats being entered into the issue tracking system are uncontrolled threats.</a:t>
            </a:r>
          </a:p>
          <a:p>
            <a:pPr marL="0" lvl="0" indent="0" algn="l" rtl="0">
              <a:spcBef>
                <a:spcPts val="0"/>
              </a:spcBef>
              <a:spcAft>
                <a:spcPts val="0"/>
              </a:spcAft>
              <a:buNone/>
            </a:pPr>
            <a:endParaRPr lang="en-US" sz="1400" dirty="0">
              <a:solidFill>
                <a:srgbClr val="1D1C1D"/>
              </a:solidFill>
              <a:effectLst/>
              <a:latin typeface="Calibri" panose="020F0502020204030204" pitchFamily="34" charset="0"/>
              <a:cs typeface="Calibri" panose="020F0502020204030204" pitchFamily="34" charset="0"/>
            </a:endParaRPr>
          </a:p>
          <a:p>
            <a:pPr marL="0" lvl="0" indent="0" algn="l" rtl="0">
              <a:spcBef>
                <a:spcPts val="0"/>
              </a:spcBef>
              <a:spcAft>
                <a:spcPts val="0"/>
              </a:spcAft>
              <a:buNone/>
            </a:pPr>
            <a:endParaRPr lang="en-US" sz="1400" dirty="0">
              <a:solidFill>
                <a:srgbClr val="1D1C1D"/>
              </a:solidFill>
              <a:effectLst/>
              <a:latin typeface="Calibri" panose="020F0502020204030204" pitchFamily="34" charset="0"/>
              <a:cs typeface="Calibri" panose="020F0502020204030204" pitchFamily="34" charset="0"/>
            </a:endParaRPr>
          </a:p>
        </p:txBody>
      </p:sp>
    </p:spTree>
    <p:extLst>
      <p:ext uri="{BB962C8B-B14F-4D97-AF65-F5344CB8AC3E}">
        <p14:creationId xmlns:p14="http://schemas.microsoft.com/office/powerpoint/2010/main" val="4081140183"/>
      </p:ext>
    </p:extLst>
  </p:cSld>
  <p:clrMapOvr>
    <a:masterClrMapping/>
  </p:clrMapOvr>
</p:notes>
</file>

<file path=ppt/notesSlides/notesSlide28.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1195"/>
        <p:cNvGrpSpPr/>
        <p:nvPr/>
      </p:nvGrpSpPr>
      <p:grpSpPr>
        <a:xfrm>
          <a:off x="0" y="0"/>
          <a:ext cx="0" cy="0"/>
          <a:chOff x="0" y="0"/>
          <a:chExt cx="0" cy="0"/>
        </a:xfrm>
      </p:grpSpPr>
      <p:sp>
        <p:nvSpPr>
          <p:cNvPr id="1196" name="Google Shape;1196;g9ac6590046_0_272:notes"/>
          <p:cNvSpPr>
            <a:spLocks noGrp="1" noRot="1" noChangeAspect="1"/>
          </p:cNvSpPr>
          <p:nvPr>
            <p:ph type="sldImg" idx="2"/>
          </p:nvPr>
        </p:nvSpPr>
        <p:spPr>
          <a:xfrm>
            <a:off x="382588" y="685800"/>
            <a:ext cx="6094412" cy="3429000"/>
          </a:xfrm>
          <a:custGeom>
            <a:avLst/>
            <a:gdLst/>
            <a:ahLst/>
            <a:cxnLst/>
            <a:rect l="l" t="t" r="r" b="b"/>
            <a:pathLst>
              <a:path w="120000" h="120000" extrusionOk="0">
                <a:moveTo>
                  <a:pt x="0" y="0"/>
                </a:moveTo>
                <a:lnTo>
                  <a:pt x="120000" y="0"/>
                </a:lnTo>
                <a:lnTo>
                  <a:pt x="120000" y="120000"/>
                </a:lnTo>
                <a:lnTo>
                  <a:pt x="0" y="120000"/>
                </a:lnTo>
                <a:close/>
              </a:path>
            </a:pathLst>
          </a:custGeom>
        </p:spPr>
      </p:sp>
      <p:sp>
        <p:nvSpPr>
          <p:cNvPr id="1197" name="Google Shape;1197;g9ac6590046_0_272:notes"/>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r>
              <a:rPr lang="en-US" sz="1400" dirty="0">
                <a:latin typeface="Calibri" panose="020F0502020204030204" pitchFamily="34" charset="0"/>
                <a:cs typeface="Calibri" panose="020F0502020204030204" pitchFamily="34" charset="0"/>
              </a:rPr>
              <a:t>Script:</a:t>
            </a:r>
          </a:p>
          <a:p>
            <a:pPr marL="0" lvl="0" indent="0" algn="l" rtl="0">
              <a:spcBef>
                <a:spcPts val="0"/>
              </a:spcBef>
              <a:spcAft>
                <a:spcPts val="0"/>
              </a:spcAft>
              <a:buNone/>
            </a:pPr>
            <a:endParaRPr lang="en-US" sz="1400" dirty="0">
              <a:solidFill>
                <a:srgbClr val="1D1C1D"/>
              </a:solidFill>
              <a:effectLst/>
              <a:latin typeface="Calibri" panose="020F0502020204030204" pitchFamily="34" charset="0"/>
              <a:cs typeface="Calibri" panose="020F0502020204030204" pitchFamily="34" charset="0"/>
            </a:endParaRPr>
          </a:p>
          <a:p>
            <a:pPr marL="0" lvl="0" indent="0" algn="l" rtl="0">
              <a:spcBef>
                <a:spcPts val="0"/>
              </a:spcBef>
              <a:spcAft>
                <a:spcPts val="0"/>
              </a:spcAft>
              <a:buNone/>
            </a:pPr>
            <a:r>
              <a:rPr lang="en-US" sz="1400" strike="sngStrike" dirty="0">
                <a:solidFill>
                  <a:srgbClr val="1D1C1D"/>
                </a:solidFill>
                <a:effectLst/>
                <a:latin typeface="Calibri" panose="020F0502020204030204" pitchFamily="34" charset="0"/>
                <a:cs typeface="Calibri" panose="020F0502020204030204" pitchFamily="34" charset="0"/>
              </a:rPr>
              <a:t>The third activity in the threat prioritization workflow is threat candidate slicing.</a:t>
            </a:r>
          </a:p>
          <a:p>
            <a:pPr marL="0" lvl="0" indent="0" algn="l" rtl="0">
              <a:spcBef>
                <a:spcPts val="0"/>
              </a:spcBef>
              <a:spcAft>
                <a:spcPts val="0"/>
              </a:spcAft>
              <a:buNone/>
            </a:pPr>
            <a:endParaRPr lang="en-US" sz="1400" strike="sngStrike" dirty="0">
              <a:solidFill>
                <a:srgbClr val="1D1C1D"/>
              </a:solidFill>
              <a:effectLst/>
              <a:latin typeface="Calibri" panose="020F0502020204030204" pitchFamily="34" charset="0"/>
              <a:cs typeface="Calibri" panose="020F0502020204030204" pitchFamily="34" charset="0"/>
            </a:endParaRPr>
          </a:p>
          <a:p>
            <a:pPr marL="0" lvl="0" indent="0" algn="l" rtl="0">
              <a:spcBef>
                <a:spcPts val="0"/>
              </a:spcBef>
              <a:spcAft>
                <a:spcPts val="0"/>
              </a:spcAft>
              <a:buNone/>
            </a:pPr>
            <a:r>
              <a:rPr lang="en-US" sz="1400" strike="sngStrike" dirty="0">
                <a:solidFill>
                  <a:srgbClr val="1D1C1D"/>
                </a:solidFill>
                <a:effectLst/>
                <a:latin typeface="Calibri" panose="020F0502020204030204" pitchFamily="34" charset="0"/>
                <a:cs typeface="Calibri" panose="020F0502020204030204" pitchFamily="34" charset="0"/>
              </a:rPr>
              <a:t>We take the threat candidates which have been both ranked and risked and slice them.</a:t>
            </a:r>
          </a:p>
          <a:p>
            <a:pPr marL="0" lvl="0" indent="0" algn="l" rtl="0">
              <a:spcBef>
                <a:spcPts val="0"/>
              </a:spcBef>
              <a:spcAft>
                <a:spcPts val="0"/>
              </a:spcAft>
              <a:buNone/>
            </a:pPr>
            <a:endParaRPr lang="en-US" sz="1400" strike="sngStrike" dirty="0">
              <a:solidFill>
                <a:srgbClr val="1D1C1D"/>
              </a:solidFill>
              <a:effectLst/>
              <a:latin typeface="Calibri" panose="020F0502020204030204" pitchFamily="34" charset="0"/>
              <a:cs typeface="Calibri" panose="020F0502020204030204" pitchFamily="34" charset="0"/>
            </a:endParaRPr>
          </a:p>
          <a:p>
            <a:pPr marL="0" lvl="0" indent="0" algn="l" rtl="0">
              <a:spcBef>
                <a:spcPts val="0"/>
              </a:spcBef>
              <a:spcAft>
                <a:spcPts val="0"/>
              </a:spcAft>
              <a:buNone/>
            </a:pPr>
            <a:r>
              <a:rPr lang="en-US" sz="1400" strike="sngStrike" dirty="0">
                <a:solidFill>
                  <a:srgbClr val="1D1C1D"/>
                </a:solidFill>
                <a:effectLst/>
                <a:latin typeface="Calibri" panose="020F0502020204030204" pitchFamily="34" charset="0"/>
                <a:cs typeface="Calibri" panose="020F0502020204030204" pitchFamily="34" charset="0"/>
              </a:rPr>
              <a:t>That is, we bisect the space they exist in to determine which present an uncontrolled risk.</a:t>
            </a:r>
          </a:p>
          <a:p>
            <a:pPr marL="0" lvl="0" indent="0" algn="l" rtl="0">
              <a:spcBef>
                <a:spcPts val="0"/>
              </a:spcBef>
              <a:spcAft>
                <a:spcPts val="0"/>
              </a:spcAft>
              <a:buNone/>
            </a:pPr>
            <a:endParaRPr lang="en-US" sz="1400" strike="sngStrike" dirty="0">
              <a:solidFill>
                <a:srgbClr val="1D1C1D"/>
              </a:solidFill>
              <a:effectLst/>
              <a:latin typeface="Calibri" panose="020F0502020204030204" pitchFamily="34" charset="0"/>
              <a:cs typeface="Calibri" panose="020F0502020204030204" pitchFamily="34" charset="0"/>
            </a:endParaRPr>
          </a:p>
          <a:p>
            <a:pPr marL="0" lvl="0" indent="0" algn="l" rtl="0">
              <a:spcBef>
                <a:spcPts val="0"/>
              </a:spcBef>
              <a:spcAft>
                <a:spcPts val="0"/>
              </a:spcAft>
              <a:buNone/>
            </a:pPr>
            <a:r>
              <a:rPr lang="en-US" sz="1400" strike="sngStrike" dirty="0">
                <a:solidFill>
                  <a:srgbClr val="1D1C1D"/>
                </a:solidFill>
                <a:effectLst/>
                <a:latin typeface="Calibri" panose="020F0502020204030204" pitchFamily="34" charset="0"/>
                <a:cs typeface="Calibri" panose="020F0502020204030204" pitchFamily="34" charset="0"/>
              </a:rPr>
              <a:t>These are designated as uncontrolled threats and forwarded to the issue tracking system.</a:t>
            </a:r>
          </a:p>
          <a:p>
            <a:pPr marL="0" lvl="0" indent="0" algn="l" rtl="0">
              <a:spcBef>
                <a:spcPts val="0"/>
              </a:spcBef>
              <a:spcAft>
                <a:spcPts val="0"/>
              </a:spcAft>
              <a:buNone/>
            </a:pPr>
            <a:endParaRPr lang="en-US" sz="1400" strike="sngStrike" dirty="0">
              <a:solidFill>
                <a:srgbClr val="1D1C1D"/>
              </a:solidFill>
              <a:effectLst/>
              <a:latin typeface="Calibri" panose="020F0502020204030204" pitchFamily="34" charset="0"/>
              <a:cs typeface="Calibri" panose="020F0502020204030204" pitchFamily="34" charset="0"/>
            </a:endParaRPr>
          </a:p>
          <a:p>
            <a:pPr marL="0" lvl="0" indent="0" algn="l" rtl="0">
              <a:spcBef>
                <a:spcPts val="0"/>
              </a:spcBef>
              <a:spcAft>
                <a:spcPts val="0"/>
              </a:spcAft>
              <a:buNone/>
            </a:pPr>
            <a:r>
              <a:rPr lang="en-US" sz="1400" strike="sngStrike" dirty="0">
                <a:solidFill>
                  <a:srgbClr val="1D1C1D"/>
                </a:solidFill>
                <a:effectLst/>
                <a:latin typeface="Calibri" panose="020F0502020204030204" pitchFamily="34" charset="0"/>
                <a:cs typeface="Calibri" panose="020F0502020204030204" pitchFamily="34" charset="0"/>
              </a:rPr>
              <a:t>If an issue is determined to be controlled an update dismissed candidate notification is sent to the source tracker document in order to record this.</a:t>
            </a:r>
          </a:p>
          <a:p>
            <a:pPr marL="0" lvl="0" indent="0" algn="l" rtl="0">
              <a:spcBef>
                <a:spcPts val="0"/>
              </a:spcBef>
              <a:spcAft>
                <a:spcPts val="0"/>
              </a:spcAft>
              <a:buNone/>
            </a:pPr>
            <a:endParaRPr lang="en-US" sz="1400" strike="sngStrike" dirty="0">
              <a:solidFill>
                <a:srgbClr val="1D1C1D"/>
              </a:solidFill>
              <a:effectLst/>
              <a:latin typeface="Calibri" panose="020F0502020204030204" pitchFamily="34" charset="0"/>
              <a:cs typeface="Calibri" panose="020F0502020204030204" pitchFamily="34" charset="0"/>
            </a:endParaRPr>
          </a:p>
          <a:p>
            <a:pPr marL="0" lvl="0" indent="0" algn="l" rtl="0">
              <a:spcBef>
                <a:spcPts val="0"/>
              </a:spcBef>
              <a:spcAft>
                <a:spcPts val="0"/>
              </a:spcAft>
              <a:buNone/>
            </a:pPr>
            <a:r>
              <a:rPr lang="en-US" sz="1400" strike="sngStrike" dirty="0">
                <a:solidFill>
                  <a:srgbClr val="1D1C1D"/>
                </a:solidFill>
                <a:effectLst/>
                <a:latin typeface="Calibri" panose="020F0502020204030204" pitchFamily="34" charset="0"/>
                <a:cs typeface="Calibri" panose="020F0502020204030204" pitchFamily="34" charset="0"/>
              </a:rPr>
              <a:t>Additionally, a threat report will be generated for audit purposes.</a:t>
            </a:r>
          </a:p>
          <a:p>
            <a:pPr marL="0" lvl="0" indent="0" algn="l" rtl="0">
              <a:spcBef>
                <a:spcPts val="0"/>
              </a:spcBef>
              <a:spcAft>
                <a:spcPts val="0"/>
              </a:spcAft>
              <a:buNone/>
            </a:pPr>
            <a:endParaRPr lang="en-US" sz="1400" strike="sngStrike" dirty="0">
              <a:solidFill>
                <a:srgbClr val="1D1C1D"/>
              </a:solidFill>
              <a:effectLst/>
              <a:latin typeface="Calibri" panose="020F0502020204030204" pitchFamily="34" charset="0"/>
              <a:cs typeface="Calibri" panose="020F0502020204030204" pitchFamily="34" charset="0"/>
            </a:endParaRPr>
          </a:p>
          <a:p>
            <a:pPr marL="0" lvl="0" indent="0" algn="l" rtl="0">
              <a:spcBef>
                <a:spcPts val="0"/>
              </a:spcBef>
              <a:spcAft>
                <a:spcPts val="0"/>
              </a:spcAft>
              <a:buNone/>
            </a:pPr>
            <a:r>
              <a:rPr lang="en-US" sz="1400" strike="sngStrike" dirty="0">
                <a:solidFill>
                  <a:srgbClr val="1D1C1D"/>
                </a:solidFill>
                <a:effectLst/>
                <a:latin typeface="Calibri" panose="020F0502020204030204" pitchFamily="34" charset="0"/>
                <a:cs typeface="Calibri" panose="020F0502020204030204" pitchFamily="34" charset="0"/>
              </a:rPr>
              <a:t>&lt;pause&gt;</a:t>
            </a:r>
          </a:p>
          <a:p>
            <a:pPr marL="0" lvl="0" indent="0" algn="l" rtl="0">
              <a:spcBef>
                <a:spcPts val="0"/>
              </a:spcBef>
              <a:spcAft>
                <a:spcPts val="0"/>
              </a:spcAft>
              <a:buNone/>
            </a:pPr>
            <a:endParaRPr lang="en-US" sz="1400" strike="sngStrike" dirty="0">
              <a:solidFill>
                <a:srgbClr val="1D1C1D"/>
              </a:solidFill>
              <a:effectLst/>
              <a:latin typeface="Calibri" panose="020F0502020204030204" pitchFamily="34" charset="0"/>
              <a:cs typeface="Calibri" panose="020F0502020204030204" pitchFamily="34" charset="0"/>
            </a:endParaRPr>
          </a:p>
          <a:p>
            <a:pPr marL="0" lvl="0" indent="0" algn="l" rtl="0">
              <a:spcBef>
                <a:spcPts val="0"/>
              </a:spcBef>
              <a:spcAft>
                <a:spcPts val="0"/>
              </a:spcAft>
              <a:buNone/>
            </a:pPr>
            <a:r>
              <a:rPr lang="en-US" sz="1400" strike="sngStrike" dirty="0">
                <a:solidFill>
                  <a:srgbClr val="1D1C1D"/>
                </a:solidFill>
                <a:effectLst/>
                <a:latin typeface="Calibri" panose="020F0502020204030204" pitchFamily="34" charset="0"/>
                <a:cs typeface="Calibri" panose="020F0502020204030204" pitchFamily="34" charset="0"/>
              </a:rPr>
              <a:t>It's important to note that it's the responsibility of the standard issue management process to disposition issues by applying the standard risk treatments of avoid, reduce, share, or retain.</a:t>
            </a:r>
          </a:p>
          <a:p>
            <a:pPr marL="0" lvl="0" indent="0" algn="l" rtl="0">
              <a:spcBef>
                <a:spcPts val="0"/>
              </a:spcBef>
              <a:spcAft>
                <a:spcPts val="0"/>
              </a:spcAft>
              <a:buNone/>
            </a:pPr>
            <a:endParaRPr lang="en-US" sz="1400" strike="sngStrike" dirty="0">
              <a:solidFill>
                <a:srgbClr val="1D1C1D"/>
              </a:solidFill>
              <a:effectLst/>
              <a:latin typeface="Calibri" panose="020F0502020204030204" pitchFamily="34" charset="0"/>
              <a:cs typeface="Calibri" panose="020F0502020204030204" pitchFamily="34" charset="0"/>
            </a:endParaRPr>
          </a:p>
          <a:p>
            <a:pPr marL="0" lvl="0" indent="0" algn="l" rtl="0">
              <a:spcBef>
                <a:spcPts val="0"/>
              </a:spcBef>
              <a:spcAft>
                <a:spcPts val="0"/>
              </a:spcAft>
              <a:buNone/>
            </a:pPr>
            <a:r>
              <a:rPr lang="en-US" sz="1400" strike="sngStrike" dirty="0">
                <a:solidFill>
                  <a:srgbClr val="1D1C1D"/>
                </a:solidFill>
                <a:effectLst/>
                <a:latin typeface="Calibri" panose="020F0502020204030204" pitchFamily="34" charset="0"/>
                <a:cs typeface="Calibri" panose="020F0502020204030204" pitchFamily="34" charset="0"/>
              </a:rPr>
              <a:t>Additionally, it's necessary to document the reason for this disposition.</a:t>
            </a:r>
          </a:p>
          <a:p>
            <a:pPr marL="0" lvl="0" indent="0" algn="l" rtl="0">
              <a:spcBef>
                <a:spcPts val="0"/>
              </a:spcBef>
              <a:spcAft>
                <a:spcPts val="0"/>
              </a:spcAft>
              <a:buNone/>
            </a:pPr>
            <a:endParaRPr lang="en-US" sz="1400" strike="sngStrike" dirty="0">
              <a:solidFill>
                <a:srgbClr val="1D1C1D"/>
              </a:solidFill>
              <a:effectLst/>
              <a:latin typeface="Calibri" panose="020F0502020204030204" pitchFamily="34" charset="0"/>
              <a:cs typeface="Calibri" panose="020F0502020204030204" pitchFamily="34" charset="0"/>
            </a:endParaRPr>
          </a:p>
          <a:p>
            <a:pPr marL="0" lvl="0" indent="0" algn="l" rtl="0">
              <a:spcBef>
                <a:spcPts val="0"/>
              </a:spcBef>
              <a:spcAft>
                <a:spcPts val="0"/>
              </a:spcAft>
              <a:buNone/>
            </a:pPr>
            <a:r>
              <a:rPr lang="en-US" sz="1400" strike="sngStrike" dirty="0">
                <a:solidFill>
                  <a:srgbClr val="1D1C1D"/>
                </a:solidFill>
                <a:effectLst/>
                <a:latin typeface="Calibri" panose="020F0502020204030204" pitchFamily="34" charset="0"/>
                <a:cs typeface="Calibri" panose="020F0502020204030204" pitchFamily="34" charset="0"/>
              </a:rPr>
              <a:t>&lt;pause&gt;</a:t>
            </a:r>
          </a:p>
          <a:p>
            <a:pPr marL="0" lvl="0" indent="0" algn="l" rtl="0">
              <a:spcBef>
                <a:spcPts val="0"/>
              </a:spcBef>
              <a:spcAft>
                <a:spcPts val="0"/>
              </a:spcAft>
              <a:buNone/>
            </a:pPr>
            <a:endParaRPr lang="en-US" sz="1400" dirty="0">
              <a:solidFill>
                <a:srgbClr val="1D1C1D"/>
              </a:solidFill>
              <a:effectLst/>
              <a:latin typeface="Calibri" panose="020F0502020204030204" pitchFamily="34" charset="0"/>
              <a:cs typeface="Calibri" panose="020F0502020204030204" pitchFamily="34" charset="0"/>
            </a:endParaRPr>
          </a:p>
          <a:p>
            <a:pPr marL="0" lvl="0" indent="0" algn="l" rtl="0">
              <a:spcBef>
                <a:spcPts val="0"/>
              </a:spcBef>
              <a:spcAft>
                <a:spcPts val="0"/>
              </a:spcAft>
              <a:buNone/>
            </a:pPr>
            <a:r>
              <a:rPr lang="en-US" sz="1400" strike="sngStrike" dirty="0">
                <a:solidFill>
                  <a:srgbClr val="1D1C1D"/>
                </a:solidFill>
                <a:effectLst/>
                <a:latin typeface="Calibri" panose="020F0502020204030204" pitchFamily="34" charset="0"/>
                <a:cs typeface="Calibri" panose="020F0502020204030204" pitchFamily="34" charset="0"/>
              </a:rPr>
              <a:t>And as a reminder, our inputs are what the threat is, where it is located, what the worst case is, what the likelihood is, and what its impact is.</a:t>
            </a:r>
          </a:p>
          <a:p>
            <a:pPr marL="0" lvl="0" indent="0" algn="l" rtl="0">
              <a:spcBef>
                <a:spcPts val="0"/>
              </a:spcBef>
              <a:spcAft>
                <a:spcPts val="0"/>
              </a:spcAft>
              <a:buNone/>
            </a:pPr>
            <a:endParaRPr lang="en-US" sz="1400" strike="sngStrike" dirty="0">
              <a:solidFill>
                <a:srgbClr val="1D1C1D"/>
              </a:solidFill>
              <a:effectLst/>
              <a:latin typeface="Calibri" panose="020F0502020204030204" pitchFamily="34" charset="0"/>
              <a:cs typeface="Calibri" panose="020F0502020204030204" pitchFamily="34" charset="0"/>
            </a:endParaRPr>
          </a:p>
          <a:p>
            <a:pPr marL="0" lvl="0" indent="0" algn="l" rtl="0">
              <a:spcBef>
                <a:spcPts val="0"/>
              </a:spcBef>
              <a:spcAft>
                <a:spcPts val="0"/>
              </a:spcAft>
              <a:buNone/>
            </a:pPr>
            <a:r>
              <a:rPr lang="en-US" sz="1400" strike="sngStrike" dirty="0">
                <a:solidFill>
                  <a:srgbClr val="1D1C1D"/>
                </a:solidFill>
                <a:effectLst/>
                <a:latin typeface="Calibri" panose="020F0502020204030204" pitchFamily="34" charset="0"/>
                <a:cs typeface="Calibri" panose="020F0502020204030204" pitchFamily="34" charset="0"/>
              </a:rPr>
              <a:t>&lt;pause&gt;</a:t>
            </a:r>
          </a:p>
          <a:p>
            <a:pPr marL="0" lvl="0" indent="0" algn="l" rtl="0">
              <a:spcBef>
                <a:spcPts val="0"/>
              </a:spcBef>
              <a:spcAft>
                <a:spcPts val="0"/>
              </a:spcAft>
              <a:buNone/>
            </a:pPr>
            <a:endParaRPr lang="en-US" sz="1400" dirty="0">
              <a:solidFill>
                <a:srgbClr val="1D1C1D"/>
              </a:solidFill>
              <a:effectLst/>
              <a:latin typeface="Calibri" panose="020F0502020204030204" pitchFamily="34" charset="0"/>
              <a:cs typeface="Calibri" panose="020F0502020204030204" pitchFamily="34" charset="0"/>
            </a:endParaRPr>
          </a:p>
          <a:p>
            <a:pPr marL="0" lvl="0" indent="0" algn="l" rtl="0">
              <a:spcBef>
                <a:spcPts val="0"/>
              </a:spcBef>
              <a:spcAft>
                <a:spcPts val="0"/>
              </a:spcAft>
              <a:buNone/>
            </a:pPr>
            <a:r>
              <a:rPr lang="en-US" sz="1400" dirty="0">
                <a:solidFill>
                  <a:srgbClr val="1D1C1D"/>
                </a:solidFill>
                <a:effectLst/>
                <a:latin typeface="Calibri" panose="020F0502020204030204" pitchFamily="34" charset="0"/>
                <a:cs typeface="Calibri" panose="020F0502020204030204" pitchFamily="34" charset="0"/>
              </a:rPr>
              <a:t>The output list is truncated, in that we're only including the uncontrolled threats.</a:t>
            </a:r>
          </a:p>
          <a:p>
            <a:pPr marL="0" lvl="0" indent="0" algn="l" rtl="0">
              <a:spcBef>
                <a:spcPts val="0"/>
              </a:spcBef>
              <a:spcAft>
                <a:spcPts val="0"/>
              </a:spcAft>
              <a:buNone/>
            </a:pPr>
            <a:endParaRPr lang="en-US" sz="1400" dirty="0">
              <a:solidFill>
                <a:srgbClr val="1D1C1D"/>
              </a:solidFill>
              <a:effectLst/>
              <a:latin typeface="Calibri" panose="020F0502020204030204" pitchFamily="34" charset="0"/>
              <a:cs typeface="Calibri" panose="020F0502020204030204" pitchFamily="34" charset="0"/>
            </a:endParaRPr>
          </a:p>
          <a:p>
            <a:pPr marL="0" lvl="0" indent="0" algn="l" rtl="0">
              <a:spcBef>
                <a:spcPts val="0"/>
              </a:spcBef>
              <a:spcAft>
                <a:spcPts val="0"/>
              </a:spcAft>
              <a:buNone/>
            </a:pPr>
            <a:r>
              <a:rPr lang="en-US" sz="1400" dirty="0">
                <a:solidFill>
                  <a:srgbClr val="1D1C1D"/>
                </a:solidFill>
                <a:effectLst/>
                <a:latin typeface="Calibri" panose="020F0502020204030204" pitchFamily="34" charset="0"/>
                <a:cs typeface="Calibri" panose="020F0502020204030204" pitchFamily="34" charset="0"/>
              </a:rPr>
              <a:t>And so, rather than indicating whether the threat is controlled or uncontrolled.</a:t>
            </a:r>
          </a:p>
          <a:p>
            <a:pPr marL="0" lvl="0" indent="0" algn="l" rtl="0">
              <a:spcBef>
                <a:spcPts val="0"/>
              </a:spcBef>
              <a:spcAft>
                <a:spcPts val="0"/>
              </a:spcAft>
              <a:buNone/>
            </a:pPr>
            <a:endParaRPr lang="en-US" sz="1400" dirty="0">
              <a:solidFill>
                <a:srgbClr val="1D1C1D"/>
              </a:solidFill>
              <a:effectLst/>
              <a:latin typeface="Calibri" panose="020F0502020204030204" pitchFamily="34" charset="0"/>
              <a:cs typeface="Calibri" panose="020F0502020204030204" pitchFamily="34" charset="0"/>
            </a:endParaRPr>
          </a:p>
          <a:p>
            <a:pPr marL="0" lvl="0" indent="0" algn="l" rtl="0">
              <a:spcBef>
                <a:spcPts val="0"/>
              </a:spcBef>
              <a:spcAft>
                <a:spcPts val="0"/>
              </a:spcAft>
              <a:buNone/>
            </a:pPr>
            <a:r>
              <a:rPr lang="en-US" sz="1400" dirty="0">
                <a:solidFill>
                  <a:srgbClr val="1D1C1D"/>
                </a:solidFill>
                <a:effectLst/>
                <a:latin typeface="Calibri" panose="020F0502020204030204" pitchFamily="34" charset="0"/>
                <a:cs typeface="Calibri" panose="020F0502020204030204" pitchFamily="34" charset="0"/>
              </a:rPr>
              <a:t>We simply provide a priority for the threat.</a:t>
            </a:r>
          </a:p>
          <a:p>
            <a:pPr marL="0" lvl="0" indent="0" algn="l" rtl="0">
              <a:spcBef>
                <a:spcPts val="0"/>
              </a:spcBef>
              <a:spcAft>
                <a:spcPts val="0"/>
              </a:spcAft>
              <a:buNone/>
            </a:pPr>
            <a:endParaRPr lang="en-US" sz="1400" dirty="0">
              <a:solidFill>
                <a:srgbClr val="1D1C1D"/>
              </a:solidFill>
              <a:effectLst/>
              <a:latin typeface="Calibri" panose="020F0502020204030204" pitchFamily="34" charset="0"/>
              <a:cs typeface="Calibri" panose="020F0502020204030204" pitchFamily="34" charset="0"/>
            </a:endParaRPr>
          </a:p>
          <a:p>
            <a:pPr marL="0" lvl="0" indent="0" algn="l" rtl="0">
              <a:spcBef>
                <a:spcPts val="0"/>
              </a:spcBef>
              <a:spcAft>
                <a:spcPts val="0"/>
              </a:spcAft>
              <a:buNone/>
            </a:pPr>
            <a:r>
              <a:rPr lang="en-US" sz="1400" dirty="0">
                <a:solidFill>
                  <a:srgbClr val="1D1C1D"/>
                </a:solidFill>
                <a:effectLst/>
                <a:latin typeface="Calibri" panose="020F0502020204030204" pitchFamily="34" charset="0"/>
                <a:cs typeface="Calibri" panose="020F0502020204030204" pitchFamily="34" charset="0"/>
              </a:rPr>
              <a:t>The reason for this is that all the threats being entered into the issue tracking system are uncontrolled threats.</a:t>
            </a:r>
          </a:p>
          <a:p>
            <a:pPr marL="0" lvl="0" indent="0" algn="l" rtl="0">
              <a:spcBef>
                <a:spcPts val="0"/>
              </a:spcBef>
              <a:spcAft>
                <a:spcPts val="0"/>
              </a:spcAft>
              <a:buNone/>
            </a:pPr>
            <a:endParaRPr lang="en-US" sz="1400" dirty="0">
              <a:solidFill>
                <a:srgbClr val="1D1C1D"/>
              </a:solidFill>
              <a:effectLst/>
              <a:latin typeface="Calibri" panose="020F0502020204030204" pitchFamily="34" charset="0"/>
              <a:cs typeface="Calibri" panose="020F0502020204030204" pitchFamily="34" charset="0"/>
            </a:endParaRPr>
          </a:p>
          <a:p>
            <a:pPr marL="0" lvl="0" indent="0" algn="l" rtl="0">
              <a:spcBef>
                <a:spcPts val="0"/>
              </a:spcBef>
              <a:spcAft>
                <a:spcPts val="0"/>
              </a:spcAft>
              <a:buNone/>
            </a:pPr>
            <a:endParaRPr lang="en-US" sz="1400" dirty="0">
              <a:solidFill>
                <a:srgbClr val="1D1C1D"/>
              </a:solidFill>
              <a:effectLst/>
              <a:latin typeface="Calibri" panose="020F0502020204030204" pitchFamily="34" charset="0"/>
              <a:cs typeface="Calibri" panose="020F0502020204030204" pitchFamily="34" charset="0"/>
            </a:endParaRPr>
          </a:p>
        </p:txBody>
      </p:sp>
    </p:spTree>
    <p:extLst>
      <p:ext uri="{BB962C8B-B14F-4D97-AF65-F5344CB8AC3E}">
        <p14:creationId xmlns:p14="http://schemas.microsoft.com/office/powerpoint/2010/main" val="2656281859"/>
      </p:ext>
    </p:extLst>
  </p:cSld>
  <p:clrMapOvr>
    <a:masterClrMapping/>
  </p:clrMapOvr>
</p:notes>
</file>

<file path=ppt/notesSlides/notesSlide29.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1195"/>
        <p:cNvGrpSpPr/>
        <p:nvPr/>
      </p:nvGrpSpPr>
      <p:grpSpPr>
        <a:xfrm>
          <a:off x="0" y="0"/>
          <a:ext cx="0" cy="0"/>
          <a:chOff x="0" y="0"/>
          <a:chExt cx="0" cy="0"/>
        </a:xfrm>
      </p:grpSpPr>
      <p:sp>
        <p:nvSpPr>
          <p:cNvPr id="1196" name="Google Shape;1196;g9ac6590046_0_272:notes"/>
          <p:cNvSpPr>
            <a:spLocks noGrp="1" noRot="1" noChangeAspect="1"/>
          </p:cNvSpPr>
          <p:nvPr>
            <p:ph type="sldImg" idx="2"/>
          </p:nvPr>
        </p:nvSpPr>
        <p:spPr>
          <a:xfrm>
            <a:off x="382588" y="685800"/>
            <a:ext cx="6094412" cy="3429000"/>
          </a:xfrm>
          <a:custGeom>
            <a:avLst/>
            <a:gdLst/>
            <a:ahLst/>
            <a:cxnLst/>
            <a:rect l="l" t="t" r="r" b="b"/>
            <a:pathLst>
              <a:path w="120000" h="120000" extrusionOk="0">
                <a:moveTo>
                  <a:pt x="0" y="0"/>
                </a:moveTo>
                <a:lnTo>
                  <a:pt x="120000" y="0"/>
                </a:lnTo>
                <a:lnTo>
                  <a:pt x="120000" y="120000"/>
                </a:lnTo>
                <a:lnTo>
                  <a:pt x="0" y="120000"/>
                </a:lnTo>
                <a:close/>
              </a:path>
            </a:pathLst>
          </a:custGeom>
        </p:spPr>
      </p:sp>
      <p:sp>
        <p:nvSpPr>
          <p:cNvPr id="1197" name="Google Shape;1197;g9ac6590046_0_272:notes"/>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r>
              <a:rPr lang="en-US" sz="1400" dirty="0">
                <a:latin typeface="Calibri" panose="020F0502020204030204" pitchFamily="34" charset="0"/>
                <a:cs typeface="Calibri" panose="020F0502020204030204" pitchFamily="34" charset="0"/>
              </a:rPr>
              <a:t>Script:</a:t>
            </a:r>
          </a:p>
          <a:p>
            <a:pPr marL="0" lvl="0" indent="0" algn="l" rtl="0">
              <a:spcBef>
                <a:spcPts val="0"/>
              </a:spcBef>
              <a:spcAft>
                <a:spcPts val="0"/>
              </a:spcAft>
              <a:buNone/>
            </a:pPr>
            <a:endParaRPr lang="en-US" sz="1400" dirty="0">
              <a:solidFill>
                <a:srgbClr val="1D1C1D"/>
              </a:solidFill>
              <a:effectLst/>
              <a:latin typeface="Calibri" panose="020F0502020204030204" pitchFamily="34" charset="0"/>
              <a:cs typeface="Calibri" panose="020F0502020204030204" pitchFamily="34" charset="0"/>
            </a:endParaRPr>
          </a:p>
          <a:p>
            <a:pPr marL="0" lvl="0" indent="0" algn="l" rtl="0">
              <a:spcBef>
                <a:spcPts val="0"/>
              </a:spcBef>
              <a:spcAft>
                <a:spcPts val="0"/>
              </a:spcAft>
              <a:buNone/>
            </a:pPr>
            <a:r>
              <a:rPr lang="en-US" sz="1400" dirty="0">
                <a:solidFill>
                  <a:srgbClr val="1D1C1D"/>
                </a:solidFill>
                <a:effectLst/>
                <a:latin typeface="Calibri" panose="020F0502020204030204" pitchFamily="34" charset="0"/>
                <a:cs typeface="Calibri" panose="020F0502020204030204" pitchFamily="34" charset="0"/>
              </a:rPr>
              <a:t>Now let's take a moment and look at how we're going to actually do the slicing operation itself.</a:t>
            </a:r>
          </a:p>
          <a:p>
            <a:pPr marL="0" lvl="0" indent="0" algn="l" rtl="0">
              <a:spcBef>
                <a:spcPts val="0"/>
              </a:spcBef>
              <a:spcAft>
                <a:spcPts val="0"/>
              </a:spcAft>
              <a:buNone/>
            </a:pPr>
            <a:endParaRPr lang="en-US" sz="1400" dirty="0">
              <a:solidFill>
                <a:srgbClr val="1D1C1D"/>
              </a:solidFill>
              <a:effectLst/>
              <a:latin typeface="Calibri" panose="020F0502020204030204" pitchFamily="34" charset="0"/>
              <a:cs typeface="Calibri" panose="020F0502020204030204" pitchFamily="34" charset="0"/>
            </a:endParaRPr>
          </a:p>
          <a:p>
            <a:pPr marL="0" lvl="0" indent="0" algn="l" rtl="0">
              <a:spcBef>
                <a:spcPts val="0"/>
              </a:spcBef>
              <a:spcAft>
                <a:spcPts val="0"/>
              </a:spcAft>
              <a:buNone/>
            </a:pPr>
            <a:r>
              <a:rPr lang="en-US" sz="1400" dirty="0">
                <a:solidFill>
                  <a:srgbClr val="1D1C1D"/>
                </a:solidFill>
                <a:effectLst/>
                <a:latin typeface="Calibri" panose="020F0502020204030204" pitchFamily="34" charset="0"/>
                <a:cs typeface="Calibri" panose="020F0502020204030204" pitchFamily="34" charset="0"/>
              </a:rPr>
              <a:t>&lt;pause&gt;</a:t>
            </a:r>
          </a:p>
          <a:p>
            <a:pPr marL="0" lvl="0" indent="0" algn="l" rtl="0">
              <a:spcBef>
                <a:spcPts val="0"/>
              </a:spcBef>
              <a:spcAft>
                <a:spcPts val="0"/>
              </a:spcAft>
              <a:buNone/>
            </a:pPr>
            <a:endParaRPr lang="en-US" sz="1400" dirty="0">
              <a:solidFill>
                <a:srgbClr val="1D1C1D"/>
              </a:solidFill>
              <a:effectLst/>
              <a:latin typeface="Calibri" panose="020F0502020204030204" pitchFamily="34" charset="0"/>
              <a:cs typeface="Calibri" panose="020F0502020204030204" pitchFamily="34" charset="0"/>
            </a:endParaRPr>
          </a:p>
          <a:p>
            <a:pPr marL="0" lvl="0" indent="0" algn="l" rtl="0">
              <a:spcBef>
                <a:spcPts val="0"/>
              </a:spcBef>
              <a:spcAft>
                <a:spcPts val="0"/>
              </a:spcAft>
              <a:buNone/>
            </a:pPr>
            <a:r>
              <a:rPr lang="en-US" sz="1400" strike="sngStrike" dirty="0">
                <a:solidFill>
                  <a:srgbClr val="1D1C1D"/>
                </a:solidFill>
                <a:effectLst/>
                <a:latin typeface="Calibri" panose="020F0502020204030204" pitchFamily="34" charset="0"/>
                <a:cs typeface="Calibri" panose="020F0502020204030204" pitchFamily="34" charset="0"/>
              </a:rPr>
              <a:t>Here's a diagram that shows the way that the slicing or determination of controlled and uncontrolled threats is achieved.</a:t>
            </a:r>
          </a:p>
          <a:p>
            <a:pPr marL="0" lvl="0" indent="0" algn="l" rtl="0">
              <a:spcBef>
                <a:spcPts val="0"/>
              </a:spcBef>
              <a:spcAft>
                <a:spcPts val="0"/>
              </a:spcAft>
              <a:buNone/>
            </a:pPr>
            <a:endParaRPr lang="en-US" sz="1400" strike="sngStrike" dirty="0">
              <a:solidFill>
                <a:srgbClr val="1D1C1D"/>
              </a:solidFill>
              <a:effectLst/>
              <a:latin typeface="Calibri" panose="020F0502020204030204" pitchFamily="34" charset="0"/>
              <a:cs typeface="Calibri" panose="020F0502020204030204" pitchFamily="34" charset="0"/>
            </a:endParaRPr>
          </a:p>
          <a:p>
            <a:pPr marL="0" lvl="0" indent="0" algn="l" rtl="0">
              <a:spcBef>
                <a:spcPts val="0"/>
              </a:spcBef>
              <a:spcAft>
                <a:spcPts val="0"/>
              </a:spcAft>
              <a:buNone/>
            </a:pPr>
            <a:r>
              <a:rPr lang="en-US" sz="1400" strike="sngStrike" dirty="0">
                <a:solidFill>
                  <a:srgbClr val="1D1C1D"/>
                </a:solidFill>
                <a:effectLst/>
                <a:latin typeface="Calibri" panose="020F0502020204030204" pitchFamily="34" charset="0"/>
                <a:cs typeface="Calibri" panose="020F0502020204030204" pitchFamily="34" charset="0"/>
              </a:rPr>
              <a:t>The diagram is adapted from the FDA’s Post-market Management of Cybersecurity and Medical Devices document.</a:t>
            </a:r>
          </a:p>
          <a:p>
            <a:pPr marL="0" lvl="0" indent="0" algn="l" rtl="0">
              <a:spcBef>
                <a:spcPts val="0"/>
              </a:spcBef>
              <a:spcAft>
                <a:spcPts val="0"/>
              </a:spcAft>
              <a:buNone/>
            </a:pPr>
            <a:endParaRPr lang="en-US" sz="1400" strike="sngStrike" dirty="0">
              <a:solidFill>
                <a:srgbClr val="1D1C1D"/>
              </a:solidFill>
              <a:effectLst/>
              <a:latin typeface="Calibri" panose="020F0502020204030204" pitchFamily="34" charset="0"/>
              <a:cs typeface="Calibri" panose="020F0502020204030204" pitchFamily="34" charset="0"/>
            </a:endParaRPr>
          </a:p>
          <a:p>
            <a:pPr marL="0" lvl="0" indent="0" algn="l" rtl="0">
              <a:spcBef>
                <a:spcPts val="0"/>
              </a:spcBef>
              <a:spcAft>
                <a:spcPts val="0"/>
              </a:spcAft>
              <a:buNone/>
            </a:pPr>
            <a:r>
              <a:rPr lang="en-US" sz="1400" strike="sngStrike" dirty="0">
                <a:solidFill>
                  <a:srgbClr val="1D1C1D"/>
                </a:solidFill>
                <a:effectLst/>
                <a:latin typeface="Calibri" panose="020F0502020204030204" pitchFamily="34" charset="0"/>
                <a:cs typeface="Calibri" panose="020F0502020204030204" pitchFamily="34" charset="0"/>
              </a:rPr>
              <a:t>We have the values from the ranking and the risking activities, the likelihood and impact values.</a:t>
            </a:r>
          </a:p>
          <a:p>
            <a:pPr marL="0" lvl="0" indent="0" algn="l" rtl="0">
              <a:spcBef>
                <a:spcPts val="0"/>
              </a:spcBef>
              <a:spcAft>
                <a:spcPts val="0"/>
              </a:spcAft>
              <a:buNone/>
            </a:pPr>
            <a:endParaRPr lang="en-US" sz="1400" strike="sngStrike" dirty="0">
              <a:solidFill>
                <a:srgbClr val="1D1C1D"/>
              </a:solidFill>
              <a:effectLst/>
              <a:latin typeface="Calibri" panose="020F0502020204030204" pitchFamily="34" charset="0"/>
              <a:cs typeface="Calibri" panose="020F0502020204030204" pitchFamily="34" charset="0"/>
            </a:endParaRPr>
          </a:p>
          <a:p>
            <a:pPr marL="0" lvl="0" indent="0" algn="l" rtl="0">
              <a:spcBef>
                <a:spcPts val="0"/>
              </a:spcBef>
              <a:spcAft>
                <a:spcPts val="0"/>
              </a:spcAft>
              <a:buNone/>
            </a:pPr>
            <a:r>
              <a:rPr lang="en-US" sz="1400" strike="sngStrike" dirty="0">
                <a:solidFill>
                  <a:srgbClr val="1D1C1D"/>
                </a:solidFill>
                <a:effectLst/>
                <a:latin typeface="Calibri" panose="020F0502020204030204" pitchFamily="34" charset="0"/>
                <a:cs typeface="Calibri" panose="020F0502020204030204" pitchFamily="34" charset="0"/>
              </a:rPr>
              <a:t>We're showing them here as being continuous.</a:t>
            </a:r>
          </a:p>
          <a:p>
            <a:pPr marL="0" lvl="0" indent="0" algn="l" rtl="0">
              <a:spcBef>
                <a:spcPts val="0"/>
              </a:spcBef>
              <a:spcAft>
                <a:spcPts val="0"/>
              </a:spcAft>
              <a:buNone/>
            </a:pPr>
            <a:endParaRPr lang="en-US" sz="1400" strike="sngStrike" dirty="0">
              <a:solidFill>
                <a:srgbClr val="1D1C1D"/>
              </a:solidFill>
              <a:effectLst/>
              <a:latin typeface="Calibri" panose="020F0502020204030204" pitchFamily="34" charset="0"/>
              <a:cs typeface="Calibri" panose="020F0502020204030204" pitchFamily="34" charset="0"/>
            </a:endParaRPr>
          </a:p>
          <a:p>
            <a:pPr marL="0" lvl="0" indent="0" algn="l" rtl="0">
              <a:spcBef>
                <a:spcPts val="0"/>
              </a:spcBef>
              <a:spcAft>
                <a:spcPts val="0"/>
              </a:spcAft>
              <a:buNone/>
            </a:pPr>
            <a:r>
              <a:rPr lang="en-US" sz="1400" strike="sngStrike" dirty="0">
                <a:solidFill>
                  <a:srgbClr val="1D1C1D"/>
                </a:solidFill>
                <a:effectLst/>
                <a:latin typeface="Calibri" panose="020F0502020204030204" pitchFamily="34" charset="0"/>
                <a:cs typeface="Calibri" panose="020F0502020204030204" pitchFamily="34" charset="0"/>
              </a:rPr>
              <a:t>Similarly, the range from controlled to uncontrolled is also being shown as continuous.</a:t>
            </a:r>
          </a:p>
          <a:p>
            <a:pPr marL="0" lvl="0" indent="0" algn="l" rtl="0">
              <a:spcBef>
                <a:spcPts val="0"/>
              </a:spcBef>
              <a:spcAft>
                <a:spcPts val="0"/>
              </a:spcAft>
              <a:buNone/>
            </a:pPr>
            <a:endParaRPr lang="en-US" sz="1400" strike="sngStrike" dirty="0">
              <a:solidFill>
                <a:srgbClr val="1D1C1D"/>
              </a:solidFill>
              <a:effectLst/>
              <a:latin typeface="Calibri" panose="020F0502020204030204" pitchFamily="34" charset="0"/>
              <a:cs typeface="Calibri" panose="020F0502020204030204" pitchFamily="34" charset="0"/>
            </a:endParaRPr>
          </a:p>
          <a:p>
            <a:pPr marL="0" lvl="0" indent="0" algn="l" rtl="0">
              <a:spcBef>
                <a:spcPts val="0"/>
              </a:spcBef>
              <a:spcAft>
                <a:spcPts val="0"/>
              </a:spcAft>
              <a:buNone/>
            </a:pPr>
            <a:r>
              <a:rPr lang="en-US" sz="1400" strike="sngStrike" dirty="0">
                <a:solidFill>
                  <a:srgbClr val="1D1C1D"/>
                </a:solidFill>
                <a:effectLst/>
                <a:latin typeface="Calibri" panose="020F0502020204030204" pitchFamily="34" charset="0"/>
                <a:cs typeface="Calibri" panose="020F0502020204030204" pitchFamily="34" charset="0"/>
              </a:rPr>
              <a:t>The line bisecting the exploitability-severity space, shown here in red, is the risk appetite.</a:t>
            </a:r>
          </a:p>
          <a:p>
            <a:pPr marL="0" lvl="0" indent="0" algn="l" rtl="0">
              <a:spcBef>
                <a:spcPts val="0"/>
              </a:spcBef>
              <a:spcAft>
                <a:spcPts val="0"/>
              </a:spcAft>
              <a:buNone/>
            </a:pPr>
            <a:endParaRPr lang="en-US" sz="1400" strike="sngStrike" dirty="0">
              <a:solidFill>
                <a:srgbClr val="1D1C1D"/>
              </a:solidFill>
              <a:effectLst/>
              <a:latin typeface="Calibri" panose="020F0502020204030204" pitchFamily="34" charset="0"/>
              <a:cs typeface="Calibri" panose="020F0502020204030204" pitchFamily="34" charset="0"/>
            </a:endParaRPr>
          </a:p>
          <a:p>
            <a:pPr marL="0" lvl="0" indent="0" algn="l" rtl="0">
              <a:spcBef>
                <a:spcPts val="0"/>
              </a:spcBef>
              <a:spcAft>
                <a:spcPts val="0"/>
              </a:spcAft>
              <a:buNone/>
            </a:pPr>
            <a:r>
              <a:rPr lang="en-US" sz="1400" strike="sngStrike" dirty="0">
                <a:solidFill>
                  <a:srgbClr val="1D1C1D"/>
                </a:solidFill>
                <a:effectLst/>
                <a:latin typeface="Calibri" panose="020F0502020204030204" pitchFamily="34" charset="0"/>
                <a:cs typeface="Calibri" panose="020F0502020204030204" pitchFamily="34" charset="0"/>
              </a:rPr>
              <a:t>We need it not only to establish those threats we consider controlled or uncontrolled, but also to prioritize them.</a:t>
            </a:r>
          </a:p>
          <a:p>
            <a:pPr marL="0" lvl="0" indent="0" algn="l" rtl="0">
              <a:spcBef>
                <a:spcPts val="0"/>
              </a:spcBef>
              <a:spcAft>
                <a:spcPts val="0"/>
              </a:spcAft>
              <a:buNone/>
            </a:pPr>
            <a:endParaRPr lang="en-US" sz="1400" strike="sngStrike" dirty="0">
              <a:solidFill>
                <a:srgbClr val="1D1C1D"/>
              </a:solidFill>
              <a:effectLst/>
              <a:latin typeface="Calibri" panose="020F0502020204030204" pitchFamily="34" charset="0"/>
              <a:cs typeface="Calibri" panose="020F0502020204030204" pitchFamily="34" charset="0"/>
            </a:endParaRPr>
          </a:p>
          <a:p>
            <a:pPr marL="0" lvl="0" indent="0" algn="l" rtl="0">
              <a:spcBef>
                <a:spcPts val="0"/>
              </a:spcBef>
              <a:spcAft>
                <a:spcPts val="0"/>
              </a:spcAft>
              <a:buNone/>
            </a:pPr>
            <a:r>
              <a:rPr lang="en-US" sz="1400" strike="sngStrike" dirty="0">
                <a:solidFill>
                  <a:srgbClr val="1D1C1D"/>
                </a:solidFill>
                <a:effectLst/>
                <a:latin typeface="Calibri" panose="020F0502020204030204" pitchFamily="34" charset="0"/>
                <a:cs typeface="Calibri" panose="020F0502020204030204" pitchFamily="34" charset="0"/>
              </a:rPr>
              <a:t>Above the line, the threats are deemed to be uncontrolled, that is, in need of mitigation.</a:t>
            </a:r>
          </a:p>
          <a:p>
            <a:pPr marL="0" lvl="0" indent="0" algn="l" rtl="0">
              <a:spcBef>
                <a:spcPts val="0"/>
              </a:spcBef>
              <a:spcAft>
                <a:spcPts val="0"/>
              </a:spcAft>
              <a:buNone/>
            </a:pPr>
            <a:endParaRPr lang="en-US" sz="1400" strike="sngStrike" dirty="0">
              <a:solidFill>
                <a:srgbClr val="1D1C1D"/>
              </a:solidFill>
              <a:effectLst/>
              <a:latin typeface="Calibri" panose="020F0502020204030204" pitchFamily="34" charset="0"/>
              <a:cs typeface="Calibri" panose="020F0502020204030204" pitchFamily="34" charset="0"/>
            </a:endParaRPr>
          </a:p>
          <a:p>
            <a:pPr marL="0" lvl="0" indent="0" algn="l" rtl="0">
              <a:spcBef>
                <a:spcPts val="0"/>
              </a:spcBef>
              <a:spcAft>
                <a:spcPts val="0"/>
              </a:spcAft>
              <a:buNone/>
            </a:pPr>
            <a:r>
              <a:rPr lang="en-US" sz="1400" strike="sngStrike" dirty="0">
                <a:solidFill>
                  <a:srgbClr val="1D1C1D"/>
                </a:solidFill>
                <a:effectLst/>
                <a:latin typeface="Calibri" panose="020F0502020204030204" pitchFamily="34" charset="0"/>
                <a:cs typeface="Calibri" panose="020F0502020204030204" pitchFamily="34" charset="0"/>
              </a:rPr>
              <a:t>We will cover the mechanism used to make the determination of controlled versus uncontrolled and risk appetite in a bit.</a:t>
            </a:r>
          </a:p>
          <a:p>
            <a:pPr marL="0" lvl="0" indent="0" algn="l" rtl="0">
              <a:spcBef>
                <a:spcPts val="0"/>
              </a:spcBef>
              <a:spcAft>
                <a:spcPts val="0"/>
              </a:spcAft>
              <a:buNone/>
            </a:pPr>
            <a:endParaRPr lang="en-US" sz="1400" dirty="0">
              <a:latin typeface="Calibri" panose="020F0502020204030204" pitchFamily="34" charset="0"/>
              <a:cs typeface="Calibri" panose="020F0502020204030204" pitchFamily="34" charset="0"/>
            </a:endParaRPr>
          </a:p>
        </p:txBody>
      </p:sp>
    </p:spTree>
    <p:extLst>
      <p:ext uri="{BB962C8B-B14F-4D97-AF65-F5344CB8AC3E}">
        <p14:creationId xmlns:p14="http://schemas.microsoft.com/office/powerpoint/2010/main" val="2138382173"/>
      </p:ext>
    </p:extLst>
  </p:cSld>
  <p:clrMapOvr>
    <a:masterClrMapping/>
  </p:clrMapOvr>
</p:notes>
</file>

<file path=ppt/notesSlides/notesSlide30.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1195"/>
        <p:cNvGrpSpPr/>
        <p:nvPr/>
      </p:nvGrpSpPr>
      <p:grpSpPr>
        <a:xfrm>
          <a:off x="0" y="0"/>
          <a:ext cx="0" cy="0"/>
          <a:chOff x="0" y="0"/>
          <a:chExt cx="0" cy="0"/>
        </a:xfrm>
      </p:grpSpPr>
      <p:sp>
        <p:nvSpPr>
          <p:cNvPr id="1196" name="Google Shape;1196;g9ac6590046_0_272:notes"/>
          <p:cNvSpPr>
            <a:spLocks noGrp="1" noRot="1" noChangeAspect="1"/>
          </p:cNvSpPr>
          <p:nvPr>
            <p:ph type="sldImg" idx="2"/>
          </p:nvPr>
        </p:nvSpPr>
        <p:spPr>
          <a:xfrm>
            <a:off x="382588" y="685800"/>
            <a:ext cx="6094412" cy="3429000"/>
          </a:xfrm>
          <a:custGeom>
            <a:avLst/>
            <a:gdLst/>
            <a:ahLst/>
            <a:cxnLst/>
            <a:rect l="l" t="t" r="r" b="b"/>
            <a:pathLst>
              <a:path w="120000" h="120000" extrusionOk="0">
                <a:moveTo>
                  <a:pt x="0" y="0"/>
                </a:moveTo>
                <a:lnTo>
                  <a:pt x="120000" y="0"/>
                </a:lnTo>
                <a:lnTo>
                  <a:pt x="120000" y="120000"/>
                </a:lnTo>
                <a:lnTo>
                  <a:pt x="0" y="120000"/>
                </a:lnTo>
                <a:close/>
              </a:path>
            </a:pathLst>
          </a:custGeom>
        </p:spPr>
      </p:sp>
      <p:sp>
        <p:nvSpPr>
          <p:cNvPr id="1197" name="Google Shape;1197;g9ac6590046_0_272:notes"/>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r>
              <a:rPr lang="en-US" sz="1400" dirty="0">
                <a:latin typeface="Calibri" panose="020F0502020204030204" pitchFamily="34" charset="0"/>
                <a:cs typeface="Calibri" panose="020F0502020204030204" pitchFamily="34" charset="0"/>
              </a:rPr>
              <a:t>Script:</a:t>
            </a:r>
          </a:p>
          <a:p>
            <a:pPr marL="0" lvl="0" indent="0" algn="l" rtl="0">
              <a:spcBef>
                <a:spcPts val="0"/>
              </a:spcBef>
              <a:spcAft>
                <a:spcPts val="0"/>
              </a:spcAft>
              <a:buNone/>
            </a:pPr>
            <a:endParaRPr lang="en-US" sz="1400" dirty="0">
              <a:solidFill>
                <a:srgbClr val="1D1C1D"/>
              </a:solidFill>
              <a:effectLst/>
              <a:latin typeface="Calibri" panose="020F0502020204030204" pitchFamily="34" charset="0"/>
              <a:cs typeface="Calibri" panose="020F0502020204030204" pitchFamily="34" charset="0"/>
            </a:endParaRPr>
          </a:p>
          <a:p>
            <a:pPr marL="0" lvl="0" indent="0" algn="l" rtl="0">
              <a:spcBef>
                <a:spcPts val="0"/>
              </a:spcBef>
              <a:spcAft>
                <a:spcPts val="0"/>
              </a:spcAft>
              <a:buNone/>
            </a:pPr>
            <a:r>
              <a:rPr lang="en-US" sz="1400" strike="sngStrike" dirty="0">
                <a:solidFill>
                  <a:srgbClr val="1D1C1D"/>
                </a:solidFill>
                <a:effectLst/>
                <a:latin typeface="Calibri" panose="020F0502020204030204" pitchFamily="34" charset="0"/>
                <a:cs typeface="Calibri" panose="020F0502020204030204" pitchFamily="34" charset="0"/>
              </a:rPr>
              <a:t>Now let's take a moment and look at how we're going to actually do the slicing operation itself.</a:t>
            </a:r>
          </a:p>
          <a:p>
            <a:pPr marL="0" lvl="0" indent="0" algn="l" rtl="0">
              <a:spcBef>
                <a:spcPts val="0"/>
              </a:spcBef>
              <a:spcAft>
                <a:spcPts val="0"/>
              </a:spcAft>
              <a:buNone/>
            </a:pPr>
            <a:endParaRPr lang="en-US" sz="1400" strike="sngStrike" dirty="0">
              <a:solidFill>
                <a:srgbClr val="1D1C1D"/>
              </a:solidFill>
              <a:effectLst/>
              <a:latin typeface="Calibri" panose="020F0502020204030204" pitchFamily="34" charset="0"/>
              <a:cs typeface="Calibri" panose="020F0502020204030204" pitchFamily="34" charset="0"/>
            </a:endParaRPr>
          </a:p>
          <a:p>
            <a:pPr marL="0" lvl="0" indent="0" algn="l" rtl="0">
              <a:spcBef>
                <a:spcPts val="0"/>
              </a:spcBef>
              <a:spcAft>
                <a:spcPts val="0"/>
              </a:spcAft>
              <a:buNone/>
            </a:pPr>
            <a:r>
              <a:rPr lang="en-US" sz="1400" strike="sngStrike" dirty="0">
                <a:solidFill>
                  <a:srgbClr val="1D1C1D"/>
                </a:solidFill>
                <a:effectLst/>
                <a:latin typeface="Calibri" panose="020F0502020204030204" pitchFamily="34" charset="0"/>
                <a:cs typeface="Calibri" panose="020F0502020204030204" pitchFamily="34" charset="0"/>
              </a:rPr>
              <a:t>&lt;pause&gt;</a:t>
            </a:r>
          </a:p>
          <a:p>
            <a:pPr marL="0" lvl="0" indent="0" algn="l" rtl="0">
              <a:spcBef>
                <a:spcPts val="0"/>
              </a:spcBef>
              <a:spcAft>
                <a:spcPts val="0"/>
              </a:spcAft>
              <a:buNone/>
            </a:pPr>
            <a:endParaRPr lang="en-US" sz="1400" strike="sngStrike" dirty="0">
              <a:solidFill>
                <a:srgbClr val="1D1C1D"/>
              </a:solidFill>
              <a:effectLst/>
              <a:latin typeface="Calibri" panose="020F0502020204030204" pitchFamily="34" charset="0"/>
              <a:cs typeface="Calibri" panose="020F0502020204030204" pitchFamily="34" charset="0"/>
            </a:endParaRPr>
          </a:p>
          <a:p>
            <a:pPr marL="0" lvl="0" indent="0" algn="l" rtl="0">
              <a:spcBef>
                <a:spcPts val="0"/>
              </a:spcBef>
              <a:spcAft>
                <a:spcPts val="0"/>
              </a:spcAft>
              <a:buNone/>
            </a:pPr>
            <a:r>
              <a:rPr lang="en-US" sz="1400" dirty="0">
                <a:solidFill>
                  <a:srgbClr val="1D1C1D"/>
                </a:solidFill>
                <a:effectLst/>
                <a:latin typeface="Calibri" panose="020F0502020204030204" pitchFamily="34" charset="0"/>
                <a:cs typeface="Calibri" panose="020F0502020204030204" pitchFamily="34" charset="0"/>
              </a:rPr>
              <a:t>Here's a diagram that shows the way that the slicing or determination of controlled and uncontrolled threats is achieved.</a:t>
            </a:r>
          </a:p>
          <a:p>
            <a:pPr marL="0" lvl="0" indent="0" algn="l" rtl="0">
              <a:spcBef>
                <a:spcPts val="0"/>
              </a:spcBef>
              <a:spcAft>
                <a:spcPts val="0"/>
              </a:spcAft>
              <a:buNone/>
            </a:pPr>
            <a:endParaRPr lang="en-US" sz="1400" dirty="0">
              <a:solidFill>
                <a:srgbClr val="1D1C1D"/>
              </a:solidFill>
              <a:effectLst/>
              <a:latin typeface="Calibri" panose="020F0502020204030204" pitchFamily="34" charset="0"/>
              <a:cs typeface="Calibri" panose="020F0502020204030204" pitchFamily="34" charset="0"/>
            </a:endParaRPr>
          </a:p>
          <a:p>
            <a:pPr marL="0" lvl="0" indent="0" algn="l" rtl="0">
              <a:spcBef>
                <a:spcPts val="0"/>
              </a:spcBef>
              <a:spcAft>
                <a:spcPts val="0"/>
              </a:spcAft>
              <a:buNone/>
            </a:pPr>
            <a:r>
              <a:rPr lang="en-US" sz="1400" dirty="0">
                <a:solidFill>
                  <a:srgbClr val="1D1C1D"/>
                </a:solidFill>
                <a:effectLst/>
                <a:latin typeface="Calibri" panose="020F0502020204030204" pitchFamily="34" charset="0"/>
                <a:cs typeface="Calibri" panose="020F0502020204030204" pitchFamily="34" charset="0"/>
              </a:rPr>
              <a:t>The diagram is adapted from the FDA’s Post-market Management of Cybersecurity and Medical Devices document.</a:t>
            </a:r>
          </a:p>
          <a:p>
            <a:pPr marL="0" lvl="0" indent="0" algn="l" rtl="0">
              <a:spcBef>
                <a:spcPts val="0"/>
              </a:spcBef>
              <a:spcAft>
                <a:spcPts val="0"/>
              </a:spcAft>
              <a:buNone/>
            </a:pPr>
            <a:endParaRPr lang="en-US" sz="1400" dirty="0">
              <a:solidFill>
                <a:srgbClr val="1D1C1D"/>
              </a:solidFill>
              <a:effectLst/>
              <a:latin typeface="Calibri" panose="020F0502020204030204" pitchFamily="34" charset="0"/>
              <a:cs typeface="Calibri" panose="020F0502020204030204" pitchFamily="34" charset="0"/>
            </a:endParaRPr>
          </a:p>
          <a:p>
            <a:pPr marL="0" lvl="0" indent="0" algn="l" rtl="0">
              <a:spcBef>
                <a:spcPts val="0"/>
              </a:spcBef>
              <a:spcAft>
                <a:spcPts val="0"/>
              </a:spcAft>
              <a:buNone/>
            </a:pPr>
            <a:r>
              <a:rPr lang="en-US" sz="1400" dirty="0">
                <a:solidFill>
                  <a:srgbClr val="1D1C1D"/>
                </a:solidFill>
                <a:effectLst/>
                <a:latin typeface="Calibri" panose="020F0502020204030204" pitchFamily="34" charset="0"/>
                <a:cs typeface="Calibri" panose="020F0502020204030204" pitchFamily="34" charset="0"/>
              </a:rPr>
              <a:t>We have the values from the ranking and the risking activities, the likelihood and impact values.</a:t>
            </a:r>
          </a:p>
          <a:p>
            <a:pPr marL="0" lvl="0" indent="0" algn="l" rtl="0">
              <a:spcBef>
                <a:spcPts val="0"/>
              </a:spcBef>
              <a:spcAft>
                <a:spcPts val="0"/>
              </a:spcAft>
              <a:buNone/>
            </a:pPr>
            <a:endParaRPr lang="en-US" sz="1400" dirty="0">
              <a:solidFill>
                <a:srgbClr val="1D1C1D"/>
              </a:solidFill>
              <a:effectLst/>
              <a:latin typeface="Calibri" panose="020F0502020204030204" pitchFamily="34" charset="0"/>
              <a:cs typeface="Calibri" panose="020F0502020204030204" pitchFamily="34" charset="0"/>
            </a:endParaRPr>
          </a:p>
          <a:p>
            <a:pPr marL="0" lvl="0" indent="0" algn="l" rtl="0">
              <a:spcBef>
                <a:spcPts val="0"/>
              </a:spcBef>
              <a:spcAft>
                <a:spcPts val="0"/>
              </a:spcAft>
              <a:buNone/>
            </a:pPr>
            <a:r>
              <a:rPr lang="en-US" sz="1400" dirty="0">
                <a:solidFill>
                  <a:srgbClr val="1D1C1D"/>
                </a:solidFill>
                <a:effectLst/>
                <a:latin typeface="Calibri" panose="020F0502020204030204" pitchFamily="34" charset="0"/>
                <a:cs typeface="Calibri" panose="020F0502020204030204" pitchFamily="34" charset="0"/>
              </a:rPr>
              <a:t>We're showing them here as being continuous.</a:t>
            </a:r>
          </a:p>
          <a:p>
            <a:pPr marL="0" lvl="0" indent="0" algn="l" rtl="0">
              <a:spcBef>
                <a:spcPts val="0"/>
              </a:spcBef>
              <a:spcAft>
                <a:spcPts val="0"/>
              </a:spcAft>
              <a:buNone/>
            </a:pPr>
            <a:endParaRPr lang="en-US" sz="1400" dirty="0">
              <a:solidFill>
                <a:srgbClr val="1D1C1D"/>
              </a:solidFill>
              <a:effectLst/>
              <a:latin typeface="Calibri" panose="020F0502020204030204" pitchFamily="34" charset="0"/>
              <a:cs typeface="Calibri" panose="020F0502020204030204" pitchFamily="34" charset="0"/>
            </a:endParaRPr>
          </a:p>
          <a:p>
            <a:pPr marL="0" lvl="0" indent="0" algn="l" rtl="0">
              <a:spcBef>
                <a:spcPts val="0"/>
              </a:spcBef>
              <a:spcAft>
                <a:spcPts val="0"/>
              </a:spcAft>
              <a:buNone/>
            </a:pPr>
            <a:r>
              <a:rPr lang="en-US" sz="1400" dirty="0">
                <a:solidFill>
                  <a:srgbClr val="1D1C1D"/>
                </a:solidFill>
                <a:effectLst/>
                <a:latin typeface="Calibri" panose="020F0502020204030204" pitchFamily="34" charset="0"/>
                <a:cs typeface="Calibri" panose="020F0502020204030204" pitchFamily="34" charset="0"/>
              </a:rPr>
              <a:t>Similarly, the range from controlled to uncontrolled is also being shown as continuous.</a:t>
            </a:r>
          </a:p>
          <a:p>
            <a:pPr marL="0" lvl="0" indent="0" algn="l" rtl="0">
              <a:spcBef>
                <a:spcPts val="0"/>
              </a:spcBef>
              <a:spcAft>
                <a:spcPts val="0"/>
              </a:spcAft>
              <a:buNone/>
            </a:pPr>
            <a:endParaRPr lang="en-US" sz="1400" dirty="0">
              <a:solidFill>
                <a:srgbClr val="1D1C1D"/>
              </a:solidFill>
              <a:effectLst/>
              <a:latin typeface="Calibri" panose="020F0502020204030204" pitchFamily="34" charset="0"/>
              <a:cs typeface="Calibri" panose="020F0502020204030204" pitchFamily="34" charset="0"/>
            </a:endParaRPr>
          </a:p>
          <a:p>
            <a:pPr marL="0" lvl="0" indent="0" algn="l" rtl="0">
              <a:spcBef>
                <a:spcPts val="0"/>
              </a:spcBef>
              <a:spcAft>
                <a:spcPts val="0"/>
              </a:spcAft>
              <a:buNone/>
            </a:pPr>
            <a:r>
              <a:rPr lang="en-US" sz="1400" dirty="0">
                <a:solidFill>
                  <a:srgbClr val="1D1C1D"/>
                </a:solidFill>
                <a:effectLst/>
                <a:latin typeface="Calibri" panose="020F0502020204030204" pitchFamily="34" charset="0"/>
                <a:cs typeface="Calibri" panose="020F0502020204030204" pitchFamily="34" charset="0"/>
              </a:rPr>
              <a:t>The line bisecting the exploitability-severity space, shown here in red, is the risk appetite.</a:t>
            </a:r>
          </a:p>
          <a:p>
            <a:pPr marL="0" lvl="0" indent="0" algn="l" rtl="0">
              <a:spcBef>
                <a:spcPts val="0"/>
              </a:spcBef>
              <a:spcAft>
                <a:spcPts val="0"/>
              </a:spcAft>
              <a:buNone/>
            </a:pPr>
            <a:endParaRPr lang="en-US" sz="1400" dirty="0">
              <a:solidFill>
                <a:srgbClr val="1D1C1D"/>
              </a:solidFill>
              <a:effectLst/>
              <a:latin typeface="Calibri" panose="020F0502020204030204" pitchFamily="34" charset="0"/>
              <a:cs typeface="Calibri" panose="020F0502020204030204" pitchFamily="34" charset="0"/>
            </a:endParaRPr>
          </a:p>
          <a:p>
            <a:pPr marL="0" lvl="0" indent="0" algn="l" rtl="0">
              <a:spcBef>
                <a:spcPts val="0"/>
              </a:spcBef>
              <a:spcAft>
                <a:spcPts val="0"/>
              </a:spcAft>
              <a:buNone/>
            </a:pPr>
            <a:r>
              <a:rPr lang="en-US" sz="1400" dirty="0">
                <a:solidFill>
                  <a:srgbClr val="1D1C1D"/>
                </a:solidFill>
                <a:effectLst/>
                <a:latin typeface="Calibri" panose="020F0502020204030204" pitchFamily="34" charset="0"/>
                <a:cs typeface="Calibri" panose="020F0502020204030204" pitchFamily="34" charset="0"/>
              </a:rPr>
              <a:t>We need it not only to establish those threats we consider controlled or uncontrolled, but also to prioritize them.</a:t>
            </a:r>
          </a:p>
          <a:p>
            <a:pPr marL="0" lvl="0" indent="0" algn="l" rtl="0">
              <a:spcBef>
                <a:spcPts val="0"/>
              </a:spcBef>
              <a:spcAft>
                <a:spcPts val="0"/>
              </a:spcAft>
              <a:buNone/>
            </a:pPr>
            <a:endParaRPr lang="en-US" sz="1400" dirty="0">
              <a:solidFill>
                <a:srgbClr val="1D1C1D"/>
              </a:solidFill>
              <a:effectLst/>
              <a:latin typeface="Calibri" panose="020F0502020204030204" pitchFamily="34" charset="0"/>
              <a:cs typeface="Calibri" panose="020F0502020204030204" pitchFamily="34" charset="0"/>
            </a:endParaRPr>
          </a:p>
          <a:p>
            <a:pPr marL="0" lvl="0" indent="0" algn="l" rtl="0">
              <a:spcBef>
                <a:spcPts val="0"/>
              </a:spcBef>
              <a:spcAft>
                <a:spcPts val="0"/>
              </a:spcAft>
              <a:buNone/>
            </a:pPr>
            <a:r>
              <a:rPr lang="en-US" sz="1400" dirty="0">
                <a:solidFill>
                  <a:srgbClr val="1D1C1D"/>
                </a:solidFill>
                <a:effectLst/>
                <a:latin typeface="Calibri" panose="020F0502020204030204" pitchFamily="34" charset="0"/>
                <a:cs typeface="Calibri" panose="020F0502020204030204" pitchFamily="34" charset="0"/>
              </a:rPr>
              <a:t>Above the line, the threats are deemed to be uncontrolled, that is, in need of mitigation.</a:t>
            </a:r>
          </a:p>
          <a:p>
            <a:pPr marL="0" lvl="0" indent="0" algn="l" rtl="0">
              <a:spcBef>
                <a:spcPts val="0"/>
              </a:spcBef>
              <a:spcAft>
                <a:spcPts val="0"/>
              </a:spcAft>
              <a:buNone/>
            </a:pPr>
            <a:endParaRPr lang="en-US" sz="1400" dirty="0">
              <a:solidFill>
                <a:srgbClr val="1D1C1D"/>
              </a:solidFill>
              <a:effectLst/>
              <a:latin typeface="Calibri" panose="020F0502020204030204" pitchFamily="34" charset="0"/>
              <a:cs typeface="Calibri" panose="020F0502020204030204" pitchFamily="34" charset="0"/>
            </a:endParaRPr>
          </a:p>
          <a:p>
            <a:pPr marL="0" lvl="0" indent="0" algn="l" rtl="0">
              <a:spcBef>
                <a:spcPts val="0"/>
              </a:spcBef>
              <a:spcAft>
                <a:spcPts val="0"/>
              </a:spcAft>
              <a:buNone/>
            </a:pPr>
            <a:r>
              <a:rPr lang="en-US" sz="1400" dirty="0">
                <a:solidFill>
                  <a:srgbClr val="1D1C1D"/>
                </a:solidFill>
                <a:effectLst/>
                <a:latin typeface="Calibri" panose="020F0502020204030204" pitchFamily="34" charset="0"/>
                <a:cs typeface="Calibri" panose="020F0502020204030204" pitchFamily="34" charset="0"/>
              </a:rPr>
              <a:t>We will cover the mechanism used to make the determination of controlled versus uncontrolled and risk appetite in a bit.</a:t>
            </a:r>
          </a:p>
          <a:p>
            <a:pPr marL="0" lvl="0" indent="0" algn="l" rtl="0">
              <a:spcBef>
                <a:spcPts val="0"/>
              </a:spcBef>
              <a:spcAft>
                <a:spcPts val="0"/>
              </a:spcAft>
              <a:buNone/>
            </a:pPr>
            <a:endParaRPr lang="en-US" sz="1400" dirty="0">
              <a:latin typeface="Calibri" panose="020F0502020204030204" pitchFamily="34" charset="0"/>
              <a:cs typeface="Calibri" panose="020F0502020204030204" pitchFamily="34" charset="0"/>
            </a:endParaRPr>
          </a:p>
          <a:p>
            <a:pPr marL="0" lvl="0" indent="0" algn="l" rtl="0">
              <a:spcBef>
                <a:spcPts val="0"/>
              </a:spcBef>
              <a:spcAft>
                <a:spcPts val="0"/>
              </a:spcAft>
              <a:buNone/>
            </a:pPr>
            <a:endParaRPr lang="en-US" sz="1400" dirty="0">
              <a:latin typeface="Calibri" panose="020F0502020204030204" pitchFamily="34" charset="0"/>
              <a:cs typeface="Calibri" panose="020F0502020204030204" pitchFamily="34" charset="0"/>
            </a:endParaRPr>
          </a:p>
        </p:txBody>
      </p:sp>
    </p:spTree>
    <p:extLst>
      <p:ext uri="{BB962C8B-B14F-4D97-AF65-F5344CB8AC3E}">
        <p14:creationId xmlns:p14="http://schemas.microsoft.com/office/powerpoint/2010/main" val="4244391066"/>
      </p:ext>
    </p:extLst>
  </p:cSld>
  <p:clrMapOvr>
    <a:masterClrMapping/>
  </p:clrMapOvr>
</p:notes>
</file>

<file path=ppt/notesSlides/notesSlide31.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1195"/>
        <p:cNvGrpSpPr/>
        <p:nvPr/>
      </p:nvGrpSpPr>
      <p:grpSpPr>
        <a:xfrm>
          <a:off x="0" y="0"/>
          <a:ext cx="0" cy="0"/>
          <a:chOff x="0" y="0"/>
          <a:chExt cx="0" cy="0"/>
        </a:xfrm>
      </p:grpSpPr>
      <p:sp>
        <p:nvSpPr>
          <p:cNvPr id="1196" name="Google Shape;1196;g9ac6590046_0_272:notes"/>
          <p:cNvSpPr>
            <a:spLocks noGrp="1" noRot="1" noChangeAspect="1"/>
          </p:cNvSpPr>
          <p:nvPr>
            <p:ph type="sldImg" idx="2"/>
          </p:nvPr>
        </p:nvSpPr>
        <p:spPr>
          <a:xfrm>
            <a:off x="382588" y="685800"/>
            <a:ext cx="6094412" cy="3429000"/>
          </a:xfrm>
          <a:custGeom>
            <a:avLst/>
            <a:gdLst/>
            <a:ahLst/>
            <a:cxnLst/>
            <a:rect l="l" t="t" r="r" b="b"/>
            <a:pathLst>
              <a:path w="120000" h="120000" extrusionOk="0">
                <a:moveTo>
                  <a:pt x="0" y="0"/>
                </a:moveTo>
                <a:lnTo>
                  <a:pt x="120000" y="0"/>
                </a:lnTo>
                <a:lnTo>
                  <a:pt x="120000" y="120000"/>
                </a:lnTo>
                <a:lnTo>
                  <a:pt x="0" y="120000"/>
                </a:lnTo>
                <a:close/>
              </a:path>
            </a:pathLst>
          </a:custGeom>
        </p:spPr>
      </p:sp>
      <p:sp>
        <p:nvSpPr>
          <p:cNvPr id="1197" name="Google Shape;1197;g9ac6590046_0_272:notes"/>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r>
              <a:rPr lang="en-US" sz="1400" dirty="0">
                <a:latin typeface="Calibri" panose="020F0502020204030204" pitchFamily="34" charset="0"/>
                <a:cs typeface="Calibri" panose="020F0502020204030204" pitchFamily="34" charset="0"/>
              </a:rPr>
              <a:t>Script:</a:t>
            </a:r>
          </a:p>
          <a:p>
            <a:pPr marL="0" lvl="0" indent="0" algn="l" rtl="0">
              <a:spcBef>
                <a:spcPts val="0"/>
              </a:spcBef>
              <a:spcAft>
                <a:spcPts val="0"/>
              </a:spcAft>
              <a:buNone/>
            </a:pPr>
            <a:endParaRPr lang="en-US" sz="1400" dirty="0">
              <a:solidFill>
                <a:srgbClr val="1D1C1D"/>
              </a:solidFill>
              <a:effectLst/>
              <a:latin typeface="Calibri" panose="020F0502020204030204" pitchFamily="34" charset="0"/>
              <a:cs typeface="Calibri" panose="020F0502020204030204" pitchFamily="34" charset="0"/>
            </a:endParaRPr>
          </a:p>
          <a:p>
            <a:pPr marL="0" lvl="0" indent="0" algn="l" rtl="0">
              <a:spcBef>
                <a:spcPts val="0"/>
              </a:spcBef>
              <a:spcAft>
                <a:spcPts val="0"/>
              </a:spcAft>
              <a:buNone/>
            </a:pPr>
            <a:r>
              <a:rPr lang="en-US" sz="1400" dirty="0">
                <a:latin typeface="Calibri" panose="020F0502020204030204" pitchFamily="34" charset="0"/>
                <a:cs typeface="Calibri" panose="020F0502020204030204" pitchFamily="34" charset="0"/>
              </a:rPr>
              <a:t>One of the questions that comes up a lot is given a set of uncontrolled threats, which ones are the most important to deal with.</a:t>
            </a:r>
          </a:p>
          <a:p>
            <a:pPr marL="0" lvl="0" indent="0" algn="l" rtl="0">
              <a:spcBef>
                <a:spcPts val="0"/>
              </a:spcBef>
              <a:spcAft>
                <a:spcPts val="0"/>
              </a:spcAft>
              <a:buNone/>
            </a:pPr>
            <a:endParaRPr lang="en-US" sz="1400" dirty="0">
              <a:latin typeface="Calibri" panose="020F0502020204030204" pitchFamily="34" charset="0"/>
              <a:cs typeface="Calibri" panose="020F0502020204030204" pitchFamily="34" charset="0"/>
            </a:endParaRPr>
          </a:p>
          <a:p>
            <a:pPr marL="0" lvl="0" indent="0" algn="l" rtl="0">
              <a:spcBef>
                <a:spcPts val="0"/>
              </a:spcBef>
              <a:spcAft>
                <a:spcPts val="0"/>
              </a:spcAft>
              <a:buNone/>
            </a:pPr>
            <a:r>
              <a:rPr lang="en-US" sz="1400" dirty="0">
                <a:latin typeface="Calibri" panose="020F0502020204030204" pitchFamily="34" charset="0"/>
                <a:cs typeface="Calibri" panose="020F0502020204030204" pitchFamily="34" charset="0"/>
              </a:rPr>
              <a:t>If we just do a strict bisection and say everything above the line is uncontrolled, that doesn't really help all that much.</a:t>
            </a:r>
          </a:p>
          <a:p>
            <a:pPr marL="0" lvl="0" indent="0" algn="l" rtl="0">
              <a:spcBef>
                <a:spcPts val="0"/>
              </a:spcBef>
              <a:spcAft>
                <a:spcPts val="0"/>
              </a:spcAft>
              <a:buNone/>
            </a:pPr>
            <a:endParaRPr lang="en-US" sz="1400" dirty="0">
              <a:latin typeface="Calibri" panose="020F0502020204030204" pitchFamily="34" charset="0"/>
              <a:cs typeface="Calibri" panose="020F0502020204030204" pitchFamily="34" charset="0"/>
            </a:endParaRPr>
          </a:p>
          <a:p>
            <a:pPr marL="0" lvl="0" indent="0" algn="l" rtl="0">
              <a:spcBef>
                <a:spcPts val="0"/>
              </a:spcBef>
              <a:spcAft>
                <a:spcPts val="0"/>
              </a:spcAft>
              <a:buNone/>
            </a:pPr>
            <a:r>
              <a:rPr lang="en-US" sz="1400" dirty="0">
                <a:latin typeface="Calibri" panose="020F0502020204030204" pitchFamily="34" charset="0"/>
                <a:cs typeface="Calibri" panose="020F0502020204030204" pitchFamily="34" charset="0"/>
              </a:rPr>
              <a:t>&lt;pause&gt;</a:t>
            </a:r>
          </a:p>
          <a:p>
            <a:pPr marL="0" lvl="0" indent="0" algn="l" rtl="0">
              <a:spcBef>
                <a:spcPts val="0"/>
              </a:spcBef>
              <a:spcAft>
                <a:spcPts val="0"/>
              </a:spcAft>
              <a:buNone/>
            </a:pPr>
            <a:endParaRPr lang="en-US" sz="1400" dirty="0">
              <a:latin typeface="Calibri" panose="020F0502020204030204" pitchFamily="34" charset="0"/>
              <a:cs typeface="Calibri" panose="020F0502020204030204" pitchFamily="34" charset="0"/>
            </a:endParaRPr>
          </a:p>
          <a:p>
            <a:pPr marL="0" lvl="0" indent="0" algn="l" rtl="0">
              <a:spcBef>
                <a:spcPts val="0"/>
              </a:spcBef>
              <a:spcAft>
                <a:spcPts val="0"/>
              </a:spcAft>
              <a:buNone/>
            </a:pPr>
            <a:r>
              <a:rPr lang="en-US" sz="1400" strike="sngStrike" dirty="0">
                <a:latin typeface="Calibri" panose="020F0502020204030204" pitchFamily="34" charset="0"/>
                <a:cs typeface="Calibri" panose="020F0502020204030204" pitchFamily="34" charset="0"/>
              </a:rPr>
              <a:t>One way to address this issue is to take a set of points in the space and consider the magnitude of the normal from the risk appetite line to the individual plotted threats.</a:t>
            </a:r>
          </a:p>
          <a:p>
            <a:pPr marL="0" lvl="0" indent="0" algn="l" rtl="0">
              <a:spcBef>
                <a:spcPts val="0"/>
              </a:spcBef>
              <a:spcAft>
                <a:spcPts val="0"/>
              </a:spcAft>
              <a:buNone/>
            </a:pPr>
            <a:endParaRPr lang="en-US" sz="1400" strike="sngStrike" dirty="0">
              <a:latin typeface="Calibri" panose="020F0502020204030204" pitchFamily="34" charset="0"/>
              <a:cs typeface="Calibri" panose="020F0502020204030204" pitchFamily="34" charset="0"/>
            </a:endParaRPr>
          </a:p>
          <a:p>
            <a:pPr marL="0" lvl="0" indent="0" algn="l" rtl="0">
              <a:spcBef>
                <a:spcPts val="0"/>
              </a:spcBef>
              <a:spcAft>
                <a:spcPts val="0"/>
              </a:spcAft>
              <a:buNone/>
            </a:pPr>
            <a:r>
              <a:rPr lang="en-US" sz="1400" strike="sngStrike" dirty="0">
                <a:latin typeface="Calibri" panose="020F0502020204030204" pitchFamily="34" charset="0"/>
                <a:cs typeface="Calibri" panose="020F0502020204030204" pitchFamily="34" charset="0"/>
              </a:rPr>
              <a:t>&lt;pause&gt;</a:t>
            </a:r>
          </a:p>
          <a:p>
            <a:pPr marL="0" lvl="0" indent="0" algn="l" rtl="0">
              <a:spcBef>
                <a:spcPts val="0"/>
              </a:spcBef>
              <a:spcAft>
                <a:spcPts val="0"/>
              </a:spcAft>
              <a:buNone/>
            </a:pPr>
            <a:endParaRPr lang="en-US" sz="1400" strike="sngStrike" dirty="0">
              <a:latin typeface="Calibri" panose="020F0502020204030204" pitchFamily="34" charset="0"/>
              <a:cs typeface="Calibri" panose="020F0502020204030204" pitchFamily="34" charset="0"/>
            </a:endParaRPr>
          </a:p>
          <a:p>
            <a:pPr marL="0" lvl="0" indent="0" algn="l" rtl="0">
              <a:spcBef>
                <a:spcPts val="0"/>
              </a:spcBef>
              <a:spcAft>
                <a:spcPts val="0"/>
              </a:spcAft>
              <a:buNone/>
            </a:pPr>
            <a:r>
              <a:rPr lang="en-US" sz="1400" strike="sngStrike" dirty="0">
                <a:latin typeface="Calibri" panose="020F0502020204030204" pitchFamily="34" charset="0"/>
                <a:cs typeface="Calibri" panose="020F0502020204030204" pitchFamily="34" charset="0"/>
              </a:rPr>
              <a:t>We can then assign an ordering to them based on this magnitude of the normal.</a:t>
            </a:r>
          </a:p>
          <a:p>
            <a:pPr marL="0" lvl="0" indent="0" algn="l" rtl="0">
              <a:spcBef>
                <a:spcPts val="0"/>
              </a:spcBef>
              <a:spcAft>
                <a:spcPts val="0"/>
              </a:spcAft>
              <a:buNone/>
            </a:pPr>
            <a:endParaRPr lang="en-US" sz="1400" strike="sngStrike" dirty="0">
              <a:latin typeface="Calibri" panose="020F0502020204030204" pitchFamily="34" charset="0"/>
              <a:cs typeface="Calibri" panose="020F0502020204030204" pitchFamily="34" charset="0"/>
            </a:endParaRPr>
          </a:p>
          <a:p>
            <a:pPr marL="0" lvl="0" indent="0" algn="l" rtl="0">
              <a:spcBef>
                <a:spcPts val="0"/>
              </a:spcBef>
              <a:spcAft>
                <a:spcPts val="0"/>
              </a:spcAft>
              <a:buNone/>
            </a:pPr>
            <a:r>
              <a:rPr lang="en-US" sz="1400" strike="sngStrike" dirty="0">
                <a:latin typeface="Calibri" panose="020F0502020204030204" pitchFamily="34" charset="0"/>
                <a:cs typeface="Calibri" panose="020F0502020204030204" pitchFamily="34" charset="0"/>
              </a:rPr>
              <a:t>Now, this is a wonderful theoretical approach and although it is possible to apply the math behind it, this is not typically how organizations address this particular problem.</a:t>
            </a:r>
          </a:p>
          <a:p>
            <a:pPr marL="0" lvl="0" indent="0" algn="l" rtl="0">
              <a:spcBef>
                <a:spcPts val="0"/>
              </a:spcBef>
              <a:spcAft>
                <a:spcPts val="0"/>
              </a:spcAft>
              <a:buNone/>
            </a:pPr>
            <a:endParaRPr lang="en-US" sz="1400" strike="sngStrike" dirty="0">
              <a:latin typeface="Calibri" panose="020F0502020204030204" pitchFamily="34" charset="0"/>
              <a:cs typeface="Calibri" panose="020F0502020204030204" pitchFamily="34" charset="0"/>
            </a:endParaRPr>
          </a:p>
          <a:p>
            <a:pPr marL="0" lvl="0" indent="0" algn="l" rtl="0">
              <a:spcBef>
                <a:spcPts val="0"/>
              </a:spcBef>
              <a:spcAft>
                <a:spcPts val="0"/>
              </a:spcAft>
              <a:buNone/>
            </a:pPr>
            <a:r>
              <a:rPr lang="en-US" sz="1400" strike="sngStrike" dirty="0">
                <a:latin typeface="Calibri" panose="020F0502020204030204" pitchFamily="34" charset="0"/>
                <a:cs typeface="Calibri" panose="020F0502020204030204" pitchFamily="34" charset="0"/>
              </a:rPr>
              <a:t>So, let's look at how it’s typically handled.</a:t>
            </a:r>
          </a:p>
          <a:p>
            <a:pPr marL="0" lvl="0" indent="0" algn="l" rtl="0">
              <a:spcBef>
                <a:spcPts val="0"/>
              </a:spcBef>
              <a:spcAft>
                <a:spcPts val="0"/>
              </a:spcAft>
              <a:buNone/>
            </a:pPr>
            <a:endParaRPr lang="en-US" sz="1400" dirty="0">
              <a:latin typeface="Calibri" panose="020F0502020204030204" pitchFamily="34" charset="0"/>
              <a:cs typeface="Calibri" panose="020F0502020204030204" pitchFamily="34" charset="0"/>
            </a:endParaRPr>
          </a:p>
        </p:txBody>
      </p:sp>
    </p:spTree>
    <p:extLst>
      <p:ext uri="{BB962C8B-B14F-4D97-AF65-F5344CB8AC3E}">
        <p14:creationId xmlns:p14="http://schemas.microsoft.com/office/powerpoint/2010/main" val="315088421"/>
      </p:ext>
    </p:extLst>
  </p:cSld>
  <p:clrMapOvr>
    <a:masterClrMapping/>
  </p:clrMapOvr>
</p:notes>
</file>

<file path=ppt/notesSlides/notesSlide32.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1195"/>
        <p:cNvGrpSpPr/>
        <p:nvPr/>
      </p:nvGrpSpPr>
      <p:grpSpPr>
        <a:xfrm>
          <a:off x="0" y="0"/>
          <a:ext cx="0" cy="0"/>
          <a:chOff x="0" y="0"/>
          <a:chExt cx="0" cy="0"/>
        </a:xfrm>
      </p:grpSpPr>
      <p:sp>
        <p:nvSpPr>
          <p:cNvPr id="1196" name="Google Shape;1196;g9ac6590046_0_272:notes"/>
          <p:cNvSpPr>
            <a:spLocks noGrp="1" noRot="1" noChangeAspect="1"/>
          </p:cNvSpPr>
          <p:nvPr>
            <p:ph type="sldImg" idx="2"/>
          </p:nvPr>
        </p:nvSpPr>
        <p:spPr>
          <a:xfrm>
            <a:off x="382588" y="685800"/>
            <a:ext cx="6094412" cy="3429000"/>
          </a:xfrm>
          <a:custGeom>
            <a:avLst/>
            <a:gdLst/>
            <a:ahLst/>
            <a:cxnLst/>
            <a:rect l="l" t="t" r="r" b="b"/>
            <a:pathLst>
              <a:path w="120000" h="120000" extrusionOk="0">
                <a:moveTo>
                  <a:pt x="0" y="0"/>
                </a:moveTo>
                <a:lnTo>
                  <a:pt x="120000" y="0"/>
                </a:lnTo>
                <a:lnTo>
                  <a:pt x="120000" y="120000"/>
                </a:lnTo>
                <a:lnTo>
                  <a:pt x="0" y="120000"/>
                </a:lnTo>
                <a:close/>
              </a:path>
            </a:pathLst>
          </a:custGeom>
        </p:spPr>
      </p:sp>
      <p:sp>
        <p:nvSpPr>
          <p:cNvPr id="1197" name="Google Shape;1197;g9ac6590046_0_272:notes"/>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r>
              <a:rPr lang="en-US" sz="1400" dirty="0">
                <a:latin typeface="Calibri" panose="020F0502020204030204" pitchFamily="34" charset="0"/>
                <a:cs typeface="Calibri" panose="020F0502020204030204" pitchFamily="34" charset="0"/>
              </a:rPr>
              <a:t>Script:</a:t>
            </a:r>
          </a:p>
          <a:p>
            <a:pPr marL="0" lvl="0" indent="0" algn="l" rtl="0">
              <a:spcBef>
                <a:spcPts val="0"/>
              </a:spcBef>
              <a:spcAft>
                <a:spcPts val="0"/>
              </a:spcAft>
              <a:buNone/>
            </a:pPr>
            <a:endParaRPr lang="en-US" sz="1400" dirty="0">
              <a:solidFill>
                <a:srgbClr val="1D1C1D"/>
              </a:solidFill>
              <a:effectLst/>
              <a:latin typeface="Calibri" panose="020F0502020204030204" pitchFamily="34" charset="0"/>
              <a:cs typeface="Calibri" panose="020F0502020204030204" pitchFamily="34" charset="0"/>
            </a:endParaRPr>
          </a:p>
          <a:p>
            <a:pPr marL="0" lvl="0" indent="0" algn="l" rtl="0">
              <a:spcBef>
                <a:spcPts val="0"/>
              </a:spcBef>
              <a:spcAft>
                <a:spcPts val="0"/>
              </a:spcAft>
              <a:buNone/>
            </a:pPr>
            <a:r>
              <a:rPr lang="en-US" sz="1400" strike="sngStrike" dirty="0">
                <a:latin typeface="Calibri" panose="020F0502020204030204" pitchFamily="34" charset="0"/>
                <a:cs typeface="Calibri" panose="020F0502020204030204" pitchFamily="34" charset="0"/>
              </a:rPr>
              <a:t>One of the questions that comes up a lot is given a set of uncontrolled threats, which ones are the most important to deal with.</a:t>
            </a:r>
          </a:p>
          <a:p>
            <a:pPr marL="0" lvl="0" indent="0" algn="l" rtl="0">
              <a:spcBef>
                <a:spcPts val="0"/>
              </a:spcBef>
              <a:spcAft>
                <a:spcPts val="0"/>
              </a:spcAft>
              <a:buNone/>
            </a:pPr>
            <a:endParaRPr lang="en-US" sz="1400" strike="sngStrike" dirty="0">
              <a:latin typeface="Calibri" panose="020F0502020204030204" pitchFamily="34" charset="0"/>
              <a:cs typeface="Calibri" panose="020F0502020204030204" pitchFamily="34" charset="0"/>
            </a:endParaRPr>
          </a:p>
          <a:p>
            <a:pPr marL="0" lvl="0" indent="0" algn="l" rtl="0">
              <a:spcBef>
                <a:spcPts val="0"/>
              </a:spcBef>
              <a:spcAft>
                <a:spcPts val="0"/>
              </a:spcAft>
              <a:buNone/>
            </a:pPr>
            <a:r>
              <a:rPr lang="en-US" sz="1400" strike="sngStrike" dirty="0">
                <a:latin typeface="Calibri" panose="020F0502020204030204" pitchFamily="34" charset="0"/>
                <a:cs typeface="Calibri" panose="020F0502020204030204" pitchFamily="34" charset="0"/>
              </a:rPr>
              <a:t>If we just do a strict bisection and say everything above the line is uncontrolled, that doesn't really help all that much.</a:t>
            </a:r>
          </a:p>
          <a:p>
            <a:pPr marL="0" lvl="0" indent="0" algn="l" rtl="0">
              <a:spcBef>
                <a:spcPts val="0"/>
              </a:spcBef>
              <a:spcAft>
                <a:spcPts val="0"/>
              </a:spcAft>
              <a:buNone/>
            </a:pPr>
            <a:endParaRPr lang="en-US" sz="1400" strike="sngStrike" dirty="0">
              <a:latin typeface="Calibri" panose="020F0502020204030204" pitchFamily="34" charset="0"/>
              <a:cs typeface="Calibri" panose="020F0502020204030204" pitchFamily="34" charset="0"/>
            </a:endParaRPr>
          </a:p>
          <a:p>
            <a:pPr marL="0" lvl="0" indent="0" algn="l" rtl="0">
              <a:spcBef>
                <a:spcPts val="0"/>
              </a:spcBef>
              <a:spcAft>
                <a:spcPts val="0"/>
              </a:spcAft>
              <a:buNone/>
            </a:pPr>
            <a:r>
              <a:rPr lang="en-US" sz="1400" strike="sngStrike" dirty="0">
                <a:latin typeface="Calibri" panose="020F0502020204030204" pitchFamily="34" charset="0"/>
                <a:cs typeface="Calibri" panose="020F0502020204030204" pitchFamily="34" charset="0"/>
              </a:rPr>
              <a:t>&lt;pause&gt;</a:t>
            </a:r>
          </a:p>
          <a:p>
            <a:pPr marL="0" lvl="0" indent="0" algn="l" rtl="0">
              <a:spcBef>
                <a:spcPts val="0"/>
              </a:spcBef>
              <a:spcAft>
                <a:spcPts val="0"/>
              </a:spcAft>
              <a:buNone/>
            </a:pPr>
            <a:endParaRPr lang="en-US" sz="1400" strike="sngStrike" dirty="0">
              <a:latin typeface="Calibri" panose="020F0502020204030204" pitchFamily="34" charset="0"/>
              <a:cs typeface="Calibri" panose="020F0502020204030204" pitchFamily="34" charset="0"/>
            </a:endParaRPr>
          </a:p>
          <a:p>
            <a:pPr marL="0" lvl="0" indent="0" algn="l" rtl="0">
              <a:spcBef>
                <a:spcPts val="0"/>
              </a:spcBef>
              <a:spcAft>
                <a:spcPts val="0"/>
              </a:spcAft>
              <a:buNone/>
            </a:pPr>
            <a:r>
              <a:rPr lang="en-US" sz="1400" dirty="0">
                <a:latin typeface="Calibri" panose="020F0502020204030204" pitchFamily="34" charset="0"/>
                <a:cs typeface="Calibri" panose="020F0502020204030204" pitchFamily="34" charset="0"/>
              </a:rPr>
              <a:t>One way to address this issue is to take a set of points in the space and consider the magnitude of the normal from the risk appetite line to the individual plotted threats.</a:t>
            </a:r>
          </a:p>
          <a:p>
            <a:pPr marL="0" lvl="0" indent="0" algn="l" rtl="0">
              <a:spcBef>
                <a:spcPts val="0"/>
              </a:spcBef>
              <a:spcAft>
                <a:spcPts val="0"/>
              </a:spcAft>
              <a:buNone/>
            </a:pPr>
            <a:endParaRPr lang="en-US" sz="1400" dirty="0">
              <a:latin typeface="Calibri" panose="020F0502020204030204" pitchFamily="34" charset="0"/>
              <a:cs typeface="Calibri" panose="020F0502020204030204" pitchFamily="34" charset="0"/>
            </a:endParaRPr>
          </a:p>
          <a:p>
            <a:pPr marL="0" lvl="0" indent="0" algn="l" rtl="0">
              <a:spcBef>
                <a:spcPts val="0"/>
              </a:spcBef>
              <a:spcAft>
                <a:spcPts val="0"/>
              </a:spcAft>
              <a:buNone/>
            </a:pPr>
            <a:r>
              <a:rPr lang="en-US" sz="1400" dirty="0">
                <a:latin typeface="Calibri" panose="020F0502020204030204" pitchFamily="34" charset="0"/>
                <a:cs typeface="Calibri" panose="020F0502020204030204" pitchFamily="34" charset="0"/>
              </a:rPr>
              <a:t>&lt;pause&gt;</a:t>
            </a:r>
          </a:p>
          <a:p>
            <a:pPr marL="0" lvl="0" indent="0" algn="l" rtl="0">
              <a:spcBef>
                <a:spcPts val="0"/>
              </a:spcBef>
              <a:spcAft>
                <a:spcPts val="0"/>
              </a:spcAft>
              <a:buNone/>
            </a:pPr>
            <a:endParaRPr lang="en-US" sz="1400" dirty="0">
              <a:latin typeface="Calibri" panose="020F0502020204030204" pitchFamily="34" charset="0"/>
              <a:cs typeface="Calibri" panose="020F0502020204030204" pitchFamily="34" charset="0"/>
            </a:endParaRPr>
          </a:p>
          <a:p>
            <a:pPr marL="0" lvl="0" indent="0" algn="l" rtl="0">
              <a:spcBef>
                <a:spcPts val="0"/>
              </a:spcBef>
              <a:spcAft>
                <a:spcPts val="0"/>
              </a:spcAft>
              <a:buNone/>
            </a:pPr>
            <a:r>
              <a:rPr lang="en-US" sz="1400" strike="sngStrike" dirty="0">
                <a:latin typeface="Calibri" panose="020F0502020204030204" pitchFamily="34" charset="0"/>
                <a:cs typeface="Calibri" panose="020F0502020204030204" pitchFamily="34" charset="0"/>
              </a:rPr>
              <a:t>We can then assign an ordering to them based on this magnitude of the normal.</a:t>
            </a:r>
          </a:p>
          <a:p>
            <a:pPr marL="0" lvl="0" indent="0" algn="l" rtl="0">
              <a:spcBef>
                <a:spcPts val="0"/>
              </a:spcBef>
              <a:spcAft>
                <a:spcPts val="0"/>
              </a:spcAft>
              <a:buNone/>
            </a:pPr>
            <a:endParaRPr lang="en-US" sz="1400" strike="sngStrike" dirty="0">
              <a:latin typeface="Calibri" panose="020F0502020204030204" pitchFamily="34" charset="0"/>
              <a:cs typeface="Calibri" panose="020F0502020204030204" pitchFamily="34" charset="0"/>
            </a:endParaRPr>
          </a:p>
          <a:p>
            <a:pPr marL="0" lvl="0" indent="0" algn="l" rtl="0">
              <a:spcBef>
                <a:spcPts val="0"/>
              </a:spcBef>
              <a:spcAft>
                <a:spcPts val="0"/>
              </a:spcAft>
              <a:buNone/>
            </a:pPr>
            <a:r>
              <a:rPr lang="en-US" sz="1400" strike="sngStrike" dirty="0">
                <a:latin typeface="Calibri" panose="020F0502020204030204" pitchFamily="34" charset="0"/>
                <a:cs typeface="Calibri" panose="020F0502020204030204" pitchFamily="34" charset="0"/>
              </a:rPr>
              <a:t>Now, this is a wonderful theoretical approach and although it is possible to apply the math behind it, this is not typically how organizations address this particular problem.</a:t>
            </a:r>
          </a:p>
          <a:p>
            <a:pPr marL="0" lvl="0" indent="0" algn="l" rtl="0">
              <a:spcBef>
                <a:spcPts val="0"/>
              </a:spcBef>
              <a:spcAft>
                <a:spcPts val="0"/>
              </a:spcAft>
              <a:buNone/>
            </a:pPr>
            <a:endParaRPr lang="en-US" sz="1400" strike="sngStrike" dirty="0">
              <a:latin typeface="Calibri" panose="020F0502020204030204" pitchFamily="34" charset="0"/>
              <a:cs typeface="Calibri" panose="020F0502020204030204" pitchFamily="34" charset="0"/>
            </a:endParaRPr>
          </a:p>
          <a:p>
            <a:pPr marL="0" lvl="0" indent="0" algn="l" rtl="0">
              <a:spcBef>
                <a:spcPts val="0"/>
              </a:spcBef>
              <a:spcAft>
                <a:spcPts val="0"/>
              </a:spcAft>
              <a:buNone/>
            </a:pPr>
            <a:r>
              <a:rPr lang="en-US" sz="1400" strike="sngStrike" dirty="0">
                <a:latin typeface="Calibri" panose="020F0502020204030204" pitchFamily="34" charset="0"/>
                <a:cs typeface="Calibri" panose="020F0502020204030204" pitchFamily="34" charset="0"/>
              </a:rPr>
              <a:t>So, let's look at how it’s typically handled.</a:t>
            </a:r>
          </a:p>
          <a:p>
            <a:pPr marL="0" lvl="0" indent="0" algn="l" rtl="0">
              <a:spcBef>
                <a:spcPts val="0"/>
              </a:spcBef>
              <a:spcAft>
                <a:spcPts val="0"/>
              </a:spcAft>
              <a:buNone/>
            </a:pPr>
            <a:endParaRPr lang="en-US" sz="1400" dirty="0">
              <a:latin typeface="Calibri" panose="020F0502020204030204" pitchFamily="34" charset="0"/>
              <a:cs typeface="Calibri" panose="020F0502020204030204" pitchFamily="34" charset="0"/>
            </a:endParaRPr>
          </a:p>
        </p:txBody>
      </p:sp>
    </p:spTree>
    <p:extLst>
      <p:ext uri="{BB962C8B-B14F-4D97-AF65-F5344CB8AC3E}">
        <p14:creationId xmlns:p14="http://schemas.microsoft.com/office/powerpoint/2010/main" val="3949195567"/>
      </p:ext>
    </p:extLst>
  </p:cSld>
  <p:clrMapOvr>
    <a:masterClrMapping/>
  </p:clrMapOvr>
</p:notes>
</file>

<file path=ppt/notesSlides/notesSlide33.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1195"/>
        <p:cNvGrpSpPr/>
        <p:nvPr/>
      </p:nvGrpSpPr>
      <p:grpSpPr>
        <a:xfrm>
          <a:off x="0" y="0"/>
          <a:ext cx="0" cy="0"/>
          <a:chOff x="0" y="0"/>
          <a:chExt cx="0" cy="0"/>
        </a:xfrm>
      </p:grpSpPr>
      <p:sp>
        <p:nvSpPr>
          <p:cNvPr id="1196" name="Google Shape;1196;g9ac6590046_0_272:notes"/>
          <p:cNvSpPr>
            <a:spLocks noGrp="1" noRot="1" noChangeAspect="1"/>
          </p:cNvSpPr>
          <p:nvPr>
            <p:ph type="sldImg" idx="2"/>
          </p:nvPr>
        </p:nvSpPr>
        <p:spPr>
          <a:xfrm>
            <a:off x="382588" y="685800"/>
            <a:ext cx="6094412" cy="3429000"/>
          </a:xfrm>
          <a:custGeom>
            <a:avLst/>
            <a:gdLst/>
            <a:ahLst/>
            <a:cxnLst/>
            <a:rect l="l" t="t" r="r" b="b"/>
            <a:pathLst>
              <a:path w="120000" h="120000" extrusionOk="0">
                <a:moveTo>
                  <a:pt x="0" y="0"/>
                </a:moveTo>
                <a:lnTo>
                  <a:pt x="120000" y="0"/>
                </a:lnTo>
                <a:lnTo>
                  <a:pt x="120000" y="120000"/>
                </a:lnTo>
                <a:lnTo>
                  <a:pt x="0" y="120000"/>
                </a:lnTo>
                <a:close/>
              </a:path>
            </a:pathLst>
          </a:custGeom>
        </p:spPr>
      </p:sp>
      <p:sp>
        <p:nvSpPr>
          <p:cNvPr id="1197" name="Google Shape;1197;g9ac6590046_0_272:notes"/>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r>
              <a:rPr lang="en-US" sz="1400" dirty="0">
                <a:latin typeface="Calibri" panose="020F0502020204030204" pitchFamily="34" charset="0"/>
                <a:cs typeface="Calibri" panose="020F0502020204030204" pitchFamily="34" charset="0"/>
              </a:rPr>
              <a:t>Script:</a:t>
            </a:r>
          </a:p>
          <a:p>
            <a:pPr marL="0" lvl="0" indent="0" algn="l" rtl="0">
              <a:spcBef>
                <a:spcPts val="0"/>
              </a:spcBef>
              <a:spcAft>
                <a:spcPts val="0"/>
              </a:spcAft>
              <a:buNone/>
            </a:pPr>
            <a:endParaRPr lang="en-US" sz="1400" dirty="0">
              <a:solidFill>
                <a:srgbClr val="1D1C1D"/>
              </a:solidFill>
              <a:effectLst/>
              <a:latin typeface="Calibri" panose="020F0502020204030204" pitchFamily="34" charset="0"/>
              <a:cs typeface="Calibri" panose="020F0502020204030204" pitchFamily="34" charset="0"/>
            </a:endParaRPr>
          </a:p>
          <a:p>
            <a:pPr marL="0" lvl="0" indent="0" algn="l" rtl="0">
              <a:spcBef>
                <a:spcPts val="0"/>
              </a:spcBef>
              <a:spcAft>
                <a:spcPts val="0"/>
              </a:spcAft>
              <a:buNone/>
            </a:pPr>
            <a:r>
              <a:rPr lang="en-US" sz="1400" strike="sngStrike" dirty="0">
                <a:latin typeface="Calibri" panose="020F0502020204030204" pitchFamily="34" charset="0"/>
                <a:cs typeface="Calibri" panose="020F0502020204030204" pitchFamily="34" charset="0"/>
              </a:rPr>
              <a:t>One of the questions that comes up a lot is given a set of uncontrolled threats, which ones are the most important to deal with.</a:t>
            </a:r>
          </a:p>
          <a:p>
            <a:pPr marL="0" lvl="0" indent="0" algn="l" rtl="0">
              <a:spcBef>
                <a:spcPts val="0"/>
              </a:spcBef>
              <a:spcAft>
                <a:spcPts val="0"/>
              </a:spcAft>
              <a:buNone/>
            </a:pPr>
            <a:endParaRPr lang="en-US" sz="1400" strike="sngStrike" dirty="0">
              <a:latin typeface="Calibri" panose="020F0502020204030204" pitchFamily="34" charset="0"/>
              <a:cs typeface="Calibri" panose="020F0502020204030204" pitchFamily="34" charset="0"/>
            </a:endParaRPr>
          </a:p>
          <a:p>
            <a:pPr marL="0" lvl="0" indent="0" algn="l" rtl="0">
              <a:spcBef>
                <a:spcPts val="0"/>
              </a:spcBef>
              <a:spcAft>
                <a:spcPts val="0"/>
              </a:spcAft>
              <a:buNone/>
            </a:pPr>
            <a:r>
              <a:rPr lang="en-US" sz="1400" strike="sngStrike" dirty="0">
                <a:latin typeface="Calibri" panose="020F0502020204030204" pitchFamily="34" charset="0"/>
                <a:cs typeface="Calibri" panose="020F0502020204030204" pitchFamily="34" charset="0"/>
              </a:rPr>
              <a:t>If we just do a strict bisection and say everything above the line is uncontrolled, that doesn't really help all that much.</a:t>
            </a:r>
          </a:p>
          <a:p>
            <a:pPr marL="0" lvl="0" indent="0" algn="l" rtl="0">
              <a:spcBef>
                <a:spcPts val="0"/>
              </a:spcBef>
              <a:spcAft>
                <a:spcPts val="0"/>
              </a:spcAft>
              <a:buNone/>
            </a:pPr>
            <a:endParaRPr lang="en-US" sz="1400" strike="sngStrike" dirty="0">
              <a:latin typeface="Calibri" panose="020F0502020204030204" pitchFamily="34" charset="0"/>
              <a:cs typeface="Calibri" panose="020F0502020204030204" pitchFamily="34" charset="0"/>
            </a:endParaRPr>
          </a:p>
          <a:p>
            <a:pPr marL="0" lvl="0" indent="0" algn="l" rtl="0">
              <a:spcBef>
                <a:spcPts val="0"/>
              </a:spcBef>
              <a:spcAft>
                <a:spcPts val="0"/>
              </a:spcAft>
              <a:buNone/>
            </a:pPr>
            <a:r>
              <a:rPr lang="en-US" sz="1400" strike="sngStrike" dirty="0">
                <a:latin typeface="Calibri" panose="020F0502020204030204" pitchFamily="34" charset="0"/>
                <a:cs typeface="Calibri" panose="020F0502020204030204" pitchFamily="34" charset="0"/>
              </a:rPr>
              <a:t>&lt;pause&gt;</a:t>
            </a:r>
          </a:p>
          <a:p>
            <a:pPr marL="0" lvl="0" indent="0" algn="l" rtl="0">
              <a:spcBef>
                <a:spcPts val="0"/>
              </a:spcBef>
              <a:spcAft>
                <a:spcPts val="0"/>
              </a:spcAft>
              <a:buNone/>
            </a:pPr>
            <a:endParaRPr lang="en-US" sz="1400" strike="sngStrike" dirty="0">
              <a:latin typeface="Calibri" panose="020F0502020204030204" pitchFamily="34" charset="0"/>
              <a:cs typeface="Calibri" panose="020F0502020204030204" pitchFamily="34" charset="0"/>
            </a:endParaRPr>
          </a:p>
          <a:p>
            <a:pPr marL="0" lvl="0" indent="0" algn="l" rtl="0">
              <a:spcBef>
                <a:spcPts val="0"/>
              </a:spcBef>
              <a:spcAft>
                <a:spcPts val="0"/>
              </a:spcAft>
              <a:buNone/>
            </a:pPr>
            <a:r>
              <a:rPr lang="en-US" sz="1400" strike="sngStrike" dirty="0">
                <a:latin typeface="Calibri" panose="020F0502020204030204" pitchFamily="34" charset="0"/>
                <a:cs typeface="Calibri" panose="020F0502020204030204" pitchFamily="34" charset="0"/>
              </a:rPr>
              <a:t>One way to address this issue is to take a set of points in the space and consider the magnitude of the normal from the risk appetite line to the individual plotted threats.</a:t>
            </a:r>
          </a:p>
          <a:p>
            <a:pPr marL="0" lvl="0" indent="0" algn="l" rtl="0">
              <a:spcBef>
                <a:spcPts val="0"/>
              </a:spcBef>
              <a:spcAft>
                <a:spcPts val="0"/>
              </a:spcAft>
              <a:buNone/>
            </a:pPr>
            <a:endParaRPr lang="en-US" sz="1400" strike="sngStrike" dirty="0">
              <a:latin typeface="Calibri" panose="020F0502020204030204" pitchFamily="34" charset="0"/>
              <a:cs typeface="Calibri" panose="020F0502020204030204" pitchFamily="34" charset="0"/>
            </a:endParaRPr>
          </a:p>
          <a:p>
            <a:pPr marL="0" lvl="0" indent="0" algn="l" rtl="0">
              <a:spcBef>
                <a:spcPts val="0"/>
              </a:spcBef>
              <a:spcAft>
                <a:spcPts val="0"/>
              </a:spcAft>
              <a:buNone/>
            </a:pPr>
            <a:r>
              <a:rPr lang="en-US" sz="1400" strike="sngStrike" dirty="0">
                <a:latin typeface="Calibri" panose="020F0502020204030204" pitchFamily="34" charset="0"/>
                <a:cs typeface="Calibri" panose="020F0502020204030204" pitchFamily="34" charset="0"/>
              </a:rPr>
              <a:t>&lt;pause&gt;</a:t>
            </a:r>
          </a:p>
          <a:p>
            <a:pPr marL="0" lvl="0" indent="0" algn="l" rtl="0">
              <a:spcBef>
                <a:spcPts val="0"/>
              </a:spcBef>
              <a:spcAft>
                <a:spcPts val="0"/>
              </a:spcAft>
              <a:buNone/>
            </a:pPr>
            <a:endParaRPr lang="en-US" sz="1400" dirty="0">
              <a:latin typeface="Calibri" panose="020F0502020204030204" pitchFamily="34" charset="0"/>
              <a:cs typeface="Calibri" panose="020F0502020204030204" pitchFamily="34" charset="0"/>
            </a:endParaRPr>
          </a:p>
          <a:p>
            <a:pPr marL="0" lvl="0" indent="0" algn="l" rtl="0">
              <a:spcBef>
                <a:spcPts val="0"/>
              </a:spcBef>
              <a:spcAft>
                <a:spcPts val="0"/>
              </a:spcAft>
              <a:buNone/>
            </a:pPr>
            <a:r>
              <a:rPr lang="en-US" sz="1400" dirty="0">
                <a:latin typeface="Calibri" panose="020F0502020204030204" pitchFamily="34" charset="0"/>
                <a:cs typeface="Calibri" panose="020F0502020204030204" pitchFamily="34" charset="0"/>
              </a:rPr>
              <a:t>We can then assign an ordering to them based on this magnitude of the normal.</a:t>
            </a:r>
          </a:p>
          <a:p>
            <a:pPr marL="0" lvl="0" indent="0" algn="l" rtl="0">
              <a:spcBef>
                <a:spcPts val="0"/>
              </a:spcBef>
              <a:spcAft>
                <a:spcPts val="0"/>
              </a:spcAft>
              <a:buNone/>
            </a:pPr>
            <a:endParaRPr lang="en-US" sz="1400" dirty="0">
              <a:latin typeface="Calibri" panose="020F0502020204030204" pitchFamily="34" charset="0"/>
              <a:cs typeface="Calibri" panose="020F0502020204030204" pitchFamily="34" charset="0"/>
            </a:endParaRPr>
          </a:p>
          <a:p>
            <a:pPr marL="0" lvl="0" indent="0" algn="l" rtl="0">
              <a:spcBef>
                <a:spcPts val="0"/>
              </a:spcBef>
              <a:spcAft>
                <a:spcPts val="0"/>
              </a:spcAft>
              <a:buNone/>
            </a:pPr>
            <a:r>
              <a:rPr lang="en-US" sz="1400" dirty="0">
                <a:latin typeface="Calibri" panose="020F0502020204030204" pitchFamily="34" charset="0"/>
                <a:cs typeface="Calibri" panose="020F0502020204030204" pitchFamily="34" charset="0"/>
              </a:rPr>
              <a:t>Now, this is a wonderful theoretical approach and although it is possible to apply the math behind it, this is not typically how organizations address this particular problem.</a:t>
            </a:r>
          </a:p>
          <a:p>
            <a:pPr marL="0" lvl="0" indent="0" algn="l" rtl="0">
              <a:spcBef>
                <a:spcPts val="0"/>
              </a:spcBef>
              <a:spcAft>
                <a:spcPts val="0"/>
              </a:spcAft>
              <a:buNone/>
            </a:pPr>
            <a:endParaRPr lang="en-US" sz="1400" dirty="0">
              <a:latin typeface="Calibri" panose="020F0502020204030204" pitchFamily="34" charset="0"/>
              <a:cs typeface="Calibri" panose="020F0502020204030204" pitchFamily="34" charset="0"/>
            </a:endParaRPr>
          </a:p>
          <a:p>
            <a:pPr marL="0" lvl="0" indent="0" algn="l" rtl="0">
              <a:spcBef>
                <a:spcPts val="0"/>
              </a:spcBef>
              <a:spcAft>
                <a:spcPts val="0"/>
              </a:spcAft>
              <a:buNone/>
            </a:pPr>
            <a:r>
              <a:rPr lang="en-US" sz="1400" dirty="0">
                <a:latin typeface="Calibri" panose="020F0502020204030204" pitchFamily="34" charset="0"/>
                <a:cs typeface="Calibri" panose="020F0502020204030204" pitchFamily="34" charset="0"/>
              </a:rPr>
              <a:t>So, let's look at how it’s typically handled.</a:t>
            </a:r>
          </a:p>
          <a:p>
            <a:pPr marL="0" lvl="0" indent="0" algn="l" rtl="0">
              <a:spcBef>
                <a:spcPts val="0"/>
              </a:spcBef>
              <a:spcAft>
                <a:spcPts val="0"/>
              </a:spcAft>
              <a:buNone/>
            </a:pPr>
            <a:endParaRPr lang="en-US" sz="1400" dirty="0">
              <a:latin typeface="Calibri" panose="020F0502020204030204" pitchFamily="34" charset="0"/>
              <a:cs typeface="Calibri" panose="020F0502020204030204" pitchFamily="34" charset="0"/>
            </a:endParaRPr>
          </a:p>
          <a:p>
            <a:pPr marL="0" lvl="0" indent="0" algn="l" rtl="0">
              <a:spcBef>
                <a:spcPts val="0"/>
              </a:spcBef>
              <a:spcAft>
                <a:spcPts val="0"/>
              </a:spcAft>
              <a:buNone/>
            </a:pPr>
            <a:endParaRPr lang="en-US" sz="1400" dirty="0">
              <a:latin typeface="Calibri" panose="020F0502020204030204" pitchFamily="34" charset="0"/>
              <a:cs typeface="Calibri" panose="020F0502020204030204" pitchFamily="34" charset="0"/>
            </a:endParaRPr>
          </a:p>
        </p:txBody>
      </p:sp>
    </p:spTree>
    <p:extLst>
      <p:ext uri="{BB962C8B-B14F-4D97-AF65-F5344CB8AC3E}">
        <p14:creationId xmlns:p14="http://schemas.microsoft.com/office/powerpoint/2010/main" val="2369486595"/>
      </p:ext>
    </p:extLst>
  </p:cSld>
  <p:clrMapOvr>
    <a:masterClrMapping/>
  </p:clrMapOvr>
</p:notes>
</file>

<file path=ppt/notesSlides/notesSlide34.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1195"/>
        <p:cNvGrpSpPr/>
        <p:nvPr/>
      </p:nvGrpSpPr>
      <p:grpSpPr>
        <a:xfrm>
          <a:off x="0" y="0"/>
          <a:ext cx="0" cy="0"/>
          <a:chOff x="0" y="0"/>
          <a:chExt cx="0" cy="0"/>
        </a:xfrm>
      </p:grpSpPr>
      <p:sp>
        <p:nvSpPr>
          <p:cNvPr id="1196" name="Google Shape;1196;g9ac6590046_0_272:notes"/>
          <p:cNvSpPr>
            <a:spLocks noGrp="1" noRot="1" noChangeAspect="1"/>
          </p:cNvSpPr>
          <p:nvPr>
            <p:ph type="sldImg" idx="2"/>
          </p:nvPr>
        </p:nvSpPr>
        <p:spPr>
          <a:xfrm>
            <a:off x="382588" y="685800"/>
            <a:ext cx="6094412" cy="3429000"/>
          </a:xfrm>
          <a:custGeom>
            <a:avLst/>
            <a:gdLst/>
            <a:ahLst/>
            <a:cxnLst/>
            <a:rect l="l" t="t" r="r" b="b"/>
            <a:pathLst>
              <a:path w="120000" h="120000" extrusionOk="0">
                <a:moveTo>
                  <a:pt x="0" y="0"/>
                </a:moveTo>
                <a:lnTo>
                  <a:pt x="120000" y="0"/>
                </a:lnTo>
                <a:lnTo>
                  <a:pt x="120000" y="120000"/>
                </a:lnTo>
                <a:lnTo>
                  <a:pt x="0" y="120000"/>
                </a:lnTo>
                <a:close/>
              </a:path>
            </a:pathLst>
          </a:custGeom>
        </p:spPr>
      </p:sp>
      <p:sp>
        <p:nvSpPr>
          <p:cNvPr id="1197" name="Google Shape;1197;g9ac6590046_0_272:notes"/>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r>
              <a:rPr lang="en-US" sz="1400" dirty="0">
                <a:latin typeface="Calibri" panose="020F0502020204030204" pitchFamily="34" charset="0"/>
                <a:cs typeface="Calibri" panose="020F0502020204030204" pitchFamily="34" charset="0"/>
              </a:rPr>
              <a:t>Script:</a:t>
            </a:r>
          </a:p>
          <a:p>
            <a:pPr marL="0" lvl="0" indent="0" algn="l" rtl="0">
              <a:spcBef>
                <a:spcPts val="0"/>
              </a:spcBef>
              <a:spcAft>
                <a:spcPts val="0"/>
              </a:spcAft>
              <a:buNone/>
            </a:pPr>
            <a:endParaRPr lang="en-US" sz="1400" dirty="0">
              <a:solidFill>
                <a:srgbClr val="1D1C1D"/>
              </a:solidFill>
              <a:effectLst/>
              <a:latin typeface="Calibri" panose="020F0502020204030204" pitchFamily="34" charset="0"/>
              <a:cs typeface="Calibri" panose="020F0502020204030204" pitchFamily="34" charset="0"/>
            </a:endParaRPr>
          </a:p>
          <a:p>
            <a:pPr marL="0" lvl="0" indent="0" algn="l" rtl="0">
              <a:spcBef>
                <a:spcPts val="0"/>
              </a:spcBef>
              <a:spcAft>
                <a:spcPts val="0"/>
              </a:spcAft>
              <a:buNone/>
            </a:pPr>
            <a:r>
              <a:rPr lang="en-US" sz="1400" dirty="0">
                <a:latin typeface="Calibri" panose="020F0502020204030204" pitchFamily="34" charset="0"/>
                <a:cs typeface="Calibri" panose="020F0502020204030204" pitchFamily="34" charset="0"/>
              </a:rPr>
              <a:t>The typical way that organizations deal with the likelihood and impact information is through quantization.</a:t>
            </a:r>
          </a:p>
          <a:p>
            <a:pPr marL="0" lvl="0" indent="0" algn="l" rtl="0">
              <a:spcBef>
                <a:spcPts val="0"/>
              </a:spcBef>
              <a:spcAft>
                <a:spcPts val="0"/>
              </a:spcAft>
              <a:buNone/>
            </a:pPr>
            <a:endParaRPr lang="en-US" sz="1400" dirty="0">
              <a:latin typeface="Calibri" panose="020F0502020204030204" pitchFamily="34" charset="0"/>
              <a:cs typeface="Calibri" panose="020F0502020204030204" pitchFamily="34" charset="0"/>
            </a:endParaRPr>
          </a:p>
          <a:p>
            <a:pPr marL="0" lvl="0" indent="0" algn="l" rtl="0">
              <a:spcBef>
                <a:spcPts val="0"/>
              </a:spcBef>
              <a:spcAft>
                <a:spcPts val="0"/>
              </a:spcAft>
              <a:buNone/>
            </a:pPr>
            <a:r>
              <a:rPr lang="en-US" sz="1400" dirty="0">
                <a:latin typeface="Calibri" panose="020F0502020204030204" pitchFamily="34" charset="0"/>
                <a:cs typeface="Calibri" panose="020F0502020204030204" pitchFamily="34" charset="0"/>
              </a:rPr>
              <a:t>Quantization is built into most of the tools used to determine the impact and the likelihood.</a:t>
            </a:r>
          </a:p>
          <a:p>
            <a:pPr marL="0" lvl="0" indent="0" algn="l" rtl="0">
              <a:spcBef>
                <a:spcPts val="0"/>
              </a:spcBef>
              <a:spcAft>
                <a:spcPts val="0"/>
              </a:spcAft>
              <a:buNone/>
            </a:pPr>
            <a:endParaRPr lang="en-US" sz="1400" dirty="0">
              <a:latin typeface="Calibri" panose="020F0502020204030204" pitchFamily="34" charset="0"/>
              <a:cs typeface="Calibri" panose="020F0502020204030204" pitchFamily="34" charset="0"/>
            </a:endParaRPr>
          </a:p>
          <a:p>
            <a:pPr marL="0" lvl="0" indent="0" algn="l" rtl="0">
              <a:spcBef>
                <a:spcPts val="0"/>
              </a:spcBef>
              <a:spcAft>
                <a:spcPts val="0"/>
              </a:spcAft>
              <a:buNone/>
            </a:pPr>
            <a:r>
              <a:rPr lang="en-US" sz="1400" dirty="0">
                <a:latin typeface="Calibri" panose="020F0502020204030204" pitchFamily="34" charset="0"/>
                <a:cs typeface="Calibri" panose="020F0502020204030204" pitchFamily="34" charset="0"/>
              </a:rPr>
              <a:t>And also because of this, they are baked into various standards.</a:t>
            </a:r>
          </a:p>
          <a:p>
            <a:pPr marL="0" lvl="0" indent="0" algn="l" rtl="0">
              <a:spcBef>
                <a:spcPts val="0"/>
              </a:spcBef>
              <a:spcAft>
                <a:spcPts val="0"/>
              </a:spcAft>
              <a:buNone/>
            </a:pPr>
            <a:endParaRPr lang="en-US" sz="1400" dirty="0">
              <a:latin typeface="Calibri" panose="020F0502020204030204" pitchFamily="34" charset="0"/>
              <a:cs typeface="Calibri" panose="020F0502020204030204" pitchFamily="34" charset="0"/>
            </a:endParaRPr>
          </a:p>
          <a:p>
            <a:pPr marL="0" lvl="0" indent="0" algn="l" rtl="0">
              <a:spcBef>
                <a:spcPts val="0"/>
              </a:spcBef>
              <a:spcAft>
                <a:spcPts val="0"/>
              </a:spcAft>
              <a:buNone/>
            </a:pPr>
            <a:r>
              <a:rPr lang="en-US" sz="1400" dirty="0">
                <a:latin typeface="Calibri" panose="020F0502020204030204" pitchFamily="34" charset="0"/>
                <a:cs typeface="Calibri" panose="020F0502020204030204" pitchFamily="34" charset="0"/>
              </a:rPr>
              <a:t>One reason for the adoption of quantized rather than continuous values is that people believe it reduces decision-making complexity.</a:t>
            </a:r>
          </a:p>
          <a:p>
            <a:pPr marL="0" lvl="0" indent="0" algn="l" rtl="0">
              <a:spcBef>
                <a:spcPts val="0"/>
              </a:spcBef>
              <a:spcAft>
                <a:spcPts val="0"/>
              </a:spcAft>
              <a:buNone/>
            </a:pPr>
            <a:endParaRPr lang="en-US" sz="1400" dirty="0">
              <a:latin typeface="Calibri" panose="020F0502020204030204" pitchFamily="34" charset="0"/>
              <a:cs typeface="Calibri" panose="020F0502020204030204" pitchFamily="34" charset="0"/>
            </a:endParaRPr>
          </a:p>
          <a:p>
            <a:pPr marL="0" lvl="0" indent="0" algn="l" rtl="0">
              <a:spcBef>
                <a:spcPts val="0"/>
              </a:spcBef>
              <a:spcAft>
                <a:spcPts val="0"/>
              </a:spcAft>
              <a:buNone/>
            </a:pPr>
            <a:r>
              <a:rPr lang="en-US" sz="1400" dirty="0">
                <a:latin typeface="Calibri" panose="020F0502020204030204" pitchFamily="34" charset="0"/>
                <a:cs typeface="Calibri" panose="020F0502020204030204" pitchFamily="34" charset="0"/>
              </a:rPr>
              <a:t>&lt;pause&gt;</a:t>
            </a:r>
          </a:p>
          <a:p>
            <a:pPr marL="0" lvl="0" indent="0" algn="l" rtl="0">
              <a:spcBef>
                <a:spcPts val="0"/>
              </a:spcBef>
              <a:spcAft>
                <a:spcPts val="0"/>
              </a:spcAft>
              <a:buNone/>
            </a:pPr>
            <a:endParaRPr lang="en-US" sz="1400" dirty="0">
              <a:latin typeface="Calibri" panose="020F0502020204030204" pitchFamily="34" charset="0"/>
              <a:cs typeface="Calibri" panose="020F0502020204030204" pitchFamily="34" charset="0"/>
            </a:endParaRPr>
          </a:p>
          <a:p>
            <a:pPr marL="0" lvl="0" indent="0" algn="l" rtl="0">
              <a:spcBef>
                <a:spcPts val="0"/>
              </a:spcBef>
              <a:spcAft>
                <a:spcPts val="0"/>
              </a:spcAft>
              <a:buNone/>
            </a:pPr>
            <a:r>
              <a:rPr lang="en-US" sz="1400" dirty="0">
                <a:latin typeface="Calibri" panose="020F0502020204030204" pitchFamily="34" charset="0"/>
                <a:cs typeface="Calibri" panose="020F0502020204030204" pitchFamily="34" charset="0"/>
              </a:rPr>
              <a:t>So, let's look at how the likelihood and the impact are quantized.</a:t>
            </a:r>
          </a:p>
        </p:txBody>
      </p:sp>
    </p:spTree>
    <p:extLst>
      <p:ext uri="{BB962C8B-B14F-4D97-AF65-F5344CB8AC3E}">
        <p14:creationId xmlns:p14="http://schemas.microsoft.com/office/powerpoint/2010/main" val="452116982"/>
      </p:ext>
    </p:extLst>
  </p:cSld>
  <p:clrMapOvr>
    <a:masterClrMapping/>
  </p:clrMapOvr>
</p:notes>
</file>

<file path=ppt/notesSlides/notesSlide35.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1195"/>
        <p:cNvGrpSpPr/>
        <p:nvPr/>
      </p:nvGrpSpPr>
      <p:grpSpPr>
        <a:xfrm>
          <a:off x="0" y="0"/>
          <a:ext cx="0" cy="0"/>
          <a:chOff x="0" y="0"/>
          <a:chExt cx="0" cy="0"/>
        </a:xfrm>
      </p:grpSpPr>
      <p:sp>
        <p:nvSpPr>
          <p:cNvPr id="1196" name="Google Shape;1196;g9ac6590046_0_272:notes"/>
          <p:cNvSpPr>
            <a:spLocks noGrp="1" noRot="1" noChangeAspect="1"/>
          </p:cNvSpPr>
          <p:nvPr>
            <p:ph type="sldImg" idx="2"/>
          </p:nvPr>
        </p:nvSpPr>
        <p:spPr>
          <a:xfrm>
            <a:off x="382588" y="685800"/>
            <a:ext cx="6094412" cy="3429000"/>
          </a:xfrm>
          <a:custGeom>
            <a:avLst/>
            <a:gdLst/>
            <a:ahLst/>
            <a:cxnLst/>
            <a:rect l="l" t="t" r="r" b="b"/>
            <a:pathLst>
              <a:path w="120000" h="120000" extrusionOk="0">
                <a:moveTo>
                  <a:pt x="0" y="0"/>
                </a:moveTo>
                <a:lnTo>
                  <a:pt x="120000" y="0"/>
                </a:lnTo>
                <a:lnTo>
                  <a:pt x="120000" y="120000"/>
                </a:lnTo>
                <a:lnTo>
                  <a:pt x="0" y="120000"/>
                </a:lnTo>
                <a:close/>
              </a:path>
            </a:pathLst>
          </a:custGeom>
        </p:spPr>
      </p:sp>
      <p:sp>
        <p:nvSpPr>
          <p:cNvPr id="1197" name="Google Shape;1197;g9ac6590046_0_272:notes"/>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r>
              <a:rPr lang="en-US" sz="1400" dirty="0">
                <a:latin typeface="Calibri" panose="020F0502020204030204" pitchFamily="34" charset="0"/>
                <a:cs typeface="Calibri" panose="020F0502020204030204" pitchFamily="34" charset="0"/>
              </a:rPr>
              <a:t>Script:</a:t>
            </a:r>
          </a:p>
          <a:p>
            <a:pPr marL="0" lvl="0" indent="0" algn="l" rtl="0">
              <a:spcBef>
                <a:spcPts val="0"/>
              </a:spcBef>
              <a:spcAft>
                <a:spcPts val="0"/>
              </a:spcAft>
              <a:buNone/>
            </a:pPr>
            <a:endParaRPr lang="en-US" sz="1400" dirty="0">
              <a:solidFill>
                <a:srgbClr val="1D1C1D"/>
              </a:solidFill>
              <a:effectLst/>
              <a:latin typeface="Calibri" panose="020F0502020204030204" pitchFamily="34" charset="0"/>
              <a:cs typeface="Calibri" panose="020F0502020204030204" pitchFamily="34" charset="0"/>
            </a:endParaRPr>
          </a:p>
          <a:p>
            <a:pPr marL="0" lvl="0" indent="0" algn="l" rtl="0">
              <a:spcBef>
                <a:spcPts val="0"/>
              </a:spcBef>
              <a:spcAft>
                <a:spcPts val="0"/>
              </a:spcAft>
              <a:buNone/>
            </a:pPr>
            <a:r>
              <a:rPr lang="en-US" sz="1400" dirty="0">
                <a:latin typeface="Calibri" panose="020F0502020204030204" pitchFamily="34" charset="0"/>
                <a:cs typeface="Calibri" panose="020F0502020204030204" pitchFamily="34" charset="0"/>
              </a:rPr>
              <a:t>Probably the most well-known likelihood ranking system is CVSS.</a:t>
            </a:r>
          </a:p>
          <a:p>
            <a:pPr marL="0" lvl="0" indent="0" algn="l" rtl="0">
              <a:spcBef>
                <a:spcPts val="0"/>
              </a:spcBef>
              <a:spcAft>
                <a:spcPts val="0"/>
              </a:spcAft>
              <a:buNone/>
            </a:pPr>
            <a:endParaRPr lang="en-US" sz="1400" dirty="0">
              <a:latin typeface="Calibri" panose="020F0502020204030204" pitchFamily="34" charset="0"/>
              <a:cs typeface="Calibri" panose="020F0502020204030204" pitchFamily="34" charset="0"/>
            </a:endParaRPr>
          </a:p>
          <a:p>
            <a:pPr marL="0" lvl="0" indent="0" algn="l" rtl="0">
              <a:spcBef>
                <a:spcPts val="0"/>
              </a:spcBef>
              <a:spcAft>
                <a:spcPts val="0"/>
              </a:spcAft>
              <a:buNone/>
            </a:pPr>
            <a:r>
              <a:rPr lang="en-US" sz="1400" dirty="0">
                <a:latin typeface="Calibri" panose="020F0502020204030204" pitchFamily="34" charset="0"/>
                <a:cs typeface="Calibri" panose="020F0502020204030204" pitchFamily="34" charset="0"/>
              </a:rPr>
              <a:t>CVSS is a system which has a score ranging from 0.0 to 10.0 in increments of 0.1.</a:t>
            </a:r>
          </a:p>
          <a:p>
            <a:pPr marL="0" lvl="0" indent="0" algn="l" rtl="0">
              <a:spcBef>
                <a:spcPts val="0"/>
              </a:spcBef>
              <a:spcAft>
                <a:spcPts val="0"/>
              </a:spcAft>
              <a:buNone/>
            </a:pPr>
            <a:endParaRPr lang="en-US" sz="1400" dirty="0">
              <a:latin typeface="Calibri" panose="020F0502020204030204" pitchFamily="34" charset="0"/>
              <a:cs typeface="Calibri" panose="020F0502020204030204" pitchFamily="34" charset="0"/>
            </a:endParaRPr>
          </a:p>
          <a:p>
            <a:pPr marL="0" lvl="0" indent="0" algn="l" rtl="0">
              <a:spcBef>
                <a:spcPts val="0"/>
              </a:spcBef>
              <a:spcAft>
                <a:spcPts val="0"/>
              </a:spcAft>
              <a:buNone/>
            </a:pPr>
            <a:r>
              <a:rPr lang="en-US" sz="1400" dirty="0">
                <a:latin typeface="Calibri" panose="020F0502020204030204" pitchFamily="34" charset="0"/>
                <a:cs typeface="Calibri" panose="020F0502020204030204" pitchFamily="34" charset="0"/>
              </a:rPr>
              <a:t>It's a system based on the ordering of one hundred unique threats into a particular order, but we can quantize it into twelve buckets, as shown here.</a:t>
            </a:r>
          </a:p>
          <a:p>
            <a:pPr marL="0" lvl="0" indent="0" algn="l" rtl="0">
              <a:spcBef>
                <a:spcPts val="0"/>
              </a:spcBef>
              <a:spcAft>
                <a:spcPts val="0"/>
              </a:spcAft>
              <a:buNone/>
            </a:pPr>
            <a:endParaRPr lang="en-US" sz="1400" dirty="0">
              <a:latin typeface="Calibri" panose="020F0502020204030204" pitchFamily="34" charset="0"/>
              <a:cs typeface="Calibri" panose="020F0502020204030204" pitchFamily="34" charset="0"/>
            </a:endParaRPr>
          </a:p>
          <a:p>
            <a:pPr marL="0" lvl="0" indent="0" algn="l" rtl="0">
              <a:spcBef>
                <a:spcPts val="0"/>
              </a:spcBef>
              <a:spcAft>
                <a:spcPts val="0"/>
              </a:spcAft>
              <a:buNone/>
            </a:pPr>
            <a:r>
              <a:rPr lang="en-US" sz="1400" dirty="0">
                <a:latin typeface="Calibri" panose="020F0502020204030204" pitchFamily="34" charset="0"/>
                <a:cs typeface="Calibri" panose="020F0502020204030204" pitchFamily="34" charset="0"/>
              </a:rPr>
              <a:t>CVSS also specifies a rating which quantized to only five levels of interest.</a:t>
            </a:r>
          </a:p>
          <a:p>
            <a:pPr marL="0" lvl="0" indent="0" algn="l" rtl="0">
              <a:spcBef>
                <a:spcPts val="0"/>
              </a:spcBef>
              <a:spcAft>
                <a:spcPts val="0"/>
              </a:spcAft>
              <a:buNone/>
            </a:pPr>
            <a:endParaRPr lang="en-US" sz="1400" dirty="0">
              <a:latin typeface="Calibri" panose="020F0502020204030204" pitchFamily="34" charset="0"/>
              <a:cs typeface="Calibri" panose="020F0502020204030204" pitchFamily="34" charset="0"/>
            </a:endParaRPr>
          </a:p>
          <a:p>
            <a:pPr marL="0" lvl="0" indent="0" algn="l" rtl="0">
              <a:spcBef>
                <a:spcPts val="0"/>
              </a:spcBef>
              <a:spcAft>
                <a:spcPts val="0"/>
              </a:spcAft>
              <a:buNone/>
            </a:pPr>
            <a:r>
              <a:rPr lang="en-US" sz="1400" dirty="0">
                <a:latin typeface="Calibri" panose="020F0502020204030204" pitchFamily="34" charset="0"/>
                <a:cs typeface="Calibri" panose="020F0502020204030204" pitchFamily="34" charset="0"/>
              </a:rPr>
              <a:t>Technically four, but a true zero or none is added so that we can actually talk about a zero.</a:t>
            </a:r>
          </a:p>
          <a:p>
            <a:pPr marL="0" lvl="0" indent="0" algn="l" rtl="0">
              <a:spcBef>
                <a:spcPts val="0"/>
              </a:spcBef>
              <a:spcAft>
                <a:spcPts val="0"/>
              </a:spcAft>
              <a:buNone/>
            </a:pPr>
            <a:endParaRPr lang="en-US" sz="1400" dirty="0">
              <a:latin typeface="Calibri" panose="020F0502020204030204" pitchFamily="34" charset="0"/>
              <a:cs typeface="Calibri" panose="020F0502020204030204" pitchFamily="34" charset="0"/>
            </a:endParaRPr>
          </a:p>
          <a:p>
            <a:pPr marL="0" lvl="0" indent="0" algn="l" rtl="0">
              <a:spcBef>
                <a:spcPts val="0"/>
              </a:spcBef>
              <a:spcAft>
                <a:spcPts val="0"/>
              </a:spcAft>
              <a:buNone/>
            </a:pPr>
            <a:r>
              <a:rPr lang="en-US" sz="1400" dirty="0">
                <a:latin typeface="Calibri" panose="020F0502020204030204" pitchFamily="34" charset="0"/>
                <a:cs typeface="Calibri" panose="020F0502020204030204" pitchFamily="34" charset="0"/>
              </a:rPr>
              <a:t>Those being none, low, medium, high, and critical.</a:t>
            </a:r>
          </a:p>
          <a:p>
            <a:pPr marL="0" lvl="0" indent="0" algn="l" rtl="0">
              <a:spcBef>
                <a:spcPts val="0"/>
              </a:spcBef>
              <a:spcAft>
                <a:spcPts val="0"/>
              </a:spcAft>
              <a:buNone/>
            </a:pPr>
            <a:endParaRPr lang="en-US" sz="1400" dirty="0">
              <a:latin typeface="Calibri" panose="020F0502020204030204" pitchFamily="34" charset="0"/>
              <a:cs typeface="Calibri" panose="020F0502020204030204" pitchFamily="34" charset="0"/>
            </a:endParaRPr>
          </a:p>
          <a:p>
            <a:pPr marL="0" lvl="0" indent="0" algn="l" rtl="0">
              <a:spcBef>
                <a:spcPts val="0"/>
              </a:spcBef>
              <a:spcAft>
                <a:spcPts val="0"/>
              </a:spcAft>
              <a:buNone/>
            </a:pPr>
            <a:r>
              <a:rPr lang="en-US" sz="1400" dirty="0">
                <a:latin typeface="Calibri" panose="020F0502020204030204" pitchFamily="34" charset="0"/>
                <a:cs typeface="Calibri" panose="020F0502020204030204" pitchFamily="34" charset="0"/>
              </a:rPr>
              <a:t>These values map directly to the requirement of ISO/SAE 21434 which has very low, low, medium, and high.</a:t>
            </a:r>
          </a:p>
        </p:txBody>
      </p:sp>
    </p:spTree>
    <p:extLst>
      <p:ext uri="{BB962C8B-B14F-4D97-AF65-F5344CB8AC3E}">
        <p14:creationId xmlns:p14="http://schemas.microsoft.com/office/powerpoint/2010/main" val="555218460"/>
      </p:ext>
    </p:extLst>
  </p:cSld>
  <p:clrMapOvr>
    <a:masterClrMapping/>
  </p:clrMapOvr>
</p:notes>
</file>

<file path=ppt/notesSlides/notesSlide36.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1195"/>
        <p:cNvGrpSpPr/>
        <p:nvPr/>
      </p:nvGrpSpPr>
      <p:grpSpPr>
        <a:xfrm>
          <a:off x="0" y="0"/>
          <a:ext cx="0" cy="0"/>
          <a:chOff x="0" y="0"/>
          <a:chExt cx="0" cy="0"/>
        </a:xfrm>
      </p:grpSpPr>
      <p:sp>
        <p:nvSpPr>
          <p:cNvPr id="1196" name="Google Shape;1196;g9ac6590046_0_272:notes"/>
          <p:cNvSpPr>
            <a:spLocks noGrp="1" noRot="1" noChangeAspect="1"/>
          </p:cNvSpPr>
          <p:nvPr>
            <p:ph type="sldImg" idx="2"/>
          </p:nvPr>
        </p:nvSpPr>
        <p:spPr>
          <a:xfrm>
            <a:off x="382588" y="685800"/>
            <a:ext cx="6094412" cy="3429000"/>
          </a:xfrm>
          <a:custGeom>
            <a:avLst/>
            <a:gdLst/>
            <a:ahLst/>
            <a:cxnLst/>
            <a:rect l="l" t="t" r="r" b="b"/>
            <a:pathLst>
              <a:path w="120000" h="120000" extrusionOk="0">
                <a:moveTo>
                  <a:pt x="0" y="0"/>
                </a:moveTo>
                <a:lnTo>
                  <a:pt x="120000" y="0"/>
                </a:lnTo>
                <a:lnTo>
                  <a:pt x="120000" y="120000"/>
                </a:lnTo>
                <a:lnTo>
                  <a:pt x="0" y="120000"/>
                </a:lnTo>
                <a:close/>
              </a:path>
            </a:pathLst>
          </a:custGeom>
        </p:spPr>
      </p:sp>
      <p:sp>
        <p:nvSpPr>
          <p:cNvPr id="1197" name="Google Shape;1197;g9ac6590046_0_272:notes"/>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r>
              <a:rPr lang="en-US" sz="1400" dirty="0">
                <a:latin typeface="Calibri" panose="020F0502020204030204" pitchFamily="34" charset="0"/>
                <a:cs typeface="Calibri" panose="020F0502020204030204" pitchFamily="34" charset="0"/>
              </a:rPr>
              <a:t>Script:</a:t>
            </a:r>
          </a:p>
          <a:p>
            <a:pPr marL="0" lvl="0" indent="0" algn="l" rtl="0">
              <a:spcBef>
                <a:spcPts val="0"/>
              </a:spcBef>
              <a:spcAft>
                <a:spcPts val="0"/>
              </a:spcAft>
              <a:buNone/>
            </a:pPr>
            <a:endParaRPr lang="en-US" sz="1400" dirty="0">
              <a:solidFill>
                <a:srgbClr val="1D1C1D"/>
              </a:solidFill>
              <a:effectLst/>
              <a:latin typeface="Calibri" panose="020F0502020204030204" pitchFamily="34" charset="0"/>
              <a:cs typeface="Calibri" panose="020F0502020204030204" pitchFamily="34" charset="0"/>
            </a:endParaRPr>
          </a:p>
          <a:p>
            <a:pPr marL="0" lvl="0" indent="0" algn="l" rtl="0">
              <a:spcBef>
                <a:spcPts val="0"/>
              </a:spcBef>
              <a:spcAft>
                <a:spcPts val="0"/>
              </a:spcAft>
              <a:buNone/>
            </a:pPr>
            <a:r>
              <a:rPr lang="en-US" sz="1400" dirty="0">
                <a:latin typeface="Calibri" panose="020F0502020204030204" pitchFamily="34" charset="0"/>
                <a:cs typeface="Calibri" panose="020F0502020204030204" pitchFamily="34" charset="0"/>
              </a:rPr>
              <a:t>CVSS works reasonably well for many things. but not all.</a:t>
            </a:r>
          </a:p>
          <a:p>
            <a:pPr marL="0" lvl="0" indent="0" algn="l" rtl="0">
              <a:spcBef>
                <a:spcPts val="0"/>
              </a:spcBef>
              <a:spcAft>
                <a:spcPts val="0"/>
              </a:spcAft>
              <a:buNone/>
            </a:pPr>
            <a:endParaRPr lang="en-US" sz="1400" dirty="0">
              <a:latin typeface="Calibri" panose="020F0502020204030204" pitchFamily="34" charset="0"/>
              <a:cs typeface="Calibri" panose="020F0502020204030204" pitchFamily="34" charset="0"/>
            </a:endParaRPr>
          </a:p>
          <a:p>
            <a:pPr marL="0" lvl="0" indent="0" algn="l" rtl="0">
              <a:spcBef>
                <a:spcPts val="0"/>
              </a:spcBef>
              <a:spcAft>
                <a:spcPts val="0"/>
              </a:spcAft>
              <a:buNone/>
            </a:pPr>
            <a:r>
              <a:rPr lang="en-US" sz="1400" dirty="0">
                <a:latin typeface="Calibri" panose="020F0502020204030204" pitchFamily="34" charset="0"/>
                <a:cs typeface="Calibri" panose="020F0502020204030204" pitchFamily="34" charset="0"/>
              </a:rPr>
              <a:t>Two other systems worth mentioning stem from work done by NIST.</a:t>
            </a:r>
          </a:p>
          <a:p>
            <a:pPr marL="0" lvl="0" indent="0" algn="l" rtl="0">
              <a:spcBef>
                <a:spcPts val="0"/>
              </a:spcBef>
              <a:spcAft>
                <a:spcPts val="0"/>
              </a:spcAft>
              <a:buNone/>
            </a:pPr>
            <a:endParaRPr lang="en-US" sz="1400" dirty="0">
              <a:latin typeface="Calibri" panose="020F0502020204030204" pitchFamily="34" charset="0"/>
              <a:cs typeface="Calibri" panose="020F0502020204030204" pitchFamily="34" charset="0"/>
            </a:endParaRPr>
          </a:p>
          <a:p>
            <a:pPr marL="0" lvl="0" indent="0" algn="l" rtl="0">
              <a:spcBef>
                <a:spcPts val="0"/>
              </a:spcBef>
              <a:spcAft>
                <a:spcPts val="0"/>
              </a:spcAft>
              <a:buNone/>
            </a:pPr>
            <a:r>
              <a:rPr lang="en-US" sz="1400" dirty="0">
                <a:latin typeface="Calibri" panose="020F0502020204030204" pitchFamily="34" charset="0"/>
                <a:cs typeface="Calibri" panose="020F0502020204030204" pitchFamily="34" charset="0"/>
              </a:rPr>
              <a:t>These are the </a:t>
            </a:r>
            <a:r>
              <a:rPr lang="en-US" sz="1400" b="1" dirty="0">
                <a:latin typeface="Calibri" panose="020F0502020204030204" pitchFamily="34" charset="0"/>
                <a:cs typeface="Calibri" panose="020F0502020204030204" pitchFamily="34" charset="0"/>
              </a:rPr>
              <a:t>common configuration scoring system </a:t>
            </a:r>
            <a:r>
              <a:rPr lang="en-US" sz="1400" dirty="0">
                <a:latin typeface="Calibri" panose="020F0502020204030204" pitchFamily="34" charset="0"/>
                <a:cs typeface="Calibri" panose="020F0502020204030204" pitchFamily="34" charset="0"/>
              </a:rPr>
              <a:t>and the </a:t>
            </a:r>
            <a:r>
              <a:rPr lang="en-US" sz="1400" b="1" dirty="0">
                <a:latin typeface="Calibri" panose="020F0502020204030204" pitchFamily="34" charset="0"/>
                <a:cs typeface="Calibri" panose="020F0502020204030204" pitchFamily="34" charset="0"/>
              </a:rPr>
              <a:t>common misuse scoring system</a:t>
            </a:r>
            <a:r>
              <a:rPr lang="en-US" sz="1400" dirty="0">
                <a:latin typeface="Calibri" panose="020F0502020204030204" pitchFamily="34" charset="0"/>
                <a:cs typeface="Calibri" panose="020F0502020204030204" pitchFamily="34" charset="0"/>
              </a:rPr>
              <a:t>.</a:t>
            </a:r>
          </a:p>
          <a:p>
            <a:pPr marL="0" lvl="0" indent="0" algn="l" rtl="0">
              <a:spcBef>
                <a:spcPts val="0"/>
              </a:spcBef>
              <a:spcAft>
                <a:spcPts val="0"/>
              </a:spcAft>
              <a:buNone/>
            </a:pPr>
            <a:endParaRPr lang="en-US" sz="1400" dirty="0">
              <a:latin typeface="Calibri" panose="020F0502020204030204" pitchFamily="34" charset="0"/>
              <a:cs typeface="Calibri" panose="020F0502020204030204" pitchFamily="34" charset="0"/>
            </a:endParaRPr>
          </a:p>
          <a:p>
            <a:pPr marL="0" lvl="0" indent="0" algn="l" rtl="0">
              <a:spcBef>
                <a:spcPts val="0"/>
              </a:spcBef>
              <a:spcAft>
                <a:spcPts val="0"/>
              </a:spcAft>
              <a:buNone/>
            </a:pPr>
            <a:r>
              <a:rPr lang="en-US" sz="1400" dirty="0">
                <a:latin typeface="Calibri" panose="020F0502020204030204" pitchFamily="34" charset="0"/>
                <a:cs typeface="Calibri" panose="020F0502020204030204" pitchFamily="34" charset="0"/>
              </a:rPr>
              <a:t>They’re intended to complement CVSS.</a:t>
            </a:r>
          </a:p>
          <a:p>
            <a:pPr marL="0" lvl="0" indent="0" algn="l" rtl="0">
              <a:spcBef>
                <a:spcPts val="0"/>
              </a:spcBef>
              <a:spcAft>
                <a:spcPts val="0"/>
              </a:spcAft>
              <a:buNone/>
            </a:pPr>
            <a:endParaRPr lang="en-US" sz="1400" dirty="0">
              <a:latin typeface="Calibri" panose="020F0502020204030204" pitchFamily="34" charset="0"/>
              <a:cs typeface="Calibri" panose="020F0502020204030204" pitchFamily="34" charset="0"/>
            </a:endParaRPr>
          </a:p>
          <a:p>
            <a:pPr marL="0" lvl="0" indent="0" algn="l" rtl="0">
              <a:spcBef>
                <a:spcPts val="0"/>
              </a:spcBef>
              <a:spcAft>
                <a:spcPts val="0"/>
              </a:spcAft>
              <a:buNone/>
            </a:pPr>
            <a:r>
              <a:rPr lang="en-US" sz="1400" dirty="0">
                <a:latin typeface="Calibri" panose="020F0502020204030204" pitchFamily="34" charset="0"/>
                <a:cs typeface="Calibri" panose="020F0502020204030204" pitchFamily="34" charset="0"/>
              </a:rPr>
              <a:t>Where CVSS focuses on the vulnerabilities of a system, CCSS focuses on its configuration. The problem lies not with the design of the system, but rather the metadata tailoring its behavior.</a:t>
            </a:r>
          </a:p>
          <a:p>
            <a:pPr marL="0" lvl="0" indent="0" algn="l" rtl="0">
              <a:spcBef>
                <a:spcPts val="0"/>
              </a:spcBef>
              <a:spcAft>
                <a:spcPts val="0"/>
              </a:spcAft>
              <a:buNone/>
            </a:pPr>
            <a:endParaRPr lang="en-US" sz="1400" dirty="0">
              <a:latin typeface="Calibri" panose="020F0502020204030204" pitchFamily="34" charset="0"/>
              <a:cs typeface="Calibri" panose="020F0502020204030204" pitchFamily="34" charset="0"/>
            </a:endParaRPr>
          </a:p>
          <a:p>
            <a:pPr marL="0" lvl="0" indent="0" algn="l" rtl="0">
              <a:spcBef>
                <a:spcPts val="0"/>
              </a:spcBef>
              <a:spcAft>
                <a:spcPts val="0"/>
              </a:spcAft>
              <a:buNone/>
            </a:pPr>
            <a:r>
              <a:rPr lang="en-US" sz="1400" dirty="0">
                <a:latin typeface="Calibri" panose="020F0502020204030204" pitchFamily="34" charset="0"/>
                <a:cs typeface="Calibri" panose="020F0502020204030204" pitchFamily="34" charset="0"/>
              </a:rPr>
              <a:t>In the case of CMSS, the focus is on system misuse. Both the design and configuration may be correct, but the system is being leveraged for an unintended use case.</a:t>
            </a:r>
          </a:p>
          <a:p>
            <a:pPr marL="0" lvl="0" indent="0" algn="l" rtl="0">
              <a:spcBef>
                <a:spcPts val="0"/>
              </a:spcBef>
              <a:spcAft>
                <a:spcPts val="0"/>
              </a:spcAft>
              <a:buNone/>
            </a:pPr>
            <a:endParaRPr lang="en-US" sz="1400" dirty="0">
              <a:latin typeface="Calibri" panose="020F0502020204030204" pitchFamily="34" charset="0"/>
              <a:cs typeface="Calibri" panose="020F0502020204030204" pitchFamily="34" charset="0"/>
            </a:endParaRPr>
          </a:p>
          <a:p>
            <a:pPr marL="0" lvl="0" indent="0" algn="l" rtl="0">
              <a:spcBef>
                <a:spcPts val="0"/>
              </a:spcBef>
              <a:spcAft>
                <a:spcPts val="0"/>
              </a:spcAft>
              <a:buNone/>
            </a:pPr>
            <a:r>
              <a:rPr lang="en-US" sz="1400" dirty="0">
                <a:latin typeface="Calibri" panose="020F0502020204030204" pitchFamily="34" charset="0"/>
                <a:cs typeface="Calibri" panose="020F0502020204030204" pitchFamily="34" charset="0"/>
              </a:rPr>
              <a:t>Both these scoring systems calculate their rankings using mechanisms similar to those used in CVSS.</a:t>
            </a:r>
          </a:p>
          <a:p>
            <a:pPr marL="0" lvl="0" indent="0" algn="l" rtl="0">
              <a:spcBef>
                <a:spcPts val="0"/>
              </a:spcBef>
              <a:spcAft>
                <a:spcPts val="0"/>
              </a:spcAft>
              <a:buNone/>
            </a:pPr>
            <a:endParaRPr lang="en-US" sz="1400" dirty="0">
              <a:latin typeface="Calibri" panose="020F0502020204030204" pitchFamily="34" charset="0"/>
              <a:cs typeface="Calibri" panose="020F0502020204030204" pitchFamily="34" charset="0"/>
            </a:endParaRPr>
          </a:p>
          <a:p>
            <a:pPr marL="0" lvl="0" indent="0" algn="l" rtl="0">
              <a:spcBef>
                <a:spcPts val="0"/>
              </a:spcBef>
              <a:spcAft>
                <a:spcPts val="0"/>
              </a:spcAft>
              <a:buNone/>
            </a:pPr>
            <a:r>
              <a:rPr lang="en-US" sz="1400" dirty="0">
                <a:latin typeface="Calibri" panose="020F0502020204030204" pitchFamily="34" charset="0"/>
                <a:cs typeface="Calibri" panose="020F0502020204030204" pitchFamily="34" charset="0"/>
              </a:rPr>
              <a:t>Additionally, these ranking systems have the same range of values.</a:t>
            </a:r>
          </a:p>
        </p:txBody>
      </p:sp>
    </p:spTree>
    <p:extLst>
      <p:ext uri="{BB962C8B-B14F-4D97-AF65-F5344CB8AC3E}">
        <p14:creationId xmlns:p14="http://schemas.microsoft.com/office/powerpoint/2010/main" val="1742880763"/>
      </p:ext>
    </p:extLst>
  </p:cSld>
  <p:clrMapOvr>
    <a:masterClrMapping/>
  </p:clrMapOvr>
</p:notes>
</file>

<file path=ppt/notesSlides/notesSlide37.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1195"/>
        <p:cNvGrpSpPr/>
        <p:nvPr/>
      </p:nvGrpSpPr>
      <p:grpSpPr>
        <a:xfrm>
          <a:off x="0" y="0"/>
          <a:ext cx="0" cy="0"/>
          <a:chOff x="0" y="0"/>
          <a:chExt cx="0" cy="0"/>
        </a:xfrm>
      </p:grpSpPr>
      <p:sp>
        <p:nvSpPr>
          <p:cNvPr id="1196" name="Google Shape;1196;g9ac6590046_0_272:notes"/>
          <p:cNvSpPr>
            <a:spLocks noGrp="1" noRot="1" noChangeAspect="1"/>
          </p:cNvSpPr>
          <p:nvPr>
            <p:ph type="sldImg" idx="2"/>
          </p:nvPr>
        </p:nvSpPr>
        <p:spPr>
          <a:xfrm>
            <a:off x="382588" y="685800"/>
            <a:ext cx="6094412" cy="3429000"/>
          </a:xfrm>
          <a:custGeom>
            <a:avLst/>
            <a:gdLst/>
            <a:ahLst/>
            <a:cxnLst/>
            <a:rect l="l" t="t" r="r" b="b"/>
            <a:pathLst>
              <a:path w="120000" h="120000" extrusionOk="0">
                <a:moveTo>
                  <a:pt x="0" y="0"/>
                </a:moveTo>
                <a:lnTo>
                  <a:pt x="120000" y="0"/>
                </a:lnTo>
                <a:lnTo>
                  <a:pt x="120000" y="120000"/>
                </a:lnTo>
                <a:lnTo>
                  <a:pt x="0" y="120000"/>
                </a:lnTo>
                <a:close/>
              </a:path>
            </a:pathLst>
          </a:custGeom>
        </p:spPr>
      </p:sp>
      <p:sp>
        <p:nvSpPr>
          <p:cNvPr id="1197" name="Google Shape;1197;g9ac6590046_0_272:notes"/>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r>
              <a:rPr lang="en-US" sz="1400" dirty="0">
                <a:latin typeface="Calibri" panose="020F0502020204030204" pitchFamily="34" charset="0"/>
                <a:cs typeface="Calibri" panose="020F0502020204030204" pitchFamily="34" charset="0"/>
              </a:rPr>
              <a:t>Script:</a:t>
            </a:r>
          </a:p>
          <a:p>
            <a:pPr marL="0" lvl="0" indent="0" algn="l" rtl="0">
              <a:spcBef>
                <a:spcPts val="0"/>
              </a:spcBef>
              <a:spcAft>
                <a:spcPts val="0"/>
              </a:spcAft>
              <a:buNone/>
            </a:pPr>
            <a:endParaRPr lang="en-US" sz="1400" dirty="0">
              <a:solidFill>
                <a:srgbClr val="1D1C1D"/>
              </a:solidFill>
              <a:effectLst/>
              <a:latin typeface="Calibri" panose="020F0502020204030204" pitchFamily="34" charset="0"/>
              <a:cs typeface="Calibri" panose="020F0502020204030204" pitchFamily="34" charset="0"/>
            </a:endParaRPr>
          </a:p>
          <a:p>
            <a:pPr marL="0" lvl="0" indent="0" algn="l" rtl="0">
              <a:spcBef>
                <a:spcPts val="0"/>
              </a:spcBef>
              <a:spcAft>
                <a:spcPts val="0"/>
              </a:spcAft>
              <a:buNone/>
            </a:pPr>
            <a:r>
              <a:rPr lang="en-US" sz="1400" dirty="0">
                <a:latin typeface="Calibri" panose="020F0502020204030204" pitchFamily="34" charset="0"/>
                <a:cs typeface="Calibri" panose="020F0502020204030204" pitchFamily="34" charset="0"/>
              </a:rPr>
              <a:t>For quantization in the impact space, let's take a look at the safety domain.</a:t>
            </a:r>
          </a:p>
          <a:p>
            <a:pPr marL="0" lvl="0" indent="0" algn="l" rtl="0">
              <a:spcBef>
                <a:spcPts val="0"/>
              </a:spcBef>
              <a:spcAft>
                <a:spcPts val="0"/>
              </a:spcAft>
              <a:buNone/>
            </a:pPr>
            <a:endParaRPr lang="en-US" sz="1400" dirty="0">
              <a:latin typeface="Calibri" panose="020F0502020204030204" pitchFamily="34" charset="0"/>
              <a:cs typeface="Calibri" panose="020F0502020204030204" pitchFamily="34" charset="0"/>
            </a:endParaRPr>
          </a:p>
          <a:p>
            <a:pPr marL="0" lvl="0" indent="0" algn="l" rtl="0">
              <a:spcBef>
                <a:spcPts val="0"/>
              </a:spcBef>
              <a:spcAft>
                <a:spcPts val="0"/>
              </a:spcAft>
              <a:buNone/>
            </a:pPr>
            <a:r>
              <a:rPr lang="en-US" sz="1400" dirty="0">
                <a:latin typeface="Calibri" panose="020F0502020204030204" pitchFamily="34" charset="0"/>
                <a:cs typeface="Calibri" panose="020F0502020204030204" pitchFamily="34" charset="0"/>
              </a:rPr>
              <a:t>There’s ISO 26262, which is the safety standard for automotive.</a:t>
            </a:r>
          </a:p>
          <a:p>
            <a:pPr marL="0" lvl="0" indent="0" algn="l" rtl="0">
              <a:spcBef>
                <a:spcPts val="0"/>
              </a:spcBef>
              <a:spcAft>
                <a:spcPts val="0"/>
              </a:spcAft>
              <a:buNone/>
            </a:pPr>
            <a:endParaRPr lang="en-US" sz="1400" dirty="0">
              <a:latin typeface="Calibri" panose="020F0502020204030204" pitchFamily="34" charset="0"/>
              <a:cs typeface="Calibri" panose="020F0502020204030204" pitchFamily="34" charset="0"/>
            </a:endParaRPr>
          </a:p>
          <a:p>
            <a:pPr marL="0" lvl="0" indent="0" algn="l" rtl="0">
              <a:spcBef>
                <a:spcPts val="0"/>
              </a:spcBef>
              <a:spcAft>
                <a:spcPts val="0"/>
              </a:spcAft>
              <a:buNone/>
            </a:pPr>
            <a:r>
              <a:rPr lang="en-US" sz="1400" dirty="0">
                <a:latin typeface="Calibri" panose="020F0502020204030204" pitchFamily="34" charset="0"/>
                <a:cs typeface="Calibri" panose="020F0502020204030204" pitchFamily="34" charset="0"/>
              </a:rPr>
              <a:t>We also have ISO 14971, the safety standard for medical devices.</a:t>
            </a:r>
          </a:p>
          <a:p>
            <a:pPr marL="0" lvl="0" indent="0" algn="l" rtl="0">
              <a:spcBef>
                <a:spcPts val="0"/>
              </a:spcBef>
              <a:spcAft>
                <a:spcPts val="0"/>
              </a:spcAft>
              <a:buNone/>
            </a:pPr>
            <a:endParaRPr lang="en-US" sz="1400" dirty="0">
              <a:latin typeface="Calibri" panose="020F0502020204030204" pitchFamily="34" charset="0"/>
              <a:cs typeface="Calibri" panose="020F0502020204030204" pitchFamily="34" charset="0"/>
            </a:endParaRPr>
          </a:p>
          <a:p>
            <a:pPr marL="0" lvl="0" indent="0" algn="l" rtl="0">
              <a:spcBef>
                <a:spcPts val="0"/>
              </a:spcBef>
              <a:spcAft>
                <a:spcPts val="0"/>
              </a:spcAft>
              <a:buNone/>
            </a:pPr>
            <a:r>
              <a:rPr lang="en-US" sz="1400" dirty="0">
                <a:latin typeface="Calibri" panose="020F0502020204030204" pitchFamily="34" charset="0"/>
                <a:cs typeface="Calibri" panose="020F0502020204030204" pitchFamily="34" charset="0"/>
              </a:rPr>
              <a:t>ISO/SAE 21434, which specifies a numeric quantization standard for use with automotive cybersecurity.</a:t>
            </a:r>
          </a:p>
          <a:p>
            <a:pPr marL="0" lvl="0" indent="0" algn="l" rtl="0">
              <a:spcBef>
                <a:spcPts val="0"/>
              </a:spcBef>
              <a:spcAft>
                <a:spcPts val="0"/>
              </a:spcAft>
              <a:buNone/>
            </a:pPr>
            <a:endParaRPr lang="en-US" sz="1400" dirty="0">
              <a:latin typeface="Calibri" panose="020F0502020204030204" pitchFamily="34" charset="0"/>
              <a:cs typeface="Calibri" panose="020F0502020204030204" pitchFamily="34" charset="0"/>
            </a:endParaRPr>
          </a:p>
          <a:p>
            <a:pPr marL="0" lvl="0" indent="0" algn="l" rtl="0">
              <a:spcBef>
                <a:spcPts val="0"/>
              </a:spcBef>
              <a:spcAft>
                <a:spcPts val="0"/>
              </a:spcAft>
              <a:buNone/>
            </a:pPr>
            <a:r>
              <a:rPr lang="en-US" sz="1400" dirty="0">
                <a:latin typeface="Calibri" panose="020F0502020204030204" pitchFamily="34" charset="0"/>
                <a:cs typeface="Calibri" panose="020F0502020204030204" pitchFamily="34" charset="0"/>
              </a:rPr>
              <a:t>And finally, FIPS 199, which is the IT standard addressing risk.</a:t>
            </a:r>
          </a:p>
          <a:p>
            <a:pPr marL="0" lvl="0" indent="0" algn="l" rtl="0">
              <a:spcBef>
                <a:spcPts val="0"/>
              </a:spcBef>
              <a:spcAft>
                <a:spcPts val="0"/>
              </a:spcAft>
              <a:buNone/>
            </a:pPr>
            <a:endParaRPr lang="en-US" sz="1400" dirty="0">
              <a:latin typeface="Calibri" panose="020F0502020204030204" pitchFamily="34" charset="0"/>
              <a:cs typeface="Calibri" panose="020F0502020204030204" pitchFamily="34" charset="0"/>
            </a:endParaRPr>
          </a:p>
          <a:p>
            <a:pPr marL="0" lvl="0" indent="0" algn="l" rtl="0">
              <a:spcBef>
                <a:spcPts val="0"/>
              </a:spcBef>
              <a:spcAft>
                <a:spcPts val="0"/>
              </a:spcAft>
              <a:buNone/>
            </a:pPr>
            <a:r>
              <a:rPr lang="en-US" sz="1400" dirty="0">
                <a:latin typeface="Calibri" panose="020F0502020204030204" pitchFamily="34" charset="0"/>
                <a:cs typeface="Calibri" panose="020F0502020204030204" pitchFamily="34" charset="0"/>
              </a:rPr>
              <a:t>&lt;pause&gt;</a:t>
            </a:r>
          </a:p>
          <a:p>
            <a:pPr marL="0" lvl="0" indent="0" algn="l" rtl="0">
              <a:spcBef>
                <a:spcPts val="0"/>
              </a:spcBef>
              <a:spcAft>
                <a:spcPts val="0"/>
              </a:spcAft>
              <a:buNone/>
            </a:pPr>
            <a:endParaRPr lang="en-US" sz="1400" dirty="0">
              <a:latin typeface="Calibri" panose="020F0502020204030204" pitchFamily="34" charset="0"/>
              <a:cs typeface="Calibri" panose="020F0502020204030204" pitchFamily="34" charset="0"/>
            </a:endParaRPr>
          </a:p>
          <a:p>
            <a:pPr marL="0" lvl="0" indent="0" algn="l" rtl="0">
              <a:spcBef>
                <a:spcPts val="0"/>
              </a:spcBef>
              <a:spcAft>
                <a:spcPts val="0"/>
              </a:spcAft>
              <a:buNone/>
            </a:pPr>
            <a:r>
              <a:rPr lang="en-US" sz="1400" dirty="0">
                <a:latin typeface="Calibri" panose="020F0502020204030204" pitchFamily="34" charset="0"/>
                <a:cs typeface="Calibri" panose="020F0502020204030204" pitchFamily="34" charset="0"/>
              </a:rPr>
              <a:t>You'll note that these don't line up perfectly as you can see 26262 has a three-value raking system.</a:t>
            </a:r>
          </a:p>
          <a:p>
            <a:pPr marL="0" lvl="0" indent="0" algn="l" rtl="0">
              <a:spcBef>
                <a:spcPts val="0"/>
              </a:spcBef>
              <a:spcAft>
                <a:spcPts val="0"/>
              </a:spcAft>
              <a:buNone/>
            </a:pPr>
            <a:endParaRPr lang="en-US" sz="1400" dirty="0">
              <a:latin typeface="Calibri" panose="020F0502020204030204" pitchFamily="34" charset="0"/>
              <a:cs typeface="Calibri" panose="020F0502020204030204" pitchFamily="34" charset="0"/>
            </a:endParaRPr>
          </a:p>
          <a:p>
            <a:pPr marL="0" lvl="0" indent="0" algn="l" rtl="0">
              <a:spcBef>
                <a:spcPts val="0"/>
              </a:spcBef>
              <a:spcAft>
                <a:spcPts val="0"/>
              </a:spcAft>
              <a:buNone/>
            </a:pPr>
            <a:r>
              <a:rPr lang="en-US" sz="1400" dirty="0">
                <a:latin typeface="Calibri" panose="020F0502020204030204" pitchFamily="34" charset="0"/>
                <a:cs typeface="Calibri" panose="020F0502020204030204" pitchFamily="34" charset="0"/>
              </a:rPr>
              <a:t>As with the likelihood quantization, a zero or no impact value has been added in order to have a true zero.</a:t>
            </a:r>
          </a:p>
          <a:p>
            <a:pPr marL="0" lvl="0" indent="0" algn="l" rtl="0">
              <a:spcBef>
                <a:spcPts val="0"/>
              </a:spcBef>
              <a:spcAft>
                <a:spcPts val="0"/>
              </a:spcAft>
              <a:buNone/>
            </a:pPr>
            <a:endParaRPr lang="en-US" sz="1400" dirty="0">
              <a:latin typeface="Calibri" panose="020F0502020204030204" pitchFamily="34" charset="0"/>
              <a:cs typeface="Calibri" panose="020F0502020204030204" pitchFamily="34" charset="0"/>
            </a:endParaRPr>
          </a:p>
          <a:p>
            <a:pPr marL="0" lvl="0" indent="0" algn="l" rtl="0">
              <a:spcBef>
                <a:spcPts val="0"/>
              </a:spcBef>
              <a:spcAft>
                <a:spcPts val="0"/>
              </a:spcAft>
              <a:buNone/>
            </a:pPr>
            <a:r>
              <a:rPr lang="en-US" sz="1400" dirty="0">
                <a:latin typeface="Calibri" panose="020F0502020204030204" pitchFamily="34" charset="0"/>
                <a:cs typeface="Calibri" panose="020F0502020204030204" pitchFamily="34" charset="0"/>
              </a:rPr>
              <a:t>&lt;pause&gt;</a:t>
            </a:r>
          </a:p>
          <a:p>
            <a:pPr marL="0" lvl="0" indent="0" algn="l" rtl="0">
              <a:spcBef>
                <a:spcPts val="0"/>
              </a:spcBef>
              <a:spcAft>
                <a:spcPts val="0"/>
              </a:spcAft>
              <a:buNone/>
            </a:pPr>
            <a:endParaRPr lang="en-US" sz="1400" dirty="0">
              <a:latin typeface="Calibri" panose="020F0502020204030204" pitchFamily="34" charset="0"/>
              <a:cs typeface="Calibri" panose="020F0502020204030204" pitchFamily="34" charset="0"/>
            </a:endParaRPr>
          </a:p>
          <a:p>
            <a:pPr marL="0" lvl="0" indent="0" algn="l" rtl="0">
              <a:spcBef>
                <a:spcPts val="0"/>
              </a:spcBef>
              <a:spcAft>
                <a:spcPts val="0"/>
              </a:spcAft>
              <a:buNone/>
            </a:pPr>
            <a:r>
              <a:rPr lang="en-US" sz="1400" dirty="0">
                <a:latin typeface="Calibri" panose="020F0502020204030204" pitchFamily="34" charset="0"/>
                <a:cs typeface="Calibri" panose="020F0502020204030204" pitchFamily="34" charset="0"/>
              </a:rPr>
              <a:t>In order to go from the ISO 26262 space to the ISO/SAE 21434 space, you actually require more resolution than the 26262 numeric value provides.</a:t>
            </a:r>
          </a:p>
          <a:p>
            <a:pPr marL="0" lvl="0" indent="0" algn="l" rtl="0">
              <a:spcBef>
                <a:spcPts val="0"/>
              </a:spcBef>
              <a:spcAft>
                <a:spcPts val="0"/>
              </a:spcAft>
              <a:buNone/>
            </a:pPr>
            <a:endParaRPr lang="en-US" sz="1400" dirty="0">
              <a:latin typeface="Calibri" panose="020F0502020204030204" pitchFamily="34" charset="0"/>
              <a:cs typeface="Calibri" panose="020F0502020204030204" pitchFamily="34" charset="0"/>
            </a:endParaRPr>
          </a:p>
          <a:p>
            <a:pPr marL="0" lvl="0" indent="0" algn="l" rtl="0">
              <a:spcBef>
                <a:spcPts val="0"/>
              </a:spcBef>
              <a:spcAft>
                <a:spcPts val="0"/>
              </a:spcAft>
              <a:buNone/>
            </a:pPr>
            <a:r>
              <a:rPr lang="en-US" sz="1400" dirty="0">
                <a:latin typeface="Calibri" panose="020F0502020204030204" pitchFamily="34" charset="0"/>
                <a:cs typeface="Calibri" panose="020F0502020204030204" pitchFamily="34" charset="0"/>
              </a:rPr>
              <a:t>&lt;pause&gt;</a:t>
            </a:r>
          </a:p>
          <a:p>
            <a:pPr marL="0" lvl="0" indent="0" algn="l" rtl="0">
              <a:spcBef>
                <a:spcPts val="0"/>
              </a:spcBef>
              <a:spcAft>
                <a:spcPts val="0"/>
              </a:spcAft>
              <a:buNone/>
            </a:pPr>
            <a:endParaRPr lang="en-US" sz="1400" dirty="0">
              <a:latin typeface="Calibri" panose="020F0502020204030204" pitchFamily="34" charset="0"/>
              <a:cs typeface="Calibri" panose="020F0502020204030204" pitchFamily="34" charset="0"/>
            </a:endParaRPr>
          </a:p>
          <a:p>
            <a:pPr marL="0" lvl="0" indent="0" algn="l" rtl="0">
              <a:spcBef>
                <a:spcPts val="0"/>
              </a:spcBef>
              <a:spcAft>
                <a:spcPts val="0"/>
              </a:spcAft>
              <a:buNone/>
            </a:pPr>
            <a:r>
              <a:rPr lang="en-US" sz="1400" dirty="0">
                <a:latin typeface="Calibri" panose="020F0502020204030204" pitchFamily="34" charset="0"/>
                <a:cs typeface="Calibri" panose="020F0502020204030204" pitchFamily="34" charset="0"/>
              </a:rPr>
              <a:t>What we have in the impact space is far less granular, when compared with what we see in the likelihood space.</a:t>
            </a:r>
          </a:p>
          <a:p>
            <a:pPr marL="0" lvl="0" indent="0" algn="l" rtl="0">
              <a:spcBef>
                <a:spcPts val="0"/>
              </a:spcBef>
              <a:spcAft>
                <a:spcPts val="0"/>
              </a:spcAft>
              <a:buNone/>
            </a:pPr>
            <a:endParaRPr lang="en-US" sz="1400" dirty="0">
              <a:latin typeface="Calibri" panose="020F0502020204030204" pitchFamily="34" charset="0"/>
              <a:cs typeface="Calibri" panose="020F0502020204030204" pitchFamily="34" charset="0"/>
            </a:endParaRPr>
          </a:p>
          <a:p>
            <a:pPr marL="0" lvl="0" indent="0" algn="l" rtl="0">
              <a:spcBef>
                <a:spcPts val="0"/>
              </a:spcBef>
              <a:spcAft>
                <a:spcPts val="0"/>
              </a:spcAft>
              <a:buNone/>
            </a:pPr>
            <a:r>
              <a:rPr lang="en-US" sz="1400" dirty="0">
                <a:latin typeface="Calibri" panose="020F0502020204030204" pitchFamily="34" charset="0"/>
                <a:cs typeface="Calibri" panose="020F0502020204030204" pitchFamily="34" charset="0"/>
              </a:rPr>
              <a:t>This is vastly different from the continuous space presented earlier.</a:t>
            </a:r>
          </a:p>
          <a:p>
            <a:pPr marL="0" lvl="0" indent="0" algn="l" rtl="0">
              <a:spcBef>
                <a:spcPts val="0"/>
              </a:spcBef>
              <a:spcAft>
                <a:spcPts val="0"/>
              </a:spcAft>
              <a:buNone/>
            </a:pPr>
            <a:endParaRPr lang="en-US" sz="1400" dirty="0">
              <a:latin typeface="Calibri" panose="020F0502020204030204" pitchFamily="34" charset="0"/>
              <a:cs typeface="Calibri" panose="020F0502020204030204" pitchFamily="34" charset="0"/>
            </a:endParaRPr>
          </a:p>
          <a:p>
            <a:pPr marL="0" lvl="0" indent="0" algn="l" rtl="0">
              <a:spcBef>
                <a:spcPts val="0"/>
              </a:spcBef>
              <a:spcAft>
                <a:spcPts val="0"/>
              </a:spcAft>
              <a:buNone/>
            </a:pPr>
            <a:r>
              <a:rPr lang="en-US" sz="1400" dirty="0">
                <a:latin typeface="Calibri" panose="020F0502020204030204" pitchFamily="34" charset="0"/>
                <a:cs typeface="Calibri" panose="020F0502020204030204" pitchFamily="34" charset="0"/>
              </a:rPr>
              <a:t>&lt;pause&gt;</a:t>
            </a:r>
          </a:p>
          <a:p>
            <a:pPr marL="0" lvl="0" indent="0" algn="l" rtl="0">
              <a:spcBef>
                <a:spcPts val="0"/>
              </a:spcBef>
              <a:spcAft>
                <a:spcPts val="0"/>
              </a:spcAft>
              <a:buNone/>
            </a:pPr>
            <a:endParaRPr lang="en-US" sz="1400" dirty="0">
              <a:latin typeface="Calibri" panose="020F0502020204030204" pitchFamily="34" charset="0"/>
              <a:cs typeface="Calibri" panose="020F0502020204030204" pitchFamily="34" charset="0"/>
            </a:endParaRPr>
          </a:p>
          <a:p>
            <a:pPr marL="0" lvl="0" indent="0" algn="l" rtl="0">
              <a:spcBef>
                <a:spcPts val="0"/>
              </a:spcBef>
              <a:spcAft>
                <a:spcPts val="0"/>
              </a:spcAft>
              <a:buNone/>
            </a:pPr>
            <a:r>
              <a:rPr lang="en-US" sz="1400" dirty="0">
                <a:latin typeface="Calibri" panose="020F0502020204030204" pitchFamily="34" charset="0"/>
                <a:cs typeface="Calibri" panose="020F0502020204030204" pitchFamily="34" charset="0"/>
              </a:rPr>
              <a:t>I’ve made the point of adding a true zero value twice now.</a:t>
            </a:r>
          </a:p>
          <a:p>
            <a:pPr marL="0" lvl="0" indent="0" algn="l" rtl="0">
              <a:spcBef>
                <a:spcPts val="0"/>
              </a:spcBef>
              <a:spcAft>
                <a:spcPts val="0"/>
              </a:spcAft>
              <a:buNone/>
            </a:pPr>
            <a:endParaRPr lang="en-US" sz="1400" dirty="0">
              <a:latin typeface="Calibri" panose="020F0502020204030204" pitchFamily="34" charset="0"/>
              <a:cs typeface="Calibri" panose="020F0502020204030204" pitchFamily="34" charset="0"/>
            </a:endParaRPr>
          </a:p>
          <a:p>
            <a:pPr marL="0" lvl="0" indent="0" algn="l" rtl="0">
              <a:spcBef>
                <a:spcPts val="0"/>
              </a:spcBef>
              <a:spcAft>
                <a:spcPts val="0"/>
              </a:spcAft>
              <a:buNone/>
            </a:pPr>
            <a:r>
              <a:rPr lang="en-US" sz="1400" dirty="0">
                <a:latin typeface="Calibri" panose="020F0502020204030204" pitchFamily="34" charset="0"/>
                <a:cs typeface="Calibri" panose="020F0502020204030204" pitchFamily="34" charset="0"/>
              </a:rPr>
              <a:t>Does it really make that much of a difference?</a:t>
            </a:r>
          </a:p>
          <a:p>
            <a:pPr marL="0" lvl="0" indent="0" algn="l" rtl="0">
              <a:spcBef>
                <a:spcPts val="0"/>
              </a:spcBef>
              <a:spcAft>
                <a:spcPts val="0"/>
              </a:spcAft>
              <a:buNone/>
            </a:pPr>
            <a:endParaRPr lang="en-US" sz="1400" dirty="0">
              <a:latin typeface="Calibri" panose="020F0502020204030204" pitchFamily="34" charset="0"/>
              <a:cs typeface="Calibri" panose="020F0502020204030204" pitchFamily="34" charset="0"/>
            </a:endParaRPr>
          </a:p>
          <a:p>
            <a:pPr marL="0" lvl="0" indent="0" algn="l" rtl="0">
              <a:spcBef>
                <a:spcPts val="0"/>
              </a:spcBef>
              <a:spcAft>
                <a:spcPts val="0"/>
              </a:spcAft>
              <a:buNone/>
            </a:pPr>
            <a:r>
              <a:rPr lang="en-US" sz="1400" dirty="0">
                <a:latin typeface="Calibri" panose="020F0502020204030204" pitchFamily="34" charset="0"/>
                <a:cs typeface="Calibri" panose="020F0502020204030204" pitchFamily="34" charset="0"/>
              </a:rPr>
              <a:t>Yes and no.</a:t>
            </a:r>
          </a:p>
          <a:p>
            <a:pPr marL="0" lvl="0" indent="0" algn="l" rtl="0">
              <a:spcBef>
                <a:spcPts val="0"/>
              </a:spcBef>
              <a:spcAft>
                <a:spcPts val="0"/>
              </a:spcAft>
              <a:buNone/>
            </a:pPr>
            <a:endParaRPr lang="en-US" sz="1400" dirty="0">
              <a:latin typeface="Calibri" panose="020F0502020204030204" pitchFamily="34" charset="0"/>
              <a:cs typeface="Calibri" panose="020F0502020204030204" pitchFamily="34" charset="0"/>
            </a:endParaRPr>
          </a:p>
          <a:p>
            <a:pPr marL="0" lvl="0" indent="0" algn="l" rtl="0">
              <a:spcBef>
                <a:spcPts val="0"/>
              </a:spcBef>
              <a:spcAft>
                <a:spcPts val="0"/>
              </a:spcAft>
              <a:buNone/>
            </a:pPr>
            <a:r>
              <a:rPr lang="en-US" sz="1400" dirty="0">
                <a:latin typeface="Calibri" panose="020F0502020204030204" pitchFamily="34" charset="0"/>
                <a:cs typeface="Calibri" panose="020F0502020204030204" pitchFamily="34" charset="0"/>
              </a:rPr>
              <a:t>If we only consider true positive cases where the threat candidate has both a non-zero likelihood and impact, then we would never need a true zero. Mostly.</a:t>
            </a:r>
          </a:p>
          <a:p>
            <a:pPr marL="0" lvl="0" indent="0" algn="l" rtl="0">
              <a:spcBef>
                <a:spcPts val="0"/>
              </a:spcBef>
              <a:spcAft>
                <a:spcPts val="0"/>
              </a:spcAft>
              <a:buNone/>
            </a:pPr>
            <a:endParaRPr lang="en-US" sz="1400" dirty="0">
              <a:latin typeface="Calibri" panose="020F0502020204030204" pitchFamily="34" charset="0"/>
              <a:cs typeface="Calibri" panose="020F0502020204030204" pitchFamily="34" charset="0"/>
            </a:endParaRPr>
          </a:p>
          <a:p>
            <a:pPr marL="0" lvl="0" indent="0" algn="l" rtl="0">
              <a:spcBef>
                <a:spcPts val="0"/>
              </a:spcBef>
              <a:spcAft>
                <a:spcPts val="0"/>
              </a:spcAft>
              <a:buNone/>
            </a:pPr>
            <a:r>
              <a:rPr lang="en-US" sz="1400" dirty="0">
                <a:latin typeface="Calibri" panose="020F0502020204030204" pitchFamily="34" charset="0"/>
                <a:cs typeface="Calibri" panose="020F0502020204030204" pitchFamily="34" charset="0"/>
              </a:rPr>
              <a:t>If we never use the values for anything other than in a text field in a report, then we wouldn’t need a true zero. Mostly.</a:t>
            </a:r>
          </a:p>
          <a:p>
            <a:pPr marL="0" lvl="0" indent="0" algn="l" rtl="0">
              <a:spcBef>
                <a:spcPts val="0"/>
              </a:spcBef>
              <a:spcAft>
                <a:spcPts val="0"/>
              </a:spcAft>
              <a:buNone/>
            </a:pPr>
            <a:endParaRPr lang="en-US" sz="1400" dirty="0">
              <a:latin typeface="Calibri" panose="020F0502020204030204" pitchFamily="34" charset="0"/>
              <a:cs typeface="Calibri" panose="020F0502020204030204" pitchFamily="34" charset="0"/>
            </a:endParaRPr>
          </a:p>
          <a:p>
            <a:pPr marL="0" lvl="0" indent="0" algn="l" rtl="0">
              <a:spcBef>
                <a:spcPts val="0"/>
              </a:spcBef>
              <a:spcAft>
                <a:spcPts val="0"/>
              </a:spcAft>
              <a:buNone/>
            </a:pPr>
            <a:r>
              <a:rPr lang="en-US" sz="1400" dirty="0">
                <a:latin typeface="Calibri" panose="020F0502020204030204" pitchFamily="34" charset="0"/>
                <a:cs typeface="Calibri" panose="020F0502020204030204" pitchFamily="34" charset="0"/>
              </a:rPr>
              <a:t>But, if we need to store the value in a database or perform computations using numeric values or need to assign a value of zero likelihood or no impact, then we absolutely need a true zero.</a:t>
            </a:r>
          </a:p>
        </p:txBody>
      </p:sp>
    </p:spTree>
    <p:extLst>
      <p:ext uri="{BB962C8B-B14F-4D97-AF65-F5344CB8AC3E}">
        <p14:creationId xmlns:p14="http://schemas.microsoft.com/office/powerpoint/2010/main" val="2462769309"/>
      </p:ext>
    </p:extLst>
  </p:cSld>
  <p:clrMapOvr>
    <a:masterClrMapping/>
  </p:clrMapOvr>
</p:notes>
</file>

<file path=ppt/notesSlides/notesSlide38.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1195"/>
        <p:cNvGrpSpPr/>
        <p:nvPr/>
      </p:nvGrpSpPr>
      <p:grpSpPr>
        <a:xfrm>
          <a:off x="0" y="0"/>
          <a:ext cx="0" cy="0"/>
          <a:chOff x="0" y="0"/>
          <a:chExt cx="0" cy="0"/>
        </a:xfrm>
      </p:grpSpPr>
      <p:sp>
        <p:nvSpPr>
          <p:cNvPr id="1196" name="Google Shape;1196;g9ac6590046_0_272:notes"/>
          <p:cNvSpPr>
            <a:spLocks noGrp="1" noRot="1" noChangeAspect="1"/>
          </p:cNvSpPr>
          <p:nvPr>
            <p:ph type="sldImg" idx="2"/>
          </p:nvPr>
        </p:nvSpPr>
        <p:spPr>
          <a:xfrm>
            <a:off x="382588" y="685800"/>
            <a:ext cx="6094412" cy="3429000"/>
          </a:xfrm>
          <a:custGeom>
            <a:avLst/>
            <a:gdLst/>
            <a:ahLst/>
            <a:cxnLst/>
            <a:rect l="l" t="t" r="r" b="b"/>
            <a:pathLst>
              <a:path w="120000" h="120000" extrusionOk="0">
                <a:moveTo>
                  <a:pt x="0" y="0"/>
                </a:moveTo>
                <a:lnTo>
                  <a:pt x="120000" y="0"/>
                </a:lnTo>
                <a:lnTo>
                  <a:pt x="120000" y="120000"/>
                </a:lnTo>
                <a:lnTo>
                  <a:pt x="0" y="120000"/>
                </a:lnTo>
                <a:close/>
              </a:path>
            </a:pathLst>
          </a:custGeom>
        </p:spPr>
      </p:sp>
      <p:sp>
        <p:nvSpPr>
          <p:cNvPr id="1197" name="Google Shape;1197;g9ac6590046_0_272:notes"/>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r>
              <a:rPr lang="en-US" sz="1400" dirty="0">
                <a:latin typeface="Calibri" panose="020F0502020204030204" pitchFamily="34" charset="0"/>
                <a:cs typeface="Calibri" panose="020F0502020204030204" pitchFamily="34" charset="0"/>
              </a:rPr>
              <a:t>Script:</a:t>
            </a:r>
          </a:p>
          <a:p>
            <a:pPr marL="0" lvl="0" indent="0" algn="l" rtl="0">
              <a:spcBef>
                <a:spcPts val="0"/>
              </a:spcBef>
              <a:spcAft>
                <a:spcPts val="0"/>
              </a:spcAft>
              <a:buNone/>
            </a:pPr>
            <a:endParaRPr lang="en-US" sz="1400" dirty="0">
              <a:solidFill>
                <a:srgbClr val="1D1C1D"/>
              </a:solidFill>
              <a:effectLst/>
              <a:latin typeface="Calibri" panose="020F0502020204030204" pitchFamily="34" charset="0"/>
              <a:cs typeface="Calibri" panose="020F0502020204030204" pitchFamily="34" charset="0"/>
            </a:endParaRPr>
          </a:p>
          <a:p>
            <a:pPr marL="0" lvl="0" indent="0" algn="l" rtl="0">
              <a:spcBef>
                <a:spcPts val="0"/>
              </a:spcBef>
              <a:spcAft>
                <a:spcPts val="0"/>
              </a:spcAft>
              <a:buNone/>
            </a:pPr>
            <a:r>
              <a:rPr lang="en-US" sz="1400" dirty="0">
                <a:latin typeface="Calibri" panose="020F0502020204030204" pitchFamily="34" charset="0"/>
                <a:cs typeface="Calibri" panose="020F0502020204030204" pitchFamily="34" charset="0"/>
              </a:rPr>
              <a:t>Now let's see what happens when we combine our slicing diagram from earlier with the concept of quantization.</a:t>
            </a:r>
          </a:p>
          <a:p>
            <a:pPr marL="0" lvl="0" indent="0" algn="l" rtl="0">
              <a:spcBef>
                <a:spcPts val="0"/>
              </a:spcBef>
              <a:spcAft>
                <a:spcPts val="0"/>
              </a:spcAft>
              <a:buNone/>
            </a:pPr>
            <a:endParaRPr lang="en-US" sz="1400" dirty="0">
              <a:latin typeface="Calibri" panose="020F0502020204030204" pitchFamily="34" charset="0"/>
              <a:cs typeface="Calibri" panose="020F0502020204030204" pitchFamily="34" charset="0"/>
            </a:endParaRPr>
          </a:p>
          <a:p>
            <a:pPr marL="0" lvl="0" indent="0" algn="l" rtl="0">
              <a:spcBef>
                <a:spcPts val="0"/>
              </a:spcBef>
              <a:spcAft>
                <a:spcPts val="0"/>
              </a:spcAft>
              <a:buNone/>
            </a:pPr>
            <a:r>
              <a:rPr lang="en-US" sz="1400" dirty="0">
                <a:latin typeface="Calibri" panose="020F0502020204030204" pitchFamily="34" charset="0"/>
                <a:cs typeface="Calibri" panose="020F0502020204030204" pitchFamily="34" charset="0"/>
              </a:rPr>
              <a:t>&lt;pause&gt;</a:t>
            </a:r>
          </a:p>
          <a:p>
            <a:pPr marL="0" lvl="0" indent="0" algn="l" rtl="0">
              <a:spcBef>
                <a:spcPts val="0"/>
              </a:spcBef>
              <a:spcAft>
                <a:spcPts val="0"/>
              </a:spcAft>
              <a:buNone/>
            </a:pPr>
            <a:endParaRPr lang="en-US" sz="1400" dirty="0">
              <a:latin typeface="Calibri" panose="020F0502020204030204" pitchFamily="34" charset="0"/>
              <a:cs typeface="Calibri" panose="020F0502020204030204" pitchFamily="34" charset="0"/>
            </a:endParaRPr>
          </a:p>
          <a:p>
            <a:pPr marL="0" lvl="0" indent="0" algn="l" rtl="0">
              <a:spcBef>
                <a:spcPts val="0"/>
              </a:spcBef>
              <a:spcAft>
                <a:spcPts val="0"/>
              </a:spcAft>
              <a:buNone/>
            </a:pPr>
            <a:r>
              <a:rPr lang="en-US" sz="1400" strike="sngStrike" dirty="0">
                <a:latin typeface="Calibri" panose="020F0502020204030204" pitchFamily="34" charset="0"/>
                <a:cs typeface="Calibri" panose="020F0502020204030204" pitchFamily="34" charset="0"/>
              </a:rPr>
              <a:t>Let's start with our most granular level, that being the CVSS twelve bucket score and six bucket ISO/SAE 21434.</a:t>
            </a:r>
          </a:p>
          <a:p>
            <a:pPr marL="0" lvl="0" indent="0" algn="l" rtl="0">
              <a:spcBef>
                <a:spcPts val="0"/>
              </a:spcBef>
              <a:spcAft>
                <a:spcPts val="0"/>
              </a:spcAft>
              <a:buNone/>
            </a:pPr>
            <a:endParaRPr lang="en-US" sz="1400" strike="sngStrike" dirty="0">
              <a:latin typeface="Calibri" panose="020F0502020204030204" pitchFamily="34" charset="0"/>
              <a:cs typeface="Calibri" panose="020F0502020204030204" pitchFamily="34" charset="0"/>
            </a:endParaRPr>
          </a:p>
          <a:p>
            <a:pPr marL="0" lvl="0" indent="0" algn="l" rtl="0">
              <a:spcBef>
                <a:spcPts val="0"/>
              </a:spcBef>
              <a:spcAft>
                <a:spcPts val="0"/>
              </a:spcAft>
              <a:buNone/>
            </a:pPr>
            <a:r>
              <a:rPr lang="en-US" sz="1400" strike="sngStrike" dirty="0">
                <a:latin typeface="Calibri" panose="020F0502020204030204" pitchFamily="34" charset="0"/>
                <a:cs typeface="Calibri" panose="020F0502020204030204" pitchFamily="34" charset="0"/>
              </a:rPr>
              <a:t>&lt;pause&gt;</a:t>
            </a:r>
          </a:p>
          <a:p>
            <a:pPr marL="0" lvl="0" indent="0" algn="l" rtl="0">
              <a:spcBef>
                <a:spcPts val="0"/>
              </a:spcBef>
              <a:spcAft>
                <a:spcPts val="0"/>
              </a:spcAft>
              <a:buNone/>
            </a:pPr>
            <a:endParaRPr lang="en-US" sz="1400" strike="sngStrike" dirty="0">
              <a:latin typeface="Calibri" panose="020F0502020204030204" pitchFamily="34" charset="0"/>
              <a:cs typeface="Calibri" panose="020F0502020204030204" pitchFamily="34" charset="0"/>
            </a:endParaRPr>
          </a:p>
          <a:p>
            <a:pPr marL="0" lvl="0" indent="0" algn="l" rtl="0">
              <a:spcBef>
                <a:spcPts val="0"/>
              </a:spcBef>
              <a:spcAft>
                <a:spcPts val="0"/>
              </a:spcAft>
              <a:buNone/>
            </a:pPr>
            <a:r>
              <a:rPr lang="en-US" sz="1400" strike="sngStrike" dirty="0">
                <a:latin typeface="Calibri" panose="020F0502020204030204" pitchFamily="34" charset="0"/>
                <a:cs typeface="Calibri" panose="020F0502020204030204" pitchFamily="34" charset="0"/>
              </a:rPr>
              <a:t>Now let's compare that with the CVSS five bucket rank and ISO/SAE 21434 mapping.</a:t>
            </a:r>
          </a:p>
          <a:p>
            <a:pPr marL="0" lvl="0" indent="0" algn="l" rtl="0">
              <a:spcBef>
                <a:spcPts val="0"/>
              </a:spcBef>
              <a:spcAft>
                <a:spcPts val="0"/>
              </a:spcAft>
              <a:buNone/>
            </a:pPr>
            <a:endParaRPr lang="en-US" sz="1400" strike="sngStrike" dirty="0">
              <a:latin typeface="Calibri" panose="020F0502020204030204" pitchFamily="34" charset="0"/>
              <a:cs typeface="Calibri" panose="020F0502020204030204" pitchFamily="34" charset="0"/>
            </a:endParaRPr>
          </a:p>
          <a:p>
            <a:pPr marL="0" lvl="0" indent="0" algn="l" rtl="0">
              <a:spcBef>
                <a:spcPts val="0"/>
              </a:spcBef>
              <a:spcAft>
                <a:spcPts val="0"/>
              </a:spcAft>
              <a:buNone/>
            </a:pPr>
            <a:r>
              <a:rPr lang="en-US" sz="1400" strike="sngStrike" dirty="0">
                <a:latin typeface="Calibri" panose="020F0502020204030204" pitchFamily="34" charset="0"/>
                <a:cs typeface="Calibri" panose="020F0502020204030204" pitchFamily="34" charset="0"/>
              </a:rPr>
              <a:t>There are far fewer buckets to consider.</a:t>
            </a:r>
          </a:p>
          <a:p>
            <a:pPr marL="0" lvl="0" indent="0" algn="l" rtl="0">
              <a:spcBef>
                <a:spcPts val="0"/>
              </a:spcBef>
              <a:spcAft>
                <a:spcPts val="0"/>
              </a:spcAft>
              <a:buNone/>
            </a:pPr>
            <a:endParaRPr lang="en-US" sz="1400" strike="sngStrike" dirty="0">
              <a:latin typeface="Calibri" panose="020F0502020204030204" pitchFamily="34" charset="0"/>
              <a:cs typeface="Calibri" panose="020F0502020204030204" pitchFamily="34" charset="0"/>
            </a:endParaRPr>
          </a:p>
          <a:p>
            <a:pPr marL="0" lvl="0" indent="0" algn="l" rtl="0">
              <a:spcBef>
                <a:spcPts val="0"/>
              </a:spcBef>
              <a:spcAft>
                <a:spcPts val="0"/>
              </a:spcAft>
              <a:buNone/>
            </a:pPr>
            <a:r>
              <a:rPr lang="en-US" sz="1400" strike="sngStrike" dirty="0">
                <a:latin typeface="Calibri" panose="020F0502020204030204" pitchFamily="34" charset="0"/>
                <a:cs typeface="Calibri" panose="020F0502020204030204" pitchFamily="34" charset="0"/>
              </a:rPr>
              <a:t>&lt;pause&gt;</a:t>
            </a:r>
          </a:p>
          <a:p>
            <a:pPr marL="0" lvl="0" indent="0" algn="l" rtl="0">
              <a:spcBef>
                <a:spcPts val="0"/>
              </a:spcBef>
              <a:spcAft>
                <a:spcPts val="0"/>
              </a:spcAft>
              <a:buNone/>
            </a:pPr>
            <a:endParaRPr lang="en-US" sz="1400" strike="sngStrike" dirty="0">
              <a:latin typeface="Calibri" panose="020F0502020204030204" pitchFamily="34" charset="0"/>
              <a:cs typeface="Calibri" panose="020F0502020204030204" pitchFamily="34" charset="0"/>
            </a:endParaRPr>
          </a:p>
          <a:p>
            <a:pPr marL="0" lvl="0" indent="0" algn="l" rtl="0">
              <a:spcBef>
                <a:spcPts val="0"/>
              </a:spcBef>
              <a:spcAft>
                <a:spcPts val="0"/>
              </a:spcAft>
              <a:buNone/>
            </a:pPr>
            <a:r>
              <a:rPr lang="en-US" sz="1400" strike="sngStrike" dirty="0">
                <a:latin typeface="Calibri" panose="020F0502020204030204" pitchFamily="34" charset="0"/>
                <a:cs typeface="Calibri" panose="020F0502020204030204" pitchFamily="34" charset="0"/>
              </a:rPr>
              <a:t>Let's look at how this compares with using CVSS rank against ISO 26262.</a:t>
            </a:r>
          </a:p>
          <a:p>
            <a:pPr marL="0" lvl="0" indent="0" algn="l" rtl="0">
              <a:spcBef>
                <a:spcPts val="0"/>
              </a:spcBef>
              <a:spcAft>
                <a:spcPts val="0"/>
              </a:spcAft>
              <a:buNone/>
            </a:pPr>
            <a:endParaRPr lang="en-US" sz="1400" strike="sngStrike" dirty="0">
              <a:latin typeface="Calibri" panose="020F0502020204030204" pitchFamily="34" charset="0"/>
              <a:cs typeface="Calibri" panose="020F0502020204030204" pitchFamily="34" charset="0"/>
            </a:endParaRPr>
          </a:p>
          <a:p>
            <a:pPr marL="0" lvl="0" indent="0" algn="l" rtl="0">
              <a:spcBef>
                <a:spcPts val="0"/>
              </a:spcBef>
              <a:spcAft>
                <a:spcPts val="0"/>
              </a:spcAft>
              <a:buNone/>
            </a:pPr>
            <a:r>
              <a:rPr lang="en-US" sz="1400" strike="sngStrike" dirty="0">
                <a:latin typeface="Calibri" panose="020F0502020204030204" pitchFamily="34" charset="0"/>
                <a:cs typeface="Calibri" panose="020F0502020204030204" pitchFamily="34" charset="0"/>
              </a:rPr>
              <a:t>&lt;pause&gt;</a:t>
            </a:r>
          </a:p>
          <a:p>
            <a:pPr marL="0" lvl="0" indent="0" algn="l" rtl="0">
              <a:spcBef>
                <a:spcPts val="0"/>
              </a:spcBef>
              <a:spcAft>
                <a:spcPts val="0"/>
              </a:spcAft>
              <a:buNone/>
            </a:pPr>
            <a:endParaRPr lang="en-US" sz="1400" strike="sngStrike" dirty="0">
              <a:latin typeface="Calibri" panose="020F0502020204030204" pitchFamily="34" charset="0"/>
              <a:cs typeface="Calibri" panose="020F0502020204030204" pitchFamily="34" charset="0"/>
            </a:endParaRPr>
          </a:p>
          <a:p>
            <a:pPr marL="0" lvl="0" indent="0" algn="l" rtl="0">
              <a:spcBef>
                <a:spcPts val="0"/>
              </a:spcBef>
              <a:spcAft>
                <a:spcPts val="0"/>
              </a:spcAft>
              <a:buNone/>
            </a:pPr>
            <a:r>
              <a:rPr lang="en-US" sz="1400" strike="sngStrike" dirty="0">
                <a:latin typeface="Calibri" panose="020F0502020204030204" pitchFamily="34" charset="0"/>
                <a:cs typeface="Calibri" panose="020F0502020204030204" pitchFamily="34" charset="0"/>
              </a:rPr>
              <a:t>And finally, here’s CVSS versus FIPS 199.</a:t>
            </a:r>
          </a:p>
          <a:p>
            <a:pPr marL="0" lvl="0" indent="0" algn="l" rtl="0">
              <a:spcBef>
                <a:spcPts val="0"/>
              </a:spcBef>
              <a:spcAft>
                <a:spcPts val="0"/>
              </a:spcAft>
              <a:buNone/>
            </a:pPr>
            <a:endParaRPr lang="en-US" sz="1400" strike="sngStrike" dirty="0">
              <a:latin typeface="Calibri" panose="020F0502020204030204" pitchFamily="34" charset="0"/>
              <a:cs typeface="Calibri" panose="020F0502020204030204" pitchFamily="34" charset="0"/>
            </a:endParaRPr>
          </a:p>
          <a:p>
            <a:pPr marL="0" lvl="0" indent="0" algn="l" rtl="0">
              <a:spcBef>
                <a:spcPts val="0"/>
              </a:spcBef>
              <a:spcAft>
                <a:spcPts val="0"/>
              </a:spcAft>
              <a:buNone/>
            </a:pPr>
            <a:r>
              <a:rPr lang="en-US" sz="1400" strike="sngStrike" dirty="0">
                <a:latin typeface="Calibri" panose="020F0502020204030204" pitchFamily="34" charset="0"/>
                <a:cs typeface="Calibri" panose="020F0502020204030204" pitchFamily="34" charset="0"/>
              </a:rPr>
              <a:t>&lt;pause&gt;</a:t>
            </a:r>
          </a:p>
          <a:p>
            <a:pPr marL="0" lvl="0" indent="0" algn="l" rtl="0">
              <a:spcBef>
                <a:spcPts val="0"/>
              </a:spcBef>
              <a:spcAft>
                <a:spcPts val="0"/>
              </a:spcAft>
              <a:buNone/>
            </a:pPr>
            <a:endParaRPr lang="en-US" sz="1400" strike="sngStrike" dirty="0">
              <a:latin typeface="Calibri" panose="020F0502020204030204" pitchFamily="34" charset="0"/>
              <a:cs typeface="Calibri" panose="020F0502020204030204" pitchFamily="34" charset="0"/>
            </a:endParaRPr>
          </a:p>
          <a:p>
            <a:pPr marL="0" lvl="0" indent="0" algn="l" rtl="0">
              <a:spcBef>
                <a:spcPts val="0"/>
              </a:spcBef>
              <a:spcAft>
                <a:spcPts val="0"/>
              </a:spcAft>
              <a:buNone/>
            </a:pPr>
            <a:r>
              <a:rPr lang="en-US" sz="1400" strike="sngStrike" dirty="0">
                <a:latin typeface="Calibri" panose="020F0502020204030204" pitchFamily="34" charset="0"/>
                <a:cs typeface="Calibri" panose="020F0502020204030204" pitchFamily="34" charset="0"/>
              </a:rPr>
              <a:t>You can get a sense of the impact of quantization, but it’s still a bit abstract at this point.</a:t>
            </a:r>
          </a:p>
          <a:p>
            <a:pPr marL="0" lvl="0" indent="0" algn="l" rtl="0">
              <a:spcBef>
                <a:spcPts val="0"/>
              </a:spcBef>
              <a:spcAft>
                <a:spcPts val="0"/>
              </a:spcAft>
              <a:buNone/>
            </a:pPr>
            <a:endParaRPr lang="en-US" sz="1400" strike="sngStrike" dirty="0">
              <a:latin typeface="Calibri" panose="020F0502020204030204" pitchFamily="34" charset="0"/>
              <a:cs typeface="Calibri" panose="020F0502020204030204" pitchFamily="34" charset="0"/>
            </a:endParaRPr>
          </a:p>
          <a:p>
            <a:pPr marL="0" lvl="0" indent="0" algn="l" rtl="0">
              <a:spcBef>
                <a:spcPts val="0"/>
              </a:spcBef>
              <a:spcAft>
                <a:spcPts val="0"/>
              </a:spcAft>
              <a:buNone/>
            </a:pPr>
            <a:r>
              <a:rPr lang="en-US" sz="1400" strike="sngStrike" dirty="0">
                <a:latin typeface="Calibri" panose="020F0502020204030204" pitchFamily="34" charset="0"/>
                <a:cs typeface="Calibri" panose="020F0502020204030204" pitchFamily="34" charset="0"/>
              </a:rPr>
              <a:t>So, let's look at what happens if we shade in the boxes using our risk appetite line as a basis for slicing.</a:t>
            </a:r>
          </a:p>
        </p:txBody>
      </p:sp>
    </p:spTree>
    <p:extLst>
      <p:ext uri="{BB962C8B-B14F-4D97-AF65-F5344CB8AC3E}">
        <p14:creationId xmlns:p14="http://schemas.microsoft.com/office/powerpoint/2010/main" val="24972834"/>
      </p:ext>
    </p:extLst>
  </p:cSld>
  <p:clrMapOvr>
    <a:masterClrMapping/>
  </p:clrMapOvr>
</p:notes>
</file>

<file path=ppt/notesSlides/notesSlide39.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1195"/>
        <p:cNvGrpSpPr/>
        <p:nvPr/>
      </p:nvGrpSpPr>
      <p:grpSpPr>
        <a:xfrm>
          <a:off x="0" y="0"/>
          <a:ext cx="0" cy="0"/>
          <a:chOff x="0" y="0"/>
          <a:chExt cx="0" cy="0"/>
        </a:xfrm>
      </p:grpSpPr>
      <p:sp>
        <p:nvSpPr>
          <p:cNvPr id="1196" name="Google Shape;1196;g9ac6590046_0_272:notes"/>
          <p:cNvSpPr>
            <a:spLocks noGrp="1" noRot="1" noChangeAspect="1"/>
          </p:cNvSpPr>
          <p:nvPr>
            <p:ph type="sldImg" idx="2"/>
          </p:nvPr>
        </p:nvSpPr>
        <p:spPr>
          <a:xfrm>
            <a:off x="382588" y="685800"/>
            <a:ext cx="6094412" cy="3429000"/>
          </a:xfrm>
          <a:custGeom>
            <a:avLst/>
            <a:gdLst/>
            <a:ahLst/>
            <a:cxnLst/>
            <a:rect l="l" t="t" r="r" b="b"/>
            <a:pathLst>
              <a:path w="120000" h="120000" extrusionOk="0">
                <a:moveTo>
                  <a:pt x="0" y="0"/>
                </a:moveTo>
                <a:lnTo>
                  <a:pt x="120000" y="0"/>
                </a:lnTo>
                <a:lnTo>
                  <a:pt x="120000" y="120000"/>
                </a:lnTo>
                <a:lnTo>
                  <a:pt x="0" y="120000"/>
                </a:lnTo>
                <a:close/>
              </a:path>
            </a:pathLst>
          </a:custGeom>
        </p:spPr>
      </p:sp>
      <p:sp>
        <p:nvSpPr>
          <p:cNvPr id="1197" name="Google Shape;1197;g9ac6590046_0_272:notes"/>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r>
              <a:rPr lang="en-US" sz="1400" dirty="0">
                <a:latin typeface="Calibri" panose="020F0502020204030204" pitchFamily="34" charset="0"/>
                <a:cs typeface="Calibri" panose="020F0502020204030204" pitchFamily="34" charset="0"/>
              </a:rPr>
              <a:t>Script:</a:t>
            </a:r>
          </a:p>
          <a:p>
            <a:pPr marL="0" lvl="0" indent="0" algn="l" rtl="0">
              <a:spcBef>
                <a:spcPts val="0"/>
              </a:spcBef>
              <a:spcAft>
                <a:spcPts val="0"/>
              </a:spcAft>
              <a:buNone/>
            </a:pPr>
            <a:endParaRPr lang="en-US" sz="1400" dirty="0">
              <a:solidFill>
                <a:srgbClr val="1D1C1D"/>
              </a:solidFill>
              <a:effectLst/>
              <a:latin typeface="Calibri" panose="020F0502020204030204" pitchFamily="34" charset="0"/>
              <a:cs typeface="Calibri" panose="020F0502020204030204" pitchFamily="34" charset="0"/>
            </a:endParaRPr>
          </a:p>
          <a:p>
            <a:pPr marL="0" lvl="0" indent="0" algn="l" rtl="0">
              <a:spcBef>
                <a:spcPts val="0"/>
              </a:spcBef>
              <a:spcAft>
                <a:spcPts val="0"/>
              </a:spcAft>
              <a:buNone/>
            </a:pPr>
            <a:r>
              <a:rPr lang="en-US" sz="1400" strike="sngStrike" dirty="0">
                <a:latin typeface="Calibri" panose="020F0502020204030204" pitchFamily="34" charset="0"/>
                <a:cs typeface="Calibri" panose="020F0502020204030204" pitchFamily="34" charset="0"/>
              </a:rPr>
              <a:t>Now let's see what happens when we combine our slicing diagram from earlier with the concept of quantization.</a:t>
            </a:r>
          </a:p>
          <a:p>
            <a:pPr marL="0" lvl="0" indent="0" algn="l" rtl="0">
              <a:spcBef>
                <a:spcPts val="0"/>
              </a:spcBef>
              <a:spcAft>
                <a:spcPts val="0"/>
              </a:spcAft>
              <a:buNone/>
            </a:pPr>
            <a:endParaRPr lang="en-US" sz="1400" strike="sngStrike" dirty="0">
              <a:latin typeface="Calibri" panose="020F0502020204030204" pitchFamily="34" charset="0"/>
              <a:cs typeface="Calibri" panose="020F0502020204030204" pitchFamily="34" charset="0"/>
            </a:endParaRPr>
          </a:p>
          <a:p>
            <a:pPr marL="0" lvl="0" indent="0" algn="l" rtl="0">
              <a:spcBef>
                <a:spcPts val="0"/>
              </a:spcBef>
              <a:spcAft>
                <a:spcPts val="0"/>
              </a:spcAft>
              <a:buNone/>
            </a:pPr>
            <a:r>
              <a:rPr lang="en-US" sz="1400" strike="sngStrike" dirty="0">
                <a:latin typeface="Calibri" panose="020F0502020204030204" pitchFamily="34" charset="0"/>
                <a:cs typeface="Calibri" panose="020F0502020204030204" pitchFamily="34" charset="0"/>
              </a:rPr>
              <a:t>&lt;pause&gt;</a:t>
            </a:r>
          </a:p>
          <a:p>
            <a:pPr marL="0" lvl="0" indent="0" algn="l" rtl="0">
              <a:spcBef>
                <a:spcPts val="0"/>
              </a:spcBef>
              <a:spcAft>
                <a:spcPts val="0"/>
              </a:spcAft>
              <a:buNone/>
            </a:pPr>
            <a:endParaRPr lang="en-US" sz="1400" strike="sngStrike" dirty="0">
              <a:latin typeface="Calibri" panose="020F0502020204030204" pitchFamily="34" charset="0"/>
              <a:cs typeface="Calibri" panose="020F0502020204030204" pitchFamily="34" charset="0"/>
            </a:endParaRPr>
          </a:p>
          <a:p>
            <a:pPr marL="0" lvl="0" indent="0" algn="l" rtl="0">
              <a:spcBef>
                <a:spcPts val="0"/>
              </a:spcBef>
              <a:spcAft>
                <a:spcPts val="0"/>
              </a:spcAft>
              <a:buNone/>
            </a:pPr>
            <a:r>
              <a:rPr lang="en-US" sz="1400" dirty="0">
                <a:latin typeface="Calibri" panose="020F0502020204030204" pitchFamily="34" charset="0"/>
                <a:cs typeface="Calibri" panose="020F0502020204030204" pitchFamily="34" charset="0"/>
              </a:rPr>
              <a:t>Let's start with our most granular level, that being the CVSS twelve bucket score and six bucket ISO/SAE 21434.</a:t>
            </a:r>
          </a:p>
          <a:p>
            <a:pPr marL="0" lvl="0" indent="0" algn="l" rtl="0">
              <a:spcBef>
                <a:spcPts val="0"/>
              </a:spcBef>
              <a:spcAft>
                <a:spcPts val="0"/>
              </a:spcAft>
              <a:buNone/>
            </a:pPr>
            <a:endParaRPr lang="en-US" sz="1400" dirty="0">
              <a:latin typeface="Calibri" panose="020F0502020204030204" pitchFamily="34" charset="0"/>
              <a:cs typeface="Calibri" panose="020F0502020204030204" pitchFamily="34" charset="0"/>
            </a:endParaRPr>
          </a:p>
          <a:p>
            <a:pPr marL="0" lvl="0" indent="0" algn="l" rtl="0">
              <a:spcBef>
                <a:spcPts val="0"/>
              </a:spcBef>
              <a:spcAft>
                <a:spcPts val="0"/>
              </a:spcAft>
              <a:buNone/>
            </a:pPr>
            <a:r>
              <a:rPr lang="en-US" sz="1400" dirty="0">
                <a:latin typeface="Calibri" panose="020F0502020204030204" pitchFamily="34" charset="0"/>
                <a:cs typeface="Calibri" panose="020F0502020204030204" pitchFamily="34" charset="0"/>
              </a:rPr>
              <a:t>&lt;pause&gt;</a:t>
            </a:r>
          </a:p>
          <a:p>
            <a:pPr marL="0" lvl="0" indent="0" algn="l" rtl="0">
              <a:spcBef>
                <a:spcPts val="0"/>
              </a:spcBef>
              <a:spcAft>
                <a:spcPts val="0"/>
              </a:spcAft>
              <a:buNone/>
            </a:pPr>
            <a:endParaRPr lang="en-US" sz="1400" dirty="0">
              <a:latin typeface="Calibri" panose="020F0502020204030204" pitchFamily="34" charset="0"/>
              <a:cs typeface="Calibri" panose="020F0502020204030204" pitchFamily="34" charset="0"/>
            </a:endParaRPr>
          </a:p>
          <a:p>
            <a:pPr marL="0" lvl="0" indent="0" algn="l" rtl="0">
              <a:spcBef>
                <a:spcPts val="0"/>
              </a:spcBef>
              <a:spcAft>
                <a:spcPts val="0"/>
              </a:spcAft>
              <a:buNone/>
            </a:pPr>
            <a:r>
              <a:rPr lang="en-US" sz="1400" strike="sngStrike" dirty="0">
                <a:latin typeface="Calibri" panose="020F0502020204030204" pitchFamily="34" charset="0"/>
                <a:cs typeface="Calibri" panose="020F0502020204030204" pitchFamily="34" charset="0"/>
              </a:rPr>
              <a:t>Now let's compare that with the CVSS five bucket rank and ISO/SAE 21434 mapping.</a:t>
            </a:r>
          </a:p>
          <a:p>
            <a:pPr marL="0" lvl="0" indent="0" algn="l" rtl="0">
              <a:spcBef>
                <a:spcPts val="0"/>
              </a:spcBef>
              <a:spcAft>
                <a:spcPts val="0"/>
              </a:spcAft>
              <a:buNone/>
            </a:pPr>
            <a:endParaRPr lang="en-US" sz="1400" strike="sngStrike" dirty="0">
              <a:latin typeface="Calibri" panose="020F0502020204030204" pitchFamily="34" charset="0"/>
              <a:cs typeface="Calibri" panose="020F0502020204030204" pitchFamily="34" charset="0"/>
            </a:endParaRPr>
          </a:p>
          <a:p>
            <a:pPr marL="0" lvl="0" indent="0" algn="l" rtl="0">
              <a:spcBef>
                <a:spcPts val="0"/>
              </a:spcBef>
              <a:spcAft>
                <a:spcPts val="0"/>
              </a:spcAft>
              <a:buNone/>
            </a:pPr>
            <a:r>
              <a:rPr lang="en-US" sz="1400" strike="sngStrike" dirty="0">
                <a:latin typeface="Calibri" panose="020F0502020204030204" pitchFamily="34" charset="0"/>
                <a:cs typeface="Calibri" panose="020F0502020204030204" pitchFamily="34" charset="0"/>
              </a:rPr>
              <a:t>There are far fewer buckets to consider.</a:t>
            </a:r>
          </a:p>
          <a:p>
            <a:pPr marL="0" lvl="0" indent="0" algn="l" rtl="0">
              <a:spcBef>
                <a:spcPts val="0"/>
              </a:spcBef>
              <a:spcAft>
                <a:spcPts val="0"/>
              </a:spcAft>
              <a:buNone/>
            </a:pPr>
            <a:endParaRPr lang="en-US" sz="1400" strike="sngStrike" dirty="0">
              <a:latin typeface="Calibri" panose="020F0502020204030204" pitchFamily="34" charset="0"/>
              <a:cs typeface="Calibri" panose="020F0502020204030204" pitchFamily="34" charset="0"/>
            </a:endParaRPr>
          </a:p>
          <a:p>
            <a:pPr marL="0" lvl="0" indent="0" algn="l" rtl="0">
              <a:spcBef>
                <a:spcPts val="0"/>
              </a:spcBef>
              <a:spcAft>
                <a:spcPts val="0"/>
              </a:spcAft>
              <a:buNone/>
            </a:pPr>
            <a:r>
              <a:rPr lang="en-US" sz="1400" strike="sngStrike" dirty="0">
                <a:latin typeface="Calibri" panose="020F0502020204030204" pitchFamily="34" charset="0"/>
                <a:cs typeface="Calibri" panose="020F0502020204030204" pitchFamily="34" charset="0"/>
              </a:rPr>
              <a:t>&lt;pause&gt;</a:t>
            </a:r>
          </a:p>
          <a:p>
            <a:pPr marL="0" lvl="0" indent="0" algn="l" rtl="0">
              <a:spcBef>
                <a:spcPts val="0"/>
              </a:spcBef>
              <a:spcAft>
                <a:spcPts val="0"/>
              </a:spcAft>
              <a:buNone/>
            </a:pPr>
            <a:endParaRPr lang="en-US" sz="1400" strike="sngStrike" dirty="0">
              <a:latin typeface="Calibri" panose="020F0502020204030204" pitchFamily="34" charset="0"/>
              <a:cs typeface="Calibri" panose="020F0502020204030204" pitchFamily="34" charset="0"/>
            </a:endParaRPr>
          </a:p>
          <a:p>
            <a:pPr marL="0" lvl="0" indent="0" algn="l" rtl="0">
              <a:spcBef>
                <a:spcPts val="0"/>
              </a:spcBef>
              <a:spcAft>
                <a:spcPts val="0"/>
              </a:spcAft>
              <a:buNone/>
            </a:pPr>
            <a:r>
              <a:rPr lang="en-US" sz="1400" strike="sngStrike" dirty="0">
                <a:latin typeface="Calibri" panose="020F0502020204030204" pitchFamily="34" charset="0"/>
                <a:cs typeface="Calibri" panose="020F0502020204030204" pitchFamily="34" charset="0"/>
              </a:rPr>
              <a:t>Let's look at how this compares with using CVSS rank against ISO 26262.</a:t>
            </a:r>
          </a:p>
          <a:p>
            <a:pPr marL="0" lvl="0" indent="0" algn="l" rtl="0">
              <a:spcBef>
                <a:spcPts val="0"/>
              </a:spcBef>
              <a:spcAft>
                <a:spcPts val="0"/>
              </a:spcAft>
              <a:buNone/>
            </a:pPr>
            <a:endParaRPr lang="en-US" sz="1400" strike="sngStrike" dirty="0">
              <a:latin typeface="Calibri" panose="020F0502020204030204" pitchFamily="34" charset="0"/>
              <a:cs typeface="Calibri" panose="020F0502020204030204" pitchFamily="34" charset="0"/>
            </a:endParaRPr>
          </a:p>
          <a:p>
            <a:pPr marL="0" lvl="0" indent="0" algn="l" rtl="0">
              <a:spcBef>
                <a:spcPts val="0"/>
              </a:spcBef>
              <a:spcAft>
                <a:spcPts val="0"/>
              </a:spcAft>
              <a:buNone/>
            </a:pPr>
            <a:r>
              <a:rPr lang="en-US" sz="1400" strike="sngStrike" dirty="0">
                <a:latin typeface="Calibri" panose="020F0502020204030204" pitchFamily="34" charset="0"/>
                <a:cs typeface="Calibri" panose="020F0502020204030204" pitchFamily="34" charset="0"/>
              </a:rPr>
              <a:t>&lt;pause&gt;</a:t>
            </a:r>
          </a:p>
          <a:p>
            <a:pPr marL="0" lvl="0" indent="0" algn="l" rtl="0">
              <a:spcBef>
                <a:spcPts val="0"/>
              </a:spcBef>
              <a:spcAft>
                <a:spcPts val="0"/>
              </a:spcAft>
              <a:buNone/>
            </a:pPr>
            <a:endParaRPr lang="en-US" sz="1400" strike="sngStrike" dirty="0">
              <a:latin typeface="Calibri" panose="020F0502020204030204" pitchFamily="34" charset="0"/>
              <a:cs typeface="Calibri" panose="020F0502020204030204" pitchFamily="34" charset="0"/>
            </a:endParaRPr>
          </a:p>
          <a:p>
            <a:pPr marL="0" lvl="0" indent="0" algn="l" rtl="0">
              <a:spcBef>
                <a:spcPts val="0"/>
              </a:spcBef>
              <a:spcAft>
                <a:spcPts val="0"/>
              </a:spcAft>
              <a:buNone/>
            </a:pPr>
            <a:r>
              <a:rPr lang="en-US" sz="1400" strike="sngStrike" dirty="0">
                <a:latin typeface="Calibri" panose="020F0502020204030204" pitchFamily="34" charset="0"/>
                <a:cs typeface="Calibri" panose="020F0502020204030204" pitchFamily="34" charset="0"/>
              </a:rPr>
              <a:t>And finally, here’s CVSS versus FIPS 199.</a:t>
            </a:r>
          </a:p>
          <a:p>
            <a:pPr marL="0" lvl="0" indent="0" algn="l" rtl="0">
              <a:spcBef>
                <a:spcPts val="0"/>
              </a:spcBef>
              <a:spcAft>
                <a:spcPts val="0"/>
              </a:spcAft>
              <a:buNone/>
            </a:pPr>
            <a:endParaRPr lang="en-US" sz="1400" strike="sngStrike" dirty="0">
              <a:latin typeface="Calibri" panose="020F0502020204030204" pitchFamily="34" charset="0"/>
              <a:cs typeface="Calibri" panose="020F0502020204030204" pitchFamily="34" charset="0"/>
            </a:endParaRPr>
          </a:p>
          <a:p>
            <a:pPr marL="0" lvl="0" indent="0" algn="l" rtl="0">
              <a:spcBef>
                <a:spcPts val="0"/>
              </a:spcBef>
              <a:spcAft>
                <a:spcPts val="0"/>
              </a:spcAft>
              <a:buNone/>
            </a:pPr>
            <a:r>
              <a:rPr lang="en-US" sz="1400" strike="sngStrike" dirty="0">
                <a:latin typeface="Calibri" panose="020F0502020204030204" pitchFamily="34" charset="0"/>
                <a:cs typeface="Calibri" panose="020F0502020204030204" pitchFamily="34" charset="0"/>
              </a:rPr>
              <a:t>&lt;pause&gt;</a:t>
            </a:r>
          </a:p>
          <a:p>
            <a:pPr marL="0" lvl="0" indent="0" algn="l" rtl="0">
              <a:spcBef>
                <a:spcPts val="0"/>
              </a:spcBef>
              <a:spcAft>
                <a:spcPts val="0"/>
              </a:spcAft>
              <a:buNone/>
            </a:pPr>
            <a:endParaRPr lang="en-US" sz="1400" strike="sngStrike" dirty="0">
              <a:latin typeface="Calibri" panose="020F0502020204030204" pitchFamily="34" charset="0"/>
              <a:cs typeface="Calibri" panose="020F0502020204030204" pitchFamily="34" charset="0"/>
            </a:endParaRPr>
          </a:p>
          <a:p>
            <a:pPr marL="0" lvl="0" indent="0" algn="l" rtl="0">
              <a:spcBef>
                <a:spcPts val="0"/>
              </a:spcBef>
              <a:spcAft>
                <a:spcPts val="0"/>
              </a:spcAft>
              <a:buNone/>
            </a:pPr>
            <a:r>
              <a:rPr lang="en-US" sz="1400" strike="sngStrike" dirty="0">
                <a:latin typeface="Calibri" panose="020F0502020204030204" pitchFamily="34" charset="0"/>
                <a:cs typeface="Calibri" panose="020F0502020204030204" pitchFamily="34" charset="0"/>
              </a:rPr>
              <a:t>You can get a sense of the impact of quantization, but it’s still a bit abstract at this point.</a:t>
            </a:r>
          </a:p>
          <a:p>
            <a:pPr marL="0" lvl="0" indent="0" algn="l" rtl="0">
              <a:spcBef>
                <a:spcPts val="0"/>
              </a:spcBef>
              <a:spcAft>
                <a:spcPts val="0"/>
              </a:spcAft>
              <a:buNone/>
            </a:pPr>
            <a:endParaRPr lang="en-US" sz="1400" strike="sngStrike" dirty="0">
              <a:latin typeface="Calibri" panose="020F0502020204030204" pitchFamily="34" charset="0"/>
              <a:cs typeface="Calibri" panose="020F0502020204030204" pitchFamily="34" charset="0"/>
            </a:endParaRPr>
          </a:p>
          <a:p>
            <a:pPr marL="0" lvl="0" indent="0" algn="l" rtl="0">
              <a:spcBef>
                <a:spcPts val="0"/>
              </a:spcBef>
              <a:spcAft>
                <a:spcPts val="0"/>
              </a:spcAft>
              <a:buNone/>
            </a:pPr>
            <a:r>
              <a:rPr lang="en-US" sz="1400" strike="sngStrike" dirty="0">
                <a:latin typeface="Calibri" panose="020F0502020204030204" pitchFamily="34" charset="0"/>
                <a:cs typeface="Calibri" panose="020F0502020204030204" pitchFamily="34" charset="0"/>
              </a:rPr>
              <a:t>So, let's look at what happens if we shade in the boxes using our risk appetite line as a basis for slicing.</a:t>
            </a:r>
          </a:p>
          <a:p>
            <a:pPr marL="0" lvl="0" indent="0" algn="l" rtl="0">
              <a:spcBef>
                <a:spcPts val="0"/>
              </a:spcBef>
              <a:spcAft>
                <a:spcPts val="0"/>
              </a:spcAft>
              <a:buNone/>
            </a:pPr>
            <a:endParaRPr lang="en-US" sz="1400" dirty="0">
              <a:latin typeface="Calibri" panose="020F0502020204030204" pitchFamily="34" charset="0"/>
              <a:cs typeface="Calibri" panose="020F0502020204030204" pitchFamily="34" charset="0"/>
            </a:endParaRPr>
          </a:p>
        </p:txBody>
      </p:sp>
    </p:spTree>
    <p:extLst>
      <p:ext uri="{BB962C8B-B14F-4D97-AF65-F5344CB8AC3E}">
        <p14:creationId xmlns:p14="http://schemas.microsoft.com/office/powerpoint/2010/main" val="4240853061"/>
      </p:ext>
    </p:extLst>
  </p:cSld>
  <p:clrMapOvr>
    <a:masterClrMapping/>
  </p:clrMapOvr>
</p:notes>
</file>

<file path=ppt/notesSlides/notesSlide40.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1195"/>
        <p:cNvGrpSpPr/>
        <p:nvPr/>
      </p:nvGrpSpPr>
      <p:grpSpPr>
        <a:xfrm>
          <a:off x="0" y="0"/>
          <a:ext cx="0" cy="0"/>
          <a:chOff x="0" y="0"/>
          <a:chExt cx="0" cy="0"/>
        </a:xfrm>
      </p:grpSpPr>
      <p:sp>
        <p:nvSpPr>
          <p:cNvPr id="1196" name="Google Shape;1196;g9ac6590046_0_272:notes"/>
          <p:cNvSpPr>
            <a:spLocks noGrp="1" noRot="1" noChangeAspect="1"/>
          </p:cNvSpPr>
          <p:nvPr>
            <p:ph type="sldImg" idx="2"/>
          </p:nvPr>
        </p:nvSpPr>
        <p:spPr>
          <a:xfrm>
            <a:off x="382588" y="685800"/>
            <a:ext cx="6094412" cy="3429000"/>
          </a:xfrm>
          <a:custGeom>
            <a:avLst/>
            <a:gdLst/>
            <a:ahLst/>
            <a:cxnLst/>
            <a:rect l="l" t="t" r="r" b="b"/>
            <a:pathLst>
              <a:path w="120000" h="120000" extrusionOk="0">
                <a:moveTo>
                  <a:pt x="0" y="0"/>
                </a:moveTo>
                <a:lnTo>
                  <a:pt x="120000" y="0"/>
                </a:lnTo>
                <a:lnTo>
                  <a:pt x="120000" y="120000"/>
                </a:lnTo>
                <a:lnTo>
                  <a:pt x="0" y="120000"/>
                </a:lnTo>
                <a:close/>
              </a:path>
            </a:pathLst>
          </a:custGeom>
        </p:spPr>
      </p:sp>
      <p:sp>
        <p:nvSpPr>
          <p:cNvPr id="1197" name="Google Shape;1197;g9ac6590046_0_272:notes"/>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r>
              <a:rPr lang="en-US" sz="1400" dirty="0">
                <a:latin typeface="Calibri" panose="020F0502020204030204" pitchFamily="34" charset="0"/>
                <a:cs typeface="Calibri" panose="020F0502020204030204" pitchFamily="34" charset="0"/>
              </a:rPr>
              <a:t>Script:</a:t>
            </a:r>
          </a:p>
          <a:p>
            <a:pPr marL="0" lvl="0" indent="0" algn="l" rtl="0">
              <a:spcBef>
                <a:spcPts val="0"/>
              </a:spcBef>
              <a:spcAft>
                <a:spcPts val="0"/>
              </a:spcAft>
              <a:buNone/>
            </a:pPr>
            <a:endParaRPr lang="en-US" sz="1400" dirty="0">
              <a:solidFill>
                <a:srgbClr val="1D1C1D"/>
              </a:solidFill>
              <a:effectLst/>
              <a:latin typeface="Calibri" panose="020F0502020204030204" pitchFamily="34" charset="0"/>
              <a:cs typeface="Calibri" panose="020F0502020204030204" pitchFamily="34" charset="0"/>
            </a:endParaRPr>
          </a:p>
          <a:p>
            <a:pPr marL="0" lvl="0" indent="0" algn="l" rtl="0">
              <a:spcBef>
                <a:spcPts val="0"/>
              </a:spcBef>
              <a:spcAft>
                <a:spcPts val="0"/>
              </a:spcAft>
              <a:buNone/>
            </a:pPr>
            <a:r>
              <a:rPr lang="en-US" sz="1400" strike="sngStrike" dirty="0">
                <a:latin typeface="Calibri" panose="020F0502020204030204" pitchFamily="34" charset="0"/>
                <a:cs typeface="Calibri" panose="020F0502020204030204" pitchFamily="34" charset="0"/>
              </a:rPr>
              <a:t>Now let's see what happens when we combine our slicing diagram from earlier with the concept of quantization.</a:t>
            </a:r>
          </a:p>
          <a:p>
            <a:pPr marL="0" lvl="0" indent="0" algn="l" rtl="0">
              <a:spcBef>
                <a:spcPts val="0"/>
              </a:spcBef>
              <a:spcAft>
                <a:spcPts val="0"/>
              </a:spcAft>
              <a:buNone/>
            </a:pPr>
            <a:endParaRPr lang="en-US" sz="1400" strike="sngStrike" dirty="0">
              <a:latin typeface="Calibri" panose="020F0502020204030204" pitchFamily="34" charset="0"/>
              <a:cs typeface="Calibri" panose="020F0502020204030204" pitchFamily="34" charset="0"/>
            </a:endParaRPr>
          </a:p>
          <a:p>
            <a:pPr marL="0" lvl="0" indent="0" algn="l" rtl="0">
              <a:spcBef>
                <a:spcPts val="0"/>
              </a:spcBef>
              <a:spcAft>
                <a:spcPts val="0"/>
              </a:spcAft>
              <a:buNone/>
            </a:pPr>
            <a:r>
              <a:rPr lang="en-US" sz="1400" strike="sngStrike" dirty="0">
                <a:latin typeface="Calibri" panose="020F0502020204030204" pitchFamily="34" charset="0"/>
                <a:cs typeface="Calibri" panose="020F0502020204030204" pitchFamily="34" charset="0"/>
              </a:rPr>
              <a:t>&lt;pause&gt;</a:t>
            </a:r>
          </a:p>
          <a:p>
            <a:pPr marL="0" lvl="0" indent="0" algn="l" rtl="0">
              <a:spcBef>
                <a:spcPts val="0"/>
              </a:spcBef>
              <a:spcAft>
                <a:spcPts val="0"/>
              </a:spcAft>
              <a:buNone/>
            </a:pPr>
            <a:endParaRPr lang="en-US" sz="1400" strike="sngStrike" dirty="0">
              <a:latin typeface="Calibri" panose="020F0502020204030204" pitchFamily="34" charset="0"/>
              <a:cs typeface="Calibri" panose="020F0502020204030204" pitchFamily="34" charset="0"/>
            </a:endParaRPr>
          </a:p>
          <a:p>
            <a:pPr marL="0" lvl="0" indent="0" algn="l" rtl="0">
              <a:spcBef>
                <a:spcPts val="0"/>
              </a:spcBef>
              <a:spcAft>
                <a:spcPts val="0"/>
              </a:spcAft>
              <a:buNone/>
            </a:pPr>
            <a:r>
              <a:rPr lang="en-US" sz="1400" strike="sngStrike" dirty="0">
                <a:latin typeface="Calibri" panose="020F0502020204030204" pitchFamily="34" charset="0"/>
                <a:cs typeface="Calibri" panose="020F0502020204030204" pitchFamily="34" charset="0"/>
              </a:rPr>
              <a:t>Let's start with our most granular level, that being the CVSS twelve bucket score and six bucket ISO/SAE 21434.</a:t>
            </a:r>
          </a:p>
          <a:p>
            <a:pPr marL="0" lvl="0" indent="0" algn="l" rtl="0">
              <a:spcBef>
                <a:spcPts val="0"/>
              </a:spcBef>
              <a:spcAft>
                <a:spcPts val="0"/>
              </a:spcAft>
              <a:buNone/>
            </a:pPr>
            <a:endParaRPr lang="en-US" sz="1400" strike="sngStrike" dirty="0">
              <a:latin typeface="Calibri" panose="020F0502020204030204" pitchFamily="34" charset="0"/>
              <a:cs typeface="Calibri" panose="020F0502020204030204" pitchFamily="34" charset="0"/>
            </a:endParaRPr>
          </a:p>
          <a:p>
            <a:pPr marL="0" lvl="0" indent="0" algn="l" rtl="0">
              <a:spcBef>
                <a:spcPts val="0"/>
              </a:spcBef>
              <a:spcAft>
                <a:spcPts val="0"/>
              </a:spcAft>
              <a:buNone/>
            </a:pPr>
            <a:r>
              <a:rPr lang="en-US" sz="1400" strike="sngStrike" dirty="0">
                <a:latin typeface="Calibri" panose="020F0502020204030204" pitchFamily="34" charset="0"/>
                <a:cs typeface="Calibri" panose="020F0502020204030204" pitchFamily="34" charset="0"/>
              </a:rPr>
              <a:t>&lt;pause&gt;</a:t>
            </a:r>
          </a:p>
          <a:p>
            <a:pPr marL="0" lvl="0" indent="0" algn="l" rtl="0">
              <a:spcBef>
                <a:spcPts val="0"/>
              </a:spcBef>
              <a:spcAft>
                <a:spcPts val="0"/>
              </a:spcAft>
              <a:buNone/>
            </a:pPr>
            <a:endParaRPr lang="en-US" sz="1400" dirty="0">
              <a:latin typeface="Calibri" panose="020F0502020204030204" pitchFamily="34" charset="0"/>
              <a:cs typeface="Calibri" panose="020F0502020204030204" pitchFamily="34" charset="0"/>
            </a:endParaRPr>
          </a:p>
          <a:p>
            <a:pPr marL="0" lvl="0" indent="0" algn="l" rtl="0">
              <a:spcBef>
                <a:spcPts val="0"/>
              </a:spcBef>
              <a:spcAft>
                <a:spcPts val="0"/>
              </a:spcAft>
              <a:buNone/>
            </a:pPr>
            <a:r>
              <a:rPr lang="en-US" sz="1400" dirty="0">
                <a:latin typeface="Calibri" panose="020F0502020204030204" pitchFamily="34" charset="0"/>
                <a:cs typeface="Calibri" panose="020F0502020204030204" pitchFamily="34" charset="0"/>
              </a:rPr>
              <a:t>Now let's compare that with the CVSS five bucket rank and ISO/SAE 21434 mapping.</a:t>
            </a:r>
          </a:p>
          <a:p>
            <a:pPr marL="0" lvl="0" indent="0" algn="l" rtl="0">
              <a:spcBef>
                <a:spcPts val="0"/>
              </a:spcBef>
              <a:spcAft>
                <a:spcPts val="0"/>
              </a:spcAft>
              <a:buNone/>
            </a:pPr>
            <a:endParaRPr lang="en-US" sz="1400" dirty="0">
              <a:latin typeface="Calibri" panose="020F0502020204030204" pitchFamily="34" charset="0"/>
              <a:cs typeface="Calibri" panose="020F0502020204030204" pitchFamily="34" charset="0"/>
            </a:endParaRPr>
          </a:p>
          <a:p>
            <a:pPr marL="0" lvl="0" indent="0" algn="l" rtl="0">
              <a:spcBef>
                <a:spcPts val="0"/>
              </a:spcBef>
              <a:spcAft>
                <a:spcPts val="0"/>
              </a:spcAft>
              <a:buNone/>
            </a:pPr>
            <a:r>
              <a:rPr lang="en-US" sz="1400" dirty="0">
                <a:latin typeface="Calibri" panose="020F0502020204030204" pitchFamily="34" charset="0"/>
                <a:cs typeface="Calibri" panose="020F0502020204030204" pitchFamily="34" charset="0"/>
              </a:rPr>
              <a:t>There are far fewer buckets to consider.</a:t>
            </a:r>
          </a:p>
          <a:p>
            <a:pPr marL="0" lvl="0" indent="0" algn="l" rtl="0">
              <a:spcBef>
                <a:spcPts val="0"/>
              </a:spcBef>
              <a:spcAft>
                <a:spcPts val="0"/>
              </a:spcAft>
              <a:buNone/>
            </a:pPr>
            <a:endParaRPr lang="en-US" sz="1400" dirty="0">
              <a:latin typeface="Calibri" panose="020F0502020204030204" pitchFamily="34" charset="0"/>
              <a:cs typeface="Calibri" panose="020F0502020204030204" pitchFamily="34" charset="0"/>
            </a:endParaRPr>
          </a:p>
          <a:p>
            <a:pPr marL="0" lvl="0" indent="0" algn="l" rtl="0">
              <a:spcBef>
                <a:spcPts val="0"/>
              </a:spcBef>
              <a:spcAft>
                <a:spcPts val="0"/>
              </a:spcAft>
              <a:buNone/>
            </a:pPr>
            <a:r>
              <a:rPr lang="en-US" sz="1400" dirty="0">
                <a:latin typeface="Calibri" panose="020F0502020204030204" pitchFamily="34" charset="0"/>
                <a:cs typeface="Calibri" panose="020F0502020204030204" pitchFamily="34" charset="0"/>
              </a:rPr>
              <a:t>&lt;pause&gt;</a:t>
            </a:r>
          </a:p>
          <a:p>
            <a:pPr marL="0" lvl="0" indent="0" algn="l" rtl="0">
              <a:spcBef>
                <a:spcPts val="0"/>
              </a:spcBef>
              <a:spcAft>
                <a:spcPts val="0"/>
              </a:spcAft>
              <a:buNone/>
            </a:pPr>
            <a:endParaRPr lang="en-US" sz="1400" dirty="0">
              <a:latin typeface="Calibri" panose="020F0502020204030204" pitchFamily="34" charset="0"/>
              <a:cs typeface="Calibri" panose="020F0502020204030204" pitchFamily="34" charset="0"/>
            </a:endParaRPr>
          </a:p>
          <a:p>
            <a:pPr marL="0" lvl="0" indent="0" algn="l" rtl="0">
              <a:spcBef>
                <a:spcPts val="0"/>
              </a:spcBef>
              <a:spcAft>
                <a:spcPts val="0"/>
              </a:spcAft>
              <a:buNone/>
            </a:pPr>
            <a:r>
              <a:rPr lang="en-US" sz="1400" strike="sngStrike" dirty="0">
                <a:latin typeface="Calibri" panose="020F0502020204030204" pitchFamily="34" charset="0"/>
                <a:cs typeface="Calibri" panose="020F0502020204030204" pitchFamily="34" charset="0"/>
              </a:rPr>
              <a:t>Let's look at how this compares with using CVSS rank against ISO 26262.</a:t>
            </a:r>
          </a:p>
          <a:p>
            <a:pPr marL="0" lvl="0" indent="0" algn="l" rtl="0">
              <a:spcBef>
                <a:spcPts val="0"/>
              </a:spcBef>
              <a:spcAft>
                <a:spcPts val="0"/>
              </a:spcAft>
              <a:buNone/>
            </a:pPr>
            <a:endParaRPr lang="en-US" sz="1400" strike="sngStrike" dirty="0">
              <a:latin typeface="Calibri" panose="020F0502020204030204" pitchFamily="34" charset="0"/>
              <a:cs typeface="Calibri" panose="020F0502020204030204" pitchFamily="34" charset="0"/>
            </a:endParaRPr>
          </a:p>
          <a:p>
            <a:pPr marL="0" lvl="0" indent="0" algn="l" rtl="0">
              <a:spcBef>
                <a:spcPts val="0"/>
              </a:spcBef>
              <a:spcAft>
                <a:spcPts val="0"/>
              </a:spcAft>
              <a:buNone/>
            </a:pPr>
            <a:r>
              <a:rPr lang="en-US" sz="1400" strike="sngStrike" dirty="0">
                <a:latin typeface="Calibri" panose="020F0502020204030204" pitchFamily="34" charset="0"/>
                <a:cs typeface="Calibri" panose="020F0502020204030204" pitchFamily="34" charset="0"/>
              </a:rPr>
              <a:t>&lt;pause&gt;</a:t>
            </a:r>
          </a:p>
          <a:p>
            <a:pPr marL="0" lvl="0" indent="0" algn="l" rtl="0">
              <a:spcBef>
                <a:spcPts val="0"/>
              </a:spcBef>
              <a:spcAft>
                <a:spcPts val="0"/>
              </a:spcAft>
              <a:buNone/>
            </a:pPr>
            <a:endParaRPr lang="en-US" sz="1400" strike="sngStrike" dirty="0">
              <a:latin typeface="Calibri" panose="020F0502020204030204" pitchFamily="34" charset="0"/>
              <a:cs typeface="Calibri" panose="020F0502020204030204" pitchFamily="34" charset="0"/>
            </a:endParaRPr>
          </a:p>
          <a:p>
            <a:pPr marL="0" lvl="0" indent="0" algn="l" rtl="0">
              <a:spcBef>
                <a:spcPts val="0"/>
              </a:spcBef>
              <a:spcAft>
                <a:spcPts val="0"/>
              </a:spcAft>
              <a:buNone/>
            </a:pPr>
            <a:r>
              <a:rPr lang="en-US" sz="1400" strike="sngStrike" dirty="0">
                <a:latin typeface="Calibri" panose="020F0502020204030204" pitchFamily="34" charset="0"/>
                <a:cs typeface="Calibri" panose="020F0502020204030204" pitchFamily="34" charset="0"/>
              </a:rPr>
              <a:t>And finally, here’s CVSS versus FIPS 199.</a:t>
            </a:r>
          </a:p>
          <a:p>
            <a:pPr marL="0" lvl="0" indent="0" algn="l" rtl="0">
              <a:spcBef>
                <a:spcPts val="0"/>
              </a:spcBef>
              <a:spcAft>
                <a:spcPts val="0"/>
              </a:spcAft>
              <a:buNone/>
            </a:pPr>
            <a:endParaRPr lang="en-US" sz="1400" strike="sngStrike" dirty="0">
              <a:latin typeface="Calibri" panose="020F0502020204030204" pitchFamily="34" charset="0"/>
              <a:cs typeface="Calibri" panose="020F0502020204030204" pitchFamily="34" charset="0"/>
            </a:endParaRPr>
          </a:p>
          <a:p>
            <a:pPr marL="0" lvl="0" indent="0" algn="l" rtl="0">
              <a:spcBef>
                <a:spcPts val="0"/>
              </a:spcBef>
              <a:spcAft>
                <a:spcPts val="0"/>
              </a:spcAft>
              <a:buNone/>
            </a:pPr>
            <a:r>
              <a:rPr lang="en-US" sz="1400" strike="sngStrike" dirty="0">
                <a:latin typeface="Calibri" panose="020F0502020204030204" pitchFamily="34" charset="0"/>
                <a:cs typeface="Calibri" panose="020F0502020204030204" pitchFamily="34" charset="0"/>
              </a:rPr>
              <a:t>&lt;pause&gt;</a:t>
            </a:r>
          </a:p>
          <a:p>
            <a:pPr marL="0" lvl="0" indent="0" algn="l" rtl="0">
              <a:spcBef>
                <a:spcPts val="0"/>
              </a:spcBef>
              <a:spcAft>
                <a:spcPts val="0"/>
              </a:spcAft>
              <a:buNone/>
            </a:pPr>
            <a:endParaRPr lang="en-US" sz="1400" strike="sngStrike" dirty="0">
              <a:latin typeface="Calibri" panose="020F0502020204030204" pitchFamily="34" charset="0"/>
              <a:cs typeface="Calibri" panose="020F0502020204030204" pitchFamily="34" charset="0"/>
            </a:endParaRPr>
          </a:p>
          <a:p>
            <a:pPr marL="0" lvl="0" indent="0" algn="l" rtl="0">
              <a:spcBef>
                <a:spcPts val="0"/>
              </a:spcBef>
              <a:spcAft>
                <a:spcPts val="0"/>
              </a:spcAft>
              <a:buNone/>
            </a:pPr>
            <a:r>
              <a:rPr lang="en-US" sz="1400" strike="sngStrike" dirty="0">
                <a:latin typeface="Calibri" panose="020F0502020204030204" pitchFamily="34" charset="0"/>
                <a:cs typeface="Calibri" panose="020F0502020204030204" pitchFamily="34" charset="0"/>
              </a:rPr>
              <a:t>You can get a sense of the impact of quantization, but it’s still a bit abstract at this point.</a:t>
            </a:r>
          </a:p>
          <a:p>
            <a:pPr marL="0" lvl="0" indent="0" algn="l" rtl="0">
              <a:spcBef>
                <a:spcPts val="0"/>
              </a:spcBef>
              <a:spcAft>
                <a:spcPts val="0"/>
              </a:spcAft>
              <a:buNone/>
            </a:pPr>
            <a:endParaRPr lang="en-US" sz="1400" strike="sngStrike" dirty="0">
              <a:latin typeface="Calibri" panose="020F0502020204030204" pitchFamily="34" charset="0"/>
              <a:cs typeface="Calibri" panose="020F0502020204030204" pitchFamily="34" charset="0"/>
            </a:endParaRPr>
          </a:p>
          <a:p>
            <a:pPr marL="0" lvl="0" indent="0" algn="l" rtl="0">
              <a:spcBef>
                <a:spcPts val="0"/>
              </a:spcBef>
              <a:spcAft>
                <a:spcPts val="0"/>
              </a:spcAft>
              <a:buNone/>
            </a:pPr>
            <a:r>
              <a:rPr lang="en-US" sz="1400" strike="sngStrike" dirty="0">
                <a:latin typeface="Calibri" panose="020F0502020204030204" pitchFamily="34" charset="0"/>
                <a:cs typeface="Calibri" panose="020F0502020204030204" pitchFamily="34" charset="0"/>
              </a:rPr>
              <a:t>So, let's look at what happens if we shade in the boxes using our risk appetite line as a basis for slicing.</a:t>
            </a:r>
          </a:p>
          <a:p>
            <a:pPr marL="0" lvl="0" indent="0" algn="l" rtl="0">
              <a:spcBef>
                <a:spcPts val="0"/>
              </a:spcBef>
              <a:spcAft>
                <a:spcPts val="0"/>
              </a:spcAft>
              <a:buNone/>
            </a:pPr>
            <a:endParaRPr lang="en-US" sz="1400" dirty="0">
              <a:latin typeface="Calibri" panose="020F0502020204030204" pitchFamily="34" charset="0"/>
              <a:cs typeface="Calibri" panose="020F0502020204030204" pitchFamily="34" charset="0"/>
            </a:endParaRPr>
          </a:p>
        </p:txBody>
      </p:sp>
    </p:spTree>
    <p:extLst>
      <p:ext uri="{BB962C8B-B14F-4D97-AF65-F5344CB8AC3E}">
        <p14:creationId xmlns:p14="http://schemas.microsoft.com/office/powerpoint/2010/main" val="447865352"/>
      </p:ext>
    </p:extLst>
  </p:cSld>
  <p:clrMapOvr>
    <a:masterClrMapping/>
  </p:clrMapOvr>
</p:notes>
</file>

<file path=ppt/notesSlides/notesSlide41.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1195"/>
        <p:cNvGrpSpPr/>
        <p:nvPr/>
      </p:nvGrpSpPr>
      <p:grpSpPr>
        <a:xfrm>
          <a:off x="0" y="0"/>
          <a:ext cx="0" cy="0"/>
          <a:chOff x="0" y="0"/>
          <a:chExt cx="0" cy="0"/>
        </a:xfrm>
      </p:grpSpPr>
      <p:sp>
        <p:nvSpPr>
          <p:cNvPr id="1196" name="Google Shape;1196;g9ac6590046_0_272:notes"/>
          <p:cNvSpPr>
            <a:spLocks noGrp="1" noRot="1" noChangeAspect="1"/>
          </p:cNvSpPr>
          <p:nvPr>
            <p:ph type="sldImg" idx="2"/>
          </p:nvPr>
        </p:nvSpPr>
        <p:spPr>
          <a:xfrm>
            <a:off x="382588" y="685800"/>
            <a:ext cx="6094412" cy="3429000"/>
          </a:xfrm>
          <a:custGeom>
            <a:avLst/>
            <a:gdLst/>
            <a:ahLst/>
            <a:cxnLst/>
            <a:rect l="l" t="t" r="r" b="b"/>
            <a:pathLst>
              <a:path w="120000" h="120000" extrusionOk="0">
                <a:moveTo>
                  <a:pt x="0" y="0"/>
                </a:moveTo>
                <a:lnTo>
                  <a:pt x="120000" y="0"/>
                </a:lnTo>
                <a:lnTo>
                  <a:pt x="120000" y="120000"/>
                </a:lnTo>
                <a:lnTo>
                  <a:pt x="0" y="120000"/>
                </a:lnTo>
                <a:close/>
              </a:path>
            </a:pathLst>
          </a:custGeom>
        </p:spPr>
      </p:sp>
      <p:sp>
        <p:nvSpPr>
          <p:cNvPr id="1197" name="Google Shape;1197;g9ac6590046_0_272:notes"/>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r>
              <a:rPr lang="en-US" sz="1400" dirty="0">
                <a:latin typeface="Calibri" panose="020F0502020204030204" pitchFamily="34" charset="0"/>
                <a:cs typeface="Calibri" panose="020F0502020204030204" pitchFamily="34" charset="0"/>
              </a:rPr>
              <a:t>Script:</a:t>
            </a:r>
          </a:p>
          <a:p>
            <a:pPr marL="0" lvl="0" indent="0" algn="l" rtl="0">
              <a:spcBef>
                <a:spcPts val="0"/>
              </a:spcBef>
              <a:spcAft>
                <a:spcPts val="0"/>
              </a:spcAft>
              <a:buNone/>
            </a:pPr>
            <a:endParaRPr lang="en-US" sz="1400" dirty="0">
              <a:solidFill>
                <a:srgbClr val="1D1C1D"/>
              </a:solidFill>
              <a:effectLst/>
              <a:latin typeface="Calibri" panose="020F0502020204030204" pitchFamily="34" charset="0"/>
              <a:cs typeface="Calibri" panose="020F0502020204030204" pitchFamily="34" charset="0"/>
            </a:endParaRPr>
          </a:p>
          <a:p>
            <a:pPr marL="0" lvl="0" indent="0" algn="l" rtl="0">
              <a:spcBef>
                <a:spcPts val="0"/>
              </a:spcBef>
              <a:spcAft>
                <a:spcPts val="0"/>
              </a:spcAft>
              <a:buNone/>
            </a:pPr>
            <a:r>
              <a:rPr lang="en-US" sz="1400" strike="sngStrike" dirty="0">
                <a:latin typeface="Calibri" panose="020F0502020204030204" pitchFamily="34" charset="0"/>
                <a:cs typeface="Calibri" panose="020F0502020204030204" pitchFamily="34" charset="0"/>
              </a:rPr>
              <a:t>Now let's see what happens when we combine our slicing diagram from earlier with the concept of quantization.</a:t>
            </a:r>
          </a:p>
          <a:p>
            <a:pPr marL="0" lvl="0" indent="0" algn="l" rtl="0">
              <a:spcBef>
                <a:spcPts val="0"/>
              </a:spcBef>
              <a:spcAft>
                <a:spcPts val="0"/>
              </a:spcAft>
              <a:buNone/>
            </a:pPr>
            <a:endParaRPr lang="en-US" sz="1400" strike="sngStrike" dirty="0">
              <a:latin typeface="Calibri" panose="020F0502020204030204" pitchFamily="34" charset="0"/>
              <a:cs typeface="Calibri" panose="020F0502020204030204" pitchFamily="34" charset="0"/>
            </a:endParaRPr>
          </a:p>
          <a:p>
            <a:pPr marL="0" lvl="0" indent="0" algn="l" rtl="0">
              <a:spcBef>
                <a:spcPts val="0"/>
              </a:spcBef>
              <a:spcAft>
                <a:spcPts val="0"/>
              </a:spcAft>
              <a:buNone/>
            </a:pPr>
            <a:r>
              <a:rPr lang="en-US" sz="1400" strike="sngStrike" dirty="0">
                <a:latin typeface="Calibri" panose="020F0502020204030204" pitchFamily="34" charset="0"/>
                <a:cs typeface="Calibri" panose="020F0502020204030204" pitchFamily="34" charset="0"/>
              </a:rPr>
              <a:t>&lt;pause&gt;</a:t>
            </a:r>
          </a:p>
          <a:p>
            <a:pPr marL="0" lvl="0" indent="0" algn="l" rtl="0">
              <a:spcBef>
                <a:spcPts val="0"/>
              </a:spcBef>
              <a:spcAft>
                <a:spcPts val="0"/>
              </a:spcAft>
              <a:buNone/>
            </a:pPr>
            <a:endParaRPr lang="en-US" sz="1400" strike="sngStrike" dirty="0">
              <a:latin typeface="Calibri" panose="020F0502020204030204" pitchFamily="34" charset="0"/>
              <a:cs typeface="Calibri" panose="020F0502020204030204" pitchFamily="34" charset="0"/>
            </a:endParaRPr>
          </a:p>
          <a:p>
            <a:pPr marL="0" lvl="0" indent="0" algn="l" rtl="0">
              <a:spcBef>
                <a:spcPts val="0"/>
              </a:spcBef>
              <a:spcAft>
                <a:spcPts val="0"/>
              </a:spcAft>
              <a:buNone/>
            </a:pPr>
            <a:r>
              <a:rPr lang="en-US" sz="1400" strike="sngStrike" dirty="0">
                <a:latin typeface="Calibri" panose="020F0502020204030204" pitchFamily="34" charset="0"/>
                <a:cs typeface="Calibri" panose="020F0502020204030204" pitchFamily="34" charset="0"/>
              </a:rPr>
              <a:t>Let's start with our most granular level, that being the CVSS twelve bucket score and six bucket ISO/SAE 21434.</a:t>
            </a:r>
          </a:p>
          <a:p>
            <a:pPr marL="0" lvl="0" indent="0" algn="l" rtl="0">
              <a:spcBef>
                <a:spcPts val="0"/>
              </a:spcBef>
              <a:spcAft>
                <a:spcPts val="0"/>
              </a:spcAft>
              <a:buNone/>
            </a:pPr>
            <a:endParaRPr lang="en-US" sz="1400" strike="sngStrike" dirty="0">
              <a:latin typeface="Calibri" panose="020F0502020204030204" pitchFamily="34" charset="0"/>
              <a:cs typeface="Calibri" panose="020F0502020204030204" pitchFamily="34" charset="0"/>
            </a:endParaRPr>
          </a:p>
          <a:p>
            <a:pPr marL="0" lvl="0" indent="0" algn="l" rtl="0">
              <a:spcBef>
                <a:spcPts val="0"/>
              </a:spcBef>
              <a:spcAft>
                <a:spcPts val="0"/>
              </a:spcAft>
              <a:buNone/>
            </a:pPr>
            <a:r>
              <a:rPr lang="en-US" sz="1400" strike="sngStrike" dirty="0">
                <a:latin typeface="Calibri" panose="020F0502020204030204" pitchFamily="34" charset="0"/>
                <a:cs typeface="Calibri" panose="020F0502020204030204" pitchFamily="34" charset="0"/>
              </a:rPr>
              <a:t>&lt;pause&gt;</a:t>
            </a:r>
          </a:p>
          <a:p>
            <a:pPr marL="0" lvl="0" indent="0" algn="l" rtl="0">
              <a:spcBef>
                <a:spcPts val="0"/>
              </a:spcBef>
              <a:spcAft>
                <a:spcPts val="0"/>
              </a:spcAft>
              <a:buNone/>
            </a:pPr>
            <a:endParaRPr lang="en-US" sz="1400" dirty="0">
              <a:latin typeface="Calibri" panose="020F0502020204030204" pitchFamily="34" charset="0"/>
              <a:cs typeface="Calibri" panose="020F0502020204030204" pitchFamily="34" charset="0"/>
            </a:endParaRPr>
          </a:p>
          <a:p>
            <a:pPr marL="0" lvl="0" indent="0" algn="l" rtl="0">
              <a:spcBef>
                <a:spcPts val="0"/>
              </a:spcBef>
              <a:spcAft>
                <a:spcPts val="0"/>
              </a:spcAft>
              <a:buNone/>
            </a:pPr>
            <a:r>
              <a:rPr lang="en-US" sz="1400" strike="sngStrike" dirty="0">
                <a:latin typeface="Calibri" panose="020F0502020204030204" pitchFamily="34" charset="0"/>
                <a:cs typeface="Calibri" panose="020F0502020204030204" pitchFamily="34" charset="0"/>
              </a:rPr>
              <a:t>Now let's compare that with the CVSS five bucket rank and ISO/SAE 21434 mapping.</a:t>
            </a:r>
          </a:p>
          <a:p>
            <a:pPr marL="0" lvl="0" indent="0" algn="l" rtl="0">
              <a:spcBef>
                <a:spcPts val="0"/>
              </a:spcBef>
              <a:spcAft>
                <a:spcPts val="0"/>
              </a:spcAft>
              <a:buNone/>
            </a:pPr>
            <a:endParaRPr lang="en-US" sz="1400" strike="sngStrike" dirty="0">
              <a:latin typeface="Calibri" panose="020F0502020204030204" pitchFamily="34" charset="0"/>
              <a:cs typeface="Calibri" panose="020F0502020204030204" pitchFamily="34" charset="0"/>
            </a:endParaRPr>
          </a:p>
          <a:p>
            <a:pPr marL="0" lvl="0" indent="0" algn="l" rtl="0">
              <a:spcBef>
                <a:spcPts val="0"/>
              </a:spcBef>
              <a:spcAft>
                <a:spcPts val="0"/>
              </a:spcAft>
              <a:buNone/>
            </a:pPr>
            <a:r>
              <a:rPr lang="en-US" sz="1400" strike="sngStrike" dirty="0">
                <a:latin typeface="Calibri" panose="020F0502020204030204" pitchFamily="34" charset="0"/>
                <a:cs typeface="Calibri" panose="020F0502020204030204" pitchFamily="34" charset="0"/>
              </a:rPr>
              <a:t>There are far fewer buckets to consider.</a:t>
            </a:r>
          </a:p>
          <a:p>
            <a:pPr marL="0" lvl="0" indent="0" algn="l" rtl="0">
              <a:spcBef>
                <a:spcPts val="0"/>
              </a:spcBef>
              <a:spcAft>
                <a:spcPts val="0"/>
              </a:spcAft>
              <a:buNone/>
            </a:pPr>
            <a:endParaRPr lang="en-US" sz="1400" strike="sngStrike" dirty="0">
              <a:latin typeface="Calibri" panose="020F0502020204030204" pitchFamily="34" charset="0"/>
              <a:cs typeface="Calibri" panose="020F0502020204030204" pitchFamily="34" charset="0"/>
            </a:endParaRPr>
          </a:p>
          <a:p>
            <a:pPr marL="0" lvl="0" indent="0" algn="l" rtl="0">
              <a:spcBef>
                <a:spcPts val="0"/>
              </a:spcBef>
              <a:spcAft>
                <a:spcPts val="0"/>
              </a:spcAft>
              <a:buNone/>
            </a:pPr>
            <a:r>
              <a:rPr lang="en-US" sz="1400" strike="sngStrike" dirty="0">
                <a:latin typeface="Calibri" panose="020F0502020204030204" pitchFamily="34" charset="0"/>
                <a:cs typeface="Calibri" panose="020F0502020204030204" pitchFamily="34" charset="0"/>
              </a:rPr>
              <a:t>&lt;pause&gt;</a:t>
            </a:r>
          </a:p>
          <a:p>
            <a:pPr marL="0" lvl="0" indent="0" algn="l" rtl="0">
              <a:spcBef>
                <a:spcPts val="0"/>
              </a:spcBef>
              <a:spcAft>
                <a:spcPts val="0"/>
              </a:spcAft>
              <a:buNone/>
            </a:pPr>
            <a:endParaRPr lang="en-US" sz="1400" dirty="0">
              <a:latin typeface="Calibri" panose="020F0502020204030204" pitchFamily="34" charset="0"/>
              <a:cs typeface="Calibri" panose="020F0502020204030204" pitchFamily="34" charset="0"/>
            </a:endParaRPr>
          </a:p>
          <a:p>
            <a:pPr marL="0" lvl="0" indent="0" algn="l" rtl="0">
              <a:spcBef>
                <a:spcPts val="0"/>
              </a:spcBef>
              <a:spcAft>
                <a:spcPts val="0"/>
              </a:spcAft>
              <a:buNone/>
            </a:pPr>
            <a:r>
              <a:rPr lang="en-US" sz="1400" dirty="0">
                <a:latin typeface="Calibri" panose="020F0502020204030204" pitchFamily="34" charset="0"/>
                <a:cs typeface="Calibri" panose="020F0502020204030204" pitchFamily="34" charset="0"/>
              </a:rPr>
              <a:t>Let's look at how this compares with using CVSS rank against ISO 26262.</a:t>
            </a:r>
          </a:p>
          <a:p>
            <a:pPr marL="0" lvl="0" indent="0" algn="l" rtl="0">
              <a:spcBef>
                <a:spcPts val="0"/>
              </a:spcBef>
              <a:spcAft>
                <a:spcPts val="0"/>
              </a:spcAft>
              <a:buNone/>
            </a:pPr>
            <a:endParaRPr lang="en-US" sz="1400" dirty="0">
              <a:latin typeface="Calibri" panose="020F0502020204030204" pitchFamily="34" charset="0"/>
              <a:cs typeface="Calibri" panose="020F0502020204030204" pitchFamily="34" charset="0"/>
            </a:endParaRPr>
          </a:p>
          <a:p>
            <a:pPr marL="0" lvl="0" indent="0" algn="l" rtl="0">
              <a:spcBef>
                <a:spcPts val="0"/>
              </a:spcBef>
              <a:spcAft>
                <a:spcPts val="0"/>
              </a:spcAft>
              <a:buNone/>
            </a:pPr>
            <a:r>
              <a:rPr lang="en-US" sz="1400" dirty="0">
                <a:latin typeface="Calibri" panose="020F0502020204030204" pitchFamily="34" charset="0"/>
                <a:cs typeface="Calibri" panose="020F0502020204030204" pitchFamily="34" charset="0"/>
              </a:rPr>
              <a:t>&lt;pause&gt;</a:t>
            </a:r>
          </a:p>
          <a:p>
            <a:pPr marL="0" lvl="0" indent="0" algn="l" rtl="0">
              <a:spcBef>
                <a:spcPts val="0"/>
              </a:spcBef>
              <a:spcAft>
                <a:spcPts val="0"/>
              </a:spcAft>
              <a:buNone/>
            </a:pPr>
            <a:endParaRPr lang="en-US" sz="1400" dirty="0">
              <a:latin typeface="Calibri" panose="020F0502020204030204" pitchFamily="34" charset="0"/>
              <a:cs typeface="Calibri" panose="020F0502020204030204" pitchFamily="34" charset="0"/>
            </a:endParaRPr>
          </a:p>
          <a:p>
            <a:pPr marL="0" lvl="0" indent="0" algn="l" rtl="0">
              <a:spcBef>
                <a:spcPts val="0"/>
              </a:spcBef>
              <a:spcAft>
                <a:spcPts val="0"/>
              </a:spcAft>
              <a:buNone/>
            </a:pPr>
            <a:r>
              <a:rPr lang="en-US" sz="1400" strike="sngStrike" dirty="0">
                <a:latin typeface="Calibri" panose="020F0502020204030204" pitchFamily="34" charset="0"/>
                <a:cs typeface="Calibri" panose="020F0502020204030204" pitchFamily="34" charset="0"/>
              </a:rPr>
              <a:t>And finally, here’s CVSS versus FIPS 199.</a:t>
            </a:r>
          </a:p>
          <a:p>
            <a:pPr marL="0" lvl="0" indent="0" algn="l" rtl="0">
              <a:spcBef>
                <a:spcPts val="0"/>
              </a:spcBef>
              <a:spcAft>
                <a:spcPts val="0"/>
              </a:spcAft>
              <a:buNone/>
            </a:pPr>
            <a:endParaRPr lang="en-US" sz="1400" strike="sngStrike" dirty="0">
              <a:latin typeface="Calibri" panose="020F0502020204030204" pitchFamily="34" charset="0"/>
              <a:cs typeface="Calibri" panose="020F0502020204030204" pitchFamily="34" charset="0"/>
            </a:endParaRPr>
          </a:p>
          <a:p>
            <a:pPr marL="0" lvl="0" indent="0" algn="l" rtl="0">
              <a:spcBef>
                <a:spcPts val="0"/>
              </a:spcBef>
              <a:spcAft>
                <a:spcPts val="0"/>
              </a:spcAft>
              <a:buNone/>
            </a:pPr>
            <a:r>
              <a:rPr lang="en-US" sz="1400" strike="sngStrike" dirty="0">
                <a:latin typeface="Calibri" panose="020F0502020204030204" pitchFamily="34" charset="0"/>
                <a:cs typeface="Calibri" panose="020F0502020204030204" pitchFamily="34" charset="0"/>
              </a:rPr>
              <a:t>&lt;pause&gt;</a:t>
            </a:r>
          </a:p>
          <a:p>
            <a:pPr marL="0" lvl="0" indent="0" algn="l" rtl="0">
              <a:spcBef>
                <a:spcPts val="0"/>
              </a:spcBef>
              <a:spcAft>
                <a:spcPts val="0"/>
              </a:spcAft>
              <a:buNone/>
            </a:pPr>
            <a:endParaRPr lang="en-US" sz="1400" strike="sngStrike" dirty="0">
              <a:latin typeface="Calibri" panose="020F0502020204030204" pitchFamily="34" charset="0"/>
              <a:cs typeface="Calibri" panose="020F0502020204030204" pitchFamily="34" charset="0"/>
            </a:endParaRPr>
          </a:p>
          <a:p>
            <a:pPr marL="0" lvl="0" indent="0" algn="l" rtl="0">
              <a:spcBef>
                <a:spcPts val="0"/>
              </a:spcBef>
              <a:spcAft>
                <a:spcPts val="0"/>
              </a:spcAft>
              <a:buNone/>
            </a:pPr>
            <a:r>
              <a:rPr lang="en-US" sz="1400" strike="sngStrike" dirty="0">
                <a:latin typeface="Calibri" panose="020F0502020204030204" pitchFamily="34" charset="0"/>
                <a:cs typeface="Calibri" panose="020F0502020204030204" pitchFamily="34" charset="0"/>
              </a:rPr>
              <a:t>You can get a sense of the impact of quantization, but it’s still a bit abstract at this point.</a:t>
            </a:r>
          </a:p>
          <a:p>
            <a:pPr marL="0" lvl="0" indent="0" algn="l" rtl="0">
              <a:spcBef>
                <a:spcPts val="0"/>
              </a:spcBef>
              <a:spcAft>
                <a:spcPts val="0"/>
              </a:spcAft>
              <a:buNone/>
            </a:pPr>
            <a:endParaRPr lang="en-US" sz="1400" strike="sngStrike" dirty="0">
              <a:latin typeface="Calibri" panose="020F0502020204030204" pitchFamily="34" charset="0"/>
              <a:cs typeface="Calibri" panose="020F0502020204030204" pitchFamily="34" charset="0"/>
            </a:endParaRPr>
          </a:p>
          <a:p>
            <a:pPr marL="0" lvl="0" indent="0" algn="l" rtl="0">
              <a:spcBef>
                <a:spcPts val="0"/>
              </a:spcBef>
              <a:spcAft>
                <a:spcPts val="0"/>
              </a:spcAft>
              <a:buNone/>
            </a:pPr>
            <a:r>
              <a:rPr lang="en-US" sz="1400" strike="sngStrike" dirty="0">
                <a:latin typeface="Calibri" panose="020F0502020204030204" pitchFamily="34" charset="0"/>
                <a:cs typeface="Calibri" panose="020F0502020204030204" pitchFamily="34" charset="0"/>
              </a:rPr>
              <a:t>So, let's look at what happens if we shade in the boxes using our risk appetite line as a basis for slicing.</a:t>
            </a:r>
          </a:p>
          <a:p>
            <a:pPr marL="0" lvl="0" indent="0" algn="l" rtl="0">
              <a:spcBef>
                <a:spcPts val="0"/>
              </a:spcBef>
              <a:spcAft>
                <a:spcPts val="0"/>
              </a:spcAft>
              <a:buNone/>
            </a:pPr>
            <a:endParaRPr lang="en-US" sz="1400" dirty="0">
              <a:latin typeface="Calibri" panose="020F0502020204030204" pitchFamily="34" charset="0"/>
              <a:cs typeface="Calibri" panose="020F0502020204030204" pitchFamily="34" charset="0"/>
            </a:endParaRPr>
          </a:p>
        </p:txBody>
      </p:sp>
    </p:spTree>
    <p:extLst>
      <p:ext uri="{BB962C8B-B14F-4D97-AF65-F5344CB8AC3E}">
        <p14:creationId xmlns:p14="http://schemas.microsoft.com/office/powerpoint/2010/main" val="411219086"/>
      </p:ext>
    </p:extLst>
  </p:cSld>
  <p:clrMapOvr>
    <a:masterClrMapping/>
  </p:clrMapOvr>
</p:notes>
</file>

<file path=ppt/notesSlides/notesSlide42.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1195"/>
        <p:cNvGrpSpPr/>
        <p:nvPr/>
      </p:nvGrpSpPr>
      <p:grpSpPr>
        <a:xfrm>
          <a:off x="0" y="0"/>
          <a:ext cx="0" cy="0"/>
          <a:chOff x="0" y="0"/>
          <a:chExt cx="0" cy="0"/>
        </a:xfrm>
      </p:grpSpPr>
      <p:sp>
        <p:nvSpPr>
          <p:cNvPr id="1196" name="Google Shape;1196;g9ac6590046_0_272:notes"/>
          <p:cNvSpPr>
            <a:spLocks noGrp="1" noRot="1" noChangeAspect="1"/>
          </p:cNvSpPr>
          <p:nvPr>
            <p:ph type="sldImg" idx="2"/>
          </p:nvPr>
        </p:nvSpPr>
        <p:spPr>
          <a:xfrm>
            <a:off x="382588" y="685800"/>
            <a:ext cx="6094412" cy="3429000"/>
          </a:xfrm>
          <a:custGeom>
            <a:avLst/>
            <a:gdLst/>
            <a:ahLst/>
            <a:cxnLst/>
            <a:rect l="l" t="t" r="r" b="b"/>
            <a:pathLst>
              <a:path w="120000" h="120000" extrusionOk="0">
                <a:moveTo>
                  <a:pt x="0" y="0"/>
                </a:moveTo>
                <a:lnTo>
                  <a:pt x="120000" y="0"/>
                </a:lnTo>
                <a:lnTo>
                  <a:pt x="120000" y="120000"/>
                </a:lnTo>
                <a:lnTo>
                  <a:pt x="0" y="120000"/>
                </a:lnTo>
                <a:close/>
              </a:path>
            </a:pathLst>
          </a:custGeom>
        </p:spPr>
      </p:sp>
      <p:sp>
        <p:nvSpPr>
          <p:cNvPr id="1197" name="Google Shape;1197;g9ac6590046_0_272:notes"/>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r>
              <a:rPr lang="en-US" sz="1400" dirty="0">
                <a:latin typeface="Calibri" panose="020F0502020204030204" pitchFamily="34" charset="0"/>
                <a:cs typeface="Calibri" panose="020F0502020204030204" pitchFamily="34" charset="0"/>
              </a:rPr>
              <a:t>Script:</a:t>
            </a:r>
          </a:p>
          <a:p>
            <a:pPr marL="0" lvl="0" indent="0" algn="l" rtl="0">
              <a:spcBef>
                <a:spcPts val="0"/>
              </a:spcBef>
              <a:spcAft>
                <a:spcPts val="0"/>
              </a:spcAft>
              <a:buNone/>
            </a:pPr>
            <a:endParaRPr lang="en-US" sz="1400" dirty="0">
              <a:solidFill>
                <a:srgbClr val="1D1C1D"/>
              </a:solidFill>
              <a:effectLst/>
              <a:latin typeface="Calibri" panose="020F0502020204030204" pitchFamily="34" charset="0"/>
              <a:cs typeface="Calibri" panose="020F0502020204030204" pitchFamily="34" charset="0"/>
            </a:endParaRPr>
          </a:p>
          <a:p>
            <a:pPr marL="0" lvl="0" indent="0" algn="l" rtl="0">
              <a:spcBef>
                <a:spcPts val="0"/>
              </a:spcBef>
              <a:spcAft>
                <a:spcPts val="0"/>
              </a:spcAft>
              <a:buNone/>
            </a:pPr>
            <a:r>
              <a:rPr lang="en-US" sz="1400" strike="sngStrike" dirty="0">
                <a:latin typeface="Calibri" panose="020F0502020204030204" pitchFamily="34" charset="0"/>
                <a:cs typeface="Calibri" panose="020F0502020204030204" pitchFamily="34" charset="0"/>
              </a:rPr>
              <a:t>Now let's see what happens when we combine our slicing diagram from earlier with the concept of quantization.</a:t>
            </a:r>
          </a:p>
          <a:p>
            <a:pPr marL="0" lvl="0" indent="0" algn="l" rtl="0">
              <a:spcBef>
                <a:spcPts val="0"/>
              </a:spcBef>
              <a:spcAft>
                <a:spcPts val="0"/>
              </a:spcAft>
              <a:buNone/>
            </a:pPr>
            <a:endParaRPr lang="en-US" sz="1400" strike="sngStrike" dirty="0">
              <a:latin typeface="Calibri" panose="020F0502020204030204" pitchFamily="34" charset="0"/>
              <a:cs typeface="Calibri" panose="020F0502020204030204" pitchFamily="34" charset="0"/>
            </a:endParaRPr>
          </a:p>
          <a:p>
            <a:pPr marL="0" lvl="0" indent="0" algn="l" rtl="0">
              <a:spcBef>
                <a:spcPts val="0"/>
              </a:spcBef>
              <a:spcAft>
                <a:spcPts val="0"/>
              </a:spcAft>
              <a:buNone/>
            </a:pPr>
            <a:r>
              <a:rPr lang="en-US" sz="1400" strike="sngStrike" dirty="0">
                <a:latin typeface="Calibri" panose="020F0502020204030204" pitchFamily="34" charset="0"/>
                <a:cs typeface="Calibri" panose="020F0502020204030204" pitchFamily="34" charset="0"/>
              </a:rPr>
              <a:t>&lt;pause&gt;</a:t>
            </a:r>
          </a:p>
          <a:p>
            <a:pPr marL="0" lvl="0" indent="0" algn="l" rtl="0">
              <a:spcBef>
                <a:spcPts val="0"/>
              </a:spcBef>
              <a:spcAft>
                <a:spcPts val="0"/>
              </a:spcAft>
              <a:buNone/>
            </a:pPr>
            <a:endParaRPr lang="en-US" sz="1400" strike="sngStrike" dirty="0">
              <a:latin typeface="Calibri" panose="020F0502020204030204" pitchFamily="34" charset="0"/>
              <a:cs typeface="Calibri" panose="020F0502020204030204" pitchFamily="34" charset="0"/>
            </a:endParaRPr>
          </a:p>
          <a:p>
            <a:pPr marL="0" lvl="0" indent="0" algn="l" rtl="0">
              <a:spcBef>
                <a:spcPts val="0"/>
              </a:spcBef>
              <a:spcAft>
                <a:spcPts val="0"/>
              </a:spcAft>
              <a:buNone/>
            </a:pPr>
            <a:r>
              <a:rPr lang="en-US" sz="1400" strike="sngStrike" dirty="0">
                <a:latin typeface="Calibri" panose="020F0502020204030204" pitchFamily="34" charset="0"/>
                <a:cs typeface="Calibri" panose="020F0502020204030204" pitchFamily="34" charset="0"/>
              </a:rPr>
              <a:t>Let's start with our most granular level, that being the CVSS twelve bucket score and six bucket ISO/SAE 21434.</a:t>
            </a:r>
          </a:p>
          <a:p>
            <a:pPr marL="0" lvl="0" indent="0" algn="l" rtl="0">
              <a:spcBef>
                <a:spcPts val="0"/>
              </a:spcBef>
              <a:spcAft>
                <a:spcPts val="0"/>
              </a:spcAft>
              <a:buNone/>
            </a:pPr>
            <a:endParaRPr lang="en-US" sz="1400" strike="sngStrike" dirty="0">
              <a:latin typeface="Calibri" panose="020F0502020204030204" pitchFamily="34" charset="0"/>
              <a:cs typeface="Calibri" panose="020F0502020204030204" pitchFamily="34" charset="0"/>
            </a:endParaRPr>
          </a:p>
          <a:p>
            <a:pPr marL="0" lvl="0" indent="0" algn="l" rtl="0">
              <a:spcBef>
                <a:spcPts val="0"/>
              </a:spcBef>
              <a:spcAft>
                <a:spcPts val="0"/>
              </a:spcAft>
              <a:buNone/>
            </a:pPr>
            <a:r>
              <a:rPr lang="en-US" sz="1400" strike="sngStrike" dirty="0">
                <a:latin typeface="Calibri" panose="020F0502020204030204" pitchFamily="34" charset="0"/>
                <a:cs typeface="Calibri" panose="020F0502020204030204" pitchFamily="34" charset="0"/>
              </a:rPr>
              <a:t>&lt;pause&gt;</a:t>
            </a:r>
          </a:p>
          <a:p>
            <a:pPr marL="0" lvl="0" indent="0" algn="l" rtl="0">
              <a:spcBef>
                <a:spcPts val="0"/>
              </a:spcBef>
              <a:spcAft>
                <a:spcPts val="0"/>
              </a:spcAft>
              <a:buNone/>
            </a:pPr>
            <a:endParaRPr lang="en-US" sz="1400" dirty="0">
              <a:latin typeface="Calibri" panose="020F0502020204030204" pitchFamily="34" charset="0"/>
              <a:cs typeface="Calibri" panose="020F0502020204030204" pitchFamily="34" charset="0"/>
            </a:endParaRPr>
          </a:p>
          <a:p>
            <a:pPr marL="0" lvl="0" indent="0" algn="l" rtl="0">
              <a:spcBef>
                <a:spcPts val="0"/>
              </a:spcBef>
              <a:spcAft>
                <a:spcPts val="0"/>
              </a:spcAft>
              <a:buNone/>
            </a:pPr>
            <a:r>
              <a:rPr lang="en-US" sz="1400" strike="sngStrike" dirty="0">
                <a:latin typeface="Calibri" panose="020F0502020204030204" pitchFamily="34" charset="0"/>
                <a:cs typeface="Calibri" panose="020F0502020204030204" pitchFamily="34" charset="0"/>
              </a:rPr>
              <a:t>Now let's compare that with the CVSS five bucket rank and ISO/SAE 21434 mapping.</a:t>
            </a:r>
          </a:p>
          <a:p>
            <a:pPr marL="0" lvl="0" indent="0" algn="l" rtl="0">
              <a:spcBef>
                <a:spcPts val="0"/>
              </a:spcBef>
              <a:spcAft>
                <a:spcPts val="0"/>
              </a:spcAft>
              <a:buNone/>
            </a:pPr>
            <a:endParaRPr lang="en-US" sz="1400" strike="sngStrike" dirty="0">
              <a:latin typeface="Calibri" panose="020F0502020204030204" pitchFamily="34" charset="0"/>
              <a:cs typeface="Calibri" panose="020F0502020204030204" pitchFamily="34" charset="0"/>
            </a:endParaRPr>
          </a:p>
          <a:p>
            <a:pPr marL="0" lvl="0" indent="0" algn="l" rtl="0">
              <a:spcBef>
                <a:spcPts val="0"/>
              </a:spcBef>
              <a:spcAft>
                <a:spcPts val="0"/>
              </a:spcAft>
              <a:buNone/>
            </a:pPr>
            <a:r>
              <a:rPr lang="en-US" sz="1400" strike="sngStrike" dirty="0">
                <a:latin typeface="Calibri" panose="020F0502020204030204" pitchFamily="34" charset="0"/>
                <a:cs typeface="Calibri" panose="020F0502020204030204" pitchFamily="34" charset="0"/>
              </a:rPr>
              <a:t>There are far fewer buckets to consider.</a:t>
            </a:r>
          </a:p>
          <a:p>
            <a:pPr marL="0" lvl="0" indent="0" algn="l" rtl="0">
              <a:spcBef>
                <a:spcPts val="0"/>
              </a:spcBef>
              <a:spcAft>
                <a:spcPts val="0"/>
              </a:spcAft>
              <a:buNone/>
            </a:pPr>
            <a:endParaRPr lang="en-US" sz="1400" strike="sngStrike" dirty="0">
              <a:latin typeface="Calibri" panose="020F0502020204030204" pitchFamily="34" charset="0"/>
              <a:cs typeface="Calibri" panose="020F0502020204030204" pitchFamily="34" charset="0"/>
            </a:endParaRPr>
          </a:p>
          <a:p>
            <a:pPr marL="0" lvl="0" indent="0" algn="l" rtl="0">
              <a:spcBef>
                <a:spcPts val="0"/>
              </a:spcBef>
              <a:spcAft>
                <a:spcPts val="0"/>
              </a:spcAft>
              <a:buNone/>
            </a:pPr>
            <a:r>
              <a:rPr lang="en-US" sz="1400" strike="sngStrike" dirty="0">
                <a:latin typeface="Calibri" panose="020F0502020204030204" pitchFamily="34" charset="0"/>
                <a:cs typeface="Calibri" panose="020F0502020204030204" pitchFamily="34" charset="0"/>
              </a:rPr>
              <a:t>&lt;pause&gt;</a:t>
            </a:r>
          </a:p>
          <a:p>
            <a:pPr marL="0" lvl="0" indent="0" algn="l" rtl="0">
              <a:spcBef>
                <a:spcPts val="0"/>
              </a:spcBef>
              <a:spcAft>
                <a:spcPts val="0"/>
              </a:spcAft>
              <a:buNone/>
            </a:pPr>
            <a:endParaRPr lang="en-US" sz="1400" dirty="0">
              <a:latin typeface="Calibri" panose="020F0502020204030204" pitchFamily="34" charset="0"/>
              <a:cs typeface="Calibri" panose="020F0502020204030204" pitchFamily="34" charset="0"/>
            </a:endParaRPr>
          </a:p>
          <a:p>
            <a:pPr marL="0" lvl="0" indent="0" algn="l" rtl="0">
              <a:spcBef>
                <a:spcPts val="0"/>
              </a:spcBef>
              <a:spcAft>
                <a:spcPts val="0"/>
              </a:spcAft>
              <a:buNone/>
            </a:pPr>
            <a:r>
              <a:rPr lang="en-US" sz="1400" strike="sngStrike" dirty="0">
                <a:latin typeface="Calibri" panose="020F0502020204030204" pitchFamily="34" charset="0"/>
                <a:cs typeface="Calibri" panose="020F0502020204030204" pitchFamily="34" charset="0"/>
              </a:rPr>
              <a:t>Let's look at how this compares with using CVSS rank against ISO 26262.</a:t>
            </a:r>
          </a:p>
          <a:p>
            <a:pPr marL="0" lvl="0" indent="0" algn="l" rtl="0">
              <a:spcBef>
                <a:spcPts val="0"/>
              </a:spcBef>
              <a:spcAft>
                <a:spcPts val="0"/>
              </a:spcAft>
              <a:buNone/>
            </a:pPr>
            <a:endParaRPr lang="en-US" sz="1400" strike="sngStrike" dirty="0">
              <a:latin typeface="Calibri" panose="020F0502020204030204" pitchFamily="34" charset="0"/>
              <a:cs typeface="Calibri" panose="020F0502020204030204" pitchFamily="34" charset="0"/>
            </a:endParaRPr>
          </a:p>
          <a:p>
            <a:pPr marL="0" lvl="0" indent="0" algn="l" rtl="0">
              <a:spcBef>
                <a:spcPts val="0"/>
              </a:spcBef>
              <a:spcAft>
                <a:spcPts val="0"/>
              </a:spcAft>
              <a:buNone/>
            </a:pPr>
            <a:r>
              <a:rPr lang="en-US" sz="1400" strike="sngStrike" dirty="0">
                <a:latin typeface="Calibri" panose="020F0502020204030204" pitchFamily="34" charset="0"/>
                <a:cs typeface="Calibri" panose="020F0502020204030204" pitchFamily="34" charset="0"/>
              </a:rPr>
              <a:t>&lt;pause&gt;</a:t>
            </a:r>
          </a:p>
          <a:p>
            <a:pPr marL="0" lvl="0" indent="0" algn="l" rtl="0">
              <a:spcBef>
                <a:spcPts val="0"/>
              </a:spcBef>
              <a:spcAft>
                <a:spcPts val="0"/>
              </a:spcAft>
              <a:buNone/>
            </a:pPr>
            <a:endParaRPr lang="en-US" sz="1400" dirty="0">
              <a:latin typeface="Calibri" panose="020F0502020204030204" pitchFamily="34" charset="0"/>
              <a:cs typeface="Calibri" panose="020F0502020204030204" pitchFamily="34" charset="0"/>
            </a:endParaRPr>
          </a:p>
          <a:p>
            <a:pPr marL="0" lvl="0" indent="0" algn="l" rtl="0">
              <a:spcBef>
                <a:spcPts val="0"/>
              </a:spcBef>
              <a:spcAft>
                <a:spcPts val="0"/>
              </a:spcAft>
              <a:buNone/>
            </a:pPr>
            <a:r>
              <a:rPr lang="en-US" sz="1400" dirty="0">
                <a:latin typeface="Calibri" panose="020F0502020204030204" pitchFamily="34" charset="0"/>
                <a:cs typeface="Calibri" panose="020F0502020204030204" pitchFamily="34" charset="0"/>
              </a:rPr>
              <a:t>And finally, here’s CVSS versus FIPS 199.</a:t>
            </a:r>
          </a:p>
          <a:p>
            <a:pPr marL="0" lvl="0" indent="0" algn="l" rtl="0">
              <a:spcBef>
                <a:spcPts val="0"/>
              </a:spcBef>
              <a:spcAft>
                <a:spcPts val="0"/>
              </a:spcAft>
              <a:buNone/>
            </a:pPr>
            <a:endParaRPr lang="en-US" sz="1400" dirty="0">
              <a:latin typeface="Calibri" panose="020F0502020204030204" pitchFamily="34" charset="0"/>
              <a:cs typeface="Calibri" panose="020F0502020204030204" pitchFamily="34" charset="0"/>
            </a:endParaRPr>
          </a:p>
          <a:p>
            <a:pPr marL="0" lvl="0" indent="0" algn="l" rtl="0">
              <a:spcBef>
                <a:spcPts val="0"/>
              </a:spcBef>
              <a:spcAft>
                <a:spcPts val="0"/>
              </a:spcAft>
              <a:buNone/>
            </a:pPr>
            <a:r>
              <a:rPr lang="en-US" sz="1400" dirty="0">
                <a:latin typeface="Calibri" panose="020F0502020204030204" pitchFamily="34" charset="0"/>
                <a:cs typeface="Calibri" panose="020F0502020204030204" pitchFamily="34" charset="0"/>
              </a:rPr>
              <a:t>&lt;pause&gt;</a:t>
            </a:r>
          </a:p>
          <a:p>
            <a:pPr marL="0" lvl="0" indent="0" algn="l" rtl="0">
              <a:spcBef>
                <a:spcPts val="0"/>
              </a:spcBef>
              <a:spcAft>
                <a:spcPts val="0"/>
              </a:spcAft>
              <a:buNone/>
            </a:pPr>
            <a:endParaRPr lang="en-US" sz="1400" dirty="0">
              <a:latin typeface="Calibri" panose="020F0502020204030204" pitchFamily="34" charset="0"/>
              <a:cs typeface="Calibri" panose="020F0502020204030204" pitchFamily="34" charset="0"/>
            </a:endParaRPr>
          </a:p>
          <a:p>
            <a:pPr marL="0" lvl="0" indent="0" algn="l" rtl="0">
              <a:spcBef>
                <a:spcPts val="0"/>
              </a:spcBef>
              <a:spcAft>
                <a:spcPts val="0"/>
              </a:spcAft>
              <a:buNone/>
            </a:pPr>
            <a:r>
              <a:rPr lang="en-US" sz="1400" dirty="0">
                <a:latin typeface="Calibri" panose="020F0502020204030204" pitchFamily="34" charset="0"/>
                <a:cs typeface="Calibri" panose="020F0502020204030204" pitchFamily="34" charset="0"/>
              </a:rPr>
              <a:t>You can get a sense of the impact of quantization, but it’s still a bit abstract at this point.</a:t>
            </a:r>
          </a:p>
          <a:p>
            <a:pPr marL="0" lvl="0" indent="0" algn="l" rtl="0">
              <a:spcBef>
                <a:spcPts val="0"/>
              </a:spcBef>
              <a:spcAft>
                <a:spcPts val="0"/>
              </a:spcAft>
              <a:buNone/>
            </a:pPr>
            <a:endParaRPr lang="en-US" sz="1400" dirty="0">
              <a:latin typeface="Calibri" panose="020F0502020204030204" pitchFamily="34" charset="0"/>
              <a:cs typeface="Calibri" panose="020F0502020204030204" pitchFamily="34" charset="0"/>
            </a:endParaRPr>
          </a:p>
          <a:p>
            <a:pPr marL="0" lvl="0" indent="0" algn="l" rtl="0">
              <a:spcBef>
                <a:spcPts val="0"/>
              </a:spcBef>
              <a:spcAft>
                <a:spcPts val="0"/>
              </a:spcAft>
              <a:buNone/>
            </a:pPr>
            <a:r>
              <a:rPr lang="en-US" sz="1400" dirty="0">
                <a:latin typeface="Calibri" panose="020F0502020204030204" pitchFamily="34" charset="0"/>
                <a:cs typeface="Calibri" panose="020F0502020204030204" pitchFamily="34" charset="0"/>
              </a:rPr>
              <a:t>So, let's look at what happens if we shade in the boxes using our risk appetite line as a basis for slicing.</a:t>
            </a:r>
          </a:p>
          <a:p>
            <a:pPr marL="0" lvl="0" indent="0" algn="l" rtl="0">
              <a:spcBef>
                <a:spcPts val="0"/>
              </a:spcBef>
              <a:spcAft>
                <a:spcPts val="0"/>
              </a:spcAft>
              <a:buNone/>
            </a:pPr>
            <a:endParaRPr lang="en-US" sz="1400" dirty="0">
              <a:latin typeface="Calibri" panose="020F0502020204030204" pitchFamily="34" charset="0"/>
              <a:cs typeface="Calibri" panose="020F0502020204030204" pitchFamily="34" charset="0"/>
            </a:endParaRPr>
          </a:p>
        </p:txBody>
      </p:sp>
    </p:spTree>
    <p:extLst>
      <p:ext uri="{BB962C8B-B14F-4D97-AF65-F5344CB8AC3E}">
        <p14:creationId xmlns:p14="http://schemas.microsoft.com/office/powerpoint/2010/main" val="1669674698"/>
      </p:ext>
    </p:extLst>
  </p:cSld>
  <p:clrMapOvr>
    <a:masterClrMapping/>
  </p:clrMapOvr>
</p:notes>
</file>

<file path=ppt/notesSlides/notesSlide43.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1195"/>
        <p:cNvGrpSpPr/>
        <p:nvPr/>
      </p:nvGrpSpPr>
      <p:grpSpPr>
        <a:xfrm>
          <a:off x="0" y="0"/>
          <a:ext cx="0" cy="0"/>
          <a:chOff x="0" y="0"/>
          <a:chExt cx="0" cy="0"/>
        </a:xfrm>
      </p:grpSpPr>
      <p:sp>
        <p:nvSpPr>
          <p:cNvPr id="1196" name="Google Shape;1196;g9ac6590046_0_272:notes"/>
          <p:cNvSpPr>
            <a:spLocks noGrp="1" noRot="1" noChangeAspect="1"/>
          </p:cNvSpPr>
          <p:nvPr>
            <p:ph type="sldImg" idx="2"/>
          </p:nvPr>
        </p:nvSpPr>
        <p:spPr>
          <a:xfrm>
            <a:off x="382588" y="685800"/>
            <a:ext cx="6094412" cy="3429000"/>
          </a:xfrm>
          <a:custGeom>
            <a:avLst/>
            <a:gdLst/>
            <a:ahLst/>
            <a:cxnLst/>
            <a:rect l="l" t="t" r="r" b="b"/>
            <a:pathLst>
              <a:path w="120000" h="120000" extrusionOk="0">
                <a:moveTo>
                  <a:pt x="0" y="0"/>
                </a:moveTo>
                <a:lnTo>
                  <a:pt x="120000" y="0"/>
                </a:lnTo>
                <a:lnTo>
                  <a:pt x="120000" y="120000"/>
                </a:lnTo>
                <a:lnTo>
                  <a:pt x="0" y="120000"/>
                </a:lnTo>
                <a:close/>
              </a:path>
            </a:pathLst>
          </a:custGeom>
        </p:spPr>
      </p:sp>
      <p:sp>
        <p:nvSpPr>
          <p:cNvPr id="1197" name="Google Shape;1197;g9ac6590046_0_272:notes"/>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r>
              <a:rPr lang="en-US" sz="1400" dirty="0">
                <a:latin typeface="Calibri" panose="020F0502020204030204" pitchFamily="34" charset="0"/>
                <a:cs typeface="Calibri" panose="020F0502020204030204" pitchFamily="34" charset="0"/>
              </a:rPr>
              <a:t>Script:</a:t>
            </a:r>
          </a:p>
          <a:p>
            <a:pPr marL="0" lvl="0" indent="0" algn="l" rtl="0">
              <a:spcBef>
                <a:spcPts val="0"/>
              </a:spcBef>
              <a:spcAft>
                <a:spcPts val="0"/>
              </a:spcAft>
              <a:buNone/>
            </a:pPr>
            <a:endParaRPr lang="en-US" sz="1400" dirty="0">
              <a:solidFill>
                <a:srgbClr val="1D1C1D"/>
              </a:solidFill>
              <a:effectLst/>
              <a:latin typeface="Calibri" panose="020F0502020204030204" pitchFamily="34" charset="0"/>
              <a:cs typeface="Calibri" panose="020F0502020204030204" pitchFamily="34" charset="0"/>
            </a:endParaRPr>
          </a:p>
          <a:p>
            <a:pPr marL="0" lvl="0" indent="0" algn="l" rtl="0">
              <a:spcBef>
                <a:spcPts val="0"/>
              </a:spcBef>
              <a:spcAft>
                <a:spcPts val="0"/>
              </a:spcAft>
              <a:buNone/>
            </a:pPr>
            <a:r>
              <a:rPr lang="en-US" sz="1400" dirty="0">
                <a:latin typeface="Calibri" panose="020F0502020204030204" pitchFamily="34" charset="0"/>
                <a:cs typeface="Calibri" panose="020F0502020204030204" pitchFamily="34" charset="0"/>
              </a:rPr>
              <a:t>We’ll apply a simple 51% rule as to whether or not we include a particular bucket, and use the risk appetite line to decide where to slice.</a:t>
            </a:r>
          </a:p>
          <a:p>
            <a:pPr marL="0" lvl="0" indent="0" algn="l" rtl="0">
              <a:spcBef>
                <a:spcPts val="0"/>
              </a:spcBef>
              <a:spcAft>
                <a:spcPts val="0"/>
              </a:spcAft>
              <a:buNone/>
            </a:pPr>
            <a:endParaRPr lang="en-US" sz="1400" dirty="0">
              <a:latin typeface="Calibri" panose="020F0502020204030204" pitchFamily="34" charset="0"/>
              <a:cs typeface="Calibri" panose="020F0502020204030204" pitchFamily="34" charset="0"/>
            </a:endParaRPr>
          </a:p>
          <a:p>
            <a:pPr marL="0" lvl="0" indent="0" algn="l" rtl="0">
              <a:spcBef>
                <a:spcPts val="0"/>
              </a:spcBef>
              <a:spcAft>
                <a:spcPts val="0"/>
              </a:spcAft>
              <a:buNone/>
            </a:pPr>
            <a:r>
              <a:rPr lang="en-US" sz="1400" dirty="0">
                <a:latin typeface="Calibri" panose="020F0502020204030204" pitchFamily="34" charset="0"/>
                <a:cs typeface="Calibri" panose="020F0502020204030204" pitchFamily="34" charset="0"/>
              </a:rPr>
              <a:t>We now can see more clearly how that affects the buckets that we can consider uncontrolled.</a:t>
            </a:r>
          </a:p>
          <a:p>
            <a:pPr marL="0" lvl="0" indent="0" algn="l" rtl="0">
              <a:spcBef>
                <a:spcPts val="0"/>
              </a:spcBef>
              <a:spcAft>
                <a:spcPts val="0"/>
              </a:spcAft>
              <a:buNone/>
            </a:pPr>
            <a:endParaRPr lang="en-US" sz="1400" dirty="0">
              <a:latin typeface="Calibri" panose="020F0502020204030204" pitchFamily="34" charset="0"/>
              <a:cs typeface="Calibri" panose="020F0502020204030204" pitchFamily="34" charset="0"/>
            </a:endParaRPr>
          </a:p>
          <a:p>
            <a:pPr marL="0" lvl="0" indent="0" algn="l" rtl="0">
              <a:spcBef>
                <a:spcPts val="0"/>
              </a:spcBef>
              <a:spcAft>
                <a:spcPts val="0"/>
              </a:spcAft>
              <a:buNone/>
            </a:pPr>
            <a:r>
              <a:rPr lang="en-US" sz="1400" dirty="0">
                <a:latin typeface="Calibri" panose="020F0502020204030204" pitchFamily="34" charset="0"/>
                <a:cs typeface="Calibri" panose="020F0502020204030204" pitchFamily="34" charset="0"/>
              </a:rPr>
              <a:t>As you can see here, the high granularity case is going to give us, the greatest number of discrete items.</a:t>
            </a:r>
          </a:p>
          <a:p>
            <a:pPr marL="0" lvl="0" indent="0" algn="l" rtl="0">
              <a:spcBef>
                <a:spcPts val="0"/>
              </a:spcBef>
              <a:spcAft>
                <a:spcPts val="0"/>
              </a:spcAft>
              <a:buNone/>
            </a:pPr>
            <a:endParaRPr lang="en-US" sz="1400" dirty="0">
              <a:latin typeface="Calibri" panose="020F0502020204030204" pitchFamily="34" charset="0"/>
              <a:cs typeface="Calibri" panose="020F0502020204030204" pitchFamily="34" charset="0"/>
            </a:endParaRPr>
          </a:p>
          <a:p>
            <a:pPr marL="0" lvl="0" indent="0" algn="l" rtl="0">
              <a:spcBef>
                <a:spcPts val="0"/>
              </a:spcBef>
              <a:spcAft>
                <a:spcPts val="0"/>
              </a:spcAft>
              <a:buNone/>
            </a:pPr>
            <a:r>
              <a:rPr lang="en-US" sz="1400" dirty="0">
                <a:latin typeface="Calibri" panose="020F0502020204030204" pitchFamily="34" charset="0"/>
                <a:cs typeface="Calibri" panose="020F0502020204030204" pitchFamily="34" charset="0"/>
              </a:rPr>
              <a:t>&lt;pause&gt;</a:t>
            </a:r>
          </a:p>
          <a:p>
            <a:pPr marL="0" lvl="0" indent="0" algn="l" rtl="0">
              <a:spcBef>
                <a:spcPts val="0"/>
              </a:spcBef>
              <a:spcAft>
                <a:spcPts val="0"/>
              </a:spcAft>
              <a:buNone/>
            </a:pPr>
            <a:endParaRPr lang="en-US" sz="1400" dirty="0">
              <a:latin typeface="Calibri" panose="020F0502020204030204" pitchFamily="34" charset="0"/>
              <a:cs typeface="Calibri" panose="020F0502020204030204" pitchFamily="34" charset="0"/>
            </a:endParaRPr>
          </a:p>
          <a:p>
            <a:pPr marL="0" lvl="0" indent="0" algn="l" rtl="0">
              <a:spcBef>
                <a:spcPts val="0"/>
              </a:spcBef>
              <a:spcAft>
                <a:spcPts val="0"/>
              </a:spcAft>
              <a:buNone/>
            </a:pPr>
            <a:r>
              <a:rPr lang="en-US" sz="1400" strike="sngStrike" dirty="0">
                <a:latin typeface="Calibri" panose="020F0502020204030204" pitchFamily="34" charset="0"/>
                <a:cs typeface="Calibri" panose="020F0502020204030204" pitchFamily="34" charset="0"/>
              </a:rPr>
              <a:t>as we go through the previously mentioned combinations,</a:t>
            </a:r>
          </a:p>
          <a:p>
            <a:pPr marL="0" lvl="0" indent="0" algn="l" rtl="0">
              <a:spcBef>
                <a:spcPts val="0"/>
              </a:spcBef>
              <a:spcAft>
                <a:spcPts val="0"/>
              </a:spcAft>
              <a:buNone/>
            </a:pPr>
            <a:endParaRPr lang="en-US" sz="1400" strike="sngStrike" dirty="0">
              <a:latin typeface="Calibri" panose="020F0502020204030204" pitchFamily="34" charset="0"/>
              <a:cs typeface="Calibri" panose="020F0502020204030204" pitchFamily="34" charset="0"/>
            </a:endParaRPr>
          </a:p>
          <a:p>
            <a:pPr marL="0" lvl="0" indent="0" algn="l" rtl="0">
              <a:spcBef>
                <a:spcPts val="0"/>
              </a:spcBef>
              <a:spcAft>
                <a:spcPts val="0"/>
              </a:spcAft>
              <a:buNone/>
            </a:pPr>
            <a:r>
              <a:rPr lang="en-US" sz="1400" strike="sngStrike" dirty="0">
                <a:latin typeface="Calibri" panose="020F0502020204030204" pitchFamily="34" charset="0"/>
                <a:cs typeface="Calibri" panose="020F0502020204030204" pitchFamily="34" charset="0"/>
              </a:rPr>
              <a:t>&lt;pause&gt;</a:t>
            </a:r>
          </a:p>
          <a:p>
            <a:pPr marL="0" lvl="0" indent="0" algn="l" rtl="0">
              <a:spcBef>
                <a:spcPts val="0"/>
              </a:spcBef>
              <a:spcAft>
                <a:spcPts val="0"/>
              </a:spcAft>
              <a:buNone/>
            </a:pPr>
            <a:endParaRPr lang="en-US" sz="1400" strike="sngStrike" dirty="0">
              <a:latin typeface="Calibri" panose="020F0502020204030204" pitchFamily="34" charset="0"/>
              <a:cs typeface="Calibri" panose="020F0502020204030204" pitchFamily="34" charset="0"/>
            </a:endParaRPr>
          </a:p>
          <a:p>
            <a:pPr marL="0" lvl="0" indent="0" algn="l" rtl="0">
              <a:spcBef>
                <a:spcPts val="0"/>
              </a:spcBef>
              <a:spcAft>
                <a:spcPts val="0"/>
              </a:spcAft>
              <a:buNone/>
            </a:pPr>
            <a:r>
              <a:rPr lang="en-US" sz="1400" strike="sngStrike" dirty="0">
                <a:latin typeface="Calibri" panose="020F0502020204030204" pitchFamily="34" charset="0"/>
                <a:cs typeface="Calibri" panose="020F0502020204030204" pitchFamily="34" charset="0"/>
              </a:rPr>
              <a:t>you'll see that each of the choices made for decompose of the space</a:t>
            </a:r>
          </a:p>
          <a:p>
            <a:pPr marL="0" lvl="0" indent="0" algn="l" rtl="0">
              <a:spcBef>
                <a:spcPts val="0"/>
              </a:spcBef>
              <a:spcAft>
                <a:spcPts val="0"/>
              </a:spcAft>
              <a:buNone/>
            </a:pPr>
            <a:endParaRPr lang="en-US" sz="1400" strike="sngStrike" dirty="0">
              <a:latin typeface="Calibri" panose="020F0502020204030204" pitchFamily="34" charset="0"/>
              <a:cs typeface="Calibri" panose="020F0502020204030204" pitchFamily="34" charset="0"/>
            </a:endParaRPr>
          </a:p>
          <a:p>
            <a:pPr marL="0" lvl="0" indent="0" algn="l" rtl="0">
              <a:spcBef>
                <a:spcPts val="0"/>
              </a:spcBef>
              <a:spcAft>
                <a:spcPts val="0"/>
              </a:spcAft>
              <a:buNone/>
            </a:pPr>
            <a:r>
              <a:rPr lang="en-US" sz="1400" strike="sngStrike" dirty="0">
                <a:latin typeface="Calibri" panose="020F0502020204030204" pitchFamily="34" charset="0"/>
                <a:cs typeface="Calibri" panose="020F0502020204030204" pitchFamily="34" charset="0"/>
              </a:rPr>
              <a:t>&lt;pause&gt;</a:t>
            </a:r>
          </a:p>
          <a:p>
            <a:pPr marL="0" lvl="0" indent="0" algn="l" rtl="0">
              <a:spcBef>
                <a:spcPts val="0"/>
              </a:spcBef>
              <a:spcAft>
                <a:spcPts val="0"/>
              </a:spcAft>
              <a:buNone/>
            </a:pPr>
            <a:endParaRPr lang="en-US" sz="1400" strike="sngStrike" dirty="0">
              <a:latin typeface="Calibri" panose="020F0502020204030204" pitchFamily="34" charset="0"/>
              <a:cs typeface="Calibri" panose="020F0502020204030204" pitchFamily="34" charset="0"/>
            </a:endParaRPr>
          </a:p>
          <a:p>
            <a:pPr marL="0" lvl="0" indent="0" algn="l" rtl="0">
              <a:spcBef>
                <a:spcPts val="0"/>
              </a:spcBef>
              <a:spcAft>
                <a:spcPts val="0"/>
              </a:spcAft>
              <a:buNone/>
            </a:pPr>
            <a:r>
              <a:rPr lang="en-US" sz="1400" strike="sngStrike" dirty="0">
                <a:latin typeface="Calibri" panose="020F0502020204030204" pitchFamily="34" charset="0"/>
                <a:cs typeface="Calibri" panose="020F0502020204030204" pitchFamily="34" charset="0"/>
              </a:rPr>
              <a:t>has an impact on what values you're going to pick up for a given choice of risk appetite.</a:t>
            </a:r>
          </a:p>
        </p:txBody>
      </p:sp>
    </p:spTree>
    <p:extLst>
      <p:ext uri="{BB962C8B-B14F-4D97-AF65-F5344CB8AC3E}">
        <p14:creationId xmlns:p14="http://schemas.microsoft.com/office/powerpoint/2010/main" val="2706413171"/>
      </p:ext>
    </p:extLst>
  </p:cSld>
  <p:clrMapOvr>
    <a:masterClrMapping/>
  </p:clrMapOvr>
</p:notes>
</file>

<file path=ppt/notesSlides/notesSlide44.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1195"/>
        <p:cNvGrpSpPr/>
        <p:nvPr/>
      </p:nvGrpSpPr>
      <p:grpSpPr>
        <a:xfrm>
          <a:off x="0" y="0"/>
          <a:ext cx="0" cy="0"/>
          <a:chOff x="0" y="0"/>
          <a:chExt cx="0" cy="0"/>
        </a:xfrm>
      </p:grpSpPr>
      <p:sp>
        <p:nvSpPr>
          <p:cNvPr id="1196" name="Google Shape;1196;g9ac6590046_0_272:notes"/>
          <p:cNvSpPr>
            <a:spLocks noGrp="1" noRot="1" noChangeAspect="1"/>
          </p:cNvSpPr>
          <p:nvPr>
            <p:ph type="sldImg" idx="2"/>
          </p:nvPr>
        </p:nvSpPr>
        <p:spPr>
          <a:xfrm>
            <a:off x="382588" y="685800"/>
            <a:ext cx="6094412" cy="3429000"/>
          </a:xfrm>
          <a:custGeom>
            <a:avLst/>
            <a:gdLst/>
            <a:ahLst/>
            <a:cxnLst/>
            <a:rect l="l" t="t" r="r" b="b"/>
            <a:pathLst>
              <a:path w="120000" h="120000" extrusionOk="0">
                <a:moveTo>
                  <a:pt x="0" y="0"/>
                </a:moveTo>
                <a:lnTo>
                  <a:pt x="120000" y="0"/>
                </a:lnTo>
                <a:lnTo>
                  <a:pt x="120000" y="120000"/>
                </a:lnTo>
                <a:lnTo>
                  <a:pt x="0" y="120000"/>
                </a:lnTo>
                <a:close/>
              </a:path>
            </a:pathLst>
          </a:custGeom>
        </p:spPr>
      </p:sp>
      <p:sp>
        <p:nvSpPr>
          <p:cNvPr id="1197" name="Google Shape;1197;g9ac6590046_0_272:notes"/>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r>
              <a:rPr lang="en-US" sz="1400" dirty="0">
                <a:latin typeface="Calibri" panose="020F0502020204030204" pitchFamily="34" charset="0"/>
                <a:cs typeface="Calibri" panose="020F0502020204030204" pitchFamily="34" charset="0"/>
              </a:rPr>
              <a:t>Script:</a:t>
            </a:r>
          </a:p>
          <a:p>
            <a:pPr marL="0" lvl="0" indent="0" algn="l" rtl="0">
              <a:spcBef>
                <a:spcPts val="0"/>
              </a:spcBef>
              <a:spcAft>
                <a:spcPts val="0"/>
              </a:spcAft>
              <a:buNone/>
            </a:pPr>
            <a:endParaRPr lang="en-US" sz="1400" dirty="0">
              <a:solidFill>
                <a:srgbClr val="1D1C1D"/>
              </a:solidFill>
              <a:effectLst/>
              <a:latin typeface="Calibri" panose="020F0502020204030204" pitchFamily="34" charset="0"/>
              <a:cs typeface="Calibri" panose="020F0502020204030204" pitchFamily="34" charset="0"/>
            </a:endParaRPr>
          </a:p>
          <a:p>
            <a:pPr marL="0" lvl="0" indent="0" algn="l" rtl="0">
              <a:spcBef>
                <a:spcPts val="0"/>
              </a:spcBef>
              <a:spcAft>
                <a:spcPts val="0"/>
              </a:spcAft>
              <a:buNone/>
            </a:pPr>
            <a:r>
              <a:rPr lang="en-US" sz="1400" strike="sngStrike" dirty="0">
                <a:latin typeface="Calibri" panose="020F0502020204030204" pitchFamily="34" charset="0"/>
                <a:cs typeface="Calibri" panose="020F0502020204030204" pitchFamily="34" charset="0"/>
              </a:rPr>
              <a:t>We’ll apply a simple 51% rule as to whether or not we include a particular bucket, and use the risk appetite line to decide where to slice.</a:t>
            </a:r>
          </a:p>
          <a:p>
            <a:pPr marL="0" lvl="0" indent="0" algn="l" rtl="0">
              <a:spcBef>
                <a:spcPts val="0"/>
              </a:spcBef>
              <a:spcAft>
                <a:spcPts val="0"/>
              </a:spcAft>
              <a:buNone/>
            </a:pPr>
            <a:endParaRPr lang="en-US" sz="1400" strike="sngStrike" dirty="0">
              <a:latin typeface="Calibri" panose="020F0502020204030204" pitchFamily="34" charset="0"/>
              <a:cs typeface="Calibri" panose="020F0502020204030204" pitchFamily="34" charset="0"/>
            </a:endParaRPr>
          </a:p>
          <a:p>
            <a:pPr marL="0" lvl="0" indent="0" algn="l" rtl="0">
              <a:spcBef>
                <a:spcPts val="0"/>
              </a:spcBef>
              <a:spcAft>
                <a:spcPts val="0"/>
              </a:spcAft>
              <a:buNone/>
            </a:pPr>
            <a:r>
              <a:rPr lang="en-US" sz="1400" strike="sngStrike" dirty="0">
                <a:latin typeface="Calibri" panose="020F0502020204030204" pitchFamily="34" charset="0"/>
                <a:cs typeface="Calibri" panose="020F0502020204030204" pitchFamily="34" charset="0"/>
              </a:rPr>
              <a:t>We now can see more clearly how that affects the buckets that we can consider uncontrolled.</a:t>
            </a:r>
          </a:p>
          <a:p>
            <a:pPr marL="0" lvl="0" indent="0" algn="l" rtl="0">
              <a:spcBef>
                <a:spcPts val="0"/>
              </a:spcBef>
              <a:spcAft>
                <a:spcPts val="0"/>
              </a:spcAft>
              <a:buNone/>
            </a:pPr>
            <a:endParaRPr lang="en-US" sz="1400" strike="sngStrike" dirty="0">
              <a:latin typeface="Calibri" panose="020F0502020204030204" pitchFamily="34" charset="0"/>
              <a:cs typeface="Calibri" panose="020F0502020204030204" pitchFamily="34" charset="0"/>
            </a:endParaRPr>
          </a:p>
          <a:p>
            <a:pPr marL="0" lvl="0" indent="0" algn="l" rtl="0">
              <a:spcBef>
                <a:spcPts val="0"/>
              </a:spcBef>
              <a:spcAft>
                <a:spcPts val="0"/>
              </a:spcAft>
              <a:buNone/>
            </a:pPr>
            <a:r>
              <a:rPr lang="en-US" sz="1400" strike="sngStrike" dirty="0">
                <a:latin typeface="Calibri" panose="020F0502020204030204" pitchFamily="34" charset="0"/>
                <a:cs typeface="Calibri" panose="020F0502020204030204" pitchFamily="34" charset="0"/>
              </a:rPr>
              <a:t>As you can see here, the high granularity case is going to give us, the greatest number of discrete items.</a:t>
            </a:r>
          </a:p>
          <a:p>
            <a:pPr marL="0" lvl="0" indent="0" algn="l" rtl="0">
              <a:spcBef>
                <a:spcPts val="0"/>
              </a:spcBef>
              <a:spcAft>
                <a:spcPts val="0"/>
              </a:spcAft>
              <a:buNone/>
            </a:pPr>
            <a:endParaRPr lang="en-US" sz="1400" strike="sngStrike" dirty="0">
              <a:latin typeface="Calibri" panose="020F0502020204030204" pitchFamily="34" charset="0"/>
              <a:cs typeface="Calibri" panose="020F0502020204030204" pitchFamily="34" charset="0"/>
            </a:endParaRPr>
          </a:p>
          <a:p>
            <a:pPr marL="0" lvl="0" indent="0" algn="l" rtl="0">
              <a:spcBef>
                <a:spcPts val="0"/>
              </a:spcBef>
              <a:spcAft>
                <a:spcPts val="0"/>
              </a:spcAft>
              <a:buNone/>
            </a:pPr>
            <a:r>
              <a:rPr lang="en-US" sz="1400" strike="sngStrike" dirty="0">
                <a:latin typeface="Calibri" panose="020F0502020204030204" pitchFamily="34" charset="0"/>
                <a:cs typeface="Calibri" panose="020F0502020204030204" pitchFamily="34" charset="0"/>
              </a:rPr>
              <a:t>&lt;pause&gt;</a:t>
            </a:r>
          </a:p>
          <a:p>
            <a:pPr marL="0" lvl="0" indent="0" algn="l" rtl="0">
              <a:spcBef>
                <a:spcPts val="0"/>
              </a:spcBef>
              <a:spcAft>
                <a:spcPts val="0"/>
              </a:spcAft>
              <a:buNone/>
            </a:pPr>
            <a:endParaRPr lang="en-US" sz="1400" strike="sngStrike" dirty="0">
              <a:latin typeface="Calibri" panose="020F0502020204030204" pitchFamily="34" charset="0"/>
              <a:cs typeface="Calibri" panose="020F0502020204030204" pitchFamily="34" charset="0"/>
            </a:endParaRPr>
          </a:p>
          <a:p>
            <a:pPr marL="0" lvl="0" indent="0" algn="l" rtl="0">
              <a:spcBef>
                <a:spcPts val="0"/>
              </a:spcBef>
              <a:spcAft>
                <a:spcPts val="0"/>
              </a:spcAft>
              <a:buNone/>
            </a:pPr>
            <a:r>
              <a:rPr lang="en-US" sz="1400" dirty="0">
                <a:latin typeface="Calibri" panose="020F0502020204030204" pitchFamily="34" charset="0"/>
                <a:cs typeface="Calibri" panose="020F0502020204030204" pitchFamily="34" charset="0"/>
              </a:rPr>
              <a:t>as we go through the previously mentioned combinations,</a:t>
            </a:r>
          </a:p>
          <a:p>
            <a:pPr marL="0" lvl="0" indent="0" algn="l" rtl="0">
              <a:spcBef>
                <a:spcPts val="0"/>
              </a:spcBef>
              <a:spcAft>
                <a:spcPts val="0"/>
              </a:spcAft>
              <a:buNone/>
            </a:pPr>
            <a:endParaRPr lang="en-US" sz="1400" dirty="0">
              <a:latin typeface="Calibri" panose="020F0502020204030204" pitchFamily="34" charset="0"/>
              <a:cs typeface="Calibri" panose="020F0502020204030204" pitchFamily="34" charset="0"/>
            </a:endParaRPr>
          </a:p>
          <a:p>
            <a:pPr marL="0" lvl="0" indent="0" algn="l" rtl="0">
              <a:spcBef>
                <a:spcPts val="0"/>
              </a:spcBef>
              <a:spcAft>
                <a:spcPts val="0"/>
              </a:spcAft>
              <a:buNone/>
            </a:pPr>
            <a:r>
              <a:rPr lang="en-US" sz="1400" dirty="0">
                <a:latin typeface="Calibri" panose="020F0502020204030204" pitchFamily="34" charset="0"/>
                <a:cs typeface="Calibri" panose="020F0502020204030204" pitchFamily="34" charset="0"/>
              </a:rPr>
              <a:t>&lt;pause&gt;</a:t>
            </a:r>
          </a:p>
          <a:p>
            <a:pPr marL="0" lvl="0" indent="0" algn="l" rtl="0">
              <a:spcBef>
                <a:spcPts val="0"/>
              </a:spcBef>
              <a:spcAft>
                <a:spcPts val="0"/>
              </a:spcAft>
              <a:buNone/>
            </a:pPr>
            <a:endParaRPr lang="en-US" sz="1400" dirty="0">
              <a:latin typeface="Calibri" panose="020F0502020204030204" pitchFamily="34" charset="0"/>
              <a:cs typeface="Calibri" panose="020F0502020204030204" pitchFamily="34" charset="0"/>
            </a:endParaRPr>
          </a:p>
          <a:p>
            <a:pPr marL="0" lvl="0" indent="0" algn="l" rtl="0">
              <a:spcBef>
                <a:spcPts val="0"/>
              </a:spcBef>
              <a:spcAft>
                <a:spcPts val="0"/>
              </a:spcAft>
              <a:buNone/>
            </a:pPr>
            <a:r>
              <a:rPr lang="en-US" sz="1400" strike="sngStrike" dirty="0">
                <a:latin typeface="Calibri" panose="020F0502020204030204" pitchFamily="34" charset="0"/>
                <a:cs typeface="Calibri" panose="020F0502020204030204" pitchFamily="34" charset="0"/>
              </a:rPr>
              <a:t>you'll see that each of the choices made for decompose of the space</a:t>
            </a:r>
          </a:p>
          <a:p>
            <a:pPr marL="0" lvl="0" indent="0" algn="l" rtl="0">
              <a:spcBef>
                <a:spcPts val="0"/>
              </a:spcBef>
              <a:spcAft>
                <a:spcPts val="0"/>
              </a:spcAft>
              <a:buNone/>
            </a:pPr>
            <a:endParaRPr lang="en-US" sz="1400" strike="sngStrike" dirty="0">
              <a:latin typeface="Calibri" panose="020F0502020204030204" pitchFamily="34" charset="0"/>
              <a:cs typeface="Calibri" panose="020F0502020204030204" pitchFamily="34" charset="0"/>
            </a:endParaRPr>
          </a:p>
          <a:p>
            <a:pPr marL="0" lvl="0" indent="0" algn="l" rtl="0">
              <a:spcBef>
                <a:spcPts val="0"/>
              </a:spcBef>
              <a:spcAft>
                <a:spcPts val="0"/>
              </a:spcAft>
              <a:buNone/>
            </a:pPr>
            <a:r>
              <a:rPr lang="en-US" sz="1400" strike="sngStrike" dirty="0">
                <a:latin typeface="Calibri" panose="020F0502020204030204" pitchFamily="34" charset="0"/>
                <a:cs typeface="Calibri" panose="020F0502020204030204" pitchFamily="34" charset="0"/>
              </a:rPr>
              <a:t>&lt;pause&gt;</a:t>
            </a:r>
          </a:p>
          <a:p>
            <a:pPr marL="0" lvl="0" indent="0" algn="l" rtl="0">
              <a:spcBef>
                <a:spcPts val="0"/>
              </a:spcBef>
              <a:spcAft>
                <a:spcPts val="0"/>
              </a:spcAft>
              <a:buNone/>
            </a:pPr>
            <a:endParaRPr lang="en-US" sz="1400" strike="sngStrike" dirty="0">
              <a:latin typeface="Calibri" panose="020F0502020204030204" pitchFamily="34" charset="0"/>
              <a:cs typeface="Calibri" panose="020F0502020204030204" pitchFamily="34" charset="0"/>
            </a:endParaRPr>
          </a:p>
          <a:p>
            <a:pPr marL="0" lvl="0" indent="0" algn="l" rtl="0">
              <a:spcBef>
                <a:spcPts val="0"/>
              </a:spcBef>
              <a:spcAft>
                <a:spcPts val="0"/>
              </a:spcAft>
              <a:buNone/>
            </a:pPr>
            <a:r>
              <a:rPr lang="en-US" sz="1400" strike="sngStrike" dirty="0">
                <a:latin typeface="Calibri" panose="020F0502020204030204" pitchFamily="34" charset="0"/>
                <a:cs typeface="Calibri" panose="020F0502020204030204" pitchFamily="34" charset="0"/>
              </a:rPr>
              <a:t>has an impact on what values you're going to pick up for a given choice of risk appetite.</a:t>
            </a:r>
          </a:p>
          <a:p>
            <a:pPr marL="0" lvl="0" indent="0" algn="l" rtl="0">
              <a:spcBef>
                <a:spcPts val="0"/>
              </a:spcBef>
              <a:spcAft>
                <a:spcPts val="0"/>
              </a:spcAft>
              <a:buNone/>
            </a:pPr>
            <a:endParaRPr lang="en-US" sz="1400" dirty="0">
              <a:latin typeface="Calibri" panose="020F0502020204030204" pitchFamily="34" charset="0"/>
              <a:cs typeface="Calibri" panose="020F0502020204030204" pitchFamily="34" charset="0"/>
            </a:endParaRPr>
          </a:p>
        </p:txBody>
      </p:sp>
    </p:spTree>
    <p:extLst>
      <p:ext uri="{BB962C8B-B14F-4D97-AF65-F5344CB8AC3E}">
        <p14:creationId xmlns:p14="http://schemas.microsoft.com/office/powerpoint/2010/main" val="2812292619"/>
      </p:ext>
    </p:extLst>
  </p:cSld>
  <p:clrMapOvr>
    <a:masterClrMapping/>
  </p:clrMapOvr>
</p:notes>
</file>

<file path=ppt/notesSlides/notesSlide45.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1195"/>
        <p:cNvGrpSpPr/>
        <p:nvPr/>
      </p:nvGrpSpPr>
      <p:grpSpPr>
        <a:xfrm>
          <a:off x="0" y="0"/>
          <a:ext cx="0" cy="0"/>
          <a:chOff x="0" y="0"/>
          <a:chExt cx="0" cy="0"/>
        </a:xfrm>
      </p:grpSpPr>
      <p:sp>
        <p:nvSpPr>
          <p:cNvPr id="1196" name="Google Shape;1196;g9ac6590046_0_272:notes"/>
          <p:cNvSpPr>
            <a:spLocks noGrp="1" noRot="1" noChangeAspect="1"/>
          </p:cNvSpPr>
          <p:nvPr>
            <p:ph type="sldImg" idx="2"/>
          </p:nvPr>
        </p:nvSpPr>
        <p:spPr>
          <a:xfrm>
            <a:off x="382588" y="685800"/>
            <a:ext cx="6094412" cy="3429000"/>
          </a:xfrm>
          <a:custGeom>
            <a:avLst/>
            <a:gdLst/>
            <a:ahLst/>
            <a:cxnLst/>
            <a:rect l="l" t="t" r="r" b="b"/>
            <a:pathLst>
              <a:path w="120000" h="120000" extrusionOk="0">
                <a:moveTo>
                  <a:pt x="0" y="0"/>
                </a:moveTo>
                <a:lnTo>
                  <a:pt x="120000" y="0"/>
                </a:lnTo>
                <a:lnTo>
                  <a:pt x="120000" y="120000"/>
                </a:lnTo>
                <a:lnTo>
                  <a:pt x="0" y="120000"/>
                </a:lnTo>
                <a:close/>
              </a:path>
            </a:pathLst>
          </a:custGeom>
        </p:spPr>
      </p:sp>
      <p:sp>
        <p:nvSpPr>
          <p:cNvPr id="1197" name="Google Shape;1197;g9ac6590046_0_272:notes"/>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r>
              <a:rPr lang="en-US" sz="1400" dirty="0">
                <a:latin typeface="Calibri" panose="020F0502020204030204" pitchFamily="34" charset="0"/>
                <a:cs typeface="Calibri" panose="020F0502020204030204" pitchFamily="34" charset="0"/>
              </a:rPr>
              <a:t>Script:</a:t>
            </a:r>
          </a:p>
          <a:p>
            <a:pPr marL="0" lvl="0" indent="0" algn="l" rtl="0">
              <a:spcBef>
                <a:spcPts val="0"/>
              </a:spcBef>
              <a:spcAft>
                <a:spcPts val="0"/>
              </a:spcAft>
              <a:buNone/>
            </a:pPr>
            <a:endParaRPr lang="en-US" sz="1400" dirty="0">
              <a:solidFill>
                <a:srgbClr val="1D1C1D"/>
              </a:solidFill>
              <a:effectLst/>
              <a:latin typeface="Calibri" panose="020F0502020204030204" pitchFamily="34" charset="0"/>
              <a:cs typeface="Calibri" panose="020F0502020204030204" pitchFamily="34" charset="0"/>
            </a:endParaRPr>
          </a:p>
          <a:p>
            <a:pPr marL="0" lvl="0" indent="0" algn="l" rtl="0">
              <a:spcBef>
                <a:spcPts val="0"/>
              </a:spcBef>
              <a:spcAft>
                <a:spcPts val="0"/>
              </a:spcAft>
              <a:buNone/>
            </a:pPr>
            <a:r>
              <a:rPr lang="en-US" sz="1400" strike="sngStrike" dirty="0">
                <a:latin typeface="Calibri" panose="020F0502020204030204" pitchFamily="34" charset="0"/>
                <a:cs typeface="Calibri" panose="020F0502020204030204" pitchFamily="34" charset="0"/>
              </a:rPr>
              <a:t>We’ll apply a simple 51% rule as to whether or not we include a particular bucket, and use the risk appetite line to decide where to slice.</a:t>
            </a:r>
          </a:p>
          <a:p>
            <a:pPr marL="0" lvl="0" indent="0" algn="l" rtl="0">
              <a:spcBef>
                <a:spcPts val="0"/>
              </a:spcBef>
              <a:spcAft>
                <a:spcPts val="0"/>
              </a:spcAft>
              <a:buNone/>
            </a:pPr>
            <a:endParaRPr lang="en-US" sz="1400" strike="sngStrike" dirty="0">
              <a:latin typeface="Calibri" panose="020F0502020204030204" pitchFamily="34" charset="0"/>
              <a:cs typeface="Calibri" panose="020F0502020204030204" pitchFamily="34" charset="0"/>
            </a:endParaRPr>
          </a:p>
          <a:p>
            <a:pPr marL="0" lvl="0" indent="0" algn="l" rtl="0">
              <a:spcBef>
                <a:spcPts val="0"/>
              </a:spcBef>
              <a:spcAft>
                <a:spcPts val="0"/>
              </a:spcAft>
              <a:buNone/>
            </a:pPr>
            <a:r>
              <a:rPr lang="en-US" sz="1400" strike="sngStrike" dirty="0">
                <a:latin typeface="Calibri" panose="020F0502020204030204" pitchFamily="34" charset="0"/>
                <a:cs typeface="Calibri" panose="020F0502020204030204" pitchFamily="34" charset="0"/>
              </a:rPr>
              <a:t>We now can see more clearly how that affects the buckets that we can consider uncontrolled.</a:t>
            </a:r>
          </a:p>
          <a:p>
            <a:pPr marL="0" lvl="0" indent="0" algn="l" rtl="0">
              <a:spcBef>
                <a:spcPts val="0"/>
              </a:spcBef>
              <a:spcAft>
                <a:spcPts val="0"/>
              </a:spcAft>
              <a:buNone/>
            </a:pPr>
            <a:endParaRPr lang="en-US" sz="1400" strike="sngStrike" dirty="0">
              <a:latin typeface="Calibri" panose="020F0502020204030204" pitchFamily="34" charset="0"/>
              <a:cs typeface="Calibri" panose="020F0502020204030204" pitchFamily="34" charset="0"/>
            </a:endParaRPr>
          </a:p>
          <a:p>
            <a:pPr marL="0" lvl="0" indent="0" algn="l" rtl="0">
              <a:spcBef>
                <a:spcPts val="0"/>
              </a:spcBef>
              <a:spcAft>
                <a:spcPts val="0"/>
              </a:spcAft>
              <a:buNone/>
            </a:pPr>
            <a:r>
              <a:rPr lang="en-US" sz="1400" strike="sngStrike" dirty="0">
                <a:latin typeface="Calibri" panose="020F0502020204030204" pitchFamily="34" charset="0"/>
                <a:cs typeface="Calibri" panose="020F0502020204030204" pitchFamily="34" charset="0"/>
              </a:rPr>
              <a:t>As you can see here, the high granularity case is going to give us, the greatest number of discrete items.</a:t>
            </a:r>
          </a:p>
          <a:p>
            <a:pPr marL="0" lvl="0" indent="0" algn="l" rtl="0">
              <a:spcBef>
                <a:spcPts val="0"/>
              </a:spcBef>
              <a:spcAft>
                <a:spcPts val="0"/>
              </a:spcAft>
              <a:buNone/>
            </a:pPr>
            <a:endParaRPr lang="en-US" sz="1400" strike="sngStrike" dirty="0">
              <a:latin typeface="Calibri" panose="020F0502020204030204" pitchFamily="34" charset="0"/>
              <a:cs typeface="Calibri" panose="020F0502020204030204" pitchFamily="34" charset="0"/>
            </a:endParaRPr>
          </a:p>
          <a:p>
            <a:pPr marL="0" lvl="0" indent="0" algn="l" rtl="0">
              <a:spcBef>
                <a:spcPts val="0"/>
              </a:spcBef>
              <a:spcAft>
                <a:spcPts val="0"/>
              </a:spcAft>
              <a:buNone/>
            </a:pPr>
            <a:r>
              <a:rPr lang="en-US" sz="1400" strike="sngStrike" dirty="0">
                <a:latin typeface="Calibri" panose="020F0502020204030204" pitchFamily="34" charset="0"/>
                <a:cs typeface="Calibri" panose="020F0502020204030204" pitchFamily="34" charset="0"/>
              </a:rPr>
              <a:t>&lt;pause&gt;</a:t>
            </a:r>
          </a:p>
          <a:p>
            <a:pPr marL="0" lvl="0" indent="0" algn="l" rtl="0">
              <a:spcBef>
                <a:spcPts val="0"/>
              </a:spcBef>
              <a:spcAft>
                <a:spcPts val="0"/>
              </a:spcAft>
              <a:buNone/>
            </a:pPr>
            <a:endParaRPr lang="en-US" sz="1400" strike="sngStrike" dirty="0">
              <a:latin typeface="Calibri" panose="020F0502020204030204" pitchFamily="34" charset="0"/>
              <a:cs typeface="Calibri" panose="020F0502020204030204" pitchFamily="34" charset="0"/>
            </a:endParaRPr>
          </a:p>
          <a:p>
            <a:pPr marL="0" lvl="0" indent="0" algn="l" rtl="0">
              <a:spcBef>
                <a:spcPts val="0"/>
              </a:spcBef>
              <a:spcAft>
                <a:spcPts val="0"/>
              </a:spcAft>
              <a:buNone/>
            </a:pPr>
            <a:r>
              <a:rPr lang="en-US" sz="1400" strike="sngStrike" dirty="0">
                <a:latin typeface="Calibri" panose="020F0502020204030204" pitchFamily="34" charset="0"/>
                <a:cs typeface="Calibri" panose="020F0502020204030204" pitchFamily="34" charset="0"/>
              </a:rPr>
              <a:t>as we go through the previously mentioned combinations,</a:t>
            </a:r>
          </a:p>
          <a:p>
            <a:pPr marL="0" lvl="0" indent="0" algn="l" rtl="0">
              <a:spcBef>
                <a:spcPts val="0"/>
              </a:spcBef>
              <a:spcAft>
                <a:spcPts val="0"/>
              </a:spcAft>
              <a:buNone/>
            </a:pPr>
            <a:endParaRPr lang="en-US" sz="1400" strike="sngStrike" dirty="0">
              <a:latin typeface="Calibri" panose="020F0502020204030204" pitchFamily="34" charset="0"/>
              <a:cs typeface="Calibri" panose="020F0502020204030204" pitchFamily="34" charset="0"/>
            </a:endParaRPr>
          </a:p>
          <a:p>
            <a:pPr marL="0" lvl="0" indent="0" algn="l" rtl="0">
              <a:spcBef>
                <a:spcPts val="0"/>
              </a:spcBef>
              <a:spcAft>
                <a:spcPts val="0"/>
              </a:spcAft>
              <a:buNone/>
            </a:pPr>
            <a:r>
              <a:rPr lang="en-US" sz="1400" strike="sngStrike" dirty="0">
                <a:latin typeface="Calibri" panose="020F0502020204030204" pitchFamily="34" charset="0"/>
                <a:cs typeface="Calibri" panose="020F0502020204030204" pitchFamily="34" charset="0"/>
              </a:rPr>
              <a:t>&lt;pause&gt;</a:t>
            </a:r>
          </a:p>
          <a:p>
            <a:pPr marL="0" lvl="0" indent="0" algn="l" rtl="0">
              <a:spcBef>
                <a:spcPts val="0"/>
              </a:spcBef>
              <a:spcAft>
                <a:spcPts val="0"/>
              </a:spcAft>
              <a:buNone/>
            </a:pPr>
            <a:endParaRPr lang="en-US" sz="1400" dirty="0">
              <a:latin typeface="Calibri" panose="020F0502020204030204" pitchFamily="34" charset="0"/>
              <a:cs typeface="Calibri" panose="020F0502020204030204" pitchFamily="34" charset="0"/>
            </a:endParaRPr>
          </a:p>
          <a:p>
            <a:pPr marL="0" lvl="0" indent="0" algn="l" rtl="0">
              <a:spcBef>
                <a:spcPts val="0"/>
              </a:spcBef>
              <a:spcAft>
                <a:spcPts val="0"/>
              </a:spcAft>
              <a:buNone/>
            </a:pPr>
            <a:r>
              <a:rPr lang="en-US" sz="1400" dirty="0">
                <a:latin typeface="Calibri" panose="020F0502020204030204" pitchFamily="34" charset="0"/>
                <a:cs typeface="Calibri" panose="020F0502020204030204" pitchFamily="34" charset="0"/>
              </a:rPr>
              <a:t>you'll see that each of the choices made for decompose of the space</a:t>
            </a:r>
          </a:p>
          <a:p>
            <a:pPr marL="0" lvl="0" indent="0" algn="l" rtl="0">
              <a:spcBef>
                <a:spcPts val="0"/>
              </a:spcBef>
              <a:spcAft>
                <a:spcPts val="0"/>
              </a:spcAft>
              <a:buNone/>
            </a:pPr>
            <a:endParaRPr lang="en-US" sz="1400" dirty="0">
              <a:latin typeface="Calibri" panose="020F0502020204030204" pitchFamily="34" charset="0"/>
              <a:cs typeface="Calibri" panose="020F0502020204030204" pitchFamily="34" charset="0"/>
            </a:endParaRPr>
          </a:p>
          <a:p>
            <a:pPr marL="0" lvl="0" indent="0" algn="l" rtl="0">
              <a:spcBef>
                <a:spcPts val="0"/>
              </a:spcBef>
              <a:spcAft>
                <a:spcPts val="0"/>
              </a:spcAft>
              <a:buNone/>
            </a:pPr>
            <a:r>
              <a:rPr lang="en-US" sz="1400" dirty="0">
                <a:latin typeface="Calibri" panose="020F0502020204030204" pitchFamily="34" charset="0"/>
                <a:cs typeface="Calibri" panose="020F0502020204030204" pitchFamily="34" charset="0"/>
              </a:rPr>
              <a:t>&lt;pause&gt;</a:t>
            </a:r>
          </a:p>
          <a:p>
            <a:pPr marL="0" lvl="0" indent="0" algn="l" rtl="0">
              <a:spcBef>
                <a:spcPts val="0"/>
              </a:spcBef>
              <a:spcAft>
                <a:spcPts val="0"/>
              </a:spcAft>
              <a:buNone/>
            </a:pPr>
            <a:endParaRPr lang="en-US" sz="1400" dirty="0">
              <a:latin typeface="Calibri" panose="020F0502020204030204" pitchFamily="34" charset="0"/>
              <a:cs typeface="Calibri" panose="020F0502020204030204" pitchFamily="34" charset="0"/>
            </a:endParaRPr>
          </a:p>
          <a:p>
            <a:pPr marL="0" lvl="0" indent="0" algn="l" rtl="0">
              <a:spcBef>
                <a:spcPts val="0"/>
              </a:spcBef>
              <a:spcAft>
                <a:spcPts val="0"/>
              </a:spcAft>
              <a:buNone/>
            </a:pPr>
            <a:r>
              <a:rPr lang="en-US" sz="1400" strike="sngStrike" dirty="0">
                <a:latin typeface="Calibri" panose="020F0502020204030204" pitchFamily="34" charset="0"/>
                <a:cs typeface="Calibri" panose="020F0502020204030204" pitchFamily="34" charset="0"/>
              </a:rPr>
              <a:t>has an impact on what values you're going to pick up for a given choice of risk appetite.</a:t>
            </a:r>
          </a:p>
          <a:p>
            <a:pPr marL="0" lvl="0" indent="0" algn="l" rtl="0">
              <a:spcBef>
                <a:spcPts val="0"/>
              </a:spcBef>
              <a:spcAft>
                <a:spcPts val="0"/>
              </a:spcAft>
              <a:buNone/>
            </a:pPr>
            <a:endParaRPr lang="en-US" sz="1400" dirty="0">
              <a:latin typeface="Calibri" panose="020F0502020204030204" pitchFamily="34" charset="0"/>
              <a:cs typeface="Calibri" panose="020F0502020204030204" pitchFamily="34" charset="0"/>
            </a:endParaRPr>
          </a:p>
        </p:txBody>
      </p:sp>
    </p:spTree>
    <p:extLst>
      <p:ext uri="{BB962C8B-B14F-4D97-AF65-F5344CB8AC3E}">
        <p14:creationId xmlns:p14="http://schemas.microsoft.com/office/powerpoint/2010/main" val="302911869"/>
      </p:ext>
    </p:extLst>
  </p:cSld>
  <p:clrMapOvr>
    <a:masterClrMapping/>
  </p:clrMapOvr>
</p:notes>
</file>

<file path=ppt/notesSlides/notesSlide46.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1195"/>
        <p:cNvGrpSpPr/>
        <p:nvPr/>
      </p:nvGrpSpPr>
      <p:grpSpPr>
        <a:xfrm>
          <a:off x="0" y="0"/>
          <a:ext cx="0" cy="0"/>
          <a:chOff x="0" y="0"/>
          <a:chExt cx="0" cy="0"/>
        </a:xfrm>
      </p:grpSpPr>
      <p:sp>
        <p:nvSpPr>
          <p:cNvPr id="1196" name="Google Shape;1196;g9ac6590046_0_272:notes"/>
          <p:cNvSpPr>
            <a:spLocks noGrp="1" noRot="1" noChangeAspect="1"/>
          </p:cNvSpPr>
          <p:nvPr>
            <p:ph type="sldImg" idx="2"/>
          </p:nvPr>
        </p:nvSpPr>
        <p:spPr>
          <a:xfrm>
            <a:off x="382588" y="685800"/>
            <a:ext cx="6094412" cy="3429000"/>
          </a:xfrm>
          <a:custGeom>
            <a:avLst/>
            <a:gdLst/>
            <a:ahLst/>
            <a:cxnLst/>
            <a:rect l="l" t="t" r="r" b="b"/>
            <a:pathLst>
              <a:path w="120000" h="120000" extrusionOk="0">
                <a:moveTo>
                  <a:pt x="0" y="0"/>
                </a:moveTo>
                <a:lnTo>
                  <a:pt x="120000" y="0"/>
                </a:lnTo>
                <a:lnTo>
                  <a:pt x="120000" y="120000"/>
                </a:lnTo>
                <a:lnTo>
                  <a:pt x="0" y="120000"/>
                </a:lnTo>
                <a:close/>
              </a:path>
            </a:pathLst>
          </a:custGeom>
        </p:spPr>
      </p:sp>
      <p:sp>
        <p:nvSpPr>
          <p:cNvPr id="1197" name="Google Shape;1197;g9ac6590046_0_272:notes"/>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r>
              <a:rPr lang="en-US" sz="1400" dirty="0">
                <a:latin typeface="Calibri" panose="020F0502020204030204" pitchFamily="34" charset="0"/>
                <a:cs typeface="Calibri" panose="020F0502020204030204" pitchFamily="34" charset="0"/>
              </a:rPr>
              <a:t>Script:</a:t>
            </a:r>
          </a:p>
          <a:p>
            <a:pPr marL="0" lvl="0" indent="0" algn="l" rtl="0">
              <a:spcBef>
                <a:spcPts val="0"/>
              </a:spcBef>
              <a:spcAft>
                <a:spcPts val="0"/>
              </a:spcAft>
              <a:buNone/>
            </a:pPr>
            <a:endParaRPr lang="en-US" sz="1400" dirty="0">
              <a:solidFill>
                <a:srgbClr val="1D1C1D"/>
              </a:solidFill>
              <a:effectLst/>
              <a:latin typeface="Calibri" panose="020F0502020204030204" pitchFamily="34" charset="0"/>
              <a:cs typeface="Calibri" panose="020F0502020204030204" pitchFamily="34" charset="0"/>
            </a:endParaRPr>
          </a:p>
          <a:p>
            <a:pPr marL="0" lvl="0" indent="0" algn="l" rtl="0">
              <a:spcBef>
                <a:spcPts val="0"/>
              </a:spcBef>
              <a:spcAft>
                <a:spcPts val="0"/>
              </a:spcAft>
              <a:buNone/>
            </a:pPr>
            <a:r>
              <a:rPr lang="en-US" sz="1400" strike="sngStrike" dirty="0">
                <a:latin typeface="Calibri" panose="020F0502020204030204" pitchFamily="34" charset="0"/>
                <a:cs typeface="Calibri" panose="020F0502020204030204" pitchFamily="34" charset="0"/>
              </a:rPr>
              <a:t>We’ll apply a simple 51% rule as to whether or not we include a particular bucket, and use the risk appetite line to decide where to slice.</a:t>
            </a:r>
          </a:p>
          <a:p>
            <a:pPr marL="0" lvl="0" indent="0" algn="l" rtl="0">
              <a:spcBef>
                <a:spcPts val="0"/>
              </a:spcBef>
              <a:spcAft>
                <a:spcPts val="0"/>
              </a:spcAft>
              <a:buNone/>
            </a:pPr>
            <a:endParaRPr lang="en-US" sz="1400" strike="sngStrike" dirty="0">
              <a:latin typeface="Calibri" panose="020F0502020204030204" pitchFamily="34" charset="0"/>
              <a:cs typeface="Calibri" panose="020F0502020204030204" pitchFamily="34" charset="0"/>
            </a:endParaRPr>
          </a:p>
          <a:p>
            <a:pPr marL="0" lvl="0" indent="0" algn="l" rtl="0">
              <a:spcBef>
                <a:spcPts val="0"/>
              </a:spcBef>
              <a:spcAft>
                <a:spcPts val="0"/>
              </a:spcAft>
              <a:buNone/>
            </a:pPr>
            <a:r>
              <a:rPr lang="en-US" sz="1400" strike="sngStrike" dirty="0">
                <a:latin typeface="Calibri" panose="020F0502020204030204" pitchFamily="34" charset="0"/>
                <a:cs typeface="Calibri" panose="020F0502020204030204" pitchFamily="34" charset="0"/>
              </a:rPr>
              <a:t>We now can see more clearly how that affects the buckets that we can consider uncontrolled.</a:t>
            </a:r>
          </a:p>
          <a:p>
            <a:pPr marL="0" lvl="0" indent="0" algn="l" rtl="0">
              <a:spcBef>
                <a:spcPts val="0"/>
              </a:spcBef>
              <a:spcAft>
                <a:spcPts val="0"/>
              </a:spcAft>
              <a:buNone/>
            </a:pPr>
            <a:endParaRPr lang="en-US" sz="1400" strike="sngStrike" dirty="0">
              <a:latin typeface="Calibri" panose="020F0502020204030204" pitchFamily="34" charset="0"/>
              <a:cs typeface="Calibri" panose="020F0502020204030204" pitchFamily="34" charset="0"/>
            </a:endParaRPr>
          </a:p>
          <a:p>
            <a:pPr marL="0" lvl="0" indent="0" algn="l" rtl="0">
              <a:spcBef>
                <a:spcPts val="0"/>
              </a:spcBef>
              <a:spcAft>
                <a:spcPts val="0"/>
              </a:spcAft>
              <a:buNone/>
            </a:pPr>
            <a:r>
              <a:rPr lang="en-US" sz="1400" strike="sngStrike" dirty="0">
                <a:latin typeface="Calibri" panose="020F0502020204030204" pitchFamily="34" charset="0"/>
                <a:cs typeface="Calibri" panose="020F0502020204030204" pitchFamily="34" charset="0"/>
              </a:rPr>
              <a:t>As you can see here, the high granularity case is going to give us, the greatest number of discrete items.</a:t>
            </a:r>
          </a:p>
          <a:p>
            <a:pPr marL="0" lvl="0" indent="0" algn="l" rtl="0">
              <a:spcBef>
                <a:spcPts val="0"/>
              </a:spcBef>
              <a:spcAft>
                <a:spcPts val="0"/>
              </a:spcAft>
              <a:buNone/>
            </a:pPr>
            <a:endParaRPr lang="en-US" sz="1400" strike="sngStrike" dirty="0">
              <a:latin typeface="Calibri" panose="020F0502020204030204" pitchFamily="34" charset="0"/>
              <a:cs typeface="Calibri" panose="020F0502020204030204" pitchFamily="34" charset="0"/>
            </a:endParaRPr>
          </a:p>
          <a:p>
            <a:pPr marL="0" lvl="0" indent="0" algn="l" rtl="0">
              <a:spcBef>
                <a:spcPts val="0"/>
              </a:spcBef>
              <a:spcAft>
                <a:spcPts val="0"/>
              </a:spcAft>
              <a:buNone/>
            </a:pPr>
            <a:r>
              <a:rPr lang="en-US" sz="1400" strike="sngStrike" dirty="0">
                <a:latin typeface="Calibri" panose="020F0502020204030204" pitchFamily="34" charset="0"/>
                <a:cs typeface="Calibri" panose="020F0502020204030204" pitchFamily="34" charset="0"/>
              </a:rPr>
              <a:t>&lt;pause&gt;</a:t>
            </a:r>
          </a:p>
          <a:p>
            <a:pPr marL="0" lvl="0" indent="0" algn="l" rtl="0">
              <a:spcBef>
                <a:spcPts val="0"/>
              </a:spcBef>
              <a:spcAft>
                <a:spcPts val="0"/>
              </a:spcAft>
              <a:buNone/>
            </a:pPr>
            <a:endParaRPr lang="en-US" sz="1400" strike="sngStrike" dirty="0">
              <a:latin typeface="Calibri" panose="020F0502020204030204" pitchFamily="34" charset="0"/>
              <a:cs typeface="Calibri" panose="020F0502020204030204" pitchFamily="34" charset="0"/>
            </a:endParaRPr>
          </a:p>
          <a:p>
            <a:pPr marL="0" lvl="0" indent="0" algn="l" rtl="0">
              <a:spcBef>
                <a:spcPts val="0"/>
              </a:spcBef>
              <a:spcAft>
                <a:spcPts val="0"/>
              </a:spcAft>
              <a:buNone/>
            </a:pPr>
            <a:r>
              <a:rPr lang="en-US" sz="1400" strike="sngStrike" dirty="0">
                <a:latin typeface="Calibri" panose="020F0502020204030204" pitchFamily="34" charset="0"/>
                <a:cs typeface="Calibri" panose="020F0502020204030204" pitchFamily="34" charset="0"/>
              </a:rPr>
              <a:t>as we go through the previously mentioned combinations,</a:t>
            </a:r>
          </a:p>
          <a:p>
            <a:pPr marL="0" lvl="0" indent="0" algn="l" rtl="0">
              <a:spcBef>
                <a:spcPts val="0"/>
              </a:spcBef>
              <a:spcAft>
                <a:spcPts val="0"/>
              </a:spcAft>
              <a:buNone/>
            </a:pPr>
            <a:endParaRPr lang="en-US" sz="1400" strike="sngStrike" dirty="0">
              <a:latin typeface="Calibri" panose="020F0502020204030204" pitchFamily="34" charset="0"/>
              <a:cs typeface="Calibri" panose="020F0502020204030204" pitchFamily="34" charset="0"/>
            </a:endParaRPr>
          </a:p>
          <a:p>
            <a:pPr marL="0" lvl="0" indent="0" algn="l" rtl="0">
              <a:spcBef>
                <a:spcPts val="0"/>
              </a:spcBef>
              <a:spcAft>
                <a:spcPts val="0"/>
              </a:spcAft>
              <a:buNone/>
            </a:pPr>
            <a:r>
              <a:rPr lang="en-US" sz="1400" strike="sngStrike" dirty="0">
                <a:latin typeface="Calibri" panose="020F0502020204030204" pitchFamily="34" charset="0"/>
                <a:cs typeface="Calibri" panose="020F0502020204030204" pitchFamily="34" charset="0"/>
              </a:rPr>
              <a:t>&lt;pause&gt;</a:t>
            </a:r>
          </a:p>
          <a:p>
            <a:pPr marL="0" lvl="0" indent="0" algn="l" rtl="0">
              <a:spcBef>
                <a:spcPts val="0"/>
              </a:spcBef>
              <a:spcAft>
                <a:spcPts val="0"/>
              </a:spcAft>
              <a:buNone/>
            </a:pPr>
            <a:endParaRPr lang="en-US" sz="1400" dirty="0">
              <a:latin typeface="Calibri" panose="020F0502020204030204" pitchFamily="34" charset="0"/>
              <a:cs typeface="Calibri" panose="020F0502020204030204" pitchFamily="34" charset="0"/>
            </a:endParaRPr>
          </a:p>
          <a:p>
            <a:pPr marL="0" lvl="0" indent="0" algn="l" rtl="0">
              <a:spcBef>
                <a:spcPts val="0"/>
              </a:spcBef>
              <a:spcAft>
                <a:spcPts val="0"/>
              </a:spcAft>
              <a:buNone/>
            </a:pPr>
            <a:r>
              <a:rPr lang="en-US" sz="1400" strike="sngStrike" dirty="0">
                <a:latin typeface="Calibri" panose="020F0502020204030204" pitchFamily="34" charset="0"/>
                <a:cs typeface="Calibri" panose="020F0502020204030204" pitchFamily="34" charset="0"/>
              </a:rPr>
              <a:t>you'll see that each of the choices made for decompose of the space</a:t>
            </a:r>
          </a:p>
          <a:p>
            <a:pPr marL="0" lvl="0" indent="0" algn="l" rtl="0">
              <a:spcBef>
                <a:spcPts val="0"/>
              </a:spcBef>
              <a:spcAft>
                <a:spcPts val="0"/>
              </a:spcAft>
              <a:buNone/>
            </a:pPr>
            <a:endParaRPr lang="en-US" sz="1400" strike="sngStrike" dirty="0">
              <a:latin typeface="Calibri" panose="020F0502020204030204" pitchFamily="34" charset="0"/>
              <a:cs typeface="Calibri" panose="020F0502020204030204" pitchFamily="34" charset="0"/>
            </a:endParaRPr>
          </a:p>
          <a:p>
            <a:pPr marL="0" lvl="0" indent="0" algn="l" rtl="0">
              <a:spcBef>
                <a:spcPts val="0"/>
              </a:spcBef>
              <a:spcAft>
                <a:spcPts val="0"/>
              </a:spcAft>
              <a:buNone/>
            </a:pPr>
            <a:r>
              <a:rPr lang="en-US" sz="1400" strike="sngStrike" dirty="0">
                <a:latin typeface="Calibri" panose="020F0502020204030204" pitchFamily="34" charset="0"/>
                <a:cs typeface="Calibri" panose="020F0502020204030204" pitchFamily="34" charset="0"/>
              </a:rPr>
              <a:t>&lt;pause&gt;</a:t>
            </a:r>
          </a:p>
          <a:p>
            <a:pPr marL="0" lvl="0" indent="0" algn="l" rtl="0">
              <a:spcBef>
                <a:spcPts val="0"/>
              </a:spcBef>
              <a:spcAft>
                <a:spcPts val="0"/>
              </a:spcAft>
              <a:buNone/>
            </a:pPr>
            <a:endParaRPr lang="en-US" sz="1400" dirty="0">
              <a:latin typeface="Calibri" panose="020F0502020204030204" pitchFamily="34" charset="0"/>
              <a:cs typeface="Calibri" panose="020F0502020204030204" pitchFamily="34" charset="0"/>
            </a:endParaRPr>
          </a:p>
          <a:p>
            <a:pPr marL="0" lvl="0" indent="0" algn="l" rtl="0">
              <a:spcBef>
                <a:spcPts val="0"/>
              </a:spcBef>
              <a:spcAft>
                <a:spcPts val="0"/>
              </a:spcAft>
              <a:buNone/>
            </a:pPr>
            <a:r>
              <a:rPr lang="en-US" sz="1400" dirty="0">
                <a:latin typeface="Calibri" panose="020F0502020204030204" pitchFamily="34" charset="0"/>
                <a:cs typeface="Calibri" panose="020F0502020204030204" pitchFamily="34" charset="0"/>
              </a:rPr>
              <a:t>has an impact on what values you're going to pick up for a given choice of risk appetite</a:t>
            </a:r>
          </a:p>
        </p:txBody>
      </p:sp>
    </p:spTree>
    <p:extLst>
      <p:ext uri="{BB962C8B-B14F-4D97-AF65-F5344CB8AC3E}">
        <p14:creationId xmlns:p14="http://schemas.microsoft.com/office/powerpoint/2010/main" val="564535672"/>
      </p:ext>
    </p:extLst>
  </p:cSld>
  <p:clrMapOvr>
    <a:masterClrMapping/>
  </p:clrMapOvr>
</p:notes>
</file>

<file path=ppt/notesSlides/notesSlide47.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1195"/>
        <p:cNvGrpSpPr/>
        <p:nvPr/>
      </p:nvGrpSpPr>
      <p:grpSpPr>
        <a:xfrm>
          <a:off x="0" y="0"/>
          <a:ext cx="0" cy="0"/>
          <a:chOff x="0" y="0"/>
          <a:chExt cx="0" cy="0"/>
        </a:xfrm>
      </p:grpSpPr>
      <p:sp>
        <p:nvSpPr>
          <p:cNvPr id="1196" name="Google Shape;1196;g9ac6590046_0_272:notes"/>
          <p:cNvSpPr>
            <a:spLocks noGrp="1" noRot="1" noChangeAspect="1"/>
          </p:cNvSpPr>
          <p:nvPr>
            <p:ph type="sldImg" idx="2"/>
          </p:nvPr>
        </p:nvSpPr>
        <p:spPr>
          <a:xfrm>
            <a:off x="382588" y="685800"/>
            <a:ext cx="6094412" cy="3429000"/>
          </a:xfrm>
          <a:custGeom>
            <a:avLst/>
            <a:gdLst/>
            <a:ahLst/>
            <a:cxnLst/>
            <a:rect l="l" t="t" r="r" b="b"/>
            <a:pathLst>
              <a:path w="120000" h="120000" extrusionOk="0">
                <a:moveTo>
                  <a:pt x="0" y="0"/>
                </a:moveTo>
                <a:lnTo>
                  <a:pt x="120000" y="0"/>
                </a:lnTo>
                <a:lnTo>
                  <a:pt x="120000" y="120000"/>
                </a:lnTo>
                <a:lnTo>
                  <a:pt x="0" y="120000"/>
                </a:lnTo>
                <a:close/>
              </a:path>
            </a:pathLst>
          </a:custGeom>
        </p:spPr>
      </p:sp>
      <p:sp>
        <p:nvSpPr>
          <p:cNvPr id="1197" name="Google Shape;1197;g9ac6590046_0_272:notes"/>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r>
              <a:rPr lang="en-US" sz="1400" dirty="0">
                <a:latin typeface="Calibri" panose="020F0502020204030204" pitchFamily="34" charset="0"/>
                <a:cs typeface="Calibri" panose="020F0502020204030204" pitchFamily="34" charset="0"/>
              </a:rPr>
              <a:t>Script:</a:t>
            </a:r>
          </a:p>
          <a:p>
            <a:pPr marL="0" lvl="0" indent="0" algn="l" rtl="0">
              <a:spcBef>
                <a:spcPts val="0"/>
              </a:spcBef>
              <a:spcAft>
                <a:spcPts val="0"/>
              </a:spcAft>
              <a:buNone/>
            </a:pPr>
            <a:endParaRPr lang="en-US" sz="1400" dirty="0">
              <a:solidFill>
                <a:srgbClr val="1D1C1D"/>
              </a:solidFill>
              <a:effectLst/>
              <a:latin typeface="Calibri" panose="020F0502020204030204" pitchFamily="34" charset="0"/>
              <a:cs typeface="Calibri" panose="020F0502020204030204" pitchFamily="34" charset="0"/>
            </a:endParaRPr>
          </a:p>
          <a:p>
            <a:pPr marL="0" lvl="0" indent="0" algn="l" rtl="0">
              <a:spcBef>
                <a:spcPts val="0"/>
              </a:spcBef>
              <a:spcAft>
                <a:spcPts val="0"/>
              </a:spcAft>
              <a:buNone/>
            </a:pPr>
            <a:r>
              <a:rPr lang="en-US" sz="1400" dirty="0">
                <a:latin typeface="Calibri" panose="020F0502020204030204" pitchFamily="34" charset="0"/>
                <a:cs typeface="Calibri" panose="020F0502020204030204" pitchFamily="34" charset="0"/>
              </a:rPr>
              <a:t>This brings us back to the problem of prioritization.</a:t>
            </a:r>
          </a:p>
          <a:p>
            <a:pPr marL="0" lvl="0" indent="0" algn="l" rtl="0">
              <a:spcBef>
                <a:spcPts val="0"/>
              </a:spcBef>
              <a:spcAft>
                <a:spcPts val="0"/>
              </a:spcAft>
              <a:buNone/>
            </a:pPr>
            <a:endParaRPr lang="en-US" sz="1400" dirty="0">
              <a:latin typeface="Calibri" panose="020F0502020204030204" pitchFamily="34" charset="0"/>
              <a:cs typeface="Calibri" panose="020F0502020204030204" pitchFamily="34" charset="0"/>
            </a:endParaRPr>
          </a:p>
          <a:p>
            <a:pPr marL="0" lvl="0" indent="0" algn="l" rtl="0">
              <a:spcBef>
                <a:spcPts val="0"/>
              </a:spcBef>
              <a:spcAft>
                <a:spcPts val="0"/>
              </a:spcAft>
              <a:buNone/>
            </a:pPr>
            <a:r>
              <a:rPr lang="en-US" sz="1400" dirty="0">
                <a:latin typeface="Calibri" panose="020F0502020204030204" pitchFamily="34" charset="0"/>
                <a:cs typeface="Calibri" panose="020F0502020204030204" pitchFamily="34" charset="0"/>
              </a:rPr>
              <a:t>Let's look once again at the continuous representation.</a:t>
            </a:r>
          </a:p>
          <a:p>
            <a:pPr marL="0" lvl="0" indent="0" algn="l" rtl="0">
              <a:spcBef>
                <a:spcPts val="0"/>
              </a:spcBef>
              <a:spcAft>
                <a:spcPts val="0"/>
              </a:spcAft>
              <a:buNone/>
            </a:pPr>
            <a:endParaRPr lang="en-US" sz="1400" dirty="0">
              <a:latin typeface="Calibri" panose="020F0502020204030204" pitchFamily="34" charset="0"/>
              <a:cs typeface="Calibri" panose="020F0502020204030204" pitchFamily="34" charset="0"/>
            </a:endParaRPr>
          </a:p>
          <a:p>
            <a:pPr marL="0" lvl="0" indent="0" algn="l" rtl="0">
              <a:spcBef>
                <a:spcPts val="0"/>
              </a:spcBef>
              <a:spcAft>
                <a:spcPts val="0"/>
              </a:spcAft>
              <a:buNone/>
            </a:pPr>
            <a:r>
              <a:rPr lang="en-US" sz="1400" dirty="0">
                <a:latin typeface="Calibri" panose="020F0502020204030204" pitchFamily="34" charset="0"/>
                <a:cs typeface="Calibri" panose="020F0502020204030204" pitchFamily="34" charset="0"/>
              </a:rPr>
              <a:t>As covered earlier, we take the magnitude of the normals and use them to determine what the prioritization is going to be.</a:t>
            </a:r>
          </a:p>
          <a:p>
            <a:pPr marL="0" lvl="0" indent="0" algn="l" rtl="0">
              <a:spcBef>
                <a:spcPts val="0"/>
              </a:spcBef>
              <a:spcAft>
                <a:spcPts val="0"/>
              </a:spcAft>
              <a:buNone/>
            </a:pPr>
            <a:endParaRPr lang="en-US" sz="1400" dirty="0">
              <a:latin typeface="Calibri" panose="020F0502020204030204" pitchFamily="34" charset="0"/>
              <a:cs typeface="Calibri" panose="020F0502020204030204" pitchFamily="34" charset="0"/>
            </a:endParaRPr>
          </a:p>
          <a:p>
            <a:pPr marL="0" lvl="0" indent="0" algn="l" rtl="0">
              <a:spcBef>
                <a:spcPts val="0"/>
              </a:spcBef>
              <a:spcAft>
                <a:spcPts val="0"/>
              </a:spcAft>
              <a:buNone/>
            </a:pPr>
            <a:r>
              <a:rPr lang="en-US" sz="1400" dirty="0">
                <a:latin typeface="Calibri" panose="020F0502020204030204" pitchFamily="34" charset="0"/>
                <a:cs typeface="Calibri" panose="020F0502020204030204" pitchFamily="34" charset="0"/>
              </a:rPr>
              <a:t>&lt;pause&gt;</a:t>
            </a:r>
          </a:p>
          <a:p>
            <a:pPr marL="0" lvl="0" indent="0" algn="l" rtl="0">
              <a:spcBef>
                <a:spcPts val="0"/>
              </a:spcBef>
              <a:spcAft>
                <a:spcPts val="0"/>
              </a:spcAft>
              <a:buNone/>
            </a:pPr>
            <a:endParaRPr lang="en-US" sz="1400" dirty="0">
              <a:latin typeface="Calibri" panose="020F0502020204030204" pitchFamily="34" charset="0"/>
              <a:cs typeface="Calibri" panose="020F0502020204030204" pitchFamily="34" charset="0"/>
            </a:endParaRPr>
          </a:p>
          <a:p>
            <a:pPr marL="0" lvl="0" indent="0" algn="l" rtl="0">
              <a:spcBef>
                <a:spcPts val="0"/>
              </a:spcBef>
              <a:spcAft>
                <a:spcPts val="0"/>
              </a:spcAft>
              <a:buNone/>
            </a:pPr>
            <a:r>
              <a:rPr lang="en-US" sz="1400" dirty="0">
                <a:latin typeface="Calibri" panose="020F0502020204030204" pitchFamily="34" charset="0"/>
                <a:cs typeface="Calibri" panose="020F0502020204030204" pitchFamily="34" charset="0"/>
              </a:rPr>
              <a:t>Now, this methodology can be used, but it's not really workable for the quantized form because we would have to end up using the center point of each bucket for any value that it contained.</a:t>
            </a:r>
          </a:p>
          <a:p>
            <a:pPr marL="0" lvl="0" indent="0" algn="l" rtl="0">
              <a:spcBef>
                <a:spcPts val="0"/>
              </a:spcBef>
              <a:spcAft>
                <a:spcPts val="0"/>
              </a:spcAft>
              <a:buNone/>
            </a:pPr>
            <a:endParaRPr lang="en-US" sz="1400" dirty="0">
              <a:latin typeface="Calibri" panose="020F0502020204030204" pitchFamily="34" charset="0"/>
              <a:cs typeface="Calibri" panose="020F0502020204030204" pitchFamily="34" charset="0"/>
            </a:endParaRPr>
          </a:p>
          <a:p>
            <a:pPr marL="0" lvl="0" indent="0" algn="l" rtl="0">
              <a:spcBef>
                <a:spcPts val="0"/>
              </a:spcBef>
              <a:spcAft>
                <a:spcPts val="0"/>
              </a:spcAft>
              <a:buNone/>
            </a:pPr>
            <a:r>
              <a:rPr lang="en-US" sz="1400" dirty="0">
                <a:latin typeface="Calibri" panose="020F0502020204030204" pitchFamily="34" charset="0"/>
                <a:cs typeface="Calibri" panose="020F0502020204030204" pitchFamily="34" charset="0"/>
              </a:rPr>
              <a:t>So that's not really a workable strategy.</a:t>
            </a:r>
          </a:p>
          <a:p>
            <a:pPr marL="0" lvl="0" indent="0" algn="l" rtl="0">
              <a:spcBef>
                <a:spcPts val="0"/>
              </a:spcBef>
              <a:spcAft>
                <a:spcPts val="0"/>
              </a:spcAft>
              <a:buNone/>
            </a:pPr>
            <a:endParaRPr lang="en-US" sz="1400" dirty="0">
              <a:latin typeface="Calibri" panose="020F0502020204030204" pitchFamily="34" charset="0"/>
              <a:cs typeface="Calibri" panose="020F0502020204030204" pitchFamily="34" charset="0"/>
            </a:endParaRPr>
          </a:p>
          <a:p>
            <a:pPr marL="0" lvl="0" indent="0" algn="l" rtl="0">
              <a:spcBef>
                <a:spcPts val="0"/>
              </a:spcBef>
              <a:spcAft>
                <a:spcPts val="0"/>
              </a:spcAft>
              <a:buNone/>
            </a:pPr>
            <a:r>
              <a:rPr lang="en-US" sz="1400" dirty="0">
                <a:latin typeface="Calibri" panose="020F0502020204030204" pitchFamily="34" charset="0"/>
                <a:cs typeface="Calibri" panose="020F0502020204030204" pitchFamily="34" charset="0"/>
              </a:rPr>
              <a:t>Let's look at a way to look at the buckets and come up with this prioritization.</a:t>
            </a:r>
          </a:p>
        </p:txBody>
      </p:sp>
    </p:spTree>
    <p:extLst>
      <p:ext uri="{BB962C8B-B14F-4D97-AF65-F5344CB8AC3E}">
        <p14:creationId xmlns:p14="http://schemas.microsoft.com/office/powerpoint/2010/main" val="1639898391"/>
      </p:ext>
    </p:extLst>
  </p:cSld>
  <p:clrMapOvr>
    <a:masterClrMapping/>
  </p:clrMapOvr>
</p:notes>
</file>

<file path=ppt/notesSlides/notesSlide48.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1195"/>
        <p:cNvGrpSpPr/>
        <p:nvPr/>
      </p:nvGrpSpPr>
      <p:grpSpPr>
        <a:xfrm>
          <a:off x="0" y="0"/>
          <a:ext cx="0" cy="0"/>
          <a:chOff x="0" y="0"/>
          <a:chExt cx="0" cy="0"/>
        </a:xfrm>
      </p:grpSpPr>
      <p:sp>
        <p:nvSpPr>
          <p:cNvPr id="1196" name="Google Shape;1196;g9ac6590046_0_272:notes"/>
          <p:cNvSpPr>
            <a:spLocks noGrp="1" noRot="1" noChangeAspect="1"/>
          </p:cNvSpPr>
          <p:nvPr>
            <p:ph type="sldImg" idx="2"/>
          </p:nvPr>
        </p:nvSpPr>
        <p:spPr>
          <a:xfrm>
            <a:off x="382588" y="685800"/>
            <a:ext cx="6094412" cy="3429000"/>
          </a:xfrm>
          <a:custGeom>
            <a:avLst/>
            <a:gdLst/>
            <a:ahLst/>
            <a:cxnLst/>
            <a:rect l="l" t="t" r="r" b="b"/>
            <a:pathLst>
              <a:path w="120000" h="120000" extrusionOk="0">
                <a:moveTo>
                  <a:pt x="0" y="0"/>
                </a:moveTo>
                <a:lnTo>
                  <a:pt x="120000" y="0"/>
                </a:lnTo>
                <a:lnTo>
                  <a:pt x="120000" y="120000"/>
                </a:lnTo>
                <a:lnTo>
                  <a:pt x="0" y="120000"/>
                </a:lnTo>
                <a:close/>
              </a:path>
            </a:pathLst>
          </a:custGeom>
        </p:spPr>
      </p:sp>
      <p:sp>
        <p:nvSpPr>
          <p:cNvPr id="1197" name="Google Shape;1197;g9ac6590046_0_272:notes"/>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r>
              <a:rPr lang="en-US" sz="1400" dirty="0">
                <a:latin typeface="Calibri" panose="020F0502020204030204" pitchFamily="34" charset="0"/>
                <a:cs typeface="Calibri" panose="020F0502020204030204" pitchFamily="34" charset="0"/>
              </a:rPr>
              <a:t>Script:</a:t>
            </a:r>
          </a:p>
          <a:p>
            <a:pPr marL="0" lvl="0" indent="0" algn="l" rtl="0">
              <a:spcBef>
                <a:spcPts val="0"/>
              </a:spcBef>
              <a:spcAft>
                <a:spcPts val="0"/>
              </a:spcAft>
              <a:buNone/>
            </a:pPr>
            <a:endParaRPr lang="en-US" sz="1400" dirty="0">
              <a:solidFill>
                <a:srgbClr val="1D1C1D"/>
              </a:solidFill>
              <a:effectLst/>
              <a:latin typeface="Calibri" panose="020F0502020204030204" pitchFamily="34" charset="0"/>
              <a:cs typeface="Calibri" panose="020F0502020204030204" pitchFamily="34" charset="0"/>
            </a:endParaRPr>
          </a:p>
          <a:p>
            <a:pPr marL="0" lvl="0" indent="0" algn="l" rtl="0">
              <a:spcBef>
                <a:spcPts val="0"/>
              </a:spcBef>
              <a:spcAft>
                <a:spcPts val="0"/>
              </a:spcAft>
              <a:buNone/>
            </a:pPr>
            <a:r>
              <a:rPr lang="en-US" sz="1400" dirty="0">
                <a:latin typeface="Calibri" panose="020F0502020204030204" pitchFamily="34" charset="0"/>
                <a:cs typeface="Calibri" panose="020F0502020204030204" pitchFamily="34" charset="0"/>
              </a:rPr>
              <a:t>Here, what we've done is taken the numeric values for the twelve bucket CVSS and six bucket ISO/SAE 21434 and multiplied them together.</a:t>
            </a:r>
          </a:p>
          <a:p>
            <a:pPr marL="0" lvl="0" indent="0" algn="l" rtl="0">
              <a:spcBef>
                <a:spcPts val="0"/>
              </a:spcBef>
              <a:spcAft>
                <a:spcPts val="0"/>
              </a:spcAft>
              <a:buNone/>
            </a:pPr>
            <a:endParaRPr lang="en-US" sz="1400" dirty="0">
              <a:latin typeface="Calibri" panose="020F0502020204030204" pitchFamily="34" charset="0"/>
              <a:cs typeface="Calibri" panose="020F0502020204030204" pitchFamily="34" charset="0"/>
            </a:endParaRPr>
          </a:p>
          <a:p>
            <a:pPr marL="0" lvl="0" indent="0" algn="l" rtl="0">
              <a:spcBef>
                <a:spcPts val="0"/>
              </a:spcBef>
              <a:spcAft>
                <a:spcPts val="0"/>
              </a:spcAft>
              <a:buNone/>
            </a:pPr>
            <a:r>
              <a:rPr lang="en-US" sz="1400" dirty="0">
                <a:latin typeface="Calibri" panose="020F0502020204030204" pitchFamily="34" charset="0"/>
                <a:cs typeface="Calibri" panose="020F0502020204030204" pitchFamily="34" charset="0"/>
              </a:rPr>
              <a:t>&lt;pause&gt;</a:t>
            </a:r>
          </a:p>
          <a:p>
            <a:pPr marL="0" lvl="0" indent="0" algn="l" rtl="0">
              <a:spcBef>
                <a:spcPts val="0"/>
              </a:spcBef>
              <a:spcAft>
                <a:spcPts val="0"/>
              </a:spcAft>
              <a:buNone/>
            </a:pPr>
            <a:endParaRPr lang="en-US" sz="1400" dirty="0">
              <a:latin typeface="Calibri" panose="020F0502020204030204" pitchFamily="34" charset="0"/>
              <a:cs typeface="Calibri" panose="020F0502020204030204" pitchFamily="34" charset="0"/>
            </a:endParaRPr>
          </a:p>
          <a:p>
            <a:pPr marL="0" lvl="0" indent="0" algn="l" rtl="0">
              <a:spcBef>
                <a:spcPts val="0"/>
              </a:spcBef>
              <a:spcAft>
                <a:spcPts val="0"/>
              </a:spcAft>
              <a:buNone/>
            </a:pPr>
            <a:r>
              <a:rPr lang="en-US" sz="1400" dirty="0">
                <a:latin typeface="Calibri" panose="020F0502020204030204" pitchFamily="34" charset="0"/>
                <a:cs typeface="Calibri" panose="020F0502020204030204" pitchFamily="34" charset="0"/>
              </a:rPr>
              <a:t>We can see here is that these are the floor values of the CVSS buckets, which is why the value of 0.1, since it’s the lowest non-zero CVSS value.</a:t>
            </a:r>
          </a:p>
          <a:p>
            <a:pPr marL="0" lvl="0" indent="0" algn="l" rtl="0">
              <a:spcBef>
                <a:spcPts val="0"/>
              </a:spcBef>
              <a:spcAft>
                <a:spcPts val="0"/>
              </a:spcAft>
              <a:buNone/>
            </a:pPr>
            <a:endParaRPr lang="en-US" sz="1400" dirty="0">
              <a:latin typeface="Calibri" panose="020F0502020204030204" pitchFamily="34" charset="0"/>
              <a:cs typeface="Calibri" panose="020F0502020204030204" pitchFamily="34" charset="0"/>
            </a:endParaRPr>
          </a:p>
          <a:p>
            <a:pPr marL="0" lvl="0" indent="0" algn="l" rtl="0">
              <a:spcBef>
                <a:spcPts val="0"/>
              </a:spcBef>
              <a:spcAft>
                <a:spcPts val="0"/>
              </a:spcAft>
              <a:buNone/>
            </a:pPr>
            <a:r>
              <a:rPr lang="en-US" sz="1400" dirty="0">
                <a:latin typeface="Calibri" panose="020F0502020204030204" pitchFamily="34" charset="0"/>
                <a:cs typeface="Calibri" panose="020F0502020204030204" pitchFamily="34" charset="0"/>
              </a:rPr>
              <a:t>&lt;pause&gt;</a:t>
            </a:r>
          </a:p>
          <a:p>
            <a:pPr marL="0" lvl="0" indent="0" algn="l" rtl="0">
              <a:spcBef>
                <a:spcPts val="0"/>
              </a:spcBef>
              <a:spcAft>
                <a:spcPts val="0"/>
              </a:spcAft>
              <a:buNone/>
            </a:pPr>
            <a:endParaRPr lang="en-US" sz="1400" dirty="0">
              <a:latin typeface="Calibri" panose="020F0502020204030204" pitchFamily="34" charset="0"/>
              <a:cs typeface="Calibri" panose="020F0502020204030204" pitchFamily="34" charset="0"/>
            </a:endParaRPr>
          </a:p>
          <a:p>
            <a:pPr marL="0" lvl="0" indent="0" algn="l" rtl="0">
              <a:spcBef>
                <a:spcPts val="0"/>
              </a:spcBef>
              <a:spcAft>
                <a:spcPts val="0"/>
              </a:spcAft>
              <a:buNone/>
            </a:pPr>
            <a:r>
              <a:rPr lang="en-US" sz="1400" dirty="0">
                <a:latin typeface="Calibri" panose="020F0502020204030204" pitchFamily="34" charset="0"/>
                <a:cs typeface="Calibri" panose="020F0502020204030204" pitchFamily="34" charset="0"/>
              </a:rPr>
              <a:t>And then we go from zero through five for the 21434 values.</a:t>
            </a:r>
          </a:p>
          <a:p>
            <a:pPr marL="0" lvl="0" indent="0" algn="l" rtl="0">
              <a:spcBef>
                <a:spcPts val="0"/>
              </a:spcBef>
              <a:spcAft>
                <a:spcPts val="0"/>
              </a:spcAft>
              <a:buNone/>
            </a:pPr>
            <a:endParaRPr lang="en-US" sz="1400" dirty="0">
              <a:latin typeface="Calibri" panose="020F0502020204030204" pitchFamily="34" charset="0"/>
              <a:cs typeface="Calibri" panose="020F0502020204030204" pitchFamily="34" charset="0"/>
            </a:endParaRPr>
          </a:p>
          <a:p>
            <a:pPr marL="0" lvl="0" indent="0" algn="l" rtl="0">
              <a:spcBef>
                <a:spcPts val="0"/>
              </a:spcBef>
              <a:spcAft>
                <a:spcPts val="0"/>
              </a:spcAft>
              <a:buNone/>
            </a:pPr>
            <a:r>
              <a:rPr lang="en-US" sz="1400" dirty="0">
                <a:latin typeface="Calibri" panose="020F0502020204030204" pitchFamily="34" charset="0"/>
                <a:cs typeface="Calibri" panose="020F0502020204030204" pitchFamily="34" charset="0"/>
              </a:rPr>
              <a:t>&lt;pause&gt;</a:t>
            </a:r>
          </a:p>
          <a:p>
            <a:pPr marL="0" lvl="0" indent="0" algn="l" rtl="0">
              <a:spcBef>
                <a:spcPts val="0"/>
              </a:spcBef>
              <a:spcAft>
                <a:spcPts val="0"/>
              </a:spcAft>
              <a:buNone/>
            </a:pPr>
            <a:endParaRPr lang="en-US" sz="1400" dirty="0">
              <a:latin typeface="Calibri" panose="020F0502020204030204" pitchFamily="34" charset="0"/>
              <a:cs typeface="Calibri" panose="020F0502020204030204" pitchFamily="34" charset="0"/>
            </a:endParaRPr>
          </a:p>
          <a:p>
            <a:pPr marL="0" lvl="0" indent="0" algn="l" rtl="0">
              <a:spcBef>
                <a:spcPts val="0"/>
              </a:spcBef>
              <a:spcAft>
                <a:spcPts val="0"/>
              </a:spcAft>
              <a:buNone/>
            </a:pPr>
            <a:r>
              <a:rPr lang="en-US" sz="1400" dirty="0">
                <a:latin typeface="Calibri" panose="020F0502020204030204" pitchFamily="34" charset="0"/>
                <a:cs typeface="Calibri" panose="020F0502020204030204" pitchFamily="34" charset="0"/>
              </a:rPr>
              <a:t>Now we could do all sorts of mathematical gymnastics to ensure that each value is unique.</a:t>
            </a:r>
          </a:p>
          <a:p>
            <a:pPr marL="0" lvl="0" indent="0" algn="l" rtl="0">
              <a:spcBef>
                <a:spcPts val="0"/>
              </a:spcBef>
              <a:spcAft>
                <a:spcPts val="0"/>
              </a:spcAft>
              <a:buNone/>
            </a:pPr>
            <a:endParaRPr lang="en-US" sz="1400" dirty="0">
              <a:latin typeface="Calibri" panose="020F0502020204030204" pitchFamily="34" charset="0"/>
              <a:cs typeface="Calibri" panose="020F0502020204030204" pitchFamily="34" charset="0"/>
            </a:endParaRPr>
          </a:p>
          <a:p>
            <a:pPr marL="0" lvl="0" indent="0" algn="l" rtl="0">
              <a:spcBef>
                <a:spcPts val="0"/>
              </a:spcBef>
              <a:spcAft>
                <a:spcPts val="0"/>
              </a:spcAft>
              <a:buNone/>
            </a:pPr>
            <a:r>
              <a:rPr lang="en-US" sz="1400" dirty="0">
                <a:latin typeface="Calibri" panose="020F0502020204030204" pitchFamily="34" charset="0"/>
                <a:cs typeface="Calibri" panose="020F0502020204030204" pitchFamily="34" charset="0"/>
              </a:rPr>
              <a:t>For instance, you could put weightings on them to make things that are exactly the same be different based on their weighting from the impact space versus the likelihood space.</a:t>
            </a:r>
          </a:p>
          <a:p>
            <a:pPr marL="0" lvl="0" indent="0" algn="l" rtl="0">
              <a:spcBef>
                <a:spcPts val="0"/>
              </a:spcBef>
              <a:spcAft>
                <a:spcPts val="0"/>
              </a:spcAft>
              <a:buNone/>
            </a:pPr>
            <a:endParaRPr lang="en-US" sz="1400" dirty="0">
              <a:latin typeface="Calibri" panose="020F0502020204030204" pitchFamily="34" charset="0"/>
              <a:cs typeface="Calibri" panose="020F0502020204030204" pitchFamily="34" charset="0"/>
            </a:endParaRPr>
          </a:p>
          <a:p>
            <a:pPr marL="0" lvl="0" indent="0" algn="l" rtl="0">
              <a:spcBef>
                <a:spcPts val="0"/>
              </a:spcBef>
              <a:spcAft>
                <a:spcPts val="0"/>
              </a:spcAft>
              <a:buNone/>
            </a:pPr>
            <a:r>
              <a:rPr lang="en-US" sz="1400" dirty="0">
                <a:latin typeface="Calibri" panose="020F0502020204030204" pitchFamily="34" charset="0"/>
                <a:cs typeface="Calibri" panose="020F0502020204030204" pitchFamily="34" charset="0"/>
              </a:rPr>
              <a:t>But in terms of a rough value, these are reasonable.</a:t>
            </a:r>
          </a:p>
          <a:p>
            <a:pPr marL="0" lvl="0" indent="0" algn="l" rtl="0">
              <a:spcBef>
                <a:spcPts val="0"/>
              </a:spcBef>
              <a:spcAft>
                <a:spcPts val="0"/>
              </a:spcAft>
              <a:buNone/>
            </a:pPr>
            <a:endParaRPr lang="en-US" sz="1400" dirty="0">
              <a:latin typeface="Calibri" panose="020F0502020204030204" pitchFamily="34" charset="0"/>
              <a:cs typeface="Calibri" panose="020F0502020204030204" pitchFamily="34" charset="0"/>
            </a:endParaRPr>
          </a:p>
          <a:p>
            <a:pPr marL="0" lvl="0" indent="0" algn="l" rtl="0">
              <a:spcBef>
                <a:spcPts val="0"/>
              </a:spcBef>
              <a:spcAft>
                <a:spcPts val="0"/>
              </a:spcAft>
              <a:buNone/>
            </a:pPr>
            <a:r>
              <a:rPr lang="en-US" sz="1400" dirty="0">
                <a:latin typeface="Calibri" panose="020F0502020204030204" pitchFamily="34" charset="0"/>
                <a:cs typeface="Calibri" panose="020F0502020204030204" pitchFamily="34" charset="0"/>
              </a:rPr>
              <a:t>These can stand in as a good proxy for doing all the hard math of figuring normals to spaces and centers of the buckets.</a:t>
            </a:r>
          </a:p>
        </p:txBody>
      </p:sp>
    </p:spTree>
    <p:extLst>
      <p:ext uri="{BB962C8B-B14F-4D97-AF65-F5344CB8AC3E}">
        <p14:creationId xmlns:p14="http://schemas.microsoft.com/office/powerpoint/2010/main" val="4063078713"/>
      </p:ext>
    </p:extLst>
  </p:cSld>
  <p:clrMapOvr>
    <a:masterClrMapping/>
  </p:clrMapOvr>
</p:notes>
</file>

<file path=ppt/notesSlides/notesSlide49.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1195"/>
        <p:cNvGrpSpPr/>
        <p:nvPr/>
      </p:nvGrpSpPr>
      <p:grpSpPr>
        <a:xfrm>
          <a:off x="0" y="0"/>
          <a:ext cx="0" cy="0"/>
          <a:chOff x="0" y="0"/>
          <a:chExt cx="0" cy="0"/>
        </a:xfrm>
      </p:grpSpPr>
      <p:sp>
        <p:nvSpPr>
          <p:cNvPr id="1196" name="Google Shape;1196;g9ac6590046_0_272:notes"/>
          <p:cNvSpPr>
            <a:spLocks noGrp="1" noRot="1" noChangeAspect="1"/>
          </p:cNvSpPr>
          <p:nvPr>
            <p:ph type="sldImg" idx="2"/>
          </p:nvPr>
        </p:nvSpPr>
        <p:spPr>
          <a:xfrm>
            <a:off x="382588" y="685800"/>
            <a:ext cx="6094412" cy="3429000"/>
          </a:xfrm>
          <a:custGeom>
            <a:avLst/>
            <a:gdLst/>
            <a:ahLst/>
            <a:cxnLst/>
            <a:rect l="l" t="t" r="r" b="b"/>
            <a:pathLst>
              <a:path w="120000" h="120000" extrusionOk="0">
                <a:moveTo>
                  <a:pt x="0" y="0"/>
                </a:moveTo>
                <a:lnTo>
                  <a:pt x="120000" y="0"/>
                </a:lnTo>
                <a:lnTo>
                  <a:pt x="120000" y="120000"/>
                </a:lnTo>
                <a:lnTo>
                  <a:pt x="0" y="120000"/>
                </a:lnTo>
                <a:close/>
              </a:path>
            </a:pathLst>
          </a:custGeom>
        </p:spPr>
      </p:sp>
      <p:sp>
        <p:nvSpPr>
          <p:cNvPr id="1197" name="Google Shape;1197;g9ac6590046_0_272:notes"/>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r>
              <a:rPr lang="en-US" sz="1400" dirty="0">
                <a:latin typeface="Calibri" panose="020F0502020204030204" pitchFamily="34" charset="0"/>
                <a:cs typeface="Calibri" panose="020F0502020204030204" pitchFamily="34" charset="0"/>
              </a:rPr>
              <a:t>Script:</a:t>
            </a:r>
          </a:p>
          <a:p>
            <a:pPr marL="0" lvl="0" indent="0" algn="l" rtl="0">
              <a:spcBef>
                <a:spcPts val="0"/>
              </a:spcBef>
              <a:spcAft>
                <a:spcPts val="0"/>
              </a:spcAft>
              <a:buNone/>
            </a:pPr>
            <a:endParaRPr lang="en-US" sz="1400" dirty="0">
              <a:solidFill>
                <a:srgbClr val="1D1C1D"/>
              </a:solidFill>
              <a:effectLst/>
              <a:latin typeface="Calibri" panose="020F0502020204030204" pitchFamily="34" charset="0"/>
              <a:cs typeface="Calibri" panose="020F0502020204030204" pitchFamily="34" charset="0"/>
            </a:endParaRPr>
          </a:p>
          <a:p>
            <a:pPr marL="0" lvl="0" indent="0" algn="l" rtl="0">
              <a:spcBef>
                <a:spcPts val="0"/>
              </a:spcBef>
              <a:spcAft>
                <a:spcPts val="0"/>
              </a:spcAft>
              <a:buNone/>
            </a:pPr>
            <a:r>
              <a:rPr lang="en-US" sz="1400" dirty="0">
                <a:solidFill>
                  <a:srgbClr val="1D1C1D"/>
                </a:solidFill>
                <a:effectLst/>
                <a:latin typeface="Calibri" panose="020F0502020204030204" pitchFamily="34" charset="0"/>
                <a:cs typeface="Calibri" panose="020F0502020204030204" pitchFamily="34" charset="0"/>
              </a:rPr>
              <a:t>Typically, when we think about risk in safety-critical systems, we're thinking about safety risk, but in reality, there are multiple domains of risk.</a:t>
            </a:r>
          </a:p>
          <a:p>
            <a:pPr marL="0" lvl="0" indent="0" algn="l" rtl="0">
              <a:spcBef>
                <a:spcPts val="0"/>
              </a:spcBef>
              <a:spcAft>
                <a:spcPts val="0"/>
              </a:spcAft>
              <a:buNone/>
            </a:pPr>
            <a:endParaRPr lang="en-US" sz="1400" dirty="0">
              <a:solidFill>
                <a:srgbClr val="1D1C1D"/>
              </a:solidFill>
              <a:effectLst/>
              <a:latin typeface="Calibri" panose="020F0502020204030204" pitchFamily="34" charset="0"/>
              <a:cs typeface="Calibri" panose="020F0502020204030204" pitchFamily="34" charset="0"/>
            </a:endParaRPr>
          </a:p>
          <a:p>
            <a:pPr marL="0" lvl="0" indent="0" algn="l" rtl="0">
              <a:spcBef>
                <a:spcPts val="0"/>
              </a:spcBef>
              <a:spcAft>
                <a:spcPts val="0"/>
              </a:spcAft>
              <a:buNone/>
            </a:pPr>
            <a:r>
              <a:rPr lang="en-US" sz="1400" dirty="0">
                <a:solidFill>
                  <a:srgbClr val="1D1C1D"/>
                </a:solidFill>
                <a:effectLst/>
                <a:latin typeface="Calibri" panose="020F0502020204030204" pitchFamily="34" charset="0"/>
                <a:cs typeface="Calibri" panose="020F0502020204030204" pitchFamily="34" charset="0"/>
              </a:rPr>
              <a:t>&lt;pause&gt;</a:t>
            </a:r>
          </a:p>
          <a:p>
            <a:pPr marL="0" lvl="0" indent="0" algn="l" rtl="0">
              <a:spcBef>
                <a:spcPts val="0"/>
              </a:spcBef>
              <a:spcAft>
                <a:spcPts val="0"/>
              </a:spcAft>
              <a:buNone/>
            </a:pPr>
            <a:endParaRPr lang="en-US" sz="1400" dirty="0">
              <a:solidFill>
                <a:srgbClr val="1D1C1D"/>
              </a:solidFill>
              <a:effectLst/>
              <a:latin typeface="Calibri" panose="020F0502020204030204" pitchFamily="34" charset="0"/>
              <a:cs typeface="Calibri" panose="020F0502020204030204" pitchFamily="34" charset="0"/>
            </a:endParaRPr>
          </a:p>
          <a:p>
            <a:pPr marL="0" lvl="0" indent="0" algn="l" rtl="0">
              <a:spcBef>
                <a:spcPts val="0"/>
              </a:spcBef>
              <a:spcAft>
                <a:spcPts val="0"/>
              </a:spcAft>
              <a:buNone/>
            </a:pPr>
            <a:r>
              <a:rPr lang="en-US" sz="1400" dirty="0">
                <a:solidFill>
                  <a:srgbClr val="1D1C1D"/>
                </a:solidFill>
                <a:effectLst/>
                <a:latin typeface="Calibri" panose="020F0502020204030204" pitchFamily="34" charset="0"/>
                <a:cs typeface="Calibri" panose="020F0502020204030204" pitchFamily="34" charset="0"/>
              </a:rPr>
              <a:t>So, let’s look at four of those domains which are specified in </a:t>
            </a:r>
            <a:r>
              <a:rPr lang="en-US" sz="1400" b="1" dirty="0">
                <a:solidFill>
                  <a:srgbClr val="1D1C1D"/>
                </a:solidFill>
                <a:effectLst/>
                <a:latin typeface="Calibri" panose="020F0502020204030204" pitchFamily="34" charset="0"/>
                <a:cs typeface="Calibri" panose="020F0502020204030204" pitchFamily="34" charset="0"/>
              </a:rPr>
              <a:t>EVITA D2.3 security requirements for automotive onboard network based on dark side scenarios</a:t>
            </a:r>
          </a:p>
          <a:p>
            <a:pPr marL="0" lvl="0" indent="0" algn="l" rtl="0">
              <a:spcBef>
                <a:spcPts val="0"/>
              </a:spcBef>
              <a:spcAft>
                <a:spcPts val="0"/>
              </a:spcAft>
              <a:buNone/>
            </a:pPr>
            <a:endParaRPr lang="en-US" sz="1400" b="1" dirty="0">
              <a:solidFill>
                <a:srgbClr val="1D1C1D"/>
              </a:solidFill>
              <a:effectLst/>
              <a:latin typeface="Calibri" panose="020F0502020204030204" pitchFamily="34" charset="0"/>
              <a:cs typeface="Calibri" panose="020F0502020204030204" pitchFamily="34" charset="0"/>
            </a:endParaRPr>
          </a:p>
          <a:p>
            <a:pPr marL="0" lvl="0" indent="0" algn="l" rtl="0">
              <a:spcBef>
                <a:spcPts val="0"/>
              </a:spcBef>
              <a:spcAft>
                <a:spcPts val="0"/>
              </a:spcAft>
              <a:buNone/>
            </a:pPr>
            <a:r>
              <a:rPr lang="en-US" sz="1400" dirty="0">
                <a:solidFill>
                  <a:srgbClr val="1D1C1D"/>
                </a:solidFill>
                <a:effectLst/>
                <a:latin typeface="Calibri" panose="020F0502020204030204" pitchFamily="34" charset="0"/>
                <a:cs typeface="Calibri" panose="020F0502020204030204" pitchFamily="34" charset="0"/>
              </a:rPr>
              <a:t>and talk about each domain and how we’ll address them collectively in the context of threat prioritization.</a:t>
            </a:r>
          </a:p>
          <a:p>
            <a:pPr marL="0" lvl="0" indent="0" algn="l" rtl="0">
              <a:spcBef>
                <a:spcPts val="0"/>
              </a:spcBef>
              <a:spcAft>
                <a:spcPts val="0"/>
              </a:spcAft>
              <a:buNone/>
            </a:pPr>
            <a:endParaRPr lang="en-US" sz="1400" dirty="0">
              <a:solidFill>
                <a:srgbClr val="1D1C1D"/>
              </a:solidFill>
              <a:effectLst/>
              <a:latin typeface="Calibri" panose="020F0502020204030204" pitchFamily="34" charset="0"/>
              <a:cs typeface="Calibri" panose="020F0502020204030204" pitchFamily="34" charset="0"/>
            </a:endParaRPr>
          </a:p>
          <a:p>
            <a:pPr marL="0" lvl="0" indent="0" algn="l" rtl="0">
              <a:spcBef>
                <a:spcPts val="0"/>
              </a:spcBef>
              <a:spcAft>
                <a:spcPts val="0"/>
              </a:spcAft>
              <a:buNone/>
            </a:pPr>
            <a:r>
              <a:rPr lang="en-US" sz="1400" dirty="0">
                <a:solidFill>
                  <a:srgbClr val="1D1C1D"/>
                </a:solidFill>
                <a:effectLst/>
                <a:latin typeface="Calibri" panose="020F0502020204030204" pitchFamily="34" charset="0"/>
                <a:cs typeface="Calibri" panose="020F0502020204030204" pitchFamily="34" charset="0"/>
              </a:rPr>
              <a:t>&lt;pause&gt;</a:t>
            </a:r>
          </a:p>
          <a:p>
            <a:pPr marL="0" lvl="0" indent="0" algn="l" rtl="0">
              <a:spcBef>
                <a:spcPts val="0"/>
              </a:spcBef>
              <a:spcAft>
                <a:spcPts val="0"/>
              </a:spcAft>
              <a:buNone/>
            </a:pPr>
            <a:endParaRPr lang="en-US" sz="1400" dirty="0">
              <a:solidFill>
                <a:srgbClr val="1D1C1D"/>
              </a:solidFill>
              <a:effectLst/>
              <a:latin typeface="Calibri" panose="020F0502020204030204" pitchFamily="34" charset="0"/>
              <a:cs typeface="Calibri" panose="020F0502020204030204" pitchFamily="34" charset="0"/>
            </a:endParaRPr>
          </a:p>
          <a:p>
            <a:pPr marL="0" lvl="0" indent="0" algn="l" rtl="0">
              <a:spcBef>
                <a:spcPts val="0"/>
              </a:spcBef>
              <a:spcAft>
                <a:spcPts val="0"/>
              </a:spcAft>
              <a:buNone/>
            </a:pPr>
            <a:r>
              <a:rPr lang="en-US" sz="1400" strike="sngStrike" dirty="0">
                <a:solidFill>
                  <a:srgbClr val="1D1C1D"/>
                </a:solidFill>
                <a:effectLst/>
                <a:latin typeface="Calibri" panose="020F0502020204030204" pitchFamily="34" charset="0"/>
                <a:cs typeface="Calibri" panose="020F0502020204030204" pitchFamily="34" charset="0"/>
              </a:rPr>
              <a:t>The first domain is safety.</a:t>
            </a:r>
          </a:p>
          <a:p>
            <a:pPr marL="0" lvl="0" indent="0" algn="l" rtl="0">
              <a:spcBef>
                <a:spcPts val="0"/>
              </a:spcBef>
              <a:spcAft>
                <a:spcPts val="0"/>
              </a:spcAft>
              <a:buNone/>
            </a:pPr>
            <a:endParaRPr lang="en-US" sz="1400" strike="sngStrike" dirty="0">
              <a:solidFill>
                <a:srgbClr val="1D1C1D"/>
              </a:solidFill>
              <a:effectLst/>
              <a:latin typeface="Calibri" panose="020F0502020204030204" pitchFamily="34" charset="0"/>
              <a:cs typeface="Calibri" panose="020F0502020204030204" pitchFamily="34" charset="0"/>
            </a:endParaRPr>
          </a:p>
          <a:p>
            <a:pPr marL="0" lvl="0" indent="0" algn="l" rtl="0">
              <a:spcBef>
                <a:spcPts val="0"/>
              </a:spcBef>
              <a:spcAft>
                <a:spcPts val="0"/>
              </a:spcAft>
              <a:buNone/>
            </a:pPr>
            <a:r>
              <a:rPr lang="en-US" sz="1400" strike="sngStrike" dirty="0">
                <a:solidFill>
                  <a:srgbClr val="1D1C1D"/>
                </a:solidFill>
                <a:effectLst/>
                <a:latin typeface="Calibri" panose="020F0502020204030204" pitchFamily="34" charset="0"/>
                <a:cs typeface="Calibri" panose="020F0502020204030204" pitchFamily="34" charset="0"/>
              </a:rPr>
              <a:t>We're considering here the functional safety of the vehicle occupants and the road users.</a:t>
            </a:r>
          </a:p>
          <a:p>
            <a:pPr marL="0" lvl="0" indent="0" algn="l" rtl="0">
              <a:spcBef>
                <a:spcPts val="0"/>
              </a:spcBef>
              <a:spcAft>
                <a:spcPts val="0"/>
              </a:spcAft>
              <a:buNone/>
            </a:pPr>
            <a:endParaRPr lang="en-US" sz="1400" strike="sngStrike" dirty="0">
              <a:solidFill>
                <a:srgbClr val="1D1C1D"/>
              </a:solidFill>
              <a:effectLst/>
              <a:latin typeface="Calibri" panose="020F0502020204030204" pitchFamily="34" charset="0"/>
              <a:cs typeface="Calibri" panose="020F0502020204030204" pitchFamily="34" charset="0"/>
            </a:endParaRPr>
          </a:p>
          <a:p>
            <a:pPr marL="0" lvl="0" indent="0" algn="l" rtl="0">
              <a:spcBef>
                <a:spcPts val="0"/>
              </a:spcBef>
              <a:spcAft>
                <a:spcPts val="0"/>
              </a:spcAft>
              <a:buNone/>
            </a:pPr>
            <a:r>
              <a:rPr lang="en-US" sz="1400" strike="sngStrike" dirty="0">
                <a:solidFill>
                  <a:srgbClr val="1D1C1D"/>
                </a:solidFill>
                <a:effectLst/>
                <a:latin typeface="Calibri" panose="020F0502020204030204" pitchFamily="34" charset="0"/>
                <a:cs typeface="Calibri" panose="020F0502020204030204" pitchFamily="34" charset="0"/>
              </a:rPr>
              <a:t>&lt;pause&gt;</a:t>
            </a:r>
          </a:p>
          <a:p>
            <a:pPr marL="0" lvl="0" indent="0" algn="l" rtl="0">
              <a:spcBef>
                <a:spcPts val="0"/>
              </a:spcBef>
              <a:spcAft>
                <a:spcPts val="0"/>
              </a:spcAft>
              <a:buNone/>
            </a:pPr>
            <a:endParaRPr lang="en-US" sz="1400" strike="sngStrike" dirty="0">
              <a:solidFill>
                <a:srgbClr val="1D1C1D"/>
              </a:solidFill>
              <a:effectLst/>
              <a:latin typeface="Calibri" panose="020F0502020204030204" pitchFamily="34" charset="0"/>
              <a:cs typeface="Calibri" panose="020F0502020204030204" pitchFamily="34" charset="0"/>
            </a:endParaRPr>
          </a:p>
          <a:p>
            <a:pPr marL="0" lvl="0" indent="0" algn="l" rtl="0">
              <a:spcBef>
                <a:spcPts val="0"/>
              </a:spcBef>
              <a:spcAft>
                <a:spcPts val="0"/>
              </a:spcAft>
              <a:buNone/>
            </a:pPr>
            <a:r>
              <a:rPr lang="en-US" sz="1400" strike="sngStrike" dirty="0">
                <a:solidFill>
                  <a:srgbClr val="1D1C1D"/>
                </a:solidFill>
                <a:effectLst/>
                <a:latin typeface="Calibri" panose="020F0502020204030204" pitchFamily="34" charset="0"/>
                <a:cs typeface="Calibri" panose="020F0502020204030204" pitchFamily="34" charset="0"/>
              </a:rPr>
              <a:t>Our second domain is finance.</a:t>
            </a:r>
          </a:p>
          <a:p>
            <a:pPr marL="0" lvl="0" indent="0" algn="l" rtl="0">
              <a:spcBef>
                <a:spcPts val="0"/>
              </a:spcBef>
              <a:spcAft>
                <a:spcPts val="0"/>
              </a:spcAft>
              <a:buNone/>
            </a:pPr>
            <a:endParaRPr lang="en-US" sz="1400" strike="sngStrike" dirty="0">
              <a:solidFill>
                <a:srgbClr val="1D1C1D"/>
              </a:solidFill>
              <a:effectLst/>
              <a:latin typeface="Calibri" panose="020F0502020204030204" pitchFamily="34" charset="0"/>
              <a:cs typeface="Calibri" panose="020F0502020204030204" pitchFamily="34" charset="0"/>
            </a:endParaRPr>
          </a:p>
          <a:p>
            <a:pPr marL="0" lvl="0" indent="0" algn="l" rtl="0">
              <a:spcBef>
                <a:spcPts val="0"/>
              </a:spcBef>
              <a:spcAft>
                <a:spcPts val="0"/>
              </a:spcAft>
              <a:buNone/>
            </a:pPr>
            <a:r>
              <a:rPr lang="en-US" sz="1400" strike="sngStrike" dirty="0">
                <a:solidFill>
                  <a:srgbClr val="1D1C1D"/>
                </a:solidFill>
                <a:effectLst/>
                <a:latin typeface="Calibri" panose="020F0502020204030204" pitchFamily="34" charset="0"/>
                <a:cs typeface="Calibri" panose="020F0502020204030204" pitchFamily="34" charset="0"/>
              </a:rPr>
              <a:t>How do we prevent fraudulent transactions from taking place via the electronic systems within the vehicle and its connected infrastructure?</a:t>
            </a:r>
          </a:p>
          <a:p>
            <a:pPr marL="0" lvl="0" indent="0" algn="l" rtl="0">
              <a:spcBef>
                <a:spcPts val="0"/>
              </a:spcBef>
              <a:spcAft>
                <a:spcPts val="0"/>
              </a:spcAft>
              <a:buNone/>
            </a:pPr>
            <a:endParaRPr lang="en-US" sz="1400" strike="sngStrike" dirty="0">
              <a:solidFill>
                <a:srgbClr val="1D1C1D"/>
              </a:solidFill>
              <a:effectLst/>
              <a:latin typeface="Calibri" panose="020F0502020204030204" pitchFamily="34" charset="0"/>
              <a:cs typeface="Calibri" panose="020F0502020204030204" pitchFamily="34" charset="0"/>
            </a:endParaRPr>
          </a:p>
          <a:p>
            <a:pPr marL="0" lvl="0" indent="0" algn="l" rtl="0">
              <a:spcBef>
                <a:spcPts val="0"/>
              </a:spcBef>
              <a:spcAft>
                <a:spcPts val="0"/>
              </a:spcAft>
              <a:buNone/>
            </a:pPr>
            <a:r>
              <a:rPr lang="en-US" sz="1400" strike="sngStrike" dirty="0">
                <a:solidFill>
                  <a:srgbClr val="1D1C1D"/>
                </a:solidFill>
                <a:effectLst/>
                <a:latin typeface="Calibri" panose="020F0502020204030204" pitchFamily="34" charset="0"/>
                <a:cs typeface="Calibri" panose="020F0502020204030204" pitchFamily="34" charset="0"/>
              </a:rPr>
              <a:t>And how do we prevent the vehicle itself from being stolen?</a:t>
            </a:r>
          </a:p>
          <a:p>
            <a:pPr marL="0" lvl="0" indent="0" algn="l" rtl="0">
              <a:spcBef>
                <a:spcPts val="0"/>
              </a:spcBef>
              <a:spcAft>
                <a:spcPts val="0"/>
              </a:spcAft>
              <a:buNone/>
            </a:pPr>
            <a:endParaRPr lang="en-US" sz="1400" strike="sngStrike" dirty="0">
              <a:solidFill>
                <a:srgbClr val="1D1C1D"/>
              </a:solidFill>
              <a:effectLst/>
              <a:latin typeface="Calibri" panose="020F0502020204030204" pitchFamily="34" charset="0"/>
              <a:cs typeface="Calibri" panose="020F0502020204030204" pitchFamily="34" charset="0"/>
            </a:endParaRPr>
          </a:p>
          <a:p>
            <a:pPr marL="0" lvl="0" indent="0" algn="l" rtl="0">
              <a:spcBef>
                <a:spcPts val="0"/>
              </a:spcBef>
              <a:spcAft>
                <a:spcPts val="0"/>
              </a:spcAft>
              <a:buNone/>
            </a:pPr>
            <a:r>
              <a:rPr lang="en-US" sz="1400" strike="sngStrike" dirty="0">
                <a:solidFill>
                  <a:srgbClr val="1D1C1D"/>
                </a:solidFill>
                <a:effectLst/>
                <a:latin typeface="Calibri" panose="020F0502020204030204" pitchFamily="34" charset="0"/>
                <a:cs typeface="Calibri" panose="020F0502020204030204" pitchFamily="34" charset="0"/>
              </a:rPr>
              <a:t>&lt;pause&gt;</a:t>
            </a:r>
          </a:p>
          <a:p>
            <a:pPr marL="0" lvl="0" indent="0" algn="l" rtl="0">
              <a:spcBef>
                <a:spcPts val="0"/>
              </a:spcBef>
              <a:spcAft>
                <a:spcPts val="0"/>
              </a:spcAft>
              <a:buNone/>
            </a:pPr>
            <a:endParaRPr lang="en-US" sz="1400" strike="sngStrike" dirty="0">
              <a:solidFill>
                <a:srgbClr val="1D1C1D"/>
              </a:solidFill>
              <a:effectLst/>
              <a:latin typeface="Calibri" panose="020F0502020204030204" pitchFamily="34" charset="0"/>
              <a:cs typeface="Calibri" panose="020F0502020204030204" pitchFamily="34" charset="0"/>
            </a:endParaRPr>
          </a:p>
          <a:p>
            <a:pPr marL="0" lvl="0" indent="0" algn="l" rtl="0">
              <a:spcBef>
                <a:spcPts val="0"/>
              </a:spcBef>
              <a:spcAft>
                <a:spcPts val="0"/>
              </a:spcAft>
              <a:buNone/>
            </a:pPr>
            <a:r>
              <a:rPr lang="en-US" sz="1400" strike="sngStrike" dirty="0">
                <a:solidFill>
                  <a:srgbClr val="1D1C1D"/>
                </a:solidFill>
                <a:effectLst/>
                <a:latin typeface="Calibri" panose="020F0502020204030204" pitchFamily="34" charset="0"/>
                <a:cs typeface="Calibri" panose="020F0502020204030204" pitchFamily="34" charset="0"/>
              </a:rPr>
              <a:t>The third domain is privacy.</a:t>
            </a:r>
          </a:p>
          <a:p>
            <a:pPr marL="0" lvl="0" indent="0" algn="l" rtl="0">
              <a:spcBef>
                <a:spcPts val="0"/>
              </a:spcBef>
              <a:spcAft>
                <a:spcPts val="0"/>
              </a:spcAft>
              <a:buNone/>
            </a:pPr>
            <a:endParaRPr lang="en-US" sz="1400" strike="sngStrike" dirty="0">
              <a:solidFill>
                <a:srgbClr val="1D1C1D"/>
              </a:solidFill>
              <a:effectLst/>
              <a:latin typeface="Calibri" panose="020F0502020204030204" pitchFamily="34" charset="0"/>
              <a:cs typeface="Calibri" panose="020F0502020204030204" pitchFamily="34" charset="0"/>
            </a:endParaRPr>
          </a:p>
          <a:p>
            <a:pPr marL="0" lvl="0" indent="0" algn="l" rtl="0">
              <a:spcBef>
                <a:spcPts val="0"/>
              </a:spcBef>
              <a:spcAft>
                <a:spcPts val="0"/>
              </a:spcAft>
              <a:buNone/>
            </a:pPr>
            <a:r>
              <a:rPr lang="en-US" sz="1400" strike="sngStrike" dirty="0">
                <a:solidFill>
                  <a:srgbClr val="1D1C1D"/>
                </a:solidFill>
                <a:effectLst/>
                <a:latin typeface="Calibri" panose="020F0502020204030204" pitchFamily="34" charset="0"/>
                <a:cs typeface="Calibri" panose="020F0502020204030204" pitchFamily="34" charset="0"/>
              </a:rPr>
              <a:t>The focus is on the privacy of both the vehicle users and the IP of the OEM and suppliers.</a:t>
            </a:r>
          </a:p>
          <a:p>
            <a:pPr marL="0" lvl="0" indent="0" algn="l" rtl="0">
              <a:spcBef>
                <a:spcPts val="0"/>
              </a:spcBef>
              <a:spcAft>
                <a:spcPts val="0"/>
              </a:spcAft>
              <a:buNone/>
            </a:pPr>
            <a:endParaRPr lang="en-US" sz="1400" strike="sngStrike" dirty="0">
              <a:solidFill>
                <a:srgbClr val="1D1C1D"/>
              </a:solidFill>
              <a:effectLst/>
              <a:latin typeface="Calibri" panose="020F0502020204030204" pitchFamily="34" charset="0"/>
              <a:cs typeface="Calibri" panose="020F0502020204030204" pitchFamily="34" charset="0"/>
            </a:endParaRPr>
          </a:p>
          <a:p>
            <a:pPr marL="0" lvl="0" indent="0" algn="l" rtl="0">
              <a:spcBef>
                <a:spcPts val="0"/>
              </a:spcBef>
              <a:spcAft>
                <a:spcPts val="0"/>
              </a:spcAft>
              <a:buNone/>
            </a:pPr>
            <a:r>
              <a:rPr lang="en-US" sz="1400" strike="sngStrike" dirty="0">
                <a:solidFill>
                  <a:srgbClr val="1D1C1D"/>
                </a:solidFill>
                <a:effectLst/>
                <a:latin typeface="Calibri" panose="020F0502020204030204" pitchFamily="34" charset="0"/>
                <a:cs typeface="Calibri" panose="020F0502020204030204" pitchFamily="34" charset="0"/>
              </a:rPr>
              <a:t>This gets down to things like the code that's running in the vehicle or the data stores that are being held in the vehicle.</a:t>
            </a:r>
          </a:p>
          <a:p>
            <a:pPr marL="0" lvl="0" indent="0" algn="l" rtl="0">
              <a:spcBef>
                <a:spcPts val="0"/>
              </a:spcBef>
              <a:spcAft>
                <a:spcPts val="0"/>
              </a:spcAft>
              <a:buNone/>
            </a:pPr>
            <a:endParaRPr lang="en-US" sz="1400" strike="sngStrike" dirty="0">
              <a:solidFill>
                <a:srgbClr val="1D1C1D"/>
              </a:solidFill>
              <a:effectLst/>
              <a:latin typeface="Calibri" panose="020F0502020204030204" pitchFamily="34" charset="0"/>
              <a:cs typeface="Calibri" panose="020F0502020204030204" pitchFamily="34" charset="0"/>
            </a:endParaRPr>
          </a:p>
          <a:p>
            <a:pPr marL="0" lvl="0" indent="0" algn="l" rtl="0">
              <a:spcBef>
                <a:spcPts val="0"/>
              </a:spcBef>
              <a:spcAft>
                <a:spcPts val="0"/>
              </a:spcAft>
              <a:buNone/>
            </a:pPr>
            <a:r>
              <a:rPr lang="en-US" sz="1400" strike="sngStrike" dirty="0">
                <a:solidFill>
                  <a:srgbClr val="1D1C1D"/>
                </a:solidFill>
                <a:effectLst/>
                <a:latin typeface="Calibri" panose="020F0502020204030204" pitchFamily="34" charset="0"/>
                <a:cs typeface="Calibri" panose="020F0502020204030204" pitchFamily="34" charset="0"/>
              </a:rPr>
              <a:t>&lt;pause&gt;</a:t>
            </a:r>
          </a:p>
          <a:p>
            <a:pPr marL="0" lvl="0" indent="0" algn="l" rtl="0">
              <a:spcBef>
                <a:spcPts val="0"/>
              </a:spcBef>
              <a:spcAft>
                <a:spcPts val="0"/>
              </a:spcAft>
              <a:buNone/>
            </a:pPr>
            <a:endParaRPr lang="en-US" sz="1400" strike="sngStrike" dirty="0">
              <a:solidFill>
                <a:srgbClr val="1D1C1D"/>
              </a:solidFill>
              <a:effectLst/>
              <a:latin typeface="Calibri" panose="020F0502020204030204" pitchFamily="34" charset="0"/>
              <a:cs typeface="Calibri" panose="020F0502020204030204" pitchFamily="34" charset="0"/>
            </a:endParaRPr>
          </a:p>
          <a:p>
            <a:pPr marL="0" lvl="0" indent="0" algn="l" rtl="0">
              <a:spcBef>
                <a:spcPts val="0"/>
              </a:spcBef>
              <a:spcAft>
                <a:spcPts val="0"/>
              </a:spcAft>
              <a:buNone/>
            </a:pPr>
            <a:r>
              <a:rPr lang="en-US" sz="1400" strike="sngStrike" dirty="0">
                <a:solidFill>
                  <a:srgbClr val="1D1C1D"/>
                </a:solidFill>
                <a:effectLst/>
                <a:latin typeface="Calibri" panose="020F0502020204030204" pitchFamily="34" charset="0"/>
                <a:cs typeface="Calibri" panose="020F0502020204030204" pitchFamily="34" charset="0"/>
              </a:rPr>
              <a:t>And our fourth area is that of operation.</a:t>
            </a:r>
          </a:p>
          <a:p>
            <a:pPr marL="0" lvl="0" indent="0" algn="l" rtl="0">
              <a:spcBef>
                <a:spcPts val="0"/>
              </a:spcBef>
              <a:spcAft>
                <a:spcPts val="0"/>
              </a:spcAft>
              <a:buNone/>
            </a:pPr>
            <a:endParaRPr lang="en-US" sz="1400" strike="sngStrike" dirty="0">
              <a:solidFill>
                <a:srgbClr val="1D1C1D"/>
              </a:solidFill>
              <a:effectLst/>
              <a:latin typeface="Calibri" panose="020F0502020204030204" pitchFamily="34" charset="0"/>
              <a:cs typeface="Calibri" panose="020F0502020204030204" pitchFamily="34" charset="0"/>
            </a:endParaRPr>
          </a:p>
          <a:p>
            <a:pPr marL="0" lvl="0" indent="0" algn="l" rtl="0">
              <a:spcBef>
                <a:spcPts val="0"/>
              </a:spcBef>
              <a:spcAft>
                <a:spcPts val="0"/>
              </a:spcAft>
              <a:buNone/>
            </a:pPr>
            <a:r>
              <a:rPr lang="en-US" sz="1400" strike="sngStrike" dirty="0">
                <a:solidFill>
                  <a:srgbClr val="1D1C1D"/>
                </a:solidFill>
                <a:effectLst/>
                <a:latin typeface="Calibri" panose="020F0502020204030204" pitchFamily="34" charset="0"/>
                <a:cs typeface="Calibri" panose="020F0502020204030204" pitchFamily="34" charset="0"/>
              </a:rPr>
              <a:t>The concern is the operational performance of the vehicle and things which can perturb that operational performance.</a:t>
            </a:r>
          </a:p>
          <a:p>
            <a:pPr marL="0" lvl="0" indent="0" algn="l" rtl="0">
              <a:spcBef>
                <a:spcPts val="0"/>
              </a:spcBef>
              <a:spcAft>
                <a:spcPts val="0"/>
              </a:spcAft>
              <a:buNone/>
            </a:pPr>
            <a:endParaRPr lang="en-US" sz="1400" strike="sngStrike" dirty="0">
              <a:solidFill>
                <a:srgbClr val="1D1C1D"/>
              </a:solidFill>
              <a:effectLst/>
              <a:latin typeface="Calibri" panose="020F0502020204030204" pitchFamily="34" charset="0"/>
              <a:cs typeface="Calibri" panose="020F0502020204030204" pitchFamily="34" charset="0"/>
            </a:endParaRPr>
          </a:p>
          <a:p>
            <a:pPr marL="0" lvl="0" indent="0" algn="l" rtl="0">
              <a:spcBef>
                <a:spcPts val="0"/>
              </a:spcBef>
              <a:spcAft>
                <a:spcPts val="0"/>
              </a:spcAft>
              <a:buNone/>
            </a:pPr>
            <a:r>
              <a:rPr lang="en-US" sz="1400" strike="sngStrike" dirty="0">
                <a:solidFill>
                  <a:srgbClr val="1D1C1D"/>
                </a:solidFill>
                <a:effectLst/>
                <a:latin typeface="Calibri" panose="020F0502020204030204" pitchFamily="34" charset="0"/>
                <a:cs typeface="Calibri" panose="020F0502020204030204" pitchFamily="34" charset="0"/>
              </a:rPr>
              <a:t>&lt;pause&gt;</a:t>
            </a:r>
          </a:p>
          <a:p>
            <a:pPr marL="0" lvl="0" indent="0" algn="l" rtl="0">
              <a:spcBef>
                <a:spcPts val="0"/>
              </a:spcBef>
              <a:spcAft>
                <a:spcPts val="0"/>
              </a:spcAft>
              <a:buNone/>
            </a:pPr>
            <a:endParaRPr lang="en-US" sz="1400" strike="sngStrike" dirty="0">
              <a:solidFill>
                <a:srgbClr val="1D1C1D"/>
              </a:solidFill>
              <a:effectLst/>
              <a:latin typeface="Calibri" panose="020F0502020204030204" pitchFamily="34" charset="0"/>
              <a:cs typeface="Calibri" panose="020F0502020204030204" pitchFamily="34" charset="0"/>
            </a:endParaRPr>
          </a:p>
          <a:p>
            <a:pPr marL="0" lvl="0" indent="0" algn="l" rtl="0">
              <a:spcBef>
                <a:spcPts val="0"/>
              </a:spcBef>
              <a:spcAft>
                <a:spcPts val="0"/>
              </a:spcAft>
              <a:buNone/>
            </a:pPr>
            <a:r>
              <a:rPr lang="en-US" sz="1400" strike="sngStrike" dirty="0">
                <a:solidFill>
                  <a:srgbClr val="1D1C1D"/>
                </a:solidFill>
                <a:effectLst/>
                <a:latin typeface="Calibri" panose="020F0502020204030204" pitchFamily="34" charset="0"/>
                <a:cs typeface="Calibri" panose="020F0502020204030204" pitchFamily="34" charset="0"/>
              </a:rPr>
              <a:t>Together all of these domains of risk have to be considered for any threat candidate.</a:t>
            </a:r>
          </a:p>
          <a:p>
            <a:pPr marL="0" lvl="0" indent="0" algn="l" rtl="0">
              <a:spcBef>
                <a:spcPts val="0"/>
              </a:spcBef>
              <a:spcAft>
                <a:spcPts val="0"/>
              </a:spcAft>
              <a:buNone/>
            </a:pPr>
            <a:endParaRPr lang="en-US" sz="1400" strike="sngStrike" dirty="0">
              <a:solidFill>
                <a:srgbClr val="1D1C1D"/>
              </a:solidFill>
              <a:effectLst/>
              <a:latin typeface="Calibri" panose="020F0502020204030204" pitchFamily="34" charset="0"/>
              <a:cs typeface="Calibri" panose="020F0502020204030204" pitchFamily="34" charset="0"/>
            </a:endParaRPr>
          </a:p>
          <a:p>
            <a:pPr marL="0" lvl="0" indent="0" algn="l" rtl="0">
              <a:spcBef>
                <a:spcPts val="0"/>
              </a:spcBef>
              <a:spcAft>
                <a:spcPts val="0"/>
              </a:spcAft>
              <a:buNone/>
            </a:pPr>
            <a:r>
              <a:rPr lang="en-US" sz="1400" strike="sngStrike" dirty="0">
                <a:solidFill>
                  <a:srgbClr val="1D1C1D"/>
                </a:solidFill>
                <a:effectLst/>
                <a:latin typeface="Calibri" panose="020F0502020204030204" pitchFamily="34" charset="0"/>
                <a:cs typeface="Calibri" panose="020F0502020204030204" pitchFamily="34" charset="0"/>
              </a:rPr>
              <a:t>That's wonderful. Now we have four risk domains instead of just one.</a:t>
            </a:r>
          </a:p>
          <a:p>
            <a:pPr marL="0" lvl="0" indent="0" algn="l" rtl="0">
              <a:spcBef>
                <a:spcPts val="0"/>
              </a:spcBef>
              <a:spcAft>
                <a:spcPts val="0"/>
              </a:spcAft>
              <a:buNone/>
            </a:pPr>
            <a:endParaRPr lang="en-US" sz="1400" strike="sngStrike" dirty="0">
              <a:solidFill>
                <a:srgbClr val="1D1C1D"/>
              </a:solidFill>
              <a:effectLst/>
              <a:latin typeface="Calibri" panose="020F0502020204030204" pitchFamily="34" charset="0"/>
              <a:cs typeface="Calibri" panose="020F0502020204030204" pitchFamily="34" charset="0"/>
            </a:endParaRPr>
          </a:p>
          <a:p>
            <a:pPr marL="0" lvl="0" indent="0" algn="l" rtl="0">
              <a:spcBef>
                <a:spcPts val="0"/>
              </a:spcBef>
              <a:spcAft>
                <a:spcPts val="0"/>
              </a:spcAft>
              <a:buNone/>
            </a:pPr>
            <a:r>
              <a:rPr lang="en-US" sz="1400" strike="sngStrike" dirty="0">
                <a:solidFill>
                  <a:srgbClr val="1D1C1D"/>
                </a:solidFill>
                <a:effectLst/>
                <a:latin typeface="Calibri" panose="020F0502020204030204" pitchFamily="34" charset="0"/>
                <a:cs typeface="Calibri" panose="020F0502020204030204" pitchFamily="34" charset="0"/>
              </a:rPr>
              <a:t>How do we deal with that?</a:t>
            </a:r>
          </a:p>
        </p:txBody>
      </p:sp>
    </p:spTree>
    <p:extLst>
      <p:ext uri="{BB962C8B-B14F-4D97-AF65-F5344CB8AC3E}">
        <p14:creationId xmlns:p14="http://schemas.microsoft.com/office/powerpoint/2010/main" val="3377798251"/>
      </p:ext>
    </p:extLst>
  </p:cSld>
  <p:clrMapOvr>
    <a:masterClrMapping/>
  </p:clrMapOvr>
</p:notes>
</file>

<file path=ppt/notesSlides/notesSlide50.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1195"/>
        <p:cNvGrpSpPr/>
        <p:nvPr/>
      </p:nvGrpSpPr>
      <p:grpSpPr>
        <a:xfrm>
          <a:off x="0" y="0"/>
          <a:ext cx="0" cy="0"/>
          <a:chOff x="0" y="0"/>
          <a:chExt cx="0" cy="0"/>
        </a:xfrm>
      </p:grpSpPr>
      <p:sp>
        <p:nvSpPr>
          <p:cNvPr id="1196" name="Google Shape;1196;g9ac6590046_0_272:notes"/>
          <p:cNvSpPr>
            <a:spLocks noGrp="1" noRot="1" noChangeAspect="1"/>
          </p:cNvSpPr>
          <p:nvPr>
            <p:ph type="sldImg" idx="2"/>
          </p:nvPr>
        </p:nvSpPr>
        <p:spPr>
          <a:xfrm>
            <a:off x="382588" y="685800"/>
            <a:ext cx="6094412" cy="3429000"/>
          </a:xfrm>
          <a:custGeom>
            <a:avLst/>
            <a:gdLst/>
            <a:ahLst/>
            <a:cxnLst/>
            <a:rect l="l" t="t" r="r" b="b"/>
            <a:pathLst>
              <a:path w="120000" h="120000" extrusionOk="0">
                <a:moveTo>
                  <a:pt x="0" y="0"/>
                </a:moveTo>
                <a:lnTo>
                  <a:pt x="120000" y="0"/>
                </a:lnTo>
                <a:lnTo>
                  <a:pt x="120000" y="120000"/>
                </a:lnTo>
                <a:lnTo>
                  <a:pt x="0" y="120000"/>
                </a:lnTo>
                <a:close/>
              </a:path>
            </a:pathLst>
          </a:custGeom>
        </p:spPr>
      </p:sp>
      <p:sp>
        <p:nvSpPr>
          <p:cNvPr id="1197" name="Google Shape;1197;g9ac6590046_0_272:notes"/>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r>
              <a:rPr lang="en-US" sz="1400" dirty="0">
                <a:latin typeface="Calibri" panose="020F0502020204030204" pitchFamily="34" charset="0"/>
                <a:cs typeface="Calibri" panose="020F0502020204030204" pitchFamily="34" charset="0"/>
              </a:rPr>
              <a:t>Script:</a:t>
            </a:r>
          </a:p>
          <a:p>
            <a:pPr marL="0" lvl="0" indent="0" algn="l" rtl="0">
              <a:spcBef>
                <a:spcPts val="0"/>
              </a:spcBef>
              <a:spcAft>
                <a:spcPts val="0"/>
              </a:spcAft>
              <a:buNone/>
            </a:pPr>
            <a:endParaRPr lang="en-US" sz="1400" dirty="0">
              <a:solidFill>
                <a:srgbClr val="1D1C1D"/>
              </a:solidFill>
              <a:effectLst/>
              <a:latin typeface="Calibri" panose="020F0502020204030204" pitchFamily="34" charset="0"/>
              <a:cs typeface="Calibri" panose="020F0502020204030204" pitchFamily="34" charset="0"/>
            </a:endParaRPr>
          </a:p>
          <a:p>
            <a:pPr marL="0" lvl="0" indent="0" algn="l" rtl="0">
              <a:spcBef>
                <a:spcPts val="0"/>
              </a:spcBef>
              <a:spcAft>
                <a:spcPts val="0"/>
              </a:spcAft>
              <a:buNone/>
            </a:pPr>
            <a:r>
              <a:rPr lang="en-US" sz="1400" strike="sngStrike" dirty="0">
                <a:solidFill>
                  <a:srgbClr val="1D1C1D"/>
                </a:solidFill>
                <a:effectLst/>
                <a:latin typeface="Calibri" panose="020F0502020204030204" pitchFamily="34" charset="0"/>
                <a:cs typeface="Calibri" panose="020F0502020204030204" pitchFamily="34" charset="0"/>
              </a:rPr>
              <a:t>Typically, when we think about risk in safety-critical systems, we're thinking about safety risk, but in reality, there are multiple domains of risk.</a:t>
            </a:r>
          </a:p>
          <a:p>
            <a:pPr marL="0" lvl="0" indent="0" algn="l" rtl="0">
              <a:spcBef>
                <a:spcPts val="0"/>
              </a:spcBef>
              <a:spcAft>
                <a:spcPts val="0"/>
              </a:spcAft>
              <a:buNone/>
            </a:pPr>
            <a:endParaRPr lang="en-US" sz="1400" strike="sngStrike" dirty="0">
              <a:solidFill>
                <a:srgbClr val="1D1C1D"/>
              </a:solidFill>
              <a:effectLst/>
              <a:latin typeface="Calibri" panose="020F0502020204030204" pitchFamily="34" charset="0"/>
              <a:cs typeface="Calibri" panose="020F0502020204030204" pitchFamily="34" charset="0"/>
            </a:endParaRPr>
          </a:p>
          <a:p>
            <a:pPr marL="0" lvl="0" indent="0" algn="l" rtl="0">
              <a:spcBef>
                <a:spcPts val="0"/>
              </a:spcBef>
              <a:spcAft>
                <a:spcPts val="0"/>
              </a:spcAft>
              <a:buNone/>
            </a:pPr>
            <a:r>
              <a:rPr lang="en-US" sz="1400" strike="sngStrike" dirty="0">
                <a:solidFill>
                  <a:srgbClr val="1D1C1D"/>
                </a:solidFill>
                <a:effectLst/>
                <a:latin typeface="Calibri" panose="020F0502020204030204" pitchFamily="34" charset="0"/>
                <a:cs typeface="Calibri" panose="020F0502020204030204" pitchFamily="34" charset="0"/>
              </a:rPr>
              <a:t>&lt;pause&gt;</a:t>
            </a:r>
          </a:p>
          <a:p>
            <a:pPr marL="0" lvl="0" indent="0" algn="l" rtl="0">
              <a:spcBef>
                <a:spcPts val="0"/>
              </a:spcBef>
              <a:spcAft>
                <a:spcPts val="0"/>
              </a:spcAft>
              <a:buNone/>
            </a:pPr>
            <a:endParaRPr lang="en-US" sz="1400" strike="sngStrike" dirty="0">
              <a:solidFill>
                <a:srgbClr val="1D1C1D"/>
              </a:solidFill>
              <a:effectLst/>
              <a:latin typeface="Calibri" panose="020F0502020204030204" pitchFamily="34" charset="0"/>
              <a:cs typeface="Calibri" panose="020F0502020204030204" pitchFamily="34" charset="0"/>
            </a:endParaRPr>
          </a:p>
          <a:p>
            <a:pPr marL="0" lvl="0" indent="0" algn="l" rtl="0">
              <a:spcBef>
                <a:spcPts val="0"/>
              </a:spcBef>
              <a:spcAft>
                <a:spcPts val="0"/>
              </a:spcAft>
              <a:buNone/>
            </a:pPr>
            <a:r>
              <a:rPr lang="en-US" sz="1400" strike="sngStrike" dirty="0">
                <a:solidFill>
                  <a:srgbClr val="1D1C1D"/>
                </a:solidFill>
                <a:effectLst/>
                <a:latin typeface="Calibri" panose="020F0502020204030204" pitchFamily="34" charset="0"/>
                <a:cs typeface="Calibri" panose="020F0502020204030204" pitchFamily="34" charset="0"/>
              </a:rPr>
              <a:t>So, let’s look at four of those domains which are specified in </a:t>
            </a:r>
            <a:r>
              <a:rPr lang="en-US" sz="1400" b="1" strike="sngStrike" dirty="0">
                <a:solidFill>
                  <a:srgbClr val="1D1C1D"/>
                </a:solidFill>
                <a:effectLst/>
                <a:latin typeface="Calibri" panose="020F0502020204030204" pitchFamily="34" charset="0"/>
                <a:cs typeface="Calibri" panose="020F0502020204030204" pitchFamily="34" charset="0"/>
              </a:rPr>
              <a:t>EVITA D2.3 security requirements for automotive onboard network based on dark side scenarios</a:t>
            </a:r>
          </a:p>
          <a:p>
            <a:pPr marL="0" lvl="0" indent="0" algn="l" rtl="0">
              <a:spcBef>
                <a:spcPts val="0"/>
              </a:spcBef>
              <a:spcAft>
                <a:spcPts val="0"/>
              </a:spcAft>
              <a:buNone/>
            </a:pPr>
            <a:endParaRPr lang="en-US" sz="1400" b="1" strike="sngStrike" dirty="0">
              <a:solidFill>
                <a:srgbClr val="1D1C1D"/>
              </a:solidFill>
              <a:effectLst/>
              <a:latin typeface="Calibri" panose="020F0502020204030204" pitchFamily="34" charset="0"/>
              <a:cs typeface="Calibri" panose="020F0502020204030204" pitchFamily="34" charset="0"/>
            </a:endParaRPr>
          </a:p>
          <a:p>
            <a:pPr marL="0" lvl="0" indent="0" algn="l" rtl="0">
              <a:spcBef>
                <a:spcPts val="0"/>
              </a:spcBef>
              <a:spcAft>
                <a:spcPts val="0"/>
              </a:spcAft>
              <a:buNone/>
            </a:pPr>
            <a:r>
              <a:rPr lang="en-US" sz="1400" strike="sngStrike" dirty="0">
                <a:solidFill>
                  <a:srgbClr val="1D1C1D"/>
                </a:solidFill>
                <a:effectLst/>
                <a:latin typeface="Calibri" panose="020F0502020204030204" pitchFamily="34" charset="0"/>
                <a:cs typeface="Calibri" panose="020F0502020204030204" pitchFamily="34" charset="0"/>
              </a:rPr>
              <a:t>and talk about each domain and how we’ll address them collectively in the context of threat prioritization.</a:t>
            </a:r>
          </a:p>
          <a:p>
            <a:pPr marL="0" lvl="0" indent="0" algn="l" rtl="0">
              <a:spcBef>
                <a:spcPts val="0"/>
              </a:spcBef>
              <a:spcAft>
                <a:spcPts val="0"/>
              </a:spcAft>
              <a:buNone/>
            </a:pPr>
            <a:endParaRPr lang="en-US" sz="1400" strike="sngStrike" dirty="0">
              <a:solidFill>
                <a:srgbClr val="1D1C1D"/>
              </a:solidFill>
              <a:effectLst/>
              <a:latin typeface="Calibri" panose="020F0502020204030204" pitchFamily="34" charset="0"/>
              <a:cs typeface="Calibri" panose="020F0502020204030204" pitchFamily="34" charset="0"/>
            </a:endParaRPr>
          </a:p>
          <a:p>
            <a:pPr marL="0" lvl="0" indent="0" algn="l" rtl="0">
              <a:spcBef>
                <a:spcPts val="0"/>
              </a:spcBef>
              <a:spcAft>
                <a:spcPts val="0"/>
              </a:spcAft>
              <a:buNone/>
            </a:pPr>
            <a:r>
              <a:rPr lang="en-US" sz="1400" strike="sngStrike" dirty="0">
                <a:solidFill>
                  <a:srgbClr val="1D1C1D"/>
                </a:solidFill>
                <a:effectLst/>
                <a:latin typeface="Calibri" panose="020F0502020204030204" pitchFamily="34" charset="0"/>
                <a:cs typeface="Calibri" panose="020F0502020204030204" pitchFamily="34" charset="0"/>
              </a:rPr>
              <a:t>&lt;pause&gt;</a:t>
            </a:r>
          </a:p>
          <a:p>
            <a:pPr marL="0" lvl="0" indent="0" algn="l" rtl="0">
              <a:spcBef>
                <a:spcPts val="0"/>
              </a:spcBef>
              <a:spcAft>
                <a:spcPts val="0"/>
              </a:spcAft>
              <a:buNone/>
            </a:pPr>
            <a:endParaRPr lang="en-US" sz="1400" strike="sngStrike" dirty="0">
              <a:solidFill>
                <a:srgbClr val="1D1C1D"/>
              </a:solidFill>
              <a:effectLst/>
              <a:latin typeface="Calibri" panose="020F0502020204030204" pitchFamily="34" charset="0"/>
              <a:cs typeface="Calibri" panose="020F0502020204030204" pitchFamily="34" charset="0"/>
            </a:endParaRPr>
          </a:p>
          <a:p>
            <a:pPr marL="0" lvl="0" indent="0" algn="l" rtl="0">
              <a:spcBef>
                <a:spcPts val="0"/>
              </a:spcBef>
              <a:spcAft>
                <a:spcPts val="0"/>
              </a:spcAft>
              <a:buNone/>
            </a:pPr>
            <a:r>
              <a:rPr lang="en-US" sz="1400" dirty="0">
                <a:solidFill>
                  <a:srgbClr val="1D1C1D"/>
                </a:solidFill>
                <a:effectLst/>
                <a:latin typeface="Calibri" panose="020F0502020204030204" pitchFamily="34" charset="0"/>
                <a:cs typeface="Calibri" panose="020F0502020204030204" pitchFamily="34" charset="0"/>
              </a:rPr>
              <a:t>The first domain is safety.</a:t>
            </a:r>
          </a:p>
          <a:p>
            <a:pPr marL="0" lvl="0" indent="0" algn="l" rtl="0">
              <a:spcBef>
                <a:spcPts val="0"/>
              </a:spcBef>
              <a:spcAft>
                <a:spcPts val="0"/>
              </a:spcAft>
              <a:buNone/>
            </a:pPr>
            <a:endParaRPr lang="en-US" sz="1400" dirty="0">
              <a:solidFill>
                <a:srgbClr val="1D1C1D"/>
              </a:solidFill>
              <a:effectLst/>
              <a:latin typeface="Calibri" panose="020F0502020204030204" pitchFamily="34" charset="0"/>
              <a:cs typeface="Calibri" panose="020F0502020204030204" pitchFamily="34" charset="0"/>
            </a:endParaRPr>
          </a:p>
          <a:p>
            <a:pPr marL="0" lvl="0" indent="0" algn="l" rtl="0">
              <a:spcBef>
                <a:spcPts val="0"/>
              </a:spcBef>
              <a:spcAft>
                <a:spcPts val="0"/>
              </a:spcAft>
              <a:buNone/>
            </a:pPr>
            <a:r>
              <a:rPr lang="en-US" sz="1400" dirty="0">
                <a:solidFill>
                  <a:srgbClr val="1D1C1D"/>
                </a:solidFill>
                <a:effectLst/>
                <a:latin typeface="Calibri" panose="020F0502020204030204" pitchFamily="34" charset="0"/>
                <a:cs typeface="Calibri" panose="020F0502020204030204" pitchFamily="34" charset="0"/>
              </a:rPr>
              <a:t>We're considering here the functional safety of the vehicle occupants and the road users.</a:t>
            </a:r>
          </a:p>
          <a:p>
            <a:pPr marL="0" lvl="0" indent="0" algn="l" rtl="0">
              <a:spcBef>
                <a:spcPts val="0"/>
              </a:spcBef>
              <a:spcAft>
                <a:spcPts val="0"/>
              </a:spcAft>
              <a:buNone/>
            </a:pPr>
            <a:endParaRPr lang="en-US" sz="1400" dirty="0">
              <a:solidFill>
                <a:srgbClr val="1D1C1D"/>
              </a:solidFill>
              <a:effectLst/>
              <a:latin typeface="Calibri" panose="020F0502020204030204" pitchFamily="34" charset="0"/>
              <a:cs typeface="Calibri" panose="020F0502020204030204" pitchFamily="34" charset="0"/>
            </a:endParaRPr>
          </a:p>
          <a:p>
            <a:pPr marL="0" lvl="0" indent="0" algn="l" rtl="0">
              <a:spcBef>
                <a:spcPts val="0"/>
              </a:spcBef>
              <a:spcAft>
                <a:spcPts val="0"/>
              </a:spcAft>
              <a:buNone/>
            </a:pPr>
            <a:r>
              <a:rPr lang="en-US" sz="1400" dirty="0">
                <a:solidFill>
                  <a:srgbClr val="1D1C1D"/>
                </a:solidFill>
                <a:effectLst/>
                <a:latin typeface="Calibri" panose="020F0502020204030204" pitchFamily="34" charset="0"/>
                <a:cs typeface="Calibri" panose="020F0502020204030204" pitchFamily="34" charset="0"/>
              </a:rPr>
              <a:t>&lt;pause&gt;</a:t>
            </a:r>
          </a:p>
          <a:p>
            <a:pPr marL="0" lvl="0" indent="0" algn="l" rtl="0">
              <a:spcBef>
                <a:spcPts val="0"/>
              </a:spcBef>
              <a:spcAft>
                <a:spcPts val="0"/>
              </a:spcAft>
              <a:buNone/>
            </a:pPr>
            <a:endParaRPr lang="en-US" sz="1400" dirty="0">
              <a:solidFill>
                <a:srgbClr val="1D1C1D"/>
              </a:solidFill>
              <a:effectLst/>
              <a:latin typeface="Calibri" panose="020F0502020204030204" pitchFamily="34" charset="0"/>
              <a:cs typeface="Calibri" panose="020F0502020204030204" pitchFamily="34" charset="0"/>
            </a:endParaRPr>
          </a:p>
          <a:p>
            <a:pPr marL="0" lvl="0" indent="0" algn="l" rtl="0">
              <a:spcBef>
                <a:spcPts val="0"/>
              </a:spcBef>
              <a:spcAft>
                <a:spcPts val="0"/>
              </a:spcAft>
              <a:buNone/>
            </a:pPr>
            <a:r>
              <a:rPr lang="en-US" sz="1400" dirty="0">
                <a:solidFill>
                  <a:srgbClr val="1D1C1D"/>
                </a:solidFill>
                <a:effectLst/>
                <a:latin typeface="Calibri" panose="020F0502020204030204" pitchFamily="34" charset="0"/>
                <a:cs typeface="Calibri" panose="020F0502020204030204" pitchFamily="34" charset="0"/>
              </a:rPr>
              <a:t>Our second domain is finance.</a:t>
            </a:r>
          </a:p>
          <a:p>
            <a:pPr marL="0" lvl="0" indent="0" algn="l" rtl="0">
              <a:spcBef>
                <a:spcPts val="0"/>
              </a:spcBef>
              <a:spcAft>
                <a:spcPts val="0"/>
              </a:spcAft>
              <a:buNone/>
            </a:pPr>
            <a:endParaRPr lang="en-US" sz="1400" dirty="0">
              <a:solidFill>
                <a:srgbClr val="1D1C1D"/>
              </a:solidFill>
              <a:effectLst/>
              <a:latin typeface="Calibri" panose="020F0502020204030204" pitchFamily="34" charset="0"/>
              <a:cs typeface="Calibri" panose="020F0502020204030204" pitchFamily="34" charset="0"/>
            </a:endParaRPr>
          </a:p>
          <a:p>
            <a:pPr marL="0" lvl="0" indent="0" algn="l" rtl="0">
              <a:spcBef>
                <a:spcPts val="0"/>
              </a:spcBef>
              <a:spcAft>
                <a:spcPts val="0"/>
              </a:spcAft>
              <a:buNone/>
            </a:pPr>
            <a:r>
              <a:rPr lang="en-US" sz="1400" dirty="0">
                <a:solidFill>
                  <a:srgbClr val="1D1C1D"/>
                </a:solidFill>
                <a:effectLst/>
                <a:latin typeface="Calibri" panose="020F0502020204030204" pitchFamily="34" charset="0"/>
                <a:cs typeface="Calibri" panose="020F0502020204030204" pitchFamily="34" charset="0"/>
              </a:rPr>
              <a:t>How do we prevent fraudulent transactions from taking place via the electronic systems within the vehicle and its connected infrastructure?</a:t>
            </a:r>
          </a:p>
          <a:p>
            <a:pPr marL="0" lvl="0" indent="0" algn="l" rtl="0">
              <a:spcBef>
                <a:spcPts val="0"/>
              </a:spcBef>
              <a:spcAft>
                <a:spcPts val="0"/>
              </a:spcAft>
              <a:buNone/>
            </a:pPr>
            <a:endParaRPr lang="en-US" sz="1400" dirty="0">
              <a:solidFill>
                <a:srgbClr val="1D1C1D"/>
              </a:solidFill>
              <a:effectLst/>
              <a:latin typeface="Calibri" panose="020F0502020204030204" pitchFamily="34" charset="0"/>
              <a:cs typeface="Calibri" panose="020F0502020204030204" pitchFamily="34" charset="0"/>
            </a:endParaRPr>
          </a:p>
          <a:p>
            <a:pPr marL="0" lvl="0" indent="0" algn="l" rtl="0">
              <a:spcBef>
                <a:spcPts val="0"/>
              </a:spcBef>
              <a:spcAft>
                <a:spcPts val="0"/>
              </a:spcAft>
              <a:buNone/>
            </a:pPr>
            <a:r>
              <a:rPr lang="en-US" sz="1400" dirty="0">
                <a:solidFill>
                  <a:srgbClr val="1D1C1D"/>
                </a:solidFill>
                <a:effectLst/>
                <a:latin typeface="Calibri" panose="020F0502020204030204" pitchFamily="34" charset="0"/>
                <a:cs typeface="Calibri" panose="020F0502020204030204" pitchFamily="34" charset="0"/>
              </a:rPr>
              <a:t>And how do we prevent the vehicle itself from being stolen?</a:t>
            </a:r>
          </a:p>
          <a:p>
            <a:pPr marL="0" lvl="0" indent="0" algn="l" rtl="0">
              <a:spcBef>
                <a:spcPts val="0"/>
              </a:spcBef>
              <a:spcAft>
                <a:spcPts val="0"/>
              </a:spcAft>
              <a:buNone/>
            </a:pPr>
            <a:endParaRPr lang="en-US" sz="1400" dirty="0">
              <a:solidFill>
                <a:srgbClr val="1D1C1D"/>
              </a:solidFill>
              <a:effectLst/>
              <a:latin typeface="Calibri" panose="020F0502020204030204" pitchFamily="34" charset="0"/>
              <a:cs typeface="Calibri" panose="020F0502020204030204" pitchFamily="34" charset="0"/>
            </a:endParaRPr>
          </a:p>
          <a:p>
            <a:pPr marL="0" lvl="0" indent="0" algn="l" rtl="0">
              <a:spcBef>
                <a:spcPts val="0"/>
              </a:spcBef>
              <a:spcAft>
                <a:spcPts val="0"/>
              </a:spcAft>
              <a:buNone/>
            </a:pPr>
            <a:r>
              <a:rPr lang="en-US" sz="1400" dirty="0">
                <a:solidFill>
                  <a:srgbClr val="1D1C1D"/>
                </a:solidFill>
                <a:effectLst/>
                <a:latin typeface="Calibri" panose="020F0502020204030204" pitchFamily="34" charset="0"/>
                <a:cs typeface="Calibri" panose="020F0502020204030204" pitchFamily="34" charset="0"/>
              </a:rPr>
              <a:t>&lt;pause&gt;</a:t>
            </a:r>
          </a:p>
          <a:p>
            <a:pPr marL="0" lvl="0" indent="0" algn="l" rtl="0">
              <a:spcBef>
                <a:spcPts val="0"/>
              </a:spcBef>
              <a:spcAft>
                <a:spcPts val="0"/>
              </a:spcAft>
              <a:buNone/>
            </a:pPr>
            <a:endParaRPr lang="en-US" sz="1400" dirty="0">
              <a:solidFill>
                <a:srgbClr val="1D1C1D"/>
              </a:solidFill>
              <a:effectLst/>
              <a:latin typeface="Calibri" panose="020F0502020204030204" pitchFamily="34" charset="0"/>
              <a:cs typeface="Calibri" panose="020F0502020204030204" pitchFamily="34" charset="0"/>
            </a:endParaRPr>
          </a:p>
          <a:p>
            <a:pPr marL="0" lvl="0" indent="0" algn="l" rtl="0">
              <a:spcBef>
                <a:spcPts val="0"/>
              </a:spcBef>
              <a:spcAft>
                <a:spcPts val="0"/>
              </a:spcAft>
              <a:buNone/>
            </a:pPr>
            <a:r>
              <a:rPr lang="en-US" sz="1400" dirty="0">
                <a:solidFill>
                  <a:srgbClr val="1D1C1D"/>
                </a:solidFill>
                <a:effectLst/>
                <a:latin typeface="Calibri" panose="020F0502020204030204" pitchFamily="34" charset="0"/>
                <a:cs typeface="Calibri" panose="020F0502020204030204" pitchFamily="34" charset="0"/>
              </a:rPr>
              <a:t>The third domain is privacy.</a:t>
            </a:r>
          </a:p>
          <a:p>
            <a:pPr marL="0" lvl="0" indent="0" algn="l" rtl="0">
              <a:spcBef>
                <a:spcPts val="0"/>
              </a:spcBef>
              <a:spcAft>
                <a:spcPts val="0"/>
              </a:spcAft>
              <a:buNone/>
            </a:pPr>
            <a:endParaRPr lang="en-US" sz="1400" dirty="0">
              <a:solidFill>
                <a:srgbClr val="1D1C1D"/>
              </a:solidFill>
              <a:effectLst/>
              <a:latin typeface="Calibri" panose="020F0502020204030204" pitchFamily="34" charset="0"/>
              <a:cs typeface="Calibri" panose="020F0502020204030204" pitchFamily="34" charset="0"/>
            </a:endParaRPr>
          </a:p>
          <a:p>
            <a:pPr marL="0" lvl="0" indent="0" algn="l" rtl="0">
              <a:spcBef>
                <a:spcPts val="0"/>
              </a:spcBef>
              <a:spcAft>
                <a:spcPts val="0"/>
              </a:spcAft>
              <a:buNone/>
            </a:pPr>
            <a:r>
              <a:rPr lang="en-US" sz="1400" dirty="0">
                <a:solidFill>
                  <a:srgbClr val="1D1C1D"/>
                </a:solidFill>
                <a:effectLst/>
                <a:latin typeface="Calibri" panose="020F0502020204030204" pitchFamily="34" charset="0"/>
                <a:cs typeface="Calibri" panose="020F0502020204030204" pitchFamily="34" charset="0"/>
              </a:rPr>
              <a:t>The focus is on the privacy of both the vehicle users and the IP of the OEM and suppliers.</a:t>
            </a:r>
          </a:p>
          <a:p>
            <a:pPr marL="0" lvl="0" indent="0" algn="l" rtl="0">
              <a:spcBef>
                <a:spcPts val="0"/>
              </a:spcBef>
              <a:spcAft>
                <a:spcPts val="0"/>
              </a:spcAft>
              <a:buNone/>
            </a:pPr>
            <a:endParaRPr lang="en-US" sz="1400" dirty="0">
              <a:solidFill>
                <a:srgbClr val="1D1C1D"/>
              </a:solidFill>
              <a:effectLst/>
              <a:latin typeface="Calibri" panose="020F0502020204030204" pitchFamily="34" charset="0"/>
              <a:cs typeface="Calibri" panose="020F0502020204030204" pitchFamily="34" charset="0"/>
            </a:endParaRPr>
          </a:p>
          <a:p>
            <a:pPr marL="0" lvl="0" indent="0" algn="l" rtl="0">
              <a:spcBef>
                <a:spcPts val="0"/>
              </a:spcBef>
              <a:spcAft>
                <a:spcPts val="0"/>
              </a:spcAft>
              <a:buNone/>
            </a:pPr>
            <a:r>
              <a:rPr lang="en-US" sz="1400" dirty="0">
                <a:solidFill>
                  <a:srgbClr val="1D1C1D"/>
                </a:solidFill>
                <a:effectLst/>
                <a:latin typeface="Calibri" panose="020F0502020204030204" pitchFamily="34" charset="0"/>
                <a:cs typeface="Calibri" panose="020F0502020204030204" pitchFamily="34" charset="0"/>
              </a:rPr>
              <a:t>This gets down to things like the code that's running in the vehicle or the data stores that are being held in the vehicle.</a:t>
            </a:r>
          </a:p>
          <a:p>
            <a:pPr marL="0" lvl="0" indent="0" algn="l" rtl="0">
              <a:spcBef>
                <a:spcPts val="0"/>
              </a:spcBef>
              <a:spcAft>
                <a:spcPts val="0"/>
              </a:spcAft>
              <a:buNone/>
            </a:pPr>
            <a:endParaRPr lang="en-US" sz="1400" dirty="0">
              <a:solidFill>
                <a:srgbClr val="1D1C1D"/>
              </a:solidFill>
              <a:effectLst/>
              <a:latin typeface="Calibri" panose="020F0502020204030204" pitchFamily="34" charset="0"/>
              <a:cs typeface="Calibri" panose="020F0502020204030204" pitchFamily="34" charset="0"/>
            </a:endParaRPr>
          </a:p>
          <a:p>
            <a:pPr marL="0" lvl="0" indent="0" algn="l" rtl="0">
              <a:spcBef>
                <a:spcPts val="0"/>
              </a:spcBef>
              <a:spcAft>
                <a:spcPts val="0"/>
              </a:spcAft>
              <a:buNone/>
            </a:pPr>
            <a:r>
              <a:rPr lang="en-US" sz="1400" dirty="0">
                <a:solidFill>
                  <a:srgbClr val="1D1C1D"/>
                </a:solidFill>
                <a:effectLst/>
                <a:latin typeface="Calibri" panose="020F0502020204030204" pitchFamily="34" charset="0"/>
                <a:cs typeface="Calibri" panose="020F0502020204030204" pitchFamily="34" charset="0"/>
              </a:rPr>
              <a:t>&lt;pause&gt;</a:t>
            </a:r>
          </a:p>
          <a:p>
            <a:pPr marL="0" lvl="0" indent="0" algn="l" rtl="0">
              <a:spcBef>
                <a:spcPts val="0"/>
              </a:spcBef>
              <a:spcAft>
                <a:spcPts val="0"/>
              </a:spcAft>
              <a:buNone/>
            </a:pPr>
            <a:endParaRPr lang="en-US" sz="1400" dirty="0">
              <a:solidFill>
                <a:srgbClr val="1D1C1D"/>
              </a:solidFill>
              <a:effectLst/>
              <a:latin typeface="Calibri" panose="020F0502020204030204" pitchFamily="34" charset="0"/>
              <a:cs typeface="Calibri" panose="020F0502020204030204" pitchFamily="34" charset="0"/>
            </a:endParaRPr>
          </a:p>
          <a:p>
            <a:pPr marL="0" lvl="0" indent="0" algn="l" rtl="0">
              <a:spcBef>
                <a:spcPts val="0"/>
              </a:spcBef>
              <a:spcAft>
                <a:spcPts val="0"/>
              </a:spcAft>
              <a:buNone/>
            </a:pPr>
            <a:r>
              <a:rPr lang="en-US" sz="1400" dirty="0">
                <a:solidFill>
                  <a:srgbClr val="1D1C1D"/>
                </a:solidFill>
                <a:effectLst/>
                <a:latin typeface="Calibri" panose="020F0502020204030204" pitchFamily="34" charset="0"/>
                <a:cs typeface="Calibri" panose="020F0502020204030204" pitchFamily="34" charset="0"/>
              </a:rPr>
              <a:t>And our fourth area is that of operation.</a:t>
            </a:r>
          </a:p>
          <a:p>
            <a:pPr marL="0" lvl="0" indent="0" algn="l" rtl="0">
              <a:spcBef>
                <a:spcPts val="0"/>
              </a:spcBef>
              <a:spcAft>
                <a:spcPts val="0"/>
              </a:spcAft>
              <a:buNone/>
            </a:pPr>
            <a:endParaRPr lang="en-US" sz="1400" dirty="0">
              <a:solidFill>
                <a:srgbClr val="1D1C1D"/>
              </a:solidFill>
              <a:effectLst/>
              <a:latin typeface="Calibri" panose="020F0502020204030204" pitchFamily="34" charset="0"/>
              <a:cs typeface="Calibri" panose="020F0502020204030204" pitchFamily="34" charset="0"/>
            </a:endParaRPr>
          </a:p>
          <a:p>
            <a:pPr marL="0" lvl="0" indent="0" algn="l" rtl="0">
              <a:spcBef>
                <a:spcPts val="0"/>
              </a:spcBef>
              <a:spcAft>
                <a:spcPts val="0"/>
              </a:spcAft>
              <a:buNone/>
            </a:pPr>
            <a:r>
              <a:rPr lang="en-US" sz="1400" dirty="0">
                <a:solidFill>
                  <a:srgbClr val="1D1C1D"/>
                </a:solidFill>
                <a:effectLst/>
                <a:latin typeface="Calibri" panose="020F0502020204030204" pitchFamily="34" charset="0"/>
                <a:cs typeface="Calibri" panose="020F0502020204030204" pitchFamily="34" charset="0"/>
              </a:rPr>
              <a:t>The concern is the operational performance of the vehicle and things which can perturb that operational performance.</a:t>
            </a:r>
          </a:p>
          <a:p>
            <a:pPr marL="0" lvl="0" indent="0" algn="l" rtl="0">
              <a:spcBef>
                <a:spcPts val="0"/>
              </a:spcBef>
              <a:spcAft>
                <a:spcPts val="0"/>
              </a:spcAft>
              <a:buNone/>
            </a:pPr>
            <a:endParaRPr lang="en-US" sz="1400" dirty="0">
              <a:solidFill>
                <a:srgbClr val="1D1C1D"/>
              </a:solidFill>
              <a:effectLst/>
              <a:latin typeface="Calibri" panose="020F0502020204030204" pitchFamily="34" charset="0"/>
              <a:cs typeface="Calibri" panose="020F0502020204030204" pitchFamily="34" charset="0"/>
            </a:endParaRPr>
          </a:p>
          <a:p>
            <a:pPr marL="0" lvl="0" indent="0" algn="l" rtl="0">
              <a:spcBef>
                <a:spcPts val="0"/>
              </a:spcBef>
              <a:spcAft>
                <a:spcPts val="0"/>
              </a:spcAft>
              <a:buNone/>
            </a:pPr>
            <a:r>
              <a:rPr lang="en-US" sz="1400" dirty="0">
                <a:solidFill>
                  <a:srgbClr val="1D1C1D"/>
                </a:solidFill>
                <a:effectLst/>
                <a:latin typeface="Calibri" panose="020F0502020204030204" pitchFamily="34" charset="0"/>
                <a:cs typeface="Calibri" panose="020F0502020204030204" pitchFamily="34" charset="0"/>
              </a:rPr>
              <a:t>&lt;pause&gt;</a:t>
            </a:r>
          </a:p>
          <a:p>
            <a:pPr marL="0" lvl="0" indent="0" algn="l" rtl="0">
              <a:spcBef>
                <a:spcPts val="0"/>
              </a:spcBef>
              <a:spcAft>
                <a:spcPts val="0"/>
              </a:spcAft>
              <a:buNone/>
            </a:pPr>
            <a:endParaRPr lang="en-US" sz="1400" dirty="0">
              <a:solidFill>
                <a:srgbClr val="1D1C1D"/>
              </a:solidFill>
              <a:effectLst/>
              <a:latin typeface="Calibri" panose="020F0502020204030204" pitchFamily="34" charset="0"/>
              <a:cs typeface="Calibri" panose="020F0502020204030204" pitchFamily="34" charset="0"/>
            </a:endParaRPr>
          </a:p>
          <a:p>
            <a:pPr marL="0" lvl="0" indent="0" algn="l" rtl="0">
              <a:spcBef>
                <a:spcPts val="0"/>
              </a:spcBef>
              <a:spcAft>
                <a:spcPts val="0"/>
              </a:spcAft>
              <a:buNone/>
            </a:pPr>
            <a:r>
              <a:rPr lang="en-US" sz="1400" dirty="0">
                <a:solidFill>
                  <a:srgbClr val="1D1C1D"/>
                </a:solidFill>
                <a:effectLst/>
                <a:latin typeface="Calibri" panose="020F0502020204030204" pitchFamily="34" charset="0"/>
                <a:cs typeface="Calibri" panose="020F0502020204030204" pitchFamily="34" charset="0"/>
              </a:rPr>
              <a:t>Together all of these domains of risk have to be considered for any threat candidate.</a:t>
            </a:r>
          </a:p>
          <a:p>
            <a:pPr marL="0" lvl="0" indent="0" algn="l" rtl="0">
              <a:spcBef>
                <a:spcPts val="0"/>
              </a:spcBef>
              <a:spcAft>
                <a:spcPts val="0"/>
              </a:spcAft>
              <a:buNone/>
            </a:pPr>
            <a:endParaRPr lang="en-US" sz="1400" dirty="0">
              <a:solidFill>
                <a:srgbClr val="1D1C1D"/>
              </a:solidFill>
              <a:effectLst/>
              <a:latin typeface="Calibri" panose="020F0502020204030204" pitchFamily="34" charset="0"/>
              <a:cs typeface="Calibri" panose="020F0502020204030204" pitchFamily="34" charset="0"/>
            </a:endParaRPr>
          </a:p>
          <a:p>
            <a:pPr marL="0" lvl="0" indent="0" algn="l" rtl="0">
              <a:spcBef>
                <a:spcPts val="0"/>
              </a:spcBef>
              <a:spcAft>
                <a:spcPts val="0"/>
              </a:spcAft>
              <a:buNone/>
            </a:pPr>
            <a:r>
              <a:rPr lang="en-US" sz="1400" dirty="0">
                <a:solidFill>
                  <a:srgbClr val="1D1C1D"/>
                </a:solidFill>
                <a:effectLst/>
                <a:latin typeface="Calibri" panose="020F0502020204030204" pitchFamily="34" charset="0"/>
                <a:cs typeface="Calibri" panose="020F0502020204030204" pitchFamily="34" charset="0"/>
              </a:rPr>
              <a:t>That's wonderful. Now we have four risk domains instead of just one.</a:t>
            </a:r>
          </a:p>
          <a:p>
            <a:pPr marL="0" lvl="0" indent="0" algn="l" rtl="0">
              <a:spcBef>
                <a:spcPts val="0"/>
              </a:spcBef>
              <a:spcAft>
                <a:spcPts val="0"/>
              </a:spcAft>
              <a:buNone/>
            </a:pPr>
            <a:endParaRPr lang="en-US" sz="1400" dirty="0">
              <a:solidFill>
                <a:srgbClr val="1D1C1D"/>
              </a:solidFill>
              <a:effectLst/>
              <a:latin typeface="Calibri" panose="020F0502020204030204" pitchFamily="34" charset="0"/>
              <a:cs typeface="Calibri" panose="020F0502020204030204" pitchFamily="34" charset="0"/>
            </a:endParaRPr>
          </a:p>
          <a:p>
            <a:pPr marL="0" lvl="0" indent="0" algn="l" rtl="0">
              <a:spcBef>
                <a:spcPts val="0"/>
              </a:spcBef>
              <a:spcAft>
                <a:spcPts val="0"/>
              </a:spcAft>
              <a:buNone/>
            </a:pPr>
            <a:r>
              <a:rPr lang="en-US" sz="1400" dirty="0">
                <a:solidFill>
                  <a:srgbClr val="1D1C1D"/>
                </a:solidFill>
                <a:effectLst/>
                <a:latin typeface="Calibri" panose="020F0502020204030204" pitchFamily="34" charset="0"/>
                <a:cs typeface="Calibri" panose="020F0502020204030204" pitchFamily="34" charset="0"/>
              </a:rPr>
              <a:t>How do we deal with that?</a:t>
            </a:r>
          </a:p>
          <a:p>
            <a:pPr marL="0" lvl="0" indent="0" algn="l" rtl="0">
              <a:spcBef>
                <a:spcPts val="0"/>
              </a:spcBef>
              <a:spcAft>
                <a:spcPts val="0"/>
              </a:spcAft>
              <a:buNone/>
            </a:pPr>
            <a:endParaRPr lang="en-US" sz="1400" dirty="0">
              <a:latin typeface="Calibri" panose="020F0502020204030204" pitchFamily="34" charset="0"/>
              <a:cs typeface="Calibri" panose="020F0502020204030204" pitchFamily="34" charset="0"/>
            </a:endParaRPr>
          </a:p>
        </p:txBody>
      </p:sp>
    </p:spTree>
    <p:extLst>
      <p:ext uri="{BB962C8B-B14F-4D97-AF65-F5344CB8AC3E}">
        <p14:creationId xmlns:p14="http://schemas.microsoft.com/office/powerpoint/2010/main" val="1594125996"/>
      </p:ext>
    </p:extLst>
  </p:cSld>
  <p:clrMapOvr>
    <a:masterClrMapping/>
  </p:clrMapOvr>
</p:notes>
</file>

<file path=ppt/notesSlides/notesSlide51.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1195"/>
        <p:cNvGrpSpPr/>
        <p:nvPr/>
      </p:nvGrpSpPr>
      <p:grpSpPr>
        <a:xfrm>
          <a:off x="0" y="0"/>
          <a:ext cx="0" cy="0"/>
          <a:chOff x="0" y="0"/>
          <a:chExt cx="0" cy="0"/>
        </a:xfrm>
      </p:grpSpPr>
      <p:sp>
        <p:nvSpPr>
          <p:cNvPr id="1196" name="Google Shape;1196;g9ac6590046_0_272:notes"/>
          <p:cNvSpPr>
            <a:spLocks noGrp="1" noRot="1" noChangeAspect="1"/>
          </p:cNvSpPr>
          <p:nvPr>
            <p:ph type="sldImg" idx="2"/>
          </p:nvPr>
        </p:nvSpPr>
        <p:spPr>
          <a:xfrm>
            <a:off x="382588" y="685800"/>
            <a:ext cx="6094412" cy="3429000"/>
          </a:xfrm>
          <a:custGeom>
            <a:avLst/>
            <a:gdLst/>
            <a:ahLst/>
            <a:cxnLst/>
            <a:rect l="l" t="t" r="r" b="b"/>
            <a:pathLst>
              <a:path w="120000" h="120000" extrusionOk="0">
                <a:moveTo>
                  <a:pt x="0" y="0"/>
                </a:moveTo>
                <a:lnTo>
                  <a:pt x="120000" y="0"/>
                </a:lnTo>
                <a:lnTo>
                  <a:pt x="120000" y="120000"/>
                </a:lnTo>
                <a:lnTo>
                  <a:pt x="0" y="120000"/>
                </a:lnTo>
                <a:close/>
              </a:path>
            </a:pathLst>
          </a:custGeom>
        </p:spPr>
      </p:sp>
      <p:sp>
        <p:nvSpPr>
          <p:cNvPr id="1197" name="Google Shape;1197;g9ac6590046_0_272:notes"/>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r>
              <a:rPr lang="en-US" sz="1400" dirty="0">
                <a:latin typeface="Calibri" panose="020F0502020204030204" pitchFamily="34" charset="0"/>
                <a:cs typeface="Calibri" panose="020F0502020204030204" pitchFamily="34" charset="0"/>
              </a:rPr>
              <a:t>Script:</a:t>
            </a:r>
          </a:p>
          <a:p>
            <a:pPr marL="0" lvl="0" indent="0" algn="l" rtl="0">
              <a:spcBef>
                <a:spcPts val="0"/>
              </a:spcBef>
              <a:spcAft>
                <a:spcPts val="0"/>
              </a:spcAft>
              <a:buNone/>
            </a:pPr>
            <a:endParaRPr lang="en-US" sz="1400" dirty="0">
              <a:solidFill>
                <a:srgbClr val="1D1C1D"/>
              </a:solidFill>
              <a:effectLst/>
              <a:latin typeface="Calibri" panose="020F0502020204030204" pitchFamily="34" charset="0"/>
              <a:cs typeface="Calibri" panose="020F0502020204030204" pitchFamily="34" charset="0"/>
            </a:endParaRPr>
          </a:p>
          <a:p>
            <a:pPr marL="0" lvl="0" indent="0" algn="l" rtl="0">
              <a:spcBef>
                <a:spcPts val="0"/>
              </a:spcBef>
              <a:spcAft>
                <a:spcPts val="0"/>
              </a:spcAft>
              <a:buNone/>
            </a:pPr>
            <a:r>
              <a:rPr lang="en-US" sz="1400" strike="sngStrike" dirty="0">
                <a:solidFill>
                  <a:srgbClr val="1D1C1D"/>
                </a:solidFill>
                <a:effectLst/>
                <a:latin typeface="Calibri" panose="020F0502020204030204" pitchFamily="34" charset="0"/>
                <a:cs typeface="Calibri" panose="020F0502020204030204" pitchFamily="34" charset="0"/>
              </a:rPr>
              <a:t>Typically, when we think about risk in safety-critical systems, we're thinking about safety risk, but in reality, there are multiple domains of risk.</a:t>
            </a:r>
          </a:p>
          <a:p>
            <a:pPr marL="0" lvl="0" indent="0" algn="l" rtl="0">
              <a:spcBef>
                <a:spcPts val="0"/>
              </a:spcBef>
              <a:spcAft>
                <a:spcPts val="0"/>
              </a:spcAft>
              <a:buNone/>
            </a:pPr>
            <a:endParaRPr lang="en-US" sz="1400" strike="sngStrike" dirty="0">
              <a:solidFill>
                <a:srgbClr val="1D1C1D"/>
              </a:solidFill>
              <a:effectLst/>
              <a:latin typeface="Calibri" panose="020F0502020204030204" pitchFamily="34" charset="0"/>
              <a:cs typeface="Calibri" panose="020F0502020204030204" pitchFamily="34" charset="0"/>
            </a:endParaRPr>
          </a:p>
          <a:p>
            <a:pPr marL="0" lvl="0" indent="0" algn="l" rtl="0">
              <a:spcBef>
                <a:spcPts val="0"/>
              </a:spcBef>
              <a:spcAft>
                <a:spcPts val="0"/>
              </a:spcAft>
              <a:buNone/>
            </a:pPr>
            <a:r>
              <a:rPr lang="en-US" sz="1400" strike="sngStrike" dirty="0">
                <a:solidFill>
                  <a:srgbClr val="1D1C1D"/>
                </a:solidFill>
                <a:effectLst/>
                <a:latin typeface="Calibri" panose="020F0502020204030204" pitchFamily="34" charset="0"/>
                <a:cs typeface="Calibri" panose="020F0502020204030204" pitchFamily="34" charset="0"/>
              </a:rPr>
              <a:t>&lt;pause&gt;</a:t>
            </a:r>
          </a:p>
          <a:p>
            <a:pPr marL="0" lvl="0" indent="0" algn="l" rtl="0">
              <a:spcBef>
                <a:spcPts val="0"/>
              </a:spcBef>
              <a:spcAft>
                <a:spcPts val="0"/>
              </a:spcAft>
              <a:buNone/>
            </a:pPr>
            <a:endParaRPr lang="en-US" sz="1400" strike="sngStrike" dirty="0">
              <a:solidFill>
                <a:srgbClr val="1D1C1D"/>
              </a:solidFill>
              <a:effectLst/>
              <a:latin typeface="Calibri" panose="020F0502020204030204" pitchFamily="34" charset="0"/>
              <a:cs typeface="Calibri" panose="020F0502020204030204" pitchFamily="34" charset="0"/>
            </a:endParaRPr>
          </a:p>
          <a:p>
            <a:pPr marL="0" lvl="0" indent="0" algn="l" rtl="0">
              <a:spcBef>
                <a:spcPts val="0"/>
              </a:spcBef>
              <a:spcAft>
                <a:spcPts val="0"/>
              </a:spcAft>
              <a:buNone/>
            </a:pPr>
            <a:r>
              <a:rPr lang="en-US" sz="1400" strike="sngStrike" dirty="0">
                <a:solidFill>
                  <a:srgbClr val="1D1C1D"/>
                </a:solidFill>
                <a:effectLst/>
                <a:latin typeface="Calibri" panose="020F0502020204030204" pitchFamily="34" charset="0"/>
                <a:cs typeface="Calibri" panose="020F0502020204030204" pitchFamily="34" charset="0"/>
              </a:rPr>
              <a:t>So, let’s look at four of those domains which are specified in </a:t>
            </a:r>
            <a:r>
              <a:rPr lang="en-US" sz="1400" b="1" strike="sngStrike" dirty="0">
                <a:solidFill>
                  <a:srgbClr val="1D1C1D"/>
                </a:solidFill>
                <a:effectLst/>
                <a:latin typeface="Calibri" panose="020F0502020204030204" pitchFamily="34" charset="0"/>
                <a:cs typeface="Calibri" panose="020F0502020204030204" pitchFamily="34" charset="0"/>
              </a:rPr>
              <a:t>EVITA D2.3 security requirements for automotive onboard network based on dark side scenarios</a:t>
            </a:r>
          </a:p>
          <a:p>
            <a:pPr marL="0" lvl="0" indent="0" algn="l" rtl="0">
              <a:spcBef>
                <a:spcPts val="0"/>
              </a:spcBef>
              <a:spcAft>
                <a:spcPts val="0"/>
              </a:spcAft>
              <a:buNone/>
            </a:pPr>
            <a:endParaRPr lang="en-US" sz="1400" b="1" strike="sngStrike" dirty="0">
              <a:solidFill>
                <a:srgbClr val="1D1C1D"/>
              </a:solidFill>
              <a:effectLst/>
              <a:latin typeface="Calibri" panose="020F0502020204030204" pitchFamily="34" charset="0"/>
              <a:cs typeface="Calibri" panose="020F0502020204030204" pitchFamily="34" charset="0"/>
            </a:endParaRPr>
          </a:p>
          <a:p>
            <a:pPr marL="0" lvl="0" indent="0" algn="l" rtl="0">
              <a:spcBef>
                <a:spcPts val="0"/>
              </a:spcBef>
              <a:spcAft>
                <a:spcPts val="0"/>
              </a:spcAft>
              <a:buNone/>
            </a:pPr>
            <a:r>
              <a:rPr lang="en-US" sz="1400" strike="sngStrike" dirty="0">
                <a:solidFill>
                  <a:srgbClr val="1D1C1D"/>
                </a:solidFill>
                <a:effectLst/>
                <a:latin typeface="Calibri" panose="020F0502020204030204" pitchFamily="34" charset="0"/>
                <a:cs typeface="Calibri" panose="020F0502020204030204" pitchFamily="34" charset="0"/>
              </a:rPr>
              <a:t>and talk about each domain and how we’ll address them collectively in the context of threat prioritization.</a:t>
            </a:r>
          </a:p>
          <a:p>
            <a:pPr marL="0" lvl="0" indent="0" algn="l" rtl="0">
              <a:spcBef>
                <a:spcPts val="0"/>
              </a:spcBef>
              <a:spcAft>
                <a:spcPts val="0"/>
              </a:spcAft>
              <a:buNone/>
            </a:pPr>
            <a:endParaRPr lang="en-US" sz="1400" strike="sngStrike" dirty="0">
              <a:solidFill>
                <a:srgbClr val="1D1C1D"/>
              </a:solidFill>
              <a:effectLst/>
              <a:latin typeface="Calibri" panose="020F0502020204030204" pitchFamily="34" charset="0"/>
              <a:cs typeface="Calibri" panose="020F0502020204030204" pitchFamily="34" charset="0"/>
            </a:endParaRPr>
          </a:p>
          <a:p>
            <a:pPr marL="0" lvl="0" indent="0" algn="l" rtl="0">
              <a:spcBef>
                <a:spcPts val="0"/>
              </a:spcBef>
              <a:spcAft>
                <a:spcPts val="0"/>
              </a:spcAft>
              <a:buNone/>
            </a:pPr>
            <a:r>
              <a:rPr lang="en-US" sz="1400" strike="sngStrike" dirty="0">
                <a:solidFill>
                  <a:srgbClr val="1D1C1D"/>
                </a:solidFill>
                <a:effectLst/>
                <a:latin typeface="Calibri" panose="020F0502020204030204" pitchFamily="34" charset="0"/>
                <a:cs typeface="Calibri" panose="020F0502020204030204" pitchFamily="34" charset="0"/>
              </a:rPr>
              <a:t>&lt;pause&gt;</a:t>
            </a:r>
          </a:p>
          <a:p>
            <a:pPr marL="0" lvl="0" indent="0" algn="l" rtl="0">
              <a:spcBef>
                <a:spcPts val="0"/>
              </a:spcBef>
              <a:spcAft>
                <a:spcPts val="0"/>
              </a:spcAft>
              <a:buNone/>
            </a:pPr>
            <a:endParaRPr lang="en-US" sz="1400" strike="sngStrike" dirty="0">
              <a:solidFill>
                <a:srgbClr val="1D1C1D"/>
              </a:solidFill>
              <a:effectLst/>
              <a:latin typeface="Calibri" panose="020F0502020204030204" pitchFamily="34" charset="0"/>
              <a:cs typeface="Calibri" panose="020F0502020204030204" pitchFamily="34" charset="0"/>
            </a:endParaRPr>
          </a:p>
          <a:p>
            <a:pPr marL="0" lvl="0" indent="0" algn="l" rtl="0">
              <a:spcBef>
                <a:spcPts val="0"/>
              </a:spcBef>
              <a:spcAft>
                <a:spcPts val="0"/>
              </a:spcAft>
              <a:buNone/>
            </a:pPr>
            <a:r>
              <a:rPr lang="en-US" sz="1400" strike="sngStrike" dirty="0">
                <a:solidFill>
                  <a:srgbClr val="1D1C1D"/>
                </a:solidFill>
                <a:effectLst/>
                <a:latin typeface="Calibri" panose="020F0502020204030204" pitchFamily="34" charset="0"/>
                <a:cs typeface="Calibri" panose="020F0502020204030204" pitchFamily="34" charset="0"/>
              </a:rPr>
              <a:t>The first domain is safety.</a:t>
            </a:r>
          </a:p>
          <a:p>
            <a:pPr marL="0" lvl="0" indent="0" algn="l" rtl="0">
              <a:spcBef>
                <a:spcPts val="0"/>
              </a:spcBef>
              <a:spcAft>
                <a:spcPts val="0"/>
              </a:spcAft>
              <a:buNone/>
            </a:pPr>
            <a:endParaRPr lang="en-US" sz="1400" strike="sngStrike" dirty="0">
              <a:solidFill>
                <a:srgbClr val="1D1C1D"/>
              </a:solidFill>
              <a:effectLst/>
              <a:latin typeface="Calibri" panose="020F0502020204030204" pitchFamily="34" charset="0"/>
              <a:cs typeface="Calibri" panose="020F0502020204030204" pitchFamily="34" charset="0"/>
            </a:endParaRPr>
          </a:p>
          <a:p>
            <a:pPr marL="0" lvl="0" indent="0" algn="l" rtl="0">
              <a:spcBef>
                <a:spcPts val="0"/>
              </a:spcBef>
              <a:spcAft>
                <a:spcPts val="0"/>
              </a:spcAft>
              <a:buNone/>
            </a:pPr>
            <a:r>
              <a:rPr lang="en-US" sz="1400" strike="sngStrike" dirty="0">
                <a:solidFill>
                  <a:srgbClr val="1D1C1D"/>
                </a:solidFill>
                <a:effectLst/>
                <a:latin typeface="Calibri" panose="020F0502020204030204" pitchFamily="34" charset="0"/>
                <a:cs typeface="Calibri" panose="020F0502020204030204" pitchFamily="34" charset="0"/>
              </a:rPr>
              <a:t>We're considering here the functional safety of the vehicle occupants and the road users.</a:t>
            </a:r>
          </a:p>
          <a:p>
            <a:pPr marL="0" lvl="0" indent="0" algn="l" rtl="0">
              <a:spcBef>
                <a:spcPts val="0"/>
              </a:spcBef>
              <a:spcAft>
                <a:spcPts val="0"/>
              </a:spcAft>
              <a:buNone/>
            </a:pPr>
            <a:endParaRPr lang="en-US" sz="1400" strike="sngStrike" dirty="0">
              <a:solidFill>
                <a:srgbClr val="1D1C1D"/>
              </a:solidFill>
              <a:effectLst/>
              <a:latin typeface="Calibri" panose="020F0502020204030204" pitchFamily="34" charset="0"/>
              <a:cs typeface="Calibri" panose="020F0502020204030204" pitchFamily="34" charset="0"/>
            </a:endParaRPr>
          </a:p>
          <a:p>
            <a:pPr marL="0" lvl="0" indent="0" algn="l" rtl="0">
              <a:spcBef>
                <a:spcPts val="0"/>
              </a:spcBef>
              <a:spcAft>
                <a:spcPts val="0"/>
              </a:spcAft>
              <a:buNone/>
            </a:pPr>
            <a:r>
              <a:rPr lang="en-US" sz="1400" strike="sngStrike" dirty="0">
                <a:solidFill>
                  <a:srgbClr val="1D1C1D"/>
                </a:solidFill>
                <a:effectLst/>
                <a:latin typeface="Calibri" panose="020F0502020204030204" pitchFamily="34" charset="0"/>
                <a:cs typeface="Calibri" panose="020F0502020204030204" pitchFamily="34" charset="0"/>
              </a:rPr>
              <a:t>&lt;pause&gt;</a:t>
            </a:r>
          </a:p>
          <a:p>
            <a:pPr marL="0" lvl="0" indent="0" algn="l" rtl="0">
              <a:spcBef>
                <a:spcPts val="0"/>
              </a:spcBef>
              <a:spcAft>
                <a:spcPts val="0"/>
              </a:spcAft>
              <a:buNone/>
            </a:pPr>
            <a:endParaRPr lang="en-US" sz="1400" strike="sngStrike" dirty="0">
              <a:solidFill>
                <a:srgbClr val="1D1C1D"/>
              </a:solidFill>
              <a:effectLst/>
              <a:latin typeface="Calibri" panose="020F0502020204030204" pitchFamily="34" charset="0"/>
              <a:cs typeface="Calibri" panose="020F0502020204030204" pitchFamily="34" charset="0"/>
            </a:endParaRPr>
          </a:p>
          <a:p>
            <a:pPr marL="0" lvl="0" indent="0" algn="l" rtl="0">
              <a:spcBef>
                <a:spcPts val="0"/>
              </a:spcBef>
              <a:spcAft>
                <a:spcPts val="0"/>
              </a:spcAft>
              <a:buNone/>
            </a:pPr>
            <a:r>
              <a:rPr lang="en-US" sz="1400" dirty="0">
                <a:solidFill>
                  <a:srgbClr val="1D1C1D"/>
                </a:solidFill>
                <a:effectLst/>
                <a:latin typeface="Calibri" panose="020F0502020204030204" pitchFamily="34" charset="0"/>
                <a:cs typeface="Calibri" panose="020F0502020204030204" pitchFamily="34" charset="0"/>
              </a:rPr>
              <a:t>Our second domain is finance.</a:t>
            </a:r>
          </a:p>
          <a:p>
            <a:pPr marL="0" lvl="0" indent="0" algn="l" rtl="0">
              <a:spcBef>
                <a:spcPts val="0"/>
              </a:spcBef>
              <a:spcAft>
                <a:spcPts val="0"/>
              </a:spcAft>
              <a:buNone/>
            </a:pPr>
            <a:endParaRPr lang="en-US" sz="1400" dirty="0">
              <a:solidFill>
                <a:srgbClr val="1D1C1D"/>
              </a:solidFill>
              <a:effectLst/>
              <a:latin typeface="Calibri" panose="020F0502020204030204" pitchFamily="34" charset="0"/>
              <a:cs typeface="Calibri" panose="020F0502020204030204" pitchFamily="34" charset="0"/>
            </a:endParaRPr>
          </a:p>
          <a:p>
            <a:pPr marL="0" lvl="0" indent="0" algn="l" rtl="0">
              <a:spcBef>
                <a:spcPts val="0"/>
              </a:spcBef>
              <a:spcAft>
                <a:spcPts val="0"/>
              </a:spcAft>
              <a:buNone/>
            </a:pPr>
            <a:r>
              <a:rPr lang="en-US" sz="1400" dirty="0">
                <a:solidFill>
                  <a:srgbClr val="1D1C1D"/>
                </a:solidFill>
                <a:effectLst/>
                <a:latin typeface="Calibri" panose="020F0502020204030204" pitchFamily="34" charset="0"/>
                <a:cs typeface="Calibri" panose="020F0502020204030204" pitchFamily="34" charset="0"/>
              </a:rPr>
              <a:t>How do we prevent fraudulent transactions from taking place via the electronic systems within the vehicle and its connected infrastructure?</a:t>
            </a:r>
          </a:p>
          <a:p>
            <a:pPr marL="0" lvl="0" indent="0" algn="l" rtl="0">
              <a:spcBef>
                <a:spcPts val="0"/>
              </a:spcBef>
              <a:spcAft>
                <a:spcPts val="0"/>
              </a:spcAft>
              <a:buNone/>
            </a:pPr>
            <a:endParaRPr lang="en-US" sz="1400" dirty="0">
              <a:solidFill>
                <a:srgbClr val="1D1C1D"/>
              </a:solidFill>
              <a:effectLst/>
              <a:latin typeface="Calibri" panose="020F0502020204030204" pitchFamily="34" charset="0"/>
              <a:cs typeface="Calibri" panose="020F0502020204030204" pitchFamily="34" charset="0"/>
            </a:endParaRPr>
          </a:p>
          <a:p>
            <a:pPr marL="0" lvl="0" indent="0" algn="l" rtl="0">
              <a:spcBef>
                <a:spcPts val="0"/>
              </a:spcBef>
              <a:spcAft>
                <a:spcPts val="0"/>
              </a:spcAft>
              <a:buNone/>
            </a:pPr>
            <a:r>
              <a:rPr lang="en-US" sz="1400" dirty="0">
                <a:solidFill>
                  <a:srgbClr val="1D1C1D"/>
                </a:solidFill>
                <a:effectLst/>
                <a:latin typeface="Calibri" panose="020F0502020204030204" pitchFamily="34" charset="0"/>
                <a:cs typeface="Calibri" panose="020F0502020204030204" pitchFamily="34" charset="0"/>
              </a:rPr>
              <a:t>And how do we prevent the vehicle itself from being stolen?</a:t>
            </a:r>
          </a:p>
          <a:p>
            <a:pPr marL="0" lvl="0" indent="0" algn="l" rtl="0">
              <a:spcBef>
                <a:spcPts val="0"/>
              </a:spcBef>
              <a:spcAft>
                <a:spcPts val="0"/>
              </a:spcAft>
              <a:buNone/>
            </a:pPr>
            <a:endParaRPr lang="en-US" sz="1400" dirty="0">
              <a:solidFill>
                <a:srgbClr val="1D1C1D"/>
              </a:solidFill>
              <a:effectLst/>
              <a:latin typeface="Calibri" panose="020F0502020204030204" pitchFamily="34" charset="0"/>
              <a:cs typeface="Calibri" panose="020F0502020204030204" pitchFamily="34" charset="0"/>
            </a:endParaRPr>
          </a:p>
          <a:p>
            <a:pPr marL="0" lvl="0" indent="0" algn="l" rtl="0">
              <a:spcBef>
                <a:spcPts val="0"/>
              </a:spcBef>
              <a:spcAft>
                <a:spcPts val="0"/>
              </a:spcAft>
              <a:buNone/>
            </a:pPr>
            <a:r>
              <a:rPr lang="en-US" sz="1400" dirty="0">
                <a:solidFill>
                  <a:srgbClr val="1D1C1D"/>
                </a:solidFill>
                <a:effectLst/>
                <a:latin typeface="Calibri" panose="020F0502020204030204" pitchFamily="34" charset="0"/>
                <a:cs typeface="Calibri" panose="020F0502020204030204" pitchFamily="34" charset="0"/>
              </a:rPr>
              <a:t>&lt;pause&gt;</a:t>
            </a:r>
          </a:p>
          <a:p>
            <a:pPr marL="0" lvl="0" indent="0" algn="l" rtl="0">
              <a:spcBef>
                <a:spcPts val="0"/>
              </a:spcBef>
              <a:spcAft>
                <a:spcPts val="0"/>
              </a:spcAft>
              <a:buNone/>
            </a:pPr>
            <a:endParaRPr lang="en-US" sz="1400" dirty="0">
              <a:solidFill>
                <a:srgbClr val="1D1C1D"/>
              </a:solidFill>
              <a:effectLst/>
              <a:latin typeface="Calibri" panose="020F0502020204030204" pitchFamily="34" charset="0"/>
              <a:cs typeface="Calibri" panose="020F0502020204030204" pitchFamily="34" charset="0"/>
            </a:endParaRPr>
          </a:p>
          <a:p>
            <a:pPr marL="0" lvl="0" indent="0" algn="l" rtl="0">
              <a:spcBef>
                <a:spcPts val="0"/>
              </a:spcBef>
              <a:spcAft>
                <a:spcPts val="0"/>
              </a:spcAft>
              <a:buNone/>
            </a:pPr>
            <a:r>
              <a:rPr lang="en-US" sz="1400" dirty="0">
                <a:solidFill>
                  <a:srgbClr val="1D1C1D"/>
                </a:solidFill>
                <a:effectLst/>
                <a:latin typeface="Calibri" panose="020F0502020204030204" pitchFamily="34" charset="0"/>
                <a:cs typeface="Calibri" panose="020F0502020204030204" pitchFamily="34" charset="0"/>
              </a:rPr>
              <a:t>The third domain is privacy.</a:t>
            </a:r>
          </a:p>
          <a:p>
            <a:pPr marL="0" lvl="0" indent="0" algn="l" rtl="0">
              <a:spcBef>
                <a:spcPts val="0"/>
              </a:spcBef>
              <a:spcAft>
                <a:spcPts val="0"/>
              </a:spcAft>
              <a:buNone/>
            </a:pPr>
            <a:endParaRPr lang="en-US" sz="1400" dirty="0">
              <a:solidFill>
                <a:srgbClr val="1D1C1D"/>
              </a:solidFill>
              <a:effectLst/>
              <a:latin typeface="Calibri" panose="020F0502020204030204" pitchFamily="34" charset="0"/>
              <a:cs typeface="Calibri" panose="020F0502020204030204" pitchFamily="34" charset="0"/>
            </a:endParaRPr>
          </a:p>
          <a:p>
            <a:pPr marL="0" lvl="0" indent="0" algn="l" rtl="0">
              <a:spcBef>
                <a:spcPts val="0"/>
              </a:spcBef>
              <a:spcAft>
                <a:spcPts val="0"/>
              </a:spcAft>
              <a:buNone/>
            </a:pPr>
            <a:r>
              <a:rPr lang="en-US" sz="1400" dirty="0">
                <a:solidFill>
                  <a:srgbClr val="1D1C1D"/>
                </a:solidFill>
                <a:effectLst/>
                <a:latin typeface="Calibri" panose="020F0502020204030204" pitchFamily="34" charset="0"/>
                <a:cs typeface="Calibri" panose="020F0502020204030204" pitchFamily="34" charset="0"/>
              </a:rPr>
              <a:t>The focus is on the privacy of both the vehicle users and the IP of the OEM and suppliers.</a:t>
            </a:r>
          </a:p>
          <a:p>
            <a:pPr marL="0" lvl="0" indent="0" algn="l" rtl="0">
              <a:spcBef>
                <a:spcPts val="0"/>
              </a:spcBef>
              <a:spcAft>
                <a:spcPts val="0"/>
              </a:spcAft>
              <a:buNone/>
            </a:pPr>
            <a:endParaRPr lang="en-US" sz="1400" dirty="0">
              <a:solidFill>
                <a:srgbClr val="1D1C1D"/>
              </a:solidFill>
              <a:effectLst/>
              <a:latin typeface="Calibri" panose="020F0502020204030204" pitchFamily="34" charset="0"/>
              <a:cs typeface="Calibri" panose="020F0502020204030204" pitchFamily="34" charset="0"/>
            </a:endParaRPr>
          </a:p>
          <a:p>
            <a:pPr marL="0" lvl="0" indent="0" algn="l" rtl="0">
              <a:spcBef>
                <a:spcPts val="0"/>
              </a:spcBef>
              <a:spcAft>
                <a:spcPts val="0"/>
              </a:spcAft>
              <a:buNone/>
            </a:pPr>
            <a:r>
              <a:rPr lang="en-US" sz="1400" dirty="0">
                <a:solidFill>
                  <a:srgbClr val="1D1C1D"/>
                </a:solidFill>
                <a:effectLst/>
                <a:latin typeface="Calibri" panose="020F0502020204030204" pitchFamily="34" charset="0"/>
                <a:cs typeface="Calibri" panose="020F0502020204030204" pitchFamily="34" charset="0"/>
              </a:rPr>
              <a:t>This gets down to things like the code that's running in the vehicle or the data stores that are being held in the vehicle.</a:t>
            </a:r>
          </a:p>
          <a:p>
            <a:pPr marL="0" lvl="0" indent="0" algn="l" rtl="0">
              <a:spcBef>
                <a:spcPts val="0"/>
              </a:spcBef>
              <a:spcAft>
                <a:spcPts val="0"/>
              </a:spcAft>
              <a:buNone/>
            </a:pPr>
            <a:endParaRPr lang="en-US" sz="1400" dirty="0">
              <a:solidFill>
                <a:srgbClr val="1D1C1D"/>
              </a:solidFill>
              <a:effectLst/>
              <a:latin typeface="Calibri" panose="020F0502020204030204" pitchFamily="34" charset="0"/>
              <a:cs typeface="Calibri" panose="020F0502020204030204" pitchFamily="34" charset="0"/>
            </a:endParaRPr>
          </a:p>
          <a:p>
            <a:pPr marL="0" lvl="0" indent="0" algn="l" rtl="0">
              <a:spcBef>
                <a:spcPts val="0"/>
              </a:spcBef>
              <a:spcAft>
                <a:spcPts val="0"/>
              </a:spcAft>
              <a:buNone/>
            </a:pPr>
            <a:r>
              <a:rPr lang="en-US" sz="1400" dirty="0">
                <a:solidFill>
                  <a:srgbClr val="1D1C1D"/>
                </a:solidFill>
                <a:effectLst/>
                <a:latin typeface="Calibri" panose="020F0502020204030204" pitchFamily="34" charset="0"/>
                <a:cs typeface="Calibri" panose="020F0502020204030204" pitchFamily="34" charset="0"/>
              </a:rPr>
              <a:t>&lt;pause&gt;</a:t>
            </a:r>
          </a:p>
          <a:p>
            <a:pPr marL="0" lvl="0" indent="0" algn="l" rtl="0">
              <a:spcBef>
                <a:spcPts val="0"/>
              </a:spcBef>
              <a:spcAft>
                <a:spcPts val="0"/>
              </a:spcAft>
              <a:buNone/>
            </a:pPr>
            <a:endParaRPr lang="en-US" sz="1400" dirty="0">
              <a:solidFill>
                <a:srgbClr val="1D1C1D"/>
              </a:solidFill>
              <a:effectLst/>
              <a:latin typeface="Calibri" panose="020F0502020204030204" pitchFamily="34" charset="0"/>
              <a:cs typeface="Calibri" panose="020F0502020204030204" pitchFamily="34" charset="0"/>
            </a:endParaRPr>
          </a:p>
          <a:p>
            <a:pPr marL="0" lvl="0" indent="0" algn="l" rtl="0">
              <a:spcBef>
                <a:spcPts val="0"/>
              </a:spcBef>
              <a:spcAft>
                <a:spcPts val="0"/>
              </a:spcAft>
              <a:buNone/>
            </a:pPr>
            <a:r>
              <a:rPr lang="en-US" sz="1400" dirty="0">
                <a:solidFill>
                  <a:srgbClr val="1D1C1D"/>
                </a:solidFill>
                <a:effectLst/>
                <a:latin typeface="Calibri" panose="020F0502020204030204" pitchFamily="34" charset="0"/>
                <a:cs typeface="Calibri" panose="020F0502020204030204" pitchFamily="34" charset="0"/>
              </a:rPr>
              <a:t>And our fourth area is that of operation.</a:t>
            </a:r>
          </a:p>
          <a:p>
            <a:pPr marL="0" lvl="0" indent="0" algn="l" rtl="0">
              <a:spcBef>
                <a:spcPts val="0"/>
              </a:spcBef>
              <a:spcAft>
                <a:spcPts val="0"/>
              </a:spcAft>
              <a:buNone/>
            </a:pPr>
            <a:endParaRPr lang="en-US" sz="1400" dirty="0">
              <a:solidFill>
                <a:srgbClr val="1D1C1D"/>
              </a:solidFill>
              <a:effectLst/>
              <a:latin typeface="Calibri" panose="020F0502020204030204" pitchFamily="34" charset="0"/>
              <a:cs typeface="Calibri" panose="020F0502020204030204" pitchFamily="34" charset="0"/>
            </a:endParaRPr>
          </a:p>
          <a:p>
            <a:pPr marL="0" lvl="0" indent="0" algn="l" rtl="0">
              <a:spcBef>
                <a:spcPts val="0"/>
              </a:spcBef>
              <a:spcAft>
                <a:spcPts val="0"/>
              </a:spcAft>
              <a:buNone/>
            </a:pPr>
            <a:r>
              <a:rPr lang="en-US" sz="1400" dirty="0">
                <a:solidFill>
                  <a:srgbClr val="1D1C1D"/>
                </a:solidFill>
                <a:effectLst/>
                <a:latin typeface="Calibri" panose="020F0502020204030204" pitchFamily="34" charset="0"/>
                <a:cs typeface="Calibri" panose="020F0502020204030204" pitchFamily="34" charset="0"/>
              </a:rPr>
              <a:t>The concern is the operational performance of the vehicle and things which can perturb that operational performance.</a:t>
            </a:r>
          </a:p>
          <a:p>
            <a:pPr marL="0" lvl="0" indent="0" algn="l" rtl="0">
              <a:spcBef>
                <a:spcPts val="0"/>
              </a:spcBef>
              <a:spcAft>
                <a:spcPts val="0"/>
              </a:spcAft>
              <a:buNone/>
            </a:pPr>
            <a:endParaRPr lang="en-US" sz="1400" dirty="0">
              <a:solidFill>
                <a:srgbClr val="1D1C1D"/>
              </a:solidFill>
              <a:effectLst/>
              <a:latin typeface="Calibri" panose="020F0502020204030204" pitchFamily="34" charset="0"/>
              <a:cs typeface="Calibri" panose="020F0502020204030204" pitchFamily="34" charset="0"/>
            </a:endParaRPr>
          </a:p>
          <a:p>
            <a:pPr marL="0" lvl="0" indent="0" algn="l" rtl="0">
              <a:spcBef>
                <a:spcPts val="0"/>
              </a:spcBef>
              <a:spcAft>
                <a:spcPts val="0"/>
              </a:spcAft>
              <a:buNone/>
            </a:pPr>
            <a:r>
              <a:rPr lang="en-US" sz="1400" dirty="0">
                <a:solidFill>
                  <a:srgbClr val="1D1C1D"/>
                </a:solidFill>
                <a:effectLst/>
                <a:latin typeface="Calibri" panose="020F0502020204030204" pitchFamily="34" charset="0"/>
                <a:cs typeface="Calibri" panose="020F0502020204030204" pitchFamily="34" charset="0"/>
              </a:rPr>
              <a:t>&lt;pause&gt;</a:t>
            </a:r>
          </a:p>
          <a:p>
            <a:pPr marL="0" lvl="0" indent="0" algn="l" rtl="0">
              <a:spcBef>
                <a:spcPts val="0"/>
              </a:spcBef>
              <a:spcAft>
                <a:spcPts val="0"/>
              </a:spcAft>
              <a:buNone/>
            </a:pPr>
            <a:endParaRPr lang="en-US" sz="1400" dirty="0">
              <a:solidFill>
                <a:srgbClr val="1D1C1D"/>
              </a:solidFill>
              <a:effectLst/>
              <a:latin typeface="Calibri" panose="020F0502020204030204" pitchFamily="34" charset="0"/>
              <a:cs typeface="Calibri" panose="020F0502020204030204" pitchFamily="34" charset="0"/>
            </a:endParaRPr>
          </a:p>
          <a:p>
            <a:pPr marL="0" lvl="0" indent="0" algn="l" rtl="0">
              <a:spcBef>
                <a:spcPts val="0"/>
              </a:spcBef>
              <a:spcAft>
                <a:spcPts val="0"/>
              </a:spcAft>
              <a:buNone/>
            </a:pPr>
            <a:r>
              <a:rPr lang="en-US" sz="1400" dirty="0">
                <a:solidFill>
                  <a:srgbClr val="1D1C1D"/>
                </a:solidFill>
                <a:effectLst/>
                <a:latin typeface="Calibri" panose="020F0502020204030204" pitchFamily="34" charset="0"/>
                <a:cs typeface="Calibri" panose="020F0502020204030204" pitchFamily="34" charset="0"/>
              </a:rPr>
              <a:t>Together all of these domains of risk have to be considered for any threat candidate.</a:t>
            </a:r>
          </a:p>
          <a:p>
            <a:pPr marL="0" lvl="0" indent="0" algn="l" rtl="0">
              <a:spcBef>
                <a:spcPts val="0"/>
              </a:spcBef>
              <a:spcAft>
                <a:spcPts val="0"/>
              </a:spcAft>
              <a:buNone/>
            </a:pPr>
            <a:endParaRPr lang="en-US" sz="1400" dirty="0">
              <a:solidFill>
                <a:srgbClr val="1D1C1D"/>
              </a:solidFill>
              <a:effectLst/>
              <a:latin typeface="Calibri" panose="020F0502020204030204" pitchFamily="34" charset="0"/>
              <a:cs typeface="Calibri" panose="020F0502020204030204" pitchFamily="34" charset="0"/>
            </a:endParaRPr>
          </a:p>
          <a:p>
            <a:pPr marL="0" lvl="0" indent="0" algn="l" rtl="0">
              <a:spcBef>
                <a:spcPts val="0"/>
              </a:spcBef>
              <a:spcAft>
                <a:spcPts val="0"/>
              </a:spcAft>
              <a:buNone/>
            </a:pPr>
            <a:r>
              <a:rPr lang="en-US" sz="1400" dirty="0">
                <a:solidFill>
                  <a:srgbClr val="1D1C1D"/>
                </a:solidFill>
                <a:effectLst/>
                <a:latin typeface="Calibri" panose="020F0502020204030204" pitchFamily="34" charset="0"/>
                <a:cs typeface="Calibri" panose="020F0502020204030204" pitchFamily="34" charset="0"/>
              </a:rPr>
              <a:t>That's wonderful. Now we have four risk domains instead of just one.</a:t>
            </a:r>
          </a:p>
          <a:p>
            <a:pPr marL="0" lvl="0" indent="0" algn="l" rtl="0">
              <a:spcBef>
                <a:spcPts val="0"/>
              </a:spcBef>
              <a:spcAft>
                <a:spcPts val="0"/>
              </a:spcAft>
              <a:buNone/>
            </a:pPr>
            <a:endParaRPr lang="en-US" sz="1400" dirty="0">
              <a:solidFill>
                <a:srgbClr val="1D1C1D"/>
              </a:solidFill>
              <a:effectLst/>
              <a:latin typeface="Calibri" panose="020F0502020204030204" pitchFamily="34" charset="0"/>
              <a:cs typeface="Calibri" panose="020F0502020204030204" pitchFamily="34" charset="0"/>
            </a:endParaRPr>
          </a:p>
          <a:p>
            <a:pPr marL="0" lvl="0" indent="0" algn="l" rtl="0">
              <a:spcBef>
                <a:spcPts val="0"/>
              </a:spcBef>
              <a:spcAft>
                <a:spcPts val="0"/>
              </a:spcAft>
              <a:buNone/>
            </a:pPr>
            <a:r>
              <a:rPr lang="en-US" sz="1400" dirty="0">
                <a:solidFill>
                  <a:srgbClr val="1D1C1D"/>
                </a:solidFill>
                <a:effectLst/>
                <a:latin typeface="Calibri" panose="020F0502020204030204" pitchFamily="34" charset="0"/>
                <a:cs typeface="Calibri" panose="020F0502020204030204" pitchFamily="34" charset="0"/>
              </a:rPr>
              <a:t>How do we deal with that?</a:t>
            </a:r>
          </a:p>
          <a:p>
            <a:pPr marL="0" lvl="0" indent="0" algn="l" rtl="0">
              <a:spcBef>
                <a:spcPts val="0"/>
              </a:spcBef>
              <a:spcAft>
                <a:spcPts val="0"/>
              </a:spcAft>
              <a:buNone/>
            </a:pPr>
            <a:endParaRPr lang="en-US" sz="1400" dirty="0">
              <a:latin typeface="Calibri" panose="020F0502020204030204" pitchFamily="34" charset="0"/>
              <a:cs typeface="Calibri" panose="020F0502020204030204" pitchFamily="34" charset="0"/>
            </a:endParaRPr>
          </a:p>
        </p:txBody>
      </p:sp>
    </p:spTree>
    <p:extLst>
      <p:ext uri="{BB962C8B-B14F-4D97-AF65-F5344CB8AC3E}">
        <p14:creationId xmlns:p14="http://schemas.microsoft.com/office/powerpoint/2010/main" val="491356957"/>
      </p:ext>
    </p:extLst>
  </p:cSld>
  <p:clrMapOvr>
    <a:masterClrMapping/>
  </p:clrMapOvr>
</p:notes>
</file>

<file path=ppt/notesSlides/notesSlide52.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1195"/>
        <p:cNvGrpSpPr/>
        <p:nvPr/>
      </p:nvGrpSpPr>
      <p:grpSpPr>
        <a:xfrm>
          <a:off x="0" y="0"/>
          <a:ext cx="0" cy="0"/>
          <a:chOff x="0" y="0"/>
          <a:chExt cx="0" cy="0"/>
        </a:xfrm>
      </p:grpSpPr>
      <p:sp>
        <p:nvSpPr>
          <p:cNvPr id="1196" name="Google Shape;1196;g9ac6590046_0_272:notes"/>
          <p:cNvSpPr>
            <a:spLocks noGrp="1" noRot="1" noChangeAspect="1"/>
          </p:cNvSpPr>
          <p:nvPr>
            <p:ph type="sldImg" idx="2"/>
          </p:nvPr>
        </p:nvSpPr>
        <p:spPr>
          <a:xfrm>
            <a:off x="382588" y="685800"/>
            <a:ext cx="6094412" cy="3429000"/>
          </a:xfrm>
          <a:custGeom>
            <a:avLst/>
            <a:gdLst/>
            <a:ahLst/>
            <a:cxnLst/>
            <a:rect l="l" t="t" r="r" b="b"/>
            <a:pathLst>
              <a:path w="120000" h="120000" extrusionOk="0">
                <a:moveTo>
                  <a:pt x="0" y="0"/>
                </a:moveTo>
                <a:lnTo>
                  <a:pt x="120000" y="0"/>
                </a:lnTo>
                <a:lnTo>
                  <a:pt x="120000" y="120000"/>
                </a:lnTo>
                <a:lnTo>
                  <a:pt x="0" y="120000"/>
                </a:lnTo>
                <a:close/>
              </a:path>
            </a:pathLst>
          </a:custGeom>
        </p:spPr>
      </p:sp>
      <p:sp>
        <p:nvSpPr>
          <p:cNvPr id="1197" name="Google Shape;1197;g9ac6590046_0_272:notes"/>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r>
              <a:rPr lang="en-US" sz="1400" dirty="0">
                <a:latin typeface="Calibri" panose="020F0502020204030204" pitchFamily="34" charset="0"/>
                <a:cs typeface="Calibri" panose="020F0502020204030204" pitchFamily="34" charset="0"/>
              </a:rPr>
              <a:t>Script:</a:t>
            </a:r>
          </a:p>
          <a:p>
            <a:pPr marL="0" lvl="0" indent="0" algn="l" rtl="0">
              <a:spcBef>
                <a:spcPts val="0"/>
              </a:spcBef>
              <a:spcAft>
                <a:spcPts val="0"/>
              </a:spcAft>
              <a:buNone/>
            </a:pPr>
            <a:endParaRPr lang="en-US" sz="1400" dirty="0">
              <a:solidFill>
                <a:srgbClr val="1D1C1D"/>
              </a:solidFill>
              <a:effectLst/>
              <a:latin typeface="Calibri" panose="020F0502020204030204" pitchFamily="34" charset="0"/>
              <a:cs typeface="Calibri" panose="020F0502020204030204" pitchFamily="34" charset="0"/>
            </a:endParaRPr>
          </a:p>
          <a:p>
            <a:pPr marL="0" lvl="0" indent="0" algn="l" rtl="0">
              <a:spcBef>
                <a:spcPts val="0"/>
              </a:spcBef>
              <a:spcAft>
                <a:spcPts val="0"/>
              </a:spcAft>
              <a:buNone/>
            </a:pPr>
            <a:r>
              <a:rPr lang="en-US" sz="1400" strike="sngStrike" dirty="0">
                <a:solidFill>
                  <a:srgbClr val="1D1C1D"/>
                </a:solidFill>
                <a:effectLst/>
                <a:latin typeface="Calibri" panose="020F0502020204030204" pitchFamily="34" charset="0"/>
                <a:cs typeface="Calibri" panose="020F0502020204030204" pitchFamily="34" charset="0"/>
              </a:rPr>
              <a:t>Typically, when we think about risk in safety-critical systems, we're thinking about safety risk, but in reality, there are multiple domains of risk.</a:t>
            </a:r>
          </a:p>
          <a:p>
            <a:pPr marL="0" lvl="0" indent="0" algn="l" rtl="0">
              <a:spcBef>
                <a:spcPts val="0"/>
              </a:spcBef>
              <a:spcAft>
                <a:spcPts val="0"/>
              </a:spcAft>
              <a:buNone/>
            </a:pPr>
            <a:endParaRPr lang="en-US" sz="1400" strike="sngStrike" dirty="0">
              <a:solidFill>
                <a:srgbClr val="1D1C1D"/>
              </a:solidFill>
              <a:effectLst/>
              <a:latin typeface="Calibri" panose="020F0502020204030204" pitchFamily="34" charset="0"/>
              <a:cs typeface="Calibri" panose="020F0502020204030204" pitchFamily="34" charset="0"/>
            </a:endParaRPr>
          </a:p>
          <a:p>
            <a:pPr marL="0" lvl="0" indent="0" algn="l" rtl="0">
              <a:spcBef>
                <a:spcPts val="0"/>
              </a:spcBef>
              <a:spcAft>
                <a:spcPts val="0"/>
              </a:spcAft>
              <a:buNone/>
            </a:pPr>
            <a:r>
              <a:rPr lang="en-US" sz="1400" strike="sngStrike" dirty="0">
                <a:solidFill>
                  <a:srgbClr val="1D1C1D"/>
                </a:solidFill>
                <a:effectLst/>
                <a:latin typeface="Calibri" panose="020F0502020204030204" pitchFamily="34" charset="0"/>
                <a:cs typeface="Calibri" panose="020F0502020204030204" pitchFamily="34" charset="0"/>
              </a:rPr>
              <a:t>&lt;pause&gt;</a:t>
            </a:r>
          </a:p>
          <a:p>
            <a:pPr marL="0" lvl="0" indent="0" algn="l" rtl="0">
              <a:spcBef>
                <a:spcPts val="0"/>
              </a:spcBef>
              <a:spcAft>
                <a:spcPts val="0"/>
              </a:spcAft>
              <a:buNone/>
            </a:pPr>
            <a:endParaRPr lang="en-US" sz="1400" strike="sngStrike" dirty="0">
              <a:solidFill>
                <a:srgbClr val="1D1C1D"/>
              </a:solidFill>
              <a:effectLst/>
              <a:latin typeface="Calibri" panose="020F0502020204030204" pitchFamily="34" charset="0"/>
              <a:cs typeface="Calibri" panose="020F0502020204030204" pitchFamily="34" charset="0"/>
            </a:endParaRPr>
          </a:p>
          <a:p>
            <a:pPr marL="0" lvl="0" indent="0" algn="l" rtl="0">
              <a:spcBef>
                <a:spcPts val="0"/>
              </a:spcBef>
              <a:spcAft>
                <a:spcPts val="0"/>
              </a:spcAft>
              <a:buNone/>
            </a:pPr>
            <a:r>
              <a:rPr lang="en-US" sz="1400" strike="sngStrike" dirty="0">
                <a:solidFill>
                  <a:srgbClr val="1D1C1D"/>
                </a:solidFill>
                <a:effectLst/>
                <a:latin typeface="Calibri" panose="020F0502020204030204" pitchFamily="34" charset="0"/>
                <a:cs typeface="Calibri" panose="020F0502020204030204" pitchFamily="34" charset="0"/>
              </a:rPr>
              <a:t>So, let’s look at four of those domains which are specified in </a:t>
            </a:r>
            <a:r>
              <a:rPr lang="en-US" sz="1400" b="1" strike="sngStrike" dirty="0">
                <a:solidFill>
                  <a:srgbClr val="1D1C1D"/>
                </a:solidFill>
                <a:effectLst/>
                <a:latin typeface="Calibri" panose="020F0502020204030204" pitchFamily="34" charset="0"/>
                <a:cs typeface="Calibri" panose="020F0502020204030204" pitchFamily="34" charset="0"/>
              </a:rPr>
              <a:t>EVITA D2.3 security requirements for automotive onboard network based on dark side scenarios</a:t>
            </a:r>
          </a:p>
          <a:p>
            <a:pPr marL="0" lvl="0" indent="0" algn="l" rtl="0">
              <a:spcBef>
                <a:spcPts val="0"/>
              </a:spcBef>
              <a:spcAft>
                <a:spcPts val="0"/>
              </a:spcAft>
              <a:buNone/>
            </a:pPr>
            <a:endParaRPr lang="en-US" sz="1400" b="1" strike="sngStrike" dirty="0">
              <a:solidFill>
                <a:srgbClr val="1D1C1D"/>
              </a:solidFill>
              <a:effectLst/>
              <a:latin typeface="Calibri" panose="020F0502020204030204" pitchFamily="34" charset="0"/>
              <a:cs typeface="Calibri" panose="020F0502020204030204" pitchFamily="34" charset="0"/>
            </a:endParaRPr>
          </a:p>
          <a:p>
            <a:pPr marL="0" lvl="0" indent="0" algn="l" rtl="0">
              <a:spcBef>
                <a:spcPts val="0"/>
              </a:spcBef>
              <a:spcAft>
                <a:spcPts val="0"/>
              </a:spcAft>
              <a:buNone/>
            </a:pPr>
            <a:r>
              <a:rPr lang="en-US" sz="1400" strike="sngStrike" dirty="0">
                <a:solidFill>
                  <a:srgbClr val="1D1C1D"/>
                </a:solidFill>
                <a:effectLst/>
                <a:latin typeface="Calibri" panose="020F0502020204030204" pitchFamily="34" charset="0"/>
                <a:cs typeface="Calibri" panose="020F0502020204030204" pitchFamily="34" charset="0"/>
              </a:rPr>
              <a:t>and talk about each domain and how we’ll address them collectively in the context of threat prioritization.</a:t>
            </a:r>
          </a:p>
          <a:p>
            <a:pPr marL="0" lvl="0" indent="0" algn="l" rtl="0">
              <a:spcBef>
                <a:spcPts val="0"/>
              </a:spcBef>
              <a:spcAft>
                <a:spcPts val="0"/>
              </a:spcAft>
              <a:buNone/>
            </a:pPr>
            <a:endParaRPr lang="en-US" sz="1400" strike="sngStrike" dirty="0">
              <a:solidFill>
                <a:srgbClr val="1D1C1D"/>
              </a:solidFill>
              <a:effectLst/>
              <a:latin typeface="Calibri" panose="020F0502020204030204" pitchFamily="34" charset="0"/>
              <a:cs typeface="Calibri" panose="020F0502020204030204" pitchFamily="34" charset="0"/>
            </a:endParaRPr>
          </a:p>
          <a:p>
            <a:pPr marL="0" lvl="0" indent="0" algn="l" rtl="0">
              <a:spcBef>
                <a:spcPts val="0"/>
              </a:spcBef>
              <a:spcAft>
                <a:spcPts val="0"/>
              </a:spcAft>
              <a:buNone/>
            </a:pPr>
            <a:r>
              <a:rPr lang="en-US" sz="1400" strike="sngStrike" dirty="0">
                <a:solidFill>
                  <a:srgbClr val="1D1C1D"/>
                </a:solidFill>
                <a:effectLst/>
                <a:latin typeface="Calibri" panose="020F0502020204030204" pitchFamily="34" charset="0"/>
                <a:cs typeface="Calibri" panose="020F0502020204030204" pitchFamily="34" charset="0"/>
              </a:rPr>
              <a:t>&lt;pause&gt;</a:t>
            </a:r>
          </a:p>
          <a:p>
            <a:pPr marL="0" lvl="0" indent="0" algn="l" rtl="0">
              <a:spcBef>
                <a:spcPts val="0"/>
              </a:spcBef>
              <a:spcAft>
                <a:spcPts val="0"/>
              </a:spcAft>
              <a:buNone/>
            </a:pPr>
            <a:endParaRPr lang="en-US" sz="1400" strike="sngStrike" dirty="0">
              <a:solidFill>
                <a:srgbClr val="1D1C1D"/>
              </a:solidFill>
              <a:effectLst/>
              <a:latin typeface="Calibri" panose="020F0502020204030204" pitchFamily="34" charset="0"/>
              <a:cs typeface="Calibri" panose="020F0502020204030204" pitchFamily="34" charset="0"/>
            </a:endParaRPr>
          </a:p>
          <a:p>
            <a:pPr marL="0" lvl="0" indent="0" algn="l" rtl="0">
              <a:spcBef>
                <a:spcPts val="0"/>
              </a:spcBef>
              <a:spcAft>
                <a:spcPts val="0"/>
              </a:spcAft>
              <a:buNone/>
            </a:pPr>
            <a:r>
              <a:rPr lang="en-US" sz="1400" strike="sngStrike" dirty="0">
                <a:solidFill>
                  <a:srgbClr val="1D1C1D"/>
                </a:solidFill>
                <a:effectLst/>
                <a:latin typeface="Calibri" panose="020F0502020204030204" pitchFamily="34" charset="0"/>
                <a:cs typeface="Calibri" panose="020F0502020204030204" pitchFamily="34" charset="0"/>
              </a:rPr>
              <a:t>The first domain is safety.</a:t>
            </a:r>
          </a:p>
          <a:p>
            <a:pPr marL="0" lvl="0" indent="0" algn="l" rtl="0">
              <a:spcBef>
                <a:spcPts val="0"/>
              </a:spcBef>
              <a:spcAft>
                <a:spcPts val="0"/>
              </a:spcAft>
              <a:buNone/>
            </a:pPr>
            <a:endParaRPr lang="en-US" sz="1400" strike="sngStrike" dirty="0">
              <a:solidFill>
                <a:srgbClr val="1D1C1D"/>
              </a:solidFill>
              <a:effectLst/>
              <a:latin typeface="Calibri" panose="020F0502020204030204" pitchFamily="34" charset="0"/>
              <a:cs typeface="Calibri" panose="020F0502020204030204" pitchFamily="34" charset="0"/>
            </a:endParaRPr>
          </a:p>
          <a:p>
            <a:pPr marL="0" lvl="0" indent="0" algn="l" rtl="0">
              <a:spcBef>
                <a:spcPts val="0"/>
              </a:spcBef>
              <a:spcAft>
                <a:spcPts val="0"/>
              </a:spcAft>
              <a:buNone/>
            </a:pPr>
            <a:r>
              <a:rPr lang="en-US" sz="1400" strike="sngStrike" dirty="0">
                <a:solidFill>
                  <a:srgbClr val="1D1C1D"/>
                </a:solidFill>
                <a:effectLst/>
                <a:latin typeface="Calibri" panose="020F0502020204030204" pitchFamily="34" charset="0"/>
                <a:cs typeface="Calibri" panose="020F0502020204030204" pitchFamily="34" charset="0"/>
              </a:rPr>
              <a:t>We're considering here the functional safety of the vehicle occupants and the road users.</a:t>
            </a:r>
          </a:p>
          <a:p>
            <a:pPr marL="0" lvl="0" indent="0" algn="l" rtl="0">
              <a:spcBef>
                <a:spcPts val="0"/>
              </a:spcBef>
              <a:spcAft>
                <a:spcPts val="0"/>
              </a:spcAft>
              <a:buNone/>
            </a:pPr>
            <a:endParaRPr lang="en-US" sz="1400" strike="sngStrike" dirty="0">
              <a:solidFill>
                <a:srgbClr val="1D1C1D"/>
              </a:solidFill>
              <a:effectLst/>
              <a:latin typeface="Calibri" panose="020F0502020204030204" pitchFamily="34" charset="0"/>
              <a:cs typeface="Calibri" panose="020F0502020204030204" pitchFamily="34" charset="0"/>
            </a:endParaRPr>
          </a:p>
          <a:p>
            <a:pPr marL="0" lvl="0" indent="0" algn="l" rtl="0">
              <a:spcBef>
                <a:spcPts val="0"/>
              </a:spcBef>
              <a:spcAft>
                <a:spcPts val="0"/>
              </a:spcAft>
              <a:buNone/>
            </a:pPr>
            <a:r>
              <a:rPr lang="en-US" sz="1400" strike="sngStrike" dirty="0">
                <a:solidFill>
                  <a:srgbClr val="1D1C1D"/>
                </a:solidFill>
                <a:effectLst/>
                <a:latin typeface="Calibri" panose="020F0502020204030204" pitchFamily="34" charset="0"/>
                <a:cs typeface="Calibri" panose="020F0502020204030204" pitchFamily="34" charset="0"/>
              </a:rPr>
              <a:t>&lt;pause&gt;</a:t>
            </a:r>
          </a:p>
          <a:p>
            <a:pPr marL="0" lvl="0" indent="0" algn="l" rtl="0">
              <a:spcBef>
                <a:spcPts val="0"/>
              </a:spcBef>
              <a:spcAft>
                <a:spcPts val="0"/>
              </a:spcAft>
              <a:buNone/>
            </a:pPr>
            <a:endParaRPr lang="en-US" sz="1400" strike="sngStrike" dirty="0">
              <a:solidFill>
                <a:srgbClr val="1D1C1D"/>
              </a:solidFill>
              <a:effectLst/>
              <a:latin typeface="Calibri" panose="020F0502020204030204" pitchFamily="34" charset="0"/>
              <a:cs typeface="Calibri" panose="020F0502020204030204" pitchFamily="34" charset="0"/>
            </a:endParaRPr>
          </a:p>
          <a:p>
            <a:pPr marL="0" lvl="0" indent="0" algn="l" rtl="0">
              <a:spcBef>
                <a:spcPts val="0"/>
              </a:spcBef>
              <a:spcAft>
                <a:spcPts val="0"/>
              </a:spcAft>
              <a:buNone/>
            </a:pPr>
            <a:r>
              <a:rPr lang="en-US" sz="1400" strike="sngStrike" dirty="0">
                <a:solidFill>
                  <a:srgbClr val="1D1C1D"/>
                </a:solidFill>
                <a:effectLst/>
                <a:latin typeface="Calibri" panose="020F0502020204030204" pitchFamily="34" charset="0"/>
                <a:cs typeface="Calibri" panose="020F0502020204030204" pitchFamily="34" charset="0"/>
              </a:rPr>
              <a:t>Our second domain is finance.</a:t>
            </a:r>
          </a:p>
          <a:p>
            <a:pPr marL="0" lvl="0" indent="0" algn="l" rtl="0">
              <a:spcBef>
                <a:spcPts val="0"/>
              </a:spcBef>
              <a:spcAft>
                <a:spcPts val="0"/>
              </a:spcAft>
              <a:buNone/>
            </a:pPr>
            <a:endParaRPr lang="en-US" sz="1400" strike="sngStrike" dirty="0">
              <a:solidFill>
                <a:srgbClr val="1D1C1D"/>
              </a:solidFill>
              <a:effectLst/>
              <a:latin typeface="Calibri" panose="020F0502020204030204" pitchFamily="34" charset="0"/>
              <a:cs typeface="Calibri" panose="020F0502020204030204" pitchFamily="34" charset="0"/>
            </a:endParaRPr>
          </a:p>
          <a:p>
            <a:pPr marL="0" lvl="0" indent="0" algn="l" rtl="0">
              <a:spcBef>
                <a:spcPts val="0"/>
              </a:spcBef>
              <a:spcAft>
                <a:spcPts val="0"/>
              </a:spcAft>
              <a:buNone/>
            </a:pPr>
            <a:r>
              <a:rPr lang="en-US" sz="1400" strike="sngStrike" dirty="0">
                <a:solidFill>
                  <a:srgbClr val="1D1C1D"/>
                </a:solidFill>
                <a:effectLst/>
                <a:latin typeface="Calibri" panose="020F0502020204030204" pitchFamily="34" charset="0"/>
                <a:cs typeface="Calibri" panose="020F0502020204030204" pitchFamily="34" charset="0"/>
              </a:rPr>
              <a:t>How do we prevent fraudulent transactions from taking place via the electronic systems within the vehicle and its connected infrastructure?</a:t>
            </a:r>
          </a:p>
          <a:p>
            <a:pPr marL="0" lvl="0" indent="0" algn="l" rtl="0">
              <a:spcBef>
                <a:spcPts val="0"/>
              </a:spcBef>
              <a:spcAft>
                <a:spcPts val="0"/>
              </a:spcAft>
              <a:buNone/>
            </a:pPr>
            <a:endParaRPr lang="en-US" sz="1400" strike="sngStrike" dirty="0">
              <a:solidFill>
                <a:srgbClr val="1D1C1D"/>
              </a:solidFill>
              <a:effectLst/>
              <a:latin typeface="Calibri" panose="020F0502020204030204" pitchFamily="34" charset="0"/>
              <a:cs typeface="Calibri" panose="020F0502020204030204" pitchFamily="34" charset="0"/>
            </a:endParaRPr>
          </a:p>
          <a:p>
            <a:pPr marL="0" lvl="0" indent="0" algn="l" rtl="0">
              <a:spcBef>
                <a:spcPts val="0"/>
              </a:spcBef>
              <a:spcAft>
                <a:spcPts val="0"/>
              </a:spcAft>
              <a:buNone/>
            </a:pPr>
            <a:r>
              <a:rPr lang="en-US" sz="1400" strike="sngStrike" dirty="0">
                <a:solidFill>
                  <a:srgbClr val="1D1C1D"/>
                </a:solidFill>
                <a:effectLst/>
                <a:latin typeface="Calibri" panose="020F0502020204030204" pitchFamily="34" charset="0"/>
                <a:cs typeface="Calibri" panose="020F0502020204030204" pitchFamily="34" charset="0"/>
              </a:rPr>
              <a:t>And how do we prevent the vehicle itself from being stolen?</a:t>
            </a:r>
          </a:p>
          <a:p>
            <a:pPr marL="0" lvl="0" indent="0" algn="l" rtl="0">
              <a:spcBef>
                <a:spcPts val="0"/>
              </a:spcBef>
              <a:spcAft>
                <a:spcPts val="0"/>
              </a:spcAft>
              <a:buNone/>
            </a:pPr>
            <a:endParaRPr lang="en-US" sz="1400" strike="sngStrike" dirty="0">
              <a:solidFill>
                <a:srgbClr val="1D1C1D"/>
              </a:solidFill>
              <a:effectLst/>
              <a:latin typeface="Calibri" panose="020F0502020204030204" pitchFamily="34" charset="0"/>
              <a:cs typeface="Calibri" panose="020F0502020204030204" pitchFamily="34" charset="0"/>
            </a:endParaRPr>
          </a:p>
          <a:p>
            <a:pPr marL="0" lvl="0" indent="0" algn="l" rtl="0">
              <a:spcBef>
                <a:spcPts val="0"/>
              </a:spcBef>
              <a:spcAft>
                <a:spcPts val="0"/>
              </a:spcAft>
              <a:buNone/>
            </a:pPr>
            <a:r>
              <a:rPr lang="en-US" sz="1400" strike="sngStrike" dirty="0">
                <a:solidFill>
                  <a:srgbClr val="1D1C1D"/>
                </a:solidFill>
                <a:effectLst/>
                <a:latin typeface="Calibri" panose="020F0502020204030204" pitchFamily="34" charset="0"/>
                <a:cs typeface="Calibri" panose="020F0502020204030204" pitchFamily="34" charset="0"/>
              </a:rPr>
              <a:t>&lt;pause&gt;</a:t>
            </a:r>
          </a:p>
          <a:p>
            <a:pPr marL="0" lvl="0" indent="0" algn="l" rtl="0">
              <a:spcBef>
                <a:spcPts val="0"/>
              </a:spcBef>
              <a:spcAft>
                <a:spcPts val="0"/>
              </a:spcAft>
              <a:buNone/>
            </a:pPr>
            <a:endParaRPr lang="en-US" sz="1400" strike="sngStrike" dirty="0">
              <a:solidFill>
                <a:srgbClr val="1D1C1D"/>
              </a:solidFill>
              <a:effectLst/>
              <a:latin typeface="Calibri" panose="020F0502020204030204" pitchFamily="34" charset="0"/>
              <a:cs typeface="Calibri" panose="020F0502020204030204" pitchFamily="34" charset="0"/>
            </a:endParaRPr>
          </a:p>
          <a:p>
            <a:pPr marL="0" lvl="0" indent="0" algn="l" rtl="0">
              <a:spcBef>
                <a:spcPts val="0"/>
              </a:spcBef>
              <a:spcAft>
                <a:spcPts val="0"/>
              </a:spcAft>
              <a:buNone/>
            </a:pPr>
            <a:r>
              <a:rPr lang="en-US" sz="1400" dirty="0">
                <a:solidFill>
                  <a:srgbClr val="1D1C1D"/>
                </a:solidFill>
                <a:effectLst/>
                <a:latin typeface="Calibri" panose="020F0502020204030204" pitchFamily="34" charset="0"/>
                <a:cs typeface="Calibri" panose="020F0502020204030204" pitchFamily="34" charset="0"/>
              </a:rPr>
              <a:t>The third domain is privacy.</a:t>
            </a:r>
          </a:p>
          <a:p>
            <a:pPr marL="0" lvl="0" indent="0" algn="l" rtl="0">
              <a:spcBef>
                <a:spcPts val="0"/>
              </a:spcBef>
              <a:spcAft>
                <a:spcPts val="0"/>
              </a:spcAft>
              <a:buNone/>
            </a:pPr>
            <a:endParaRPr lang="en-US" sz="1400" dirty="0">
              <a:solidFill>
                <a:srgbClr val="1D1C1D"/>
              </a:solidFill>
              <a:effectLst/>
              <a:latin typeface="Calibri" panose="020F0502020204030204" pitchFamily="34" charset="0"/>
              <a:cs typeface="Calibri" panose="020F0502020204030204" pitchFamily="34" charset="0"/>
            </a:endParaRPr>
          </a:p>
          <a:p>
            <a:pPr marL="0" lvl="0" indent="0" algn="l" rtl="0">
              <a:spcBef>
                <a:spcPts val="0"/>
              </a:spcBef>
              <a:spcAft>
                <a:spcPts val="0"/>
              </a:spcAft>
              <a:buNone/>
            </a:pPr>
            <a:r>
              <a:rPr lang="en-US" sz="1400" dirty="0">
                <a:solidFill>
                  <a:srgbClr val="1D1C1D"/>
                </a:solidFill>
                <a:effectLst/>
                <a:latin typeface="Calibri" panose="020F0502020204030204" pitchFamily="34" charset="0"/>
                <a:cs typeface="Calibri" panose="020F0502020204030204" pitchFamily="34" charset="0"/>
              </a:rPr>
              <a:t>The focus is on the privacy of both the vehicle users and the IP of the OEM and suppliers.</a:t>
            </a:r>
          </a:p>
          <a:p>
            <a:pPr marL="0" lvl="0" indent="0" algn="l" rtl="0">
              <a:spcBef>
                <a:spcPts val="0"/>
              </a:spcBef>
              <a:spcAft>
                <a:spcPts val="0"/>
              </a:spcAft>
              <a:buNone/>
            </a:pPr>
            <a:endParaRPr lang="en-US" sz="1400" dirty="0">
              <a:solidFill>
                <a:srgbClr val="1D1C1D"/>
              </a:solidFill>
              <a:effectLst/>
              <a:latin typeface="Calibri" panose="020F0502020204030204" pitchFamily="34" charset="0"/>
              <a:cs typeface="Calibri" panose="020F0502020204030204" pitchFamily="34" charset="0"/>
            </a:endParaRPr>
          </a:p>
          <a:p>
            <a:pPr marL="0" lvl="0" indent="0" algn="l" rtl="0">
              <a:spcBef>
                <a:spcPts val="0"/>
              </a:spcBef>
              <a:spcAft>
                <a:spcPts val="0"/>
              </a:spcAft>
              <a:buNone/>
            </a:pPr>
            <a:r>
              <a:rPr lang="en-US" sz="1400" dirty="0">
                <a:solidFill>
                  <a:srgbClr val="1D1C1D"/>
                </a:solidFill>
                <a:effectLst/>
                <a:latin typeface="Calibri" panose="020F0502020204030204" pitchFamily="34" charset="0"/>
                <a:cs typeface="Calibri" panose="020F0502020204030204" pitchFamily="34" charset="0"/>
              </a:rPr>
              <a:t>This gets down to things like the code that's running in the vehicle or the data stores that are being held in the vehicle.</a:t>
            </a:r>
          </a:p>
          <a:p>
            <a:pPr marL="0" lvl="0" indent="0" algn="l" rtl="0">
              <a:spcBef>
                <a:spcPts val="0"/>
              </a:spcBef>
              <a:spcAft>
                <a:spcPts val="0"/>
              </a:spcAft>
              <a:buNone/>
            </a:pPr>
            <a:endParaRPr lang="en-US" sz="1400" dirty="0">
              <a:solidFill>
                <a:srgbClr val="1D1C1D"/>
              </a:solidFill>
              <a:effectLst/>
              <a:latin typeface="Calibri" panose="020F0502020204030204" pitchFamily="34" charset="0"/>
              <a:cs typeface="Calibri" panose="020F0502020204030204" pitchFamily="34" charset="0"/>
            </a:endParaRPr>
          </a:p>
          <a:p>
            <a:pPr marL="0" lvl="0" indent="0" algn="l" rtl="0">
              <a:spcBef>
                <a:spcPts val="0"/>
              </a:spcBef>
              <a:spcAft>
                <a:spcPts val="0"/>
              </a:spcAft>
              <a:buNone/>
            </a:pPr>
            <a:r>
              <a:rPr lang="en-US" sz="1400" dirty="0">
                <a:solidFill>
                  <a:srgbClr val="1D1C1D"/>
                </a:solidFill>
                <a:effectLst/>
                <a:latin typeface="Calibri" panose="020F0502020204030204" pitchFamily="34" charset="0"/>
                <a:cs typeface="Calibri" panose="020F0502020204030204" pitchFamily="34" charset="0"/>
              </a:rPr>
              <a:t>&lt;pause&gt;</a:t>
            </a:r>
          </a:p>
          <a:p>
            <a:pPr marL="0" lvl="0" indent="0" algn="l" rtl="0">
              <a:spcBef>
                <a:spcPts val="0"/>
              </a:spcBef>
              <a:spcAft>
                <a:spcPts val="0"/>
              </a:spcAft>
              <a:buNone/>
            </a:pPr>
            <a:endParaRPr lang="en-US" sz="1400" dirty="0">
              <a:solidFill>
                <a:srgbClr val="1D1C1D"/>
              </a:solidFill>
              <a:effectLst/>
              <a:latin typeface="Calibri" panose="020F0502020204030204" pitchFamily="34" charset="0"/>
              <a:cs typeface="Calibri" panose="020F0502020204030204" pitchFamily="34" charset="0"/>
            </a:endParaRPr>
          </a:p>
          <a:p>
            <a:pPr marL="0" lvl="0" indent="0" algn="l" rtl="0">
              <a:spcBef>
                <a:spcPts val="0"/>
              </a:spcBef>
              <a:spcAft>
                <a:spcPts val="0"/>
              </a:spcAft>
              <a:buNone/>
            </a:pPr>
            <a:r>
              <a:rPr lang="en-US" sz="1400" dirty="0">
                <a:solidFill>
                  <a:srgbClr val="1D1C1D"/>
                </a:solidFill>
                <a:effectLst/>
                <a:latin typeface="Calibri" panose="020F0502020204030204" pitchFamily="34" charset="0"/>
                <a:cs typeface="Calibri" panose="020F0502020204030204" pitchFamily="34" charset="0"/>
              </a:rPr>
              <a:t>And our fourth area is that of operation.</a:t>
            </a:r>
          </a:p>
          <a:p>
            <a:pPr marL="0" lvl="0" indent="0" algn="l" rtl="0">
              <a:spcBef>
                <a:spcPts val="0"/>
              </a:spcBef>
              <a:spcAft>
                <a:spcPts val="0"/>
              </a:spcAft>
              <a:buNone/>
            </a:pPr>
            <a:endParaRPr lang="en-US" sz="1400" dirty="0">
              <a:solidFill>
                <a:srgbClr val="1D1C1D"/>
              </a:solidFill>
              <a:effectLst/>
              <a:latin typeface="Calibri" panose="020F0502020204030204" pitchFamily="34" charset="0"/>
              <a:cs typeface="Calibri" panose="020F0502020204030204" pitchFamily="34" charset="0"/>
            </a:endParaRPr>
          </a:p>
          <a:p>
            <a:pPr marL="0" lvl="0" indent="0" algn="l" rtl="0">
              <a:spcBef>
                <a:spcPts val="0"/>
              </a:spcBef>
              <a:spcAft>
                <a:spcPts val="0"/>
              </a:spcAft>
              <a:buNone/>
            </a:pPr>
            <a:r>
              <a:rPr lang="en-US" sz="1400" dirty="0">
                <a:solidFill>
                  <a:srgbClr val="1D1C1D"/>
                </a:solidFill>
                <a:effectLst/>
                <a:latin typeface="Calibri" panose="020F0502020204030204" pitchFamily="34" charset="0"/>
                <a:cs typeface="Calibri" panose="020F0502020204030204" pitchFamily="34" charset="0"/>
              </a:rPr>
              <a:t>The concern is the operational performance of the vehicle and things which can perturb that operational performance.</a:t>
            </a:r>
          </a:p>
          <a:p>
            <a:pPr marL="0" lvl="0" indent="0" algn="l" rtl="0">
              <a:spcBef>
                <a:spcPts val="0"/>
              </a:spcBef>
              <a:spcAft>
                <a:spcPts val="0"/>
              </a:spcAft>
              <a:buNone/>
            </a:pPr>
            <a:endParaRPr lang="en-US" sz="1400" dirty="0">
              <a:solidFill>
                <a:srgbClr val="1D1C1D"/>
              </a:solidFill>
              <a:effectLst/>
              <a:latin typeface="Calibri" panose="020F0502020204030204" pitchFamily="34" charset="0"/>
              <a:cs typeface="Calibri" panose="020F0502020204030204" pitchFamily="34" charset="0"/>
            </a:endParaRPr>
          </a:p>
          <a:p>
            <a:pPr marL="0" lvl="0" indent="0" algn="l" rtl="0">
              <a:spcBef>
                <a:spcPts val="0"/>
              </a:spcBef>
              <a:spcAft>
                <a:spcPts val="0"/>
              </a:spcAft>
              <a:buNone/>
            </a:pPr>
            <a:r>
              <a:rPr lang="en-US" sz="1400" dirty="0">
                <a:solidFill>
                  <a:srgbClr val="1D1C1D"/>
                </a:solidFill>
                <a:effectLst/>
                <a:latin typeface="Calibri" panose="020F0502020204030204" pitchFamily="34" charset="0"/>
                <a:cs typeface="Calibri" panose="020F0502020204030204" pitchFamily="34" charset="0"/>
              </a:rPr>
              <a:t>&lt;pause&gt;</a:t>
            </a:r>
          </a:p>
          <a:p>
            <a:pPr marL="0" lvl="0" indent="0" algn="l" rtl="0">
              <a:spcBef>
                <a:spcPts val="0"/>
              </a:spcBef>
              <a:spcAft>
                <a:spcPts val="0"/>
              </a:spcAft>
              <a:buNone/>
            </a:pPr>
            <a:endParaRPr lang="en-US" sz="1400" dirty="0">
              <a:solidFill>
                <a:srgbClr val="1D1C1D"/>
              </a:solidFill>
              <a:effectLst/>
              <a:latin typeface="Calibri" panose="020F0502020204030204" pitchFamily="34" charset="0"/>
              <a:cs typeface="Calibri" panose="020F0502020204030204" pitchFamily="34" charset="0"/>
            </a:endParaRPr>
          </a:p>
          <a:p>
            <a:pPr marL="0" lvl="0" indent="0" algn="l" rtl="0">
              <a:spcBef>
                <a:spcPts val="0"/>
              </a:spcBef>
              <a:spcAft>
                <a:spcPts val="0"/>
              </a:spcAft>
              <a:buNone/>
            </a:pPr>
            <a:r>
              <a:rPr lang="en-US" sz="1400" dirty="0">
                <a:solidFill>
                  <a:srgbClr val="1D1C1D"/>
                </a:solidFill>
                <a:effectLst/>
                <a:latin typeface="Calibri" panose="020F0502020204030204" pitchFamily="34" charset="0"/>
                <a:cs typeface="Calibri" panose="020F0502020204030204" pitchFamily="34" charset="0"/>
              </a:rPr>
              <a:t>Together all of these domains of risk have to be considered for any threat candidate.</a:t>
            </a:r>
          </a:p>
          <a:p>
            <a:pPr marL="0" lvl="0" indent="0" algn="l" rtl="0">
              <a:spcBef>
                <a:spcPts val="0"/>
              </a:spcBef>
              <a:spcAft>
                <a:spcPts val="0"/>
              </a:spcAft>
              <a:buNone/>
            </a:pPr>
            <a:endParaRPr lang="en-US" sz="1400" dirty="0">
              <a:solidFill>
                <a:srgbClr val="1D1C1D"/>
              </a:solidFill>
              <a:effectLst/>
              <a:latin typeface="Calibri" panose="020F0502020204030204" pitchFamily="34" charset="0"/>
              <a:cs typeface="Calibri" panose="020F0502020204030204" pitchFamily="34" charset="0"/>
            </a:endParaRPr>
          </a:p>
          <a:p>
            <a:pPr marL="0" lvl="0" indent="0" algn="l" rtl="0">
              <a:spcBef>
                <a:spcPts val="0"/>
              </a:spcBef>
              <a:spcAft>
                <a:spcPts val="0"/>
              </a:spcAft>
              <a:buNone/>
            </a:pPr>
            <a:r>
              <a:rPr lang="en-US" sz="1400" dirty="0">
                <a:solidFill>
                  <a:srgbClr val="1D1C1D"/>
                </a:solidFill>
                <a:effectLst/>
                <a:latin typeface="Calibri" panose="020F0502020204030204" pitchFamily="34" charset="0"/>
                <a:cs typeface="Calibri" panose="020F0502020204030204" pitchFamily="34" charset="0"/>
              </a:rPr>
              <a:t>That's wonderful. Now we have four risk domains instead of just one.</a:t>
            </a:r>
          </a:p>
          <a:p>
            <a:pPr marL="0" lvl="0" indent="0" algn="l" rtl="0">
              <a:spcBef>
                <a:spcPts val="0"/>
              </a:spcBef>
              <a:spcAft>
                <a:spcPts val="0"/>
              </a:spcAft>
              <a:buNone/>
            </a:pPr>
            <a:endParaRPr lang="en-US" sz="1400" dirty="0">
              <a:solidFill>
                <a:srgbClr val="1D1C1D"/>
              </a:solidFill>
              <a:effectLst/>
              <a:latin typeface="Calibri" panose="020F0502020204030204" pitchFamily="34" charset="0"/>
              <a:cs typeface="Calibri" panose="020F0502020204030204" pitchFamily="34" charset="0"/>
            </a:endParaRPr>
          </a:p>
          <a:p>
            <a:pPr marL="0" lvl="0" indent="0" algn="l" rtl="0">
              <a:spcBef>
                <a:spcPts val="0"/>
              </a:spcBef>
              <a:spcAft>
                <a:spcPts val="0"/>
              </a:spcAft>
              <a:buNone/>
            </a:pPr>
            <a:r>
              <a:rPr lang="en-US" sz="1400" dirty="0">
                <a:solidFill>
                  <a:srgbClr val="1D1C1D"/>
                </a:solidFill>
                <a:effectLst/>
                <a:latin typeface="Calibri" panose="020F0502020204030204" pitchFamily="34" charset="0"/>
                <a:cs typeface="Calibri" panose="020F0502020204030204" pitchFamily="34" charset="0"/>
              </a:rPr>
              <a:t>How do we deal with that?</a:t>
            </a:r>
          </a:p>
          <a:p>
            <a:pPr marL="0" lvl="0" indent="0" algn="l" rtl="0">
              <a:spcBef>
                <a:spcPts val="0"/>
              </a:spcBef>
              <a:spcAft>
                <a:spcPts val="0"/>
              </a:spcAft>
              <a:buNone/>
            </a:pPr>
            <a:endParaRPr lang="en-US" sz="1400" dirty="0">
              <a:latin typeface="Calibri" panose="020F0502020204030204" pitchFamily="34" charset="0"/>
              <a:cs typeface="Calibri" panose="020F0502020204030204" pitchFamily="34" charset="0"/>
            </a:endParaRPr>
          </a:p>
        </p:txBody>
      </p:sp>
    </p:spTree>
    <p:extLst>
      <p:ext uri="{BB962C8B-B14F-4D97-AF65-F5344CB8AC3E}">
        <p14:creationId xmlns:p14="http://schemas.microsoft.com/office/powerpoint/2010/main" val="2010536135"/>
      </p:ext>
    </p:extLst>
  </p:cSld>
  <p:clrMapOvr>
    <a:masterClrMapping/>
  </p:clrMapOvr>
</p:notes>
</file>

<file path=ppt/notesSlides/notesSlide53.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1195"/>
        <p:cNvGrpSpPr/>
        <p:nvPr/>
      </p:nvGrpSpPr>
      <p:grpSpPr>
        <a:xfrm>
          <a:off x="0" y="0"/>
          <a:ext cx="0" cy="0"/>
          <a:chOff x="0" y="0"/>
          <a:chExt cx="0" cy="0"/>
        </a:xfrm>
      </p:grpSpPr>
      <p:sp>
        <p:nvSpPr>
          <p:cNvPr id="1196" name="Google Shape;1196;g9ac6590046_0_272:notes"/>
          <p:cNvSpPr>
            <a:spLocks noGrp="1" noRot="1" noChangeAspect="1"/>
          </p:cNvSpPr>
          <p:nvPr>
            <p:ph type="sldImg" idx="2"/>
          </p:nvPr>
        </p:nvSpPr>
        <p:spPr>
          <a:xfrm>
            <a:off x="382588" y="685800"/>
            <a:ext cx="6094412" cy="3429000"/>
          </a:xfrm>
          <a:custGeom>
            <a:avLst/>
            <a:gdLst/>
            <a:ahLst/>
            <a:cxnLst/>
            <a:rect l="l" t="t" r="r" b="b"/>
            <a:pathLst>
              <a:path w="120000" h="120000" extrusionOk="0">
                <a:moveTo>
                  <a:pt x="0" y="0"/>
                </a:moveTo>
                <a:lnTo>
                  <a:pt x="120000" y="0"/>
                </a:lnTo>
                <a:lnTo>
                  <a:pt x="120000" y="120000"/>
                </a:lnTo>
                <a:lnTo>
                  <a:pt x="0" y="120000"/>
                </a:lnTo>
                <a:close/>
              </a:path>
            </a:pathLst>
          </a:custGeom>
        </p:spPr>
      </p:sp>
      <p:sp>
        <p:nvSpPr>
          <p:cNvPr id="1197" name="Google Shape;1197;g9ac6590046_0_272:notes"/>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r>
              <a:rPr lang="en-US" sz="1400" dirty="0">
                <a:latin typeface="Calibri" panose="020F0502020204030204" pitchFamily="34" charset="0"/>
                <a:cs typeface="Calibri" panose="020F0502020204030204" pitchFamily="34" charset="0"/>
              </a:rPr>
              <a:t>Script:</a:t>
            </a:r>
          </a:p>
          <a:p>
            <a:pPr marL="0" lvl="0" indent="0" algn="l" rtl="0">
              <a:spcBef>
                <a:spcPts val="0"/>
              </a:spcBef>
              <a:spcAft>
                <a:spcPts val="0"/>
              </a:spcAft>
              <a:buNone/>
            </a:pPr>
            <a:endParaRPr lang="en-US" sz="1400" dirty="0">
              <a:solidFill>
                <a:srgbClr val="1D1C1D"/>
              </a:solidFill>
              <a:effectLst/>
              <a:latin typeface="Calibri" panose="020F0502020204030204" pitchFamily="34" charset="0"/>
              <a:cs typeface="Calibri" panose="020F0502020204030204" pitchFamily="34" charset="0"/>
            </a:endParaRPr>
          </a:p>
          <a:p>
            <a:pPr marL="0" lvl="0" indent="0" algn="l" rtl="0">
              <a:spcBef>
                <a:spcPts val="0"/>
              </a:spcBef>
              <a:spcAft>
                <a:spcPts val="0"/>
              </a:spcAft>
              <a:buNone/>
            </a:pPr>
            <a:r>
              <a:rPr lang="en-US" sz="1400" strike="sngStrike" dirty="0">
                <a:solidFill>
                  <a:srgbClr val="1D1C1D"/>
                </a:solidFill>
                <a:effectLst/>
                <a:latin typeface="Calibri" panose="020F0502020204030204" pitchFamily="34" charset="0"/>
                <a:cs typeface="Calibri" panose="020F0502020204030204" pitchFamily="34" charset="0"/>
              </a:rPr>
              <a:t>Typically, when we think about risk in safety-critical systems, we're thinking about safety risk, but in reality, there are multiple domains of risk.</a:t>
            </a:r>
          </a:p>
          <a:p>
            <a:pPr marL="0" lvl="0" indent="0" algn="l" rtl="0">
              <a:spcBef>
                <a:spcPts val="0"/>
              </a:spcBef>
              <a:spcAft>
                <a:spcPts val="0"/>
              </a:spcAft>
              <a:buNone/>
            </a:pPr>
            <a:endParaRPr lang="en-US" sz="1400" strike="sngStrike" dirty="0">
              <a:solidFill>
                <a:srgbClr val="1D1C1D"/>
              </a:solidFill>
              <a:effectLst/>
              <a:latin typeface="Calibri" panose="020F0502020204030204" pitchFamily="34" charset="0"/>
              <a:cs typeface="Calibri" panose="020F0502020204030204" pitchFamily="34" charset="0"/>
            </a:endParaRPr>
          </a:p>
          <a:p>
            <a:pPr marL="0" lvl="0" indent="0" algn="l" rtl="0">
              <a:spcBef>
                <a:spcPts val="0"/>
              </a:spcBef>
              <a:spcAft>
                <a:spcPts val="0"/>
              </a:spcAft>
              <a:buNone/>
            </a:pPr>
            <a:r>
              <a:rPr lang="en-US" sz="1400" strike="sngStrike" dirty="0">
                <a:solidFill>
                  <a:srgbClr val="1D1C1D"/>
                </a:solidFill>
                <a:effectLst/>
                <a:latin typeface="Calibri" panose="020F0502020204030204" pitchFamily="34" charset="0"/>
                <a:cs typeface="Calibri" panose="020F0502020204030204" pitchFamily="34" charset="0"/>
              </a:rPr>
              <a:t>&lt;pause&gt;</a:t>
            </a:r>
          </a:p>
          <a:p>
            <a:pPr marL="0" lvl="0" indent="0" algn="l" rtl="0">
              <a:spcBef>
                <a:spcPts val="0"/>
              </a:spcBef>
              <a:spcAft>
                <a:spcPts val="0"/>
              </a:spcAft>
              <a:buNone/>
            </a:pPr>
            <a:endParaRPr lang="en-US" sz="1400" strike="sngStrike" dirty="0">
              <a:solidFill>
                <a:srgbClr val="1D1C1D"/>
              </a:solidFill>
              <a:effectLst/>
              <a:latin typeface="Calibri" panose="020F0502020204030204" pitchFamily="34" charset="0"/>
              <a:cs typeface="Calibri" panose="020F0502020204030204" pitchFamily="34" charset="0"/>
            </a:endParaRPr>
          </a:p>
          <a:p>
            <a:pPr marL="0" lvl="0" indent="0" algn="l" rtl="0">
              <a:spcBef>
                <a:spcPts val="0"/>
              </a:spcBef>
              <a:spcAft>
                <a:spcPts val="0"/>
              </a:spcAft>
              <a:buNone/>
            </a:pPr>
            <a:r>
              <a:rPr lang="en-US" sz="1400" strike="sngStrike" dirty="0">
                <a:solidFill>
                  <a:srgbClr val="1D1C1D"/>
                </a:solidFill>
                <a:effectLst/>
                <a:latin typeface="Calibri" panose="020F0502020204030204" pitchFamily="34" charset="0"/>
                <a:cs typeface="Calibri" panose="020F0502020204030204" pitchFamily="34" charset="0"/>
              </a:rPr>
              <a:t>So, let’s look at four of those domains which are specified in </a:t>
            </a:r>
            <a:r>
              <a:rPr lang="en-US" sz="1400" b="1" strike="sngStrike" dirty="0">
                <a:solidFill>
                  <a:srgbClr val="1D1C1D"/>
                </a:solidFill>
                <a:effectLst/>
                <a:latin typeface="Calibri" panose="020F0502020204030204" pitchFamily="34" charset="0"/>
                <a:cs typeface="Calibri" panose="020F0502020204030204" pitchFamily="34" charset="0"/>
              </a:rPr>
              <a:t>EVITA D2.3 security requirements for automotive onboard network based on dark side scenarios</a:t>
            </a:r>
          </a:p>
          <a:p>
            <a:pPr marL="0" lvl="0" indent="0" algn="l" rtl="0">
              <a:spcBef>
                <a:spcPts val="0"/>
              </a:spcBef>
              <a:spcAft>
                <a:spcPts val="0"/>
              </a:spcAft>
              <a:buNone/>
            </a:pPr>
            <a:endParaRPr lang="en-US" sz="1400" b="1" strike="sngStrike" dirty="0">
              <a:solidFill>
                <a:srgbClr val="1D1C1D"/>
              </a:solidFill>
              <a:effectLst/>
              <a:latin typeface="Calibri" panose="020F0502020204030204" pitchFamily="34" charset="0"/>
              <a:cs typeface="Calibri" panose="020F0502020204030204" pitchFamily="34" charset="0"/>
            </a:endParaRPr>
          </a:p>
          <a:p>
            <a:pPr marL="0" lvl="0" indent="0" algn="l" rtl="0">
              <a:spcBef>
                <a:spcPts val="0"/>
              </a:spcBef>
              <a:spcAft>
                <a:spcPts val="0"/>
              </a:spcAft>
              <a:buNone/>
            </a:pPr>
            <a:r>
              <a:rPr lang="en-US" sz="1400" strike="sngStrike" dirty="0">
                <a:solidFill>
                  <a:srgbClr val="1D1C1D"/>
                </a:solidFill>
                <a:effectLst/>
                <a:latin typeface="Calibri" panose="020F0502020204030204" pitchFamily="34" charset="0"/>
                <a:cs typeface="Calibri" panose="020F0502020204030204" pitchFamily="34" charset="0"/>
              </a:rPr>
              <a:t>and talk about each domain and how we’ll address them collectively in the context of threat prioritization.</a:t>
            </a:r>
          </a:p>
          <a:p>
            <a:pPr marL="0" lvl="0" indent="0" algn="l" rtl="0">
              <a:spcBef>
                <a:spcPts val="0"/>
              </a:spcBef>
              <a:spcAft>
                <a:spcPts val="0"/>
              </a:spcAft>
              <a:buNone/>
            </a:pPr>
            <a:endParaRPr lang="en-US" sz="1400" strike="sngStrike" dirty="0">
              <a:solidFill>
                <a:srgbClr val="1D1C1D"/>
              </a:solidFill>
              <a:effectLst/>
              <a:latin typeface="Calibri" panose="020F0502020204030204" pitchFamily="34" charset="0"/>
              <a:cs typeface="Calibri" panose="020F0502020204030204" pitchFamily="34" charset="0"/>
            </a:endParaRPr>
          </a:p>
          <a:p>
            <a:pPr marL="0" lvl="0" indent="0" algn="l" rtl="0">
              <a:spcBef>
                <a:spcPts val="0"/>
              </a:spcBef>
              <a:spcAft>
                <a:spcPts val="0"/>
              </a:spcAft>
              <a:buNone/>
            </a:pPr>
            <a:r>
              <a:rPr lang="en-US" sz="1400" strike="sngStrike" dirty="0">
                <a:solidFill>
                  <a:srgbClr val="1D1C1D"/>
                </a:solidFill>
                <a:effectLst/>
                <a:latin typeface="Calibri" panose="020F0502020204030204" pitchFamily="34" charset="0"/>
                <a:cs typeface="Calibri" panose="020F0502020204030204" pitchFamily="34" charset="0"/>
              </a:rPr>
              <a:t>&lt;pause&gt;</a:t>
            </a:r>
          </a:p>
          <a:p>
            <a:pPr marL="0" lvl="0" indent="0" algn="l" rtl="0">
              <a:spcBef>
                <a:spcPts val="0"/>
              </a:spcBef>
              <a:spcAft>
                <a:spcPts val="0"/>
              </a:spcAft>
              <a:buNone/>
            </a:pPr>
            <a:endParaRPr lang="en-US" sz="1400" strike="sngStrike" dirty="0">
              <a:solidFill>
                <a:srgbClr val="1D1C1D"/>
              </a:solidFill>
              <a:effectLst/>
              <a:latin typeface="Calibri" panose="020F0502020204030204" pitchFamily="34" charset="0"/>
              <a:cs typeface="Calibri" panose="020F0502020204030204" pitchFamily="34" charset="0"/>
            </a:endParaRPr>
          </a:p>
          <a:p>
            <a:pPr marL="0" lvl="0" indent="0" algn="l" rtl="0">
              <a:spcBef>
                <a:spcPts val="0"/>
              </a:spcBef>
              <a:spcAft>
                <a:spcPts val="0"/>
              </a:spcAft>
              <a:buNone/>
            </a:pPr>
            <a:r>
              <a:rPr lang="en-US" sz="1400" strike="sngStrike" dirty="0">
                <a:solidFill>
                  <a:srgbClr val="1D1C1D"/>
                </a:solidFill>
                <a:effectLst/>
                <a:latin typeface="Calibri" panose="020F0502020204030204" pitchFamily="34" charset="0"/>
                <a:cs typeface="Calibri" panose="020F0502020204030204" pitchFamily="34" charset="0"/>
              </a:rPr>
              <a:t>The first domain is safety.</a:t>
            </a:r>
          </a:p>
          <a:p>
            <a:pPr marL="0" lvl="0" indent="0" algn="l" rtl="0">
              <a:spcBef>
                <a:spcPts val="0"/>
              </a:spcBef>
              <a:spcAft>
                <a:spcPts val="0"/>
              </a:spcAft>
              <a:buNone/>
            </a:pPr>
            <a:endParaRPr lang="en-US" sz="1400" strike="sngStrike" dirty="0">
              <a:solidFill>
                <a:srgbClr val="1D1C1D"/>
              </a:solidFill>
              <a:effectLst/>
              <a:latin typeface="Calibri" panose="020F0502020204030204" pitchFamily="34" charset="0"/>
              <a:cs typeface="Calibri" panose="020F0502020204030204" pitchFamily="34" charset="0"/>
            </a:endParaRPr>
          </a:p>
          <a:p>
            <a:pPr marL="0" lvl="0" indent="0" algn="l" rtl="0">
              <a:spcBef>
                <a:spcPts val="0"/>
              </a:spcBef>
              <a:spcAft>
                <a:spcPts val="0"/>
              </a:spcAft>
              <a:buNone/>
            </a:pPr>
            <a:r>
              <a:rPr lang="en-US" sz="1400" strike="sngStrike" dirty="0">
                <a:solidFill>
                  <a:srgbClr val="1D1C1D"/>
                </a:solidFill>
                <a:effectLst/>
                <a:latin typeface="Calibri" panose="020F0502020204030204" pitchFamily="34" charset="0"/>
                <a:cs typeface="Calibri" panose="020F0502020204030204" pitchFamily="34" charset="0"/>
              </a:rPr>
              <a:t>We're considering here the functional safety of the vehicle occupants and the road users.</a:t>
            </a:r>
          </a:p>
          <a:p>
            <a:pPr marL="0" lvl="0" indent="0" algn="l" rtl="0">
              <a:spcBef>
                <a:spcPts val="0"/>
              </a:spcBef>
              <a:spcAft>
                <a:spcPts val="0"/>
              </a:spcAft>
              <a:buNone/>
            </a:pPr>
            <a:endParaRPr lang="en-US" sz="1400" strike="sngStrike" dirty="0">
              <a:solidFill>
                <a:srgbClr val="1D1C1D"/>
              </a:solidFill>
              <a:effectLst/>
              <a:latin typeface="Calibri" panose="020F0502020204030204" pitchFamily="34" charset="0"/>
              <a:cs typeface="Calibri" panose="020F0502020204030204" pitchFamily="34" charset="0"/>
            </a:endParaRPr>
          </a:p>
          <a:p>
            <a:pPr marL="0" lvl="0" indent="0" algn="l" rtl="0">
              <a:spcBef>
                <a:spcPts val="0"/>
              </a:spcBef>
              <a:spcAft>
                <a:spcPts val="0"/>
              </a:spcAft>
              <a:buNone/>
            </a:pPr>
            <a:r>
              <a:rPr lang="en-US" sz="1400" strike="sngStrike" dirty="0">
                <a:solidFill>
                  <a:srgbClr val="1D1C1D"/>
                </a:solidFill>
                <a:effectLst/>
                <a:latin typeface="Calibri" panose="020F0502020204030204" pitchFamily="34" charset="0"/>
                <a:cs typeface="Calibri" panose="020F0502020204030204" pitchFamily="34" charset="0"/>
              </a:rPr>
              <a:t>&lt;pause&gt;</a:t>
            </a:r>
          </a:p>
          <a:p>
            <a:pPr marL="0" lvl="0" indent="0" algn="l" rtl="0">
              <a:spcBef>
                <a:spcPts val="0"/>
              </a:spcBef>
              <a:spcAft>
                <a:spcPts val="0"/>
              </a:spcAft>
              <a:buNone/>
            </a:pPr>
            <a:endParaRPr lang="en-US" sz="1400" strike="sngStrike" dirty="0">
              <a:solidFill>
                <a:srgbClr val="1D1C1D"/>
              </a:solidFill>
              <a:effectLst/>
              <a:latin typeface="Calibri" panose="020F0502020204030204" pitchFamily="34" charset="0"/>
              <a:cs typeface="Calibri" panose="020F0502020204030204" pitchFamily="34" charset="0"/>
            </a:endParaRPr>
          </a:p>
          <a:p>
            <a:pPr marL="0" lvl="0" indent="0" algn="l" rtl="0">
              <a:spcBef>
                <a:spcPts val="0"/>
              </a:spcBef>
              <a:spcAft>
                <a:spcPts val="0"/>
              </a:spcAft>
              <a:buNone/>
            </a:pPr>
            <a:r>
              <a:rPr lang="en-US" sz="1400" strike="sngStrike" dirty="0">
                <a:solidFill>
                  <a:srgbClr val="1D1C1D"/>
                </a:solidFill>
                <a:effectLst/>
                <a:latin typeface="Calibri" panose="020F0502020204030204" pitchFamily="34" charset="0"/>
                <a:cs typeface="Calibri" panose="020F0502020204030204" pitchFamily="34" charset="0"/>
              </a:rPr>
              <a:t>Our second domain is finance.</a:t>
            </a:r>
          </a:p>
          <a:p>
            <a:pPr marL="0" lvl="0" indent="0" algn="l" rtl="0">
              <a:spcBef>
                <a:spcPts val="0"/>
              </a:spcBef>
              <a:spcAft>
                <a:spcPts val="0"/>
              </a:spcAft>
              <a:buNone/>
            </a:pPr>
            <a:endParaRPr lang="en-US" sz="1400" strike="sngStrike" dirty="0">
              <a:solidFill>
                <a:srgbClr val="1D1C1D"/>
              </a:solidFill>
              <a:effectLst/>
              <a:latin typeface="Calibri" panose="020F0502020204030204" pitchFamily="34" charset="0"/>
              <a:cs typeface="Calibri" panose="020F0502020204030204" pitchFamily="34" charset="0"/>
            </a:endParaRPr>
          </a:p>
          <a:p>
            <a:pPr marL="0" lvl="0" indent="0" algn="l" rtl="0">
              <a:spcBef>
                <a:spcPts val="0"/>
              </a:spcBef>
              <a:spcAft>
                <a:spcPts val="0"/>
              </a:spcAft>
              <a:buNone/>
            </a:pPr>
            <a:r>
              <a:rPr lang="en-US" sz="1400" strike="sngStrike" dirty="0">
                <a:solidFill>
                  <a:srgbClr val="1D1C1D"/>
                </a:solidFill>
                <a:effectLst/>
                <a:latin typeface="Calibri" panose="020F0502020204030204" pitchFamily="34" charset="0"/>
                <a:cs typeface="Calibri" panose="020F0502020204030204" pitchFamily="34" charset="0"/>
              </a:rPr>
              <a:t>How do we prevent fraudulent transactions from taking place via the electronic systems within the vehicle and its connected infrastructure?</a:t>
            </a:r>
          </a:p>
          <a:p>
            <a:pPr marL="0" lvl="0" indent="0" algn="l" rtl="0">
              <a:spcBef>
                <a:spcPts val="0"/>
              </a:spcBef>
              <a:spcAft>
                <a:spcPts val="0"/>
              </a:spcAft>
              <a:buNone/>
            </a:pPr>
            <a:endParaRPr lang="en-US" sz="1400" strike="sngStrike" dirty="0">
              <a:solidFill>
                <a:srgbClr val="1D1C1D"/>
              </a:solidFill>
              <a:effectLst/>
              <a:latin typeface="Calibri" panose="020F0502020204030204" pitchFamily="34" charset="0"/>
              <a:cs typeface="Calibri" panose="020F0502020204030204" pitchFamily="34" charset="0"/>
            </a:endParaRPr>
          </a:p>
          <a:p>
            <a:pPr marL="0" lvl="0" indent="0" algn="l" rtl="0">
              <a:spcBef>
                <a:spcPts val="0"/>
              </a:spcBef>
              <a:spcAft>
                <a:spcPts val="0"/>
              </a:spcAft>
              <a:buNone/>
            </a:pPr>
            <a:r>
              <a:rPr lang="en-US" sz="1400" strike="sngStrike" dirty="0">
                <a:solidFill>
                  <a:srgbClr val="1D1C1D"/>
                </a:solidFill>
                <a:effectLst/>
                <a:latin typeface="Calibri" panose="020F0502020204030204" pitchFamily="34" charset="0"/>
                <a:cs typeface="Calibri" panose="020F0502020204030204" pitchFamily="34" charset="0"/>
              </a:rPr>
              <a:t>And how do we prevent the vehicle itself from being stolen?</a:t>
            </a:r>
          </a:p>
          <a:p>
            <a:pPr marL="0" lvl="0" indent="0" algn="l" rtl="0">
              <a:spcBef>
                <a:spcPts val="0"/>
              </a:spcBef>
              <a:spcAft>
                <a:spcPts val="0"/>
              </a:spcAft>
              <a:buNone/>
            </a:pPr>
            <a:endParaRPr lang="en-US" sz="1400" strike="sngStrike" dirty="0">
              <a:solidFill>
                <a:srgbClr val="1D1C1D"/>
              </a:solidFill>
              <a:effectLst/>
              <a:latin typeface="Calibri" panose="020F0502020204030204" pitchFamily="34" charset="0"/>
              <a:cs typeface="Calibri" panose="020F0502020204030204" pitchFamily="34" charset="0"/>
            </a:endParaRPr>
          </a:p>
          <a:p>
            <a:pPr marL="0" lvl="0" indent="0" algn="l" rtl="0">
              <a:spcBef>
                <a:spcPts val="0"/>
              </a:spcBef>
              <a:spcAft>
                <a:spcPts val="0"/>
              </a:spcAft>
              <a:buNone/>
            </a:pPr>
            <a:r>
              <a:rPr lang="en-US" sz="1400" strike="sngStrike" dirty="0">
                <a:solidFill>
                  <a:srgbClr val="1D1C1D"/>
                </a:solidFill>
                <a:effectLst/>
                <a:latin typeface="Calibri" panose="020F0502020204030204" pitchFamily="34" charset="0"/>
                <a:cs typeface="Calibri" panose="020F0502020204030204" pitchFamily="34" charset="0"/>
              </a:rPr>
              <a:t>&lt;pause&gt;</a:t>
            </a:r>
          </a:p>
          <a:p>
            <a:pPr marL="0" lvl="0" indent="0" algn="l" rtl="0">
              <a:spcBef>
                <a:spcPts val="0"/>
              </a:spcBef>
              <a:spcAft>
                <a:spcPts val="0"/>
              </a:spcAft>
              <a:buNone/>
            </a:pPr>
            <a:endParaRPr lang="en-US" sz="1400" strike="sngStrike" dirty="0">
              <a:solidFill>
                <a:srgbClr val="1D1C1D"/>
              </a:solidFill>
              <a:effectLst/>
              <a:latin typeface="Calibri" panose="020F0502020204030204" pitchFamily="34" charset="0"/>
              <a:cs typeface="Calibri" panose="020F0502020204030204" pitchFamily="34" charset="0"/>
            </a:endParaRPr>
          </a:p>
          <a:p>
            <a:pPr marL="0" lvl="0" indent="0" algn="l" rtl="0">
              <a:spcBef>
                <a:spcPts val="0"/>
              </a:spcBef>
              <a:spcAft>
                <a:spcPts val="0"/>
              </a:spcAft>
              <a:buNone/>
            </a:pPr>
            <a:r>
              <a:rPr lang="en-US" sz="1400" strike="sngStrike" dirty="0">
                <a:solidFill>
                  <a:srgbClr val="1D1C1D"/>
                </a:solidFill>
                <a:effectLst/>
                <a:latin typeface="Calibri" panose="020F0502020204030204" pitchFamily="34" charset="0"/>
                <a:cs typeface="Calibri" panose="020F0502020204030204" pitchFamily="34" charset="0"/>
              </a:rPr>
              <a:t>The third domain is privacy.</a:t>
            </a:r>
          </a:p>
          <a:p>
            <a:pPr marL="0" lvl="0" indent="0" algn="l" rtl="0">
              <a:spcBef>
                <a:spcPts val="0"/>
              </a:spcBef>
              <a:spcAft>
                <a:spcPts val="0"/>
              </a:spcAft>
              <a:buNone/>
            </a:pPr>
            <a:endParaRPr lang="en-US" sz="1400" strike="sngStrike" dirty="0">
              <a:solidFill>
                <a:srgbClr val="1D1C1D"/>
              </a:solidFill>
              <a:effectLst/>
              <a:latin typeface="Calibri" panose="020F0502020204030204" pitchFamily="34" charset="0"/>
              <a:cs typeface="Calibri" panose="020F0502020204030204" pitchFamily="34" charset="0"/>
            </a:endParaRPr>
          </a:p>
          <a:p>
            <a:pPr marL="0" lvl="0" indent="0" algn="l" rtl="0">
              <a:spcBef>
                <a:spcPts val="0"/>
              </a:spcBef>
              <a:spcAft>
                <a:spcPts val="0"/>
              </a:spcAft>
              <a:buNone/>
            </a:pPr>
            <a:r>
              <a:rPr lang="en-US" sz="1400" strike="sngStrike" dirty="0">
                <a:solidFill>
                  <a:srgbClr val="1D1C1D"/>
                </a:solidFill>
                <a:effectLst/>
                <a:latin typeface="Calibri" panose="020F0502020204030204" pitchFamily="34" charset="0"/>
                <a:cs typeface="Calibri" panose="020F0502020204030204" pitchFamily="34" charset="0"/>
              </a:rPr>
              <a:t>The focus is on the privacy of both the vehicle users and the IP of the OEM and suppliers.</a:t>
            </a:r>
          </a:p>
          <a:p>
            <a:pPr marL="0" lvl="0" indent="0" algn="l" rtl="0">
              <a:spcBef>
                <a:spcPts val="0"/>
              </a:spcBef>
              <a:spcAft>
                <a:spcPts val="0"/>
              </a:spcAft>
              <a:buNone/>
            </a:pPr>
            <a:endParaRPr lang="en-US" sz="1400" strike="sngStrike" dirty="0">
              <a:solidFill>
                <a:srgbClr val="1D1C1D"/>
              </a:solidFill>
              <a:effectLst/>
              <a:latin typeface="Calibri" panose="020F0502020204030204" pitchFamily="34" charset="0"/>
              <a:cs typeface="Calibri" panose="020F0502020204030204" pitchFamily="34" charset="0"/>
            </a:endParaRPr>
          </a:p>
          <a:p>
            <a:pPr marL="0" lvl="0" indent="0" algn="l" rtl="0">
              <a:spcBef>
                <a:spcPts val="0"/>
              </a:spcBef>
              <a:spcAft>
                <a:spcPts val="0"/>
              </a:spcAft>
              <a:buNone/>
            </a:pPr>
            <a:r>
              <a:rPr lang="en-US" sz="1400" strike="sngStrike" dirty="0">
                <a:solidFill>
                  <a:srgbClr val="1D1C1D"/>
                </a:solidFill>
                <a:effectLst/>
                <a:latin typeface="Calibri" panose="020F0502020204030204" pitchFamily="34" charset="0"/>
                <a:cs typeface="Calibri" panose="020F0502020204030204" pitchFamily="34" charset="0"/>
              </a:rPr>
              <a:t>This gets down to things like the code that's running in the vehicle or the data stores that are being held in the vehicle.</a:t>
            </a:r>
          </a:p>
          <a:p>
            <a:pPr marL="0" lvl="0" indent="0" algn="l" rtl="0">
              <a:spcBef>
                <a:spcPts val="0"/>
              </a:spcBef>
              <a:spcAft>
                <a:spcPts val="0"/>
              </a:spcAft>
              <a:buNone/>
            </a:pPr>
            <a:endParaRPr lang="en-US" sz="1400" strike="sngStrike" dirty="0">
              <a:solidFill>
                <a:srgbClr val="1D1C1D"/>
              </a:solidFill>
              <a:effectLst/>
              <a:latin typeface="Calibri" panose="020F0502020204030204" pitchFamily="34" charset="0"/>
              <a:cs typeface="Calibri" panose="020F0502020204030204" pitchFamily="34" charset="0"/>
            </a:endParaRPr>
          </a:p>
          <a:p>
            <a:pPr marL="0" lvl="0" indent="0" algn="l" rtl="0">
              <a:spcBef>
                <a:spcPts val="0"/>
              </a:spcBef>
              <a:spcAft>
                <a:spcPts val="0"/>
              </a:spcAft>
              <a:buNone/>
            </a:pPr>
            <a:r>
              <a:rPr lang="en-US" sz="1400" strike="sngStrike" dirty="0">
                <a:solidFill>
                  <a:srgbClr val="1D1C1D"/>
                </a:solidFill>
                <a:effectLst/>
                <a:latin typeface="Calibri" panose="020F0502020204030204" pitchFamily="34" charset="0"/>
                <a:cs typeface="Calibri" panose="020F0502020204030204" pitchFamily="34" charset="0"/>
              </a:rPr>
              <a:t>&lt;pause&gt;</a:t>
            </a:r>
          </a:p>
          <a:p>
            <a:pPr marL="0" lvl="0" indent="0" algn="l" rtl="0">
              <a:spcBef>
                <a:spcPts val="0"/>
              </a:spcBef>
              <a:spcAft>
                <a:spcPts val="0"/>
              </a:spcAft>
              <a:buNone/>
            </a:pPr>
            <a:endParaRPr lang="en-US" sz="1400" dirty="0">
              <a:solidFill>
                <a:srgbClr val="1D1C1D"/>
              </a:solidFill>
              <a:effectLst/>
              <a:latin typeface="Calibri" panose="020F0502020204030204" pitchFamily="34" charset="0"/>
              <a:cs typeface="Calibri" panose="020F0502020204030204" pitchFamily="34" charset="0"/>
            </a:endParaRPr>
          </a:p>
          <a:p>
            <a:pPr marL="0" lvl="0" indent="0" algn="l" rtl="0">
              <a:spcBef>
                <a:spcPts val="0"/>
              </a:spcBef>
              <a:spcAft>
                <a:spcPts val="0"/>
              </a:spcAft>
              <a:buNone/>
            </a:pPr>
            <a:r>
              <a:rPr lang="en-US" sz="1400" dirty="0">
                <a:solidFill>
                  <a:srgbClr val="1D1C1D"/>
                </a:solidFill>
                <a:effectLst/>
                <a:latin typeface="Calibri" panose="020F0502020204030204" pitchFamily="34" charset="0"/>
                <a:cs typeface="Calibri" panose="020F0502020204030204" pitchFamily="34" charset="0"/>
              </a:rPr>
              <a:t>And our fourth area is that of operation.</a:t>
            </a:r>
          </a:p>
          <a:p>
            <a:pPr marL="0" lvl="0" indent="0" algn="l" rtl="0">
              <a:spcBef>
                <a:spcPts val="0"/>
              </a:spcBef>
              <a:spcAft>
                <a:spcPts val="0"/>
              </a:spcAft>
              <a:buNone/>
            </a:pPr>
            <a:endParaRPr lang="en-US" sz="1400" dirty="0">
              <a:solidFill>
                <a:srgbClr val="1D1C1D"/>
              </a:solidFill>
              <a:effectLst/>
              <a:latin typeface="Calibri" panose="020F0502020204030204" pitchFamily="34" charset="0"/>
              <a:cs typeface="Calibri" panose="020F0502020204030204" pitchFamily="34" charset="0"/>
            </a:endParaRPr>
          </a:p>
          <a:p>
            <a:pPr marL="0" lvl="0" indent="0" algn="l" rtl="0">
              <a:spcBef>
                <a:spcPts val="0"/>
              </a:spcBef>
              <a:spcAft>
                <a:spcPts val="0"/>
              </a:spcAft>
              <a:buNone/>
            </a:pPr>
            <a:r>
              <a:rPr lang="en-US" sz="1400" dirty="0">
                <a:solidFill>
                  <a:srgbClr val="1D1C1D"/>
                </a:solidFill>
                <a:effectLst/>
                <a:latin typeface="Calibri" panose="020F0502020204030204" pitchFamily="34" charset="0"/>
                <a:cs typeface="Calibri" panose="020F0502020204030204" pitchFamily="34" charset="0"/>
              </a:rPr>
              <a:t>The concern is the operational performance of the vehicle and things which can perturb that operational performance.</a:t>
            </a:r>
          </a:p>
          <a:p>
            <a:pPr marL="0" lvl="0" indent="0" algn="l" rtl="0">
              <a:spcBef>
                <a:spcPts val="0"/>
              </a:spcBef>
              <a:spcAft>
                <a:spcPts val="0"/>
              </a:spcAft>
              <a:buNone/>
            </a:pPr>
            <a:endParaRPr lang="en-US" sz="1400" dirty="0">
              <a:solidFill>
                <a:srgbClr val="1D1C1D"/>
              </a:solidFill>
              <a:effectLst/>
              <a:latin typeface="Calibri" panose="020F0502020204030204" pitchFamily="34" charset="0"/>
              <a:cs typeface="Calibri" panose="020F0502020204030204" pitchFamily="34" charset="0"/>
            </a:endParaRPr>
          </a:p>
          <a:p>
            <a:pPr marL="0" lvl="0" indent="0" algn="l" rtl="0">
              <a:spcBef>
                <a:spcPts val="0"/>
              </a:spcBef>
              <a:spcAft>
                <a:spcPts val="0"/>
              </a:spcAft>
              <a:buNone/>
            </a:pPr>
            <a:r>
              <a:rPr lang="en-US" sz="1400" dirty="0">
                <a:solidFill>
                  <a:srgbClr val="1D1C1D"/>
                </a:solidFill>
                <a:effectLst/>
                <a:latin typeface="Calibri" panose="020F0502020204030204" pitchFamily="34" charset="0"/>
                <a:cs typeface="Calibri" panose="020F0502020204030204" pitchFamily="34" charset="0"/>
              </a:rPr>
              <a:t>&lt;pause&gt;</a:t>
            </a:r>
          </a:p>
          <a:p>
            <a:pPr marL="0" lvl="0" indent="0" algn="l" rtl="0">
              <a:spcBef>
                <a:spcPts val="0"/>
              </a:spcBef>
              <a:spcAft>
                <a:spcPts val="0"/>
              </a:spcAft>
              <a:buNone/>
            </a:pPr>
            <a:endParaRPr lang="en-US" sz="1400" dirty="0">
              <a:solidFill>
                <a:srgbClr val="1D1C1D"/>
              </a:solidFill>
              <a:effectLst/>
              <a:latin typeface="Calibri" panose="020F0502020204030204" pitchFamily="34" charset="0"/>
              <a:cs typeface="Calibri" panose="020F0502020204030204" pitchFamily="34" charset="0"/>
            </a:endParaRPr>
          </a:p>
          <a:p>
            <a:pPr marL="0" lvl="0" indent="0" algn="l" rtl="0">
              <a:spcBef>
                <a:spcPts val="0"/>
              </a:spcBef>
              <a:spcAft>
                <a:spcPts val="0"/>
              </a:spcAft>
              <a:buNone/>
            </a:pPr>
            <a:r>
              <a:rPr lang="en-US" sz="1400" dirty="0">
                <a:solidFill>
                  <a:srgbClr val="1D1C1D"/>
                </a:solidFill>
                <a:effectLst/>
                <a:latin typeface="Calibri" panose="020F0502020204030204" pitchFamily="34" charset="0"/>
                <a:cs typeface="Calibri" panose="020F0502020204030204" pitchFamily="34" charset="0"/>
              </a:rPr>
              <a:t>Together all of these domains of risk have to be considered for any threat candidate.</a:t>
            </a:r>
          </a:p>
          <a:p>
            <a:pPr marL="0" lvl="0" indent="0" algn="l" rtl="0">
              <a:spcBef>
                <a:spcPts val="0"/>
              </a:spcBef>
              <a:spcAft>
                <a:spcPts val="0"/>
              </a:spcAft>
              <a:buNone/>
            </a:pPr>
            <a:endParaRPr lang="en-US" sz="1400" dirty="0">
              <a:solidFill>
                <a:srgbClr val="1D1C1D"/>
              </a:solidFill>
              <a:effectLst/>
              <a:latin typeface="Calibri" panose="020F0502020204030204" pitchFamily="34" charset="0"/>
              <a:cs typeface="Calibri" panose="020F0502020204030204" pitchFamily="34" charset="0"/>
            </a:endParaRPr>
          </a:p>
          <a:p>
            <a:pPr marL="0" lvl="0" indent="0" algn="l" rtl="0">
              <a:spcBef>
                <a:spcPts val="0"/>
              </a:spcBef>
              <a:spcAft>
                <a:spcPts val="0"/>
              </a:spcAft>
              <a:buNone/>
            </a:pPr>
            <a:r>
              <a:rPr lang="en-US" sz="1400" dirty="0">
                <a:solidFill>
                  <a:srgbClr val="1D1C1D"/>
                </a:solidFill>
                <a:effectLst/>
                <a:latin typeface="Calibri" panose="020F0502020204030204" pitchFamily="34" charset="0"/>
                <a:cs typeface="Calibri" panose="020F0502020204030204" pitchFamily="34" charset="0"/>
              </a:rPr>
              <a:t>That's wonderful. Now we have four risk domains instead of just one.</a:t>
            </a:r>
          </a:p>
          <a:p>
            <a:pPr marL="0" lvl="0" indent="0" algn="l" rtl="0">
              <a:spcBef>
                <a:spcPts val="0"/>
              </a:spcBef>
              <a:spcAft>
                <a:spcPts val="0"/>
              </a:spcAft>
              <a:buNone/>
            </a:pPr>
            <a:endParaRPr lang="en-US" sz="1400" dirty="0">
              <a:solidFill>
                <a:srgbClr val="1D1C1D"/>
              </a:solidFill>
              <a:effectLst/>
              <a:latin typeface="Calibri" panose="020F0502020204030204" pitchFamily="34" charset="0"/>
              <a:cs typeface="Calibri" panose="020F0502020204030204" pitchFamily="34" charset="0"/>
            </a:endParaRPr>
          </a:p>
          <a:p>
            <a:pPr marL="0" lvl="0" indent="0" algn="l" rtl="0">
              <a:spcBef>
                <a:spcPts val="0"/>
              </a:spcBef>
              <a:spcAft>
                <a:spcPts val="0"/>
              </a:spcAft>
              <a:buNone/>
            </a:pPr>
            <a:r>
              <a:rPr lang="en-US" sz="1400" dirty="0">
                <a:solidFill>
                  <a:srgbClr val="1D1C1D"/>
                </a:solidFill>
                <a:effectLst/>
                <a:latin typeface="Calibri" panose="020F0502020204030204" pitchFamily="34" charset="0"/>
                <a:cs typeface="Calibri" panose="020F0502020204030204" pitchFamily="34" charset="0"/>
              </a:rPr>
              <a:t>How do we deal with that?</a:t>
            </a:r>
          </a:p>
          <a:p>
            <a:pPr marL="0" lvl="0" indent="0" algn="l" rtl="0">
              <a:spcBef>
                <a:spcPts val="0"/>
              </a:spcBef>
              <a:spcAft>
                <a:spcPts val="0"/>
              </a:spcAft>
              <a:buNone/>
            </a:pPr>
            <a:endParaRPr lang="en-US" sz="1400" dirty="0">
              <a:latin typeface="Calibri" panose="020F0502020204030204" pitchFamily="34" charset="0"/>
              <a:cs typeface="Calibri" panose="020F0502020204030204" pitchFamily="34" charset="0"/>
            </a:endParaRPr>
          </a:p>
        </p:txBody>
      </p:sp>
    </p:spTree>
    <p:extLst>
      <p:ext uri="{BB962C8B-B14F-4D97-AF65-F5344CB8AC3E}">
        <p14:creationId xmlns:p14="http://schemas.microsoft.com/office/powerpoint/2010/main" val="3266570038"/>
      </p:ext>
    </p:extLst>
  </p:cSld>
  <p:clrMapOvr>
    <a:masterClrMapping/>
  </p:clrMapOvr>
</p:notes>
</file>

<file path=ppt/notesSlides/notesSlide54.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1195"/>
        <p:cNvGrpSpPr/>
        <p:nvPr/>
      </p:nvGrpSpPr>
      <p:grpSpPr>
        <a:xfrm>
          <a:off x="0" y="0"/>
          <a:ext cx="0" cy="0"/>
          <a:chOff x="0" y="0"/>
          <a:chExt cx="0" cy="0"/>
        </a:xfrm>
      </p:grpSpPr>
      <p:sp>
        <p:nvSpPr>
          <p:cNvPr id="1196" name="Google Shape;1196;g9ac6590046_0_272:notes"/>
          <p:cNvSpPr>
            <a:spLocks noGrp="1" noRot="1" noChangeAspect="1"/>
          </p:cNvSpPr>
          <p:nvPr>
            <p:ph type="sldImg" idx="2"/>
          </p:nvPr>
        </p:nvSpPr>
        <p:spPr>
          <a:xfrm>
            <a:off x="382588" y="685800"/>
            <a:ext cx="6094412" cy="3429000"/>
          </a:xfrm>
          <a:custGeom>
            <a:avLst/>
            <a:gdLst/>
            <a:ahLst/>
            <a:cxnLst/>
            <a:rect l="l" t="t" r="r" b="b"/>
            <a:pathLst>
              <a:path w="120000" h="120000" extrusionOk="0">
                <a:moveTo>
                  <a:pt x="0" y="0"/>
                </a:moveTo>
                <a:lnTo>
                  <a:pt x="120000" y="0"/>
                </a:lnTo>
                <a:lnTo>
                  <a:pt x="120000" y="120000"/>
                </a:lnTo>
                <a:lnTo>
                  <a:pt x="0" y="120000"/>
                </a:lnTo>
                <a:close/>
              </a:path>
            </a:pathLst>
          </a:custGeom>
        </p:spPr>
      </p:sp>
      <p:sp>
        <p:nvSpPr>
          <p:cNvPr id="1197" name="Google Shape;1197;g9ac6590046_0_272:notes"/>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r>
              <a:rPr lang="en-US" sz="1400" dirty="0">
                <a:latin typeface="Calibri" panose="020F0502020204030204" pitchFamily="34" charset="0"/>
                <a:cs typeface="Calibri" panose="020F0502020204030204" pitchFamily="34" charset="0"/>
              </a:rPr>
              <a:t>Script:</a:t>
            </a:r>
          </a:p>
          <a:p>
            <a:pPr marL="0" lvl="0" indent="0" algn="l" rtl="0">
              <a:spcBef>
                <a:spcPts val="0"/>
              </a:spcBef>
              <a:spcAft>
                <a:spcPts val="0"/>
              </a:spcAft>
              <a:buNone/>
            </a:pPr>
            <a:endParaRPr lang="en-US" sz="1400" dirty="0">
              <a:solidFill>
                <a:srgbClr val="1D1C1D"/>
              </a:solidFill>
              <a:effectLst/>
              <a:latin typeface="Calibri" panose="020F0502020204030204" pitchFamily="34" charset="0"/>
              <a:cs typeface="Calibri" panose="020F0502020204030204" pitchFamily="34" charset="0"/>
            </a:endParaRPr>
          </a:p>
          <a:p>
            <a:pPr marL="0" lvl="0" indent="0" algn="l" rtl="0">
              <a:spcBef>
                <a:spcPts val="0"/>
              </a:spcBef>
              <a:spcAft>
                <a:spcPts val="0"/>
              </a:spcAft>
              <a:buNone/>
            </a:pPr>
            <a:r>
              <a:rPr lang="en-US" sz="1400" strike="sngStrike" dirty="0">
                <a:solidFill>
                  <a:srgbClr val="1D1C1D"/>
                </a:solidFill>
                <a:effectLst/>
                <a:latin typeface="Calibri" panose="020F0502020204030204" pitchFamily="34" charset="0"/>
                <a:cs typeface="Calibri" panose="020F0502020204030204" pitchFamily="34" charset="0"/>
              </a:rPr>
              <a:t>Typically, when we think about risk in safety-critical systems, we're thinking about safety risk, but in reality, there are multiple domains of risk.</a:t>
            </a:r>
          </a:p>
          <a:p>
            <a:pPr marL="0" lvl="0" indent="0" algn="l" rtl="0">
              <a:spcBef>
                <a:spcPts val="0"/>
              </a:spcBef>
              <a:spcAft>
                <a:spcPts val="0"/>
              </a:spcAft>
              <a:buNone/>
            </a:pPr>
            <a:endParaRPr lang="en-US" sz="1400" strike="sngStrike" dirty="0">
              <a:solidFill>
                <a:srgbClr val="1D1C1D"/>
              </a:solidFill>
              <a:effectLst/>
              <a:latin typeface="Calibri" panose="020F0502020204030204" pitchFamily="34" charset="0"/>
              <a:cs typeface="Calibri" panose="020F0502020204030204" pitchFamily="34" charset="0"/>
            </a:endParaRPr>
          </a:p>
          <a:p>
            <a:pPr marL="0" lvl="0" indent="0" algn="l" rtl="0">
              <a:spcBef>
                <a:spcPts val="0"/>
              </a:spcBef>
              <a:spcAft>
                <a:spcPts val="0"/>
              </a:spcAft>
              <a:buNone/>
            </a:pPr>
            <a:r>
              <a:rPr lang="en-US" sz="1400" strike="sngStrike" dirty="0">
                <a:solidFill>
                  <a:srgbClr val="1D1C1D"/>
                </a:solidFill>
                <a:effectLst/>
                <a:latin typeface="Calibri" panose="020F0502020204030204" pitchFamily="34" charset="0"/>
                <a:cs typeface="Calibri" panose="020F0502020204030204" pitchFamily="34" charset="0"/>
              </a:rPr>
              <a:t>&lt;pause&gt;</a:t>
            </a:r>
          </a:p>
          <a:p>
            <a:pPr marL="0" lvl="0" indent="0" algn="l" rtl="0">
              <a:spcBef>
                <a:spcPts val="0"/>
              </a:spcBef>
              <a:spcAft>
                <a:spcPts val="0"/>
              </a:spcAft>
              <a:buNone/>
            </a:pPr>
            <a:endParaRPr lang="en-US" sz="1400" strike="sngStrike" dirty="0">
              <a:solidFill>
                <a:srgbClr val="1D1C1D"/>
              </a:solidFill>
              <a:effectLst/>
              <a:latin typeface="Calibri" panose="020F0502020204030204" pitchFamily="34" charset="0"/>
              <a:cs typeface="Calibri" panose="020F0502020204030204" pitchFamily="34" charset="0"/>
            </a:endParaRPr>
          </a:p>
          <a:p>
            <a:pPr marL="0" lvl="0" indent="0" algn="l" rtl="0">
              <a:spcBef>
                <a:spcPts val="0"/>
              </a:spcBef>
              <a:spcAft>
                <a:spcPts val="0"/>
              </a:spcAft>
              <a:buNone/>
            </a:pPr>
            <a:r>
              <a:rPr lang="en-US" sz="1400" strike="sngStrike" dirty="0">
                <a:solidFill>
                  <a:srgbClr val="1D1C1D"/>
                </a:solidFill>
                <a:effectLst/>
                <a:latin typeface="Calibri" panose="020F0502020204030204" pitchFamily="34" charset="0"/>
                <a:cs typeface="Calibri" panose="020F0502020204030204" pitchFamily="34" charset="0"/>
              </a:rPr>
              <a:t>So, let’s look at four of those domains which are specified in </a:t>
            </a:r>
            <a:r>
              <a:rPr lang="en-US" sz="1400" b="1" strike="sngStrike" dirty="0">
                <a:solidFill>
                  <a:srgbClr val="1D1C1D"/>
                </a:solidFill>
                <a:effectLst/>
                <a:latin typeface="Calibri" panose="020F0502020204030204" pitchFamily="34" charset="0"/>
                <a:cs typeface="Calibri" panose="020F0502020204030204" pitchFamily="34" charset="0"/>
              </a:rPr>
              <a:t>EVITA D2.3 security requirements for automotive onboard network based on dark side scenarios</a:t>
            </a:r>
          </a:p>
          <a:p>
            <a:pPr marL="0" lvl="0" indent="0" algn="l" rtl="0">
              <a:spcBef>
                <a:spcPts val="0"/>
              </a:spcBef>
              <a:spcAft>
                <a:spcPts val="0"/>
              </a:spcAft>
              <a:buNone/>
            </a:pPr>
            <a:endParaRPr lang="en-US" sz="1400" b="1" strike="sngStrike" dirty="0">
              <a:solidFill>
                <a:srgbClr val="1D1C1D"/>
              </a:solidFill>
              <a:effectLst/>
              <a:latin typeface="Calibri" panose="020F0502020204030204" pitchFamily="34" charset="0"/>
              <a:cs typeface="Calibri" panose="020F0502020204030204" pitchFamily="34" charset="0"/>
            </a:endParaRPr>
          </a:p>
          <a:p>
            <a:pPr marL="0" lvl="0" indent="0" algn="l" rtl="0">
              <a:spcBef>
                <a:spcPts val="0"/>
              </a:spcBef>
              <a:spcAft>
                <a:spcPts val="0"/>
              </a:spcAft>
              <a:buNone/>
            </a:pPr>
            <a:r>
              <a:rPr lang="en-US" sz="1400" strike="sngStrike" dirty="0">
                <a:solidFill>
                  <a:srgbClr val="1D1C1D"/>
                </a:solidFill>
                <a:effectLst/>
                <a:latin typeface="Calibri" panose="020F0502020204030204" pitchFamily="34" charset="0"/>
                <a:cs typeface="Calibri" panose="020F0502020204030204" pitchFamily="34" charset="0"/>
              </a:rPr>
              <a:t>and talk about each domain and how we’ll address them collectively in the context of threat prioritization.</a:t>
            </a:r>
          </a:p>
          <a:p>
            <a:pPr marL="0" lvl="0" indent="0" algn="l" rtl="0">
              <a:spcBef>
                <a:spcPts val="0"/>
              </a:spcBef>
              <a:spcAft>
                <a:spcPts val="0"/>
              </a:spcAft>
              <a:buNone/>
            </a:pPr>
            <a:endParaRPr lang="en-US" sz="1400" strike="sngStrike" dirty="0">
              <a:solidFill>
                <a:srgbClr val="1D1C1D"/>
              </a:solidFill>
              <a:effectLst/>
              <a:latin typeface="Calibri" panose="020F0502020204030204" pitchFamily="34" charset="0"/>
              <a:cs typeface="Calibri" panose="020F0502020204030204" pitchFamily="34" charset="0"/>
            </a:endParaRPr>
          </a:p>
          <a:p>
            <a:pPr marL="0" lvl="0" indent="0" algn="l" rtl="0">
              <a:spcBef>
                <a:spcPts val="0"/>
              </a:spcBef>
              <a:spcAft>
                <a:spcPts val="0"/>
              </a:spcAft>
              <a:buNone/>
            </a:pPr>
            <a:r>
              <a:rPr lang="en-US" sz="1400" strike="sngStrike" dirty="0">
                <a:solidFill>
                  <a:srgbClr val="1D1C1D"/>
                </a:solidFill>
                <a:effectLst/>
                <a:latin typeface="Calibri" panose="020F0502020204030204" pitchFamily="34" charset="0"/>
                <a:cs typeface="Calibri" panose="020F0502020204030204" pitchFamily="34" charset="0"/>
              </a:rPr>
              <a:t>&lt;pause&gt;</a:t>
            </a:r>
          </a:p>
          <a:p>
            <a:pPr marL="0" lvl="0" indent="0" algn="l" rtl="0">
              <a:spcBef>
                <a:spcPts val="0"/>
              </a:spcBef>
              <a:spcAft>
                <a:spcPts val="0"/>
              </a:spcAft>
              <a:buNone/>
            </a:pPr>
            <a:endParaRPr lang="en-US" sz="1400" strike="sngStrike" dirty="0">
              <a:solidFill>
                <a:srgbClr val="1D1C1D"/>
              </a:solidFill>
              <a:effectLst/>
              <a:latin typeface="Calibri" panose="020F0502020204030204" pitchFamily="34" charset="0"/>
              <a:cs typeface="Calibri" panose="020F0502020204030204" pitchFamily="34" charset="0"/>
            </a:endParaRPr>
          </a:p>
          <a:p>
            <a:pPr marL="0" lvl="0" indent="0" algn="l" rtl="0">
              <a:spcBef>
                <a:spcPts val="0"/>
              </a:spcBef>
              <a:spcAft>
                <a:spcPts val="0"/>
              </a:spcAft>
              <a:buNone/>
            </a:pPr>
            <a:r>
              <a:rPr lang="en-US" sz="1400" strike="sngStrike" dirty="0">
                <a:solidFill>
                  <a:srgbClr val="1D1C1D"/>
                </a:solidFill>
                <a:effectLst/>
                <a:latin typeface="Calibri" panose="020F0502020204030204" pitchFamily="34" charset="0"/>
                <a:cs typeface="Calibri" panose="020F0502020204030204" pitchFamily="34" charset="0"/>
              </a:rPr>
              <a:t>The first domain is safety.</a:t>
            </a:r>
          </a:p>
          <a:p>
            <a:pPr marL="0" lvl="0" indent="0" algn="l" rtl="0">
              <a:spcBef>
                <a:spcPts val="0"/>
              </a:spcBef>
              <a:spcAft>
                <a:spcPts val="0"/>
              </a:spcAft>
              <a:buNone/>
            </a:pPr>
            <a:endParaRPr lang="en-US" sz="1400" strike="sngStrike" dirty="0">
              <a:solidFill>
                <a:srgbClr val="1D1C1D"/>
              </a:solidFill>
              <a:effectLst/>
              <a:latin typeface="Calibri" panose="020F0502020204030204" pitchFamily="34" charset="0"/>
              <a:cs typeface="Calibri" panose="020F0502020204030204" pitchFamily="34" charset="0"/>
            </a:endParaRPr>
          </a:p>
          <a:p>
            <a:pPr marL="0" lvl="0" indent="0" algn="l" rtl="0">
              <a:spcBef>
                <a:spcPts val="0"/>
              </a:spcBef>
              <a:spcAft>
                <a:spcPts val="0"/>
              </a:spcAft>
              <a:buNone/>
            </a:pPr>
            <a:r>
              <a:rPr lang="en-US" sz="1400" strike="sngStrike" dirty="0">
                <a:solidFill>
                  <a:srgbClr val="1D1C1D"/>
                </a:solidFill>
                <a:effectLst/>
                <a:latin typeface="Calibri" panose="020F0502020204030204" pitchFamily="34" charset="0"/>
                <a:cs typeface="Calibri" panose="020F0502020204030204" pitchFamily="34" charset="0"/>
              </a:rPr>
              <a:t>We're considering here the functional safety of the vehicle occupants and the road users.</a:t>
            </a:r>
          </a:p>
          <a:p>
            <a:pPr marL="0" lvl="0" indent="0" algn="l" rtl="0">
              <a:spcBef>
                <a:spcPts val="0"/>
              </a:spcBef>
              <a:spcAft>
                <a:spcPts val="0"/>
              </a:spcAft>
              <a:buNone/>
            </a:pPr>
            <a:endParaRPr lang="en-US" sz="1400" strike="sngStrike" dirty="0">
              <a:solidFill>
                <a:srgbClr val="1D1C1D"/>
              </a:solidFill>
              <a:effectLst/>
              <a:latin typeface="Calibri" panose="020F0502020204030204" pitchFamily="34" charset="0"/>
              <a:cs typeface="Calibri" panose="020F0502020204030204" pitchFamily="34" charset="0"/>
            </a:endParaRPr>
          </a:p>
          <a:p>
            <a:pPr marL="0" lvl="0" indent="0" algn="l" rtl="0">
              <a:spcBef>
                <a:spcPts val="0"/>
              </a:spcBef>
              <a:spcAft>
                <a:spcPts val="0"/>
              </a:spcAft>
              <a:buNone/>
            </a:pPr>
            <a:r>
              <a:rPr lang="en-US" sz="1400" strike="sngStrike" dirty="0">
                <a:solidFill>
                  <a:srgbClr val="1D1C1D"/>
                </a:solidFill>
                <a:effectLst/>
                <a:latin typeface="Calibri" panose="020F0502020204030204" pitchFamily="34" charset="0"/>
                <a:cs typeface="Calibri" panose="020F0502020204030204" pitchFamily="34" charset="0"/>
              </a:rPr>
              <a:t>&lt;pause&gt;</a:t>
            </a:r>
          </a:p>
          <a:p>
            <a:pPr marL="0" lvl="0" indent="0" algn="l" rtl="0">
              <a:spcBef>
                <a:spcPts val="0"/>
              </a:spcBef>
              <a:spcAft>
                <a:spcPts val="0"/>
              </a:spcAft>
              <a:buNone/>
            </a:pPr>
            <a:endParaRPr lang="en-US" sz="1400" strike="sngStrike" dirty="0">
              <a:solidFill>
                <a:srgbClr val="1D1C1D"/>
              </a:solidFill>
              <a:effectLst/>
              <a:latin typeface="Calibri" panose="020F0502020204030204" pitchFamily="34" charset="0"/>
              <a:cs typeface="Calibri" panose="020F0502020204030204" pitchFamily="34" charset="0"/>
            </a:endParaRPr>
          </a:p>
          <a:p>
            <a:pPr marL="0" lvl="0" indent="0" algn="l" rtl="0">
              <a:spcBef>
                <a:spcPts val="0"/>
              </a:spcBef>
              <a:spcAft>
                <a:spcPts val="0"/>
              </a:spcAft>
              <a:buNone/>
            </a:pPr>
            <a:r>
              <a:rPr lang="en-US" sz="1400" strike="sngStrike" dirty="0">
                <a:solidFill>
                  <a:srgbClr val="1D1C1D"/>
                </a:solidFill>
                <a:effectLst/>
                <a:latin typeface="Calibri" panose="020F0502020204030204" pitchFamily="34" charset="0"/>
                <a:cs typeface="Calibri" panose="020F0502020204030204" pitchFamily="34" charset="0"/>
              </a:rPr>
              <a:t>Our second domain is finance.</a:t>
            </a:r>
          </a:p>
          <a:p>
            <a:pPr marL="0" lvl="0" indent="0" algn="l" rtl="0">
              <a:spcBef>
                <a:spcPts val="0"/>
              </a:spcBef>
              <a:spcAft>
                <a:spcPts val="0"/>
              </a:spcAft>
              <a:buNone/>
            </a:pPr>
            <a:endParaRPr lang="en-US" sz="1400" strike="sngStrike" dirty="0">
              <a:solidFill>
                <a:srgbClr val="1D1C1D"/>
              </a:solidFill>
              <a:effectLst/>
              <a:latin typeface="Calibri" panose="020F0502020204030204" pitchFamily="34" charset="0"/>
              <a:cs typeface="Calibri" panose="020F0502020204030204" pitchFamily="34" charset="0"/>
            </a:endParaRPr>
          </a:p>
          <a:p>
            <a:pPr marL="0" lvl="0" indent="0" algn="l" rtl="0">
              <a:spcBef>
                <a:spcPts val="0"/>
              </a:spcBef>
              <a:spcAft>
                <a:spcPts val="0"/>
              </a:spcAft>
              <a:buNone/>
            </a:pPr>
            <a:r>
              <a:rPr lang="en-US" sz="1400" strike="sngStrike" dirty="0">
                <a:solidFill>
                  <a:srgbClr val="1D1C1D"/>
                </a:solidFill>
                <a:effectLst/>
                <a:latin typeface="Calibri" panose="020F0502020204030204" pitchFamily="34" charset="0"/>
                <a:cs typeface="Calibri" panose="020F0502020204030204" pitchFamily="34" charset="0"/>
              </a:rPr>
              <a:t>How do we prevent fraudulent transactions from taking place via the electronic systems within the vehicle and its connected infrastructure?</a:t>
            </a:r>
          </a:p>
          <a:p>
            <a:pPr marL="0" lvl="0" indent="0" algn="l" rtl="0">
              <a:spcBef>
                <a:spcPts val="0"/>
              </a:spcBef>
              <a:spcAft>
                <a:spcPts val="0"/>
              </a:spcAft>
              <a:buNone/>
            </a:pPr>
            <a:endParaRPr lang="en-US" sz="1400" strike="sngStrike" dirty="0">
              <a:solidFill>
                <a:srgbClr val="1D1C1D"/>
              </a:solidFill>
              <a:effectLst/>
              <a:latin typeface="Calibri" panose="020F0502020204030204" pitchFamily="34" charset="0"/>
              <a:cs typeface="Calibri" panose="020F0502020204030204" pitchFamily="34" charset="0"/>
            </a:endParaRPr>
          </a:p>
          <a:p>
            <a:pPr marL="0" lvl="0" indent="0" algn="l" rtl="0">
              <a:spcBef>
                <a:spcPts val="0"/>
              </a:spcBef>
              <a:spcAft>
                <a:spcPts val="0"/>
              </a:spcAft>
              <a:buNone/>
            </a:pPr>
            <a:r>
              <a:rPr lang="en-US" sz="1400" strike="sngStrike" dirty="0">
                <a:solidFill>
                  <a:srgbClr val="1D1C1D"/>
                </a:solidFill>
                <a:effectLst/>
                <a:latin typeface="Calibri" panose="020F0502020204030204" pitchFamily="34" charset="0"/>
                <a:cs typeface="Calibri" panose="020F0502020204030204" pitchFamily="34" charset="0"/>
              </a:rPr>
              <a:t>And how do we prevent the vehicle itself from being stolen?</a:t>
            </a:r>
          </a:p>
          <a:p>
            <a:pPr marL="0" lvl="0" indent="0" algn="l" rtl="0">
              <a:spcBef>
                <a:spcPts val="0"/>
              </a:spcBef>
              <a:spcAft>
                <a:spcPts val="0"/>
              </a:spcAft>
              <a:buNone/>
            </a:pPr>
            <a:endParaRPr lang="en-US" sz="1400" strike="sngStrike" dirty="0">
              <a:solidFill>
                <a:srgbClr val="1D1C1D"/>
              </a:solidFill>
              <a:effectLst/>
              <a:latin typeface="Calibri" panose="020F0502020204030204" pitchFamily="34" charset="0"/>
              <a:cs typeface="Calibri" panose="020F0502020204030204" pitchFamily="34" charset="0"/>
            </a:endParaRPr>
          </a:p>
          <a:p>
            <a:pPr marL="0" lvl="0" indent="0" algn="l" rtl="0">
              <a:spcBef>
                <a:spcPts val="0"/>
              </a:spcBef>
              <a:spcAft>
                <a:spcPts val="0"/>
              </a:spcAft>
              <a:buNone/>
            </a:pPr>
            <a:r>
              <a:rPr lang="en-US" sz="1400" strike="sngStrike" dirty="0">
                <a:solidFill>
                  <a:srgbClr val="1D1C1D"/>
                </a:solidFill>
                <a:effectLst/>
                <a:latin typeface="Calibri" panose="020F0502020204030204" pitchFamily="34" charset="0"/>
                <a:cs typeface="Calibri" panose="020F0502020204030204" pitchFamily="34" charset="0"/>
              </a:rPr>
              <a:t>&lt;pause&gt;</a:t>
            </a:r>
          </a:p>
          <a:p>
            <a:pPr marL="0" lvl="0" indent="0" algn="l" rtl="0">
              <a:spcBef>
                <a:spcPts val="0"/>
              </a:spcBef>
              <a:spcAft>
                <a:spcPts val="0"/>
              </a:spcAft>
              <a:buNone/>
            </a:pPr>
            <a:endParaRPr lang="en-US" sz="1400" strike="sngStrike" dirty="0">
              <a:solidFill>
                <a:srgbClr val="1D1C1D"/>
              </a:solidFill>
              <a:effectLst/>
              <a:latin typeface="Calibri" panose="020F0502020204030204" pitchFamily="34" charset="0"/>
              <a:cs typeface="Calibri" panose="020F0502020204030204" pitchFamily="34" charset="0"/>
            </a:endParaRPr>
          </a:p>
          <a:p>
            <a:pPr marL="0" lvl="0" indent="0" algn="l" rtl="0">
              <a:spcBef>
                <a:spcPts val="0"/>
              </a:spcBef>
              <a:spcAft>
                <a:spcPts val="0"/>
              </a:spcAft>
              <a:buNone/>
            </a:pPr>
            <a:r>
              <a:rPr lang="en-US" sz="1400" strike="sngStrike" dirty="0">
                <a:solidFill>
                  <a:srgbClr val="1D1C1D"/>
                </a:solidFill>
                <a:effectLst/>
                <a:latin typeface="Calibri" panose="020F0502020204030204" pitchFamily="34" charset="0"/>
                <a:cs typeface="Calibri" panose="020F0502020204030204" pitchFamily="34" charset="0"/>
              </a:rPr>
              <a:t>The third domain is privacy.</a:t>
            </a:r>
          </a:p>
          <a:p>
            <a:pPr marL="0" lvl="0" indent="0" algn="l" rtl="0">
              <a:spcBef>
                <a:spcPts val="0"/>
              </a:spcBef>
              <a:spcAft>
                <a:spcPts val="0"/>
              </a:spcAft>
              <a:buNone/>
            </a:pPr>
            <a:endParaRPr lang="en-US" sz="1400" strike="sngStrike" dirty="0">
              <a:solidFill>
                <a:srgbClr val="1D1C1D"/>
              </a:solidFill>
              <a:effectLst/>
              <a:latin typeface="Calibri" panose="020F0502020204030204" pitchFamily="34" charset="0"/>
              <a:cs typeface="Calibri" panose="020F0502020204030204" pitchFamily="34" charset="0"/>
            </a:endParaRPr>
          </a:p>
          <a:p>
            <a:pPr marL="0" lvl="0" indent="0" algn="l" rtl="0">
              <a:spcBef>
                <a:spcPts val="0"/>
              </a:spcBef>
              <a:spcAft>
                <a:spcPts val="0"/>
              </a:spcAft>
              <a:buNone/>
            </a:pPr>
            <a:r>
              <a:rPr lang="en-US" sz="1400" strike="sngStrike" dirty="0">
                <a:solidFill>
                  <a:srgbClr val="1D1C1D"/>
                </a:solidFill>
                <a:effectLst/>
                <a:latin typeface="Calibri" panose="020F0502020204030204" pitchFamily="34" charset="0"/>
                <a:cs typeface="Calibri" panose="020F0502020204030204" pitchFamily="34" charset="0"/>
              </a:rPr>
              <a:t>The focus is on the privacy of both the vehicle users and the IP of the OEM and suppliers.</a:t>
            </a:r>
          </a:p>
          <a:p>
            <a:pPr marL="0" lvl="0" indent="0" algn="l" rtl="0">
              <a:spcBef>
                <a:spcPts val="0"/>
              </a:spcBef>
              <a:spcAft>
                <a:spcPts val="0"/>
              </a:spcAft>
              <a:buNone/>
            </a:pPr>
            <a:endParaRPr lang="en-US" sz="1400" strike="sngStrike" dirty="0">
              <a:solidFill>
                <a:srgbClr val="1D1C1D"/>
              </a:solidFill>
              <a:effectLst/>
              <a:latin typeface="Calibri" panose="020F0502020204030204" pitchFamily="34" charset="0"/>
              <a:cs typeface="Calibri" panose="020F0502020204030204" pitchFamily="34" charset="0"/>
            </a:endParaRPr>
          </a:p>
          <a:p>
            <a:pPr marL="0" lvl="0" indent="0" algn="l" rtl="0">
              <a:spcBef>
                <a:spcPts val="0"/>
              </a:spcBef>
              <a:spcAft>
                <a:spcPts val="0"/>
              </a:spcAft>
              <a:buNone/>
            </a:pPr>
            <a:r>
              <a:rPr lang="en-US" sz="1400" strike="sngStrike" dirty="0">
                <a:solidFill>
                  <a:srgbClr val="1D1C1D"/>
                </a:solidFill>
                <a:effectLst/>
                <a:latin typeface="Calibri" panose="020F0502020204030204" pitchFamily="34" charset="0"/>
                <a:cs typeface="Calibri" panose="020F0502020204030204" pitchFamily="34" charset="0"/>
              </a:rPr>
              <a:t>This gets down to things like the code that's running in the vehicle or the data stores that are being held in the vehicle.</a:t>
            </a:r>
          </a:p>
          <a:p>
            <a:pPr marL="0" lvl="0" indent="0" algn="l" rtl="0">
              <a:spcBef>
                <a:spcPts val="0"/>
              </a:spcBef>
              <a:spcAft>
                <a:spcPts val="0"/>
              </a:spcAft>
              <a:buNone/>
            </a:pPr>
            <a:endParaRPr lang="en-US" sz="1400" strike="sngStrike" dirty="0">
              <a:solidFill>
                <a:srgbClr val="1D1C1D"/>
              </a:solidFill>
              <a:effectLst/>
              <a:latin typeface="Calibri" panose="020F0502020204030204" pitchFamily="34" charset="0"/>
              <a:cs typeface="Calibri" panose="020F0502020204030204" pitchFamily="34" charset="0"/>
            </a:endParaRPr>
          </a:p>
          <a:p>
            <a:pPr marL="0" lvl="0" indent="0" algn="l" rtl="0">
              <a:spcBef>
                <a:spcPts val="0"/>
              </a:spcBef>
              <a:spcAft>
                <a:spcPts val="0"/>
              </a:spcAft>
              <a:buNone/>
            </a:pPr>
            <a:r>
              <a:rPr lang="en-US" sz="1400" strike="sngStrike" dirty="0">
                <a:solidFill>
                  <a:srgbClr val="1D1C1D"/>
                </a:solidFill>
                <a:effectLst/>
                <a:latin typeface="Calibri" panose="020F0502020204030204" pitchFamily="34" charset="0"/>
                <a:cs typeface="Calibri" panose="020F0502020204030204" pitchFamily="34" charset="0"/>
              </a:rPr>
              <a:t>&lt;pause&gt;</a:t>
            </a:r>
          </a:p>
          <a:p>
            <a:pPr marL="0" lvl="0" indent="0" algn="l" rtl="0">
              <a:spcBef>
                <a:spcPts val="0"/>
              </a:spcBef>
              <a:spcAft>
                <a:spcPts val="0"/>
              </a:spcAft>
              <a:buNone/>
            </a:pPr>
            <a:endParaRPr lang="en-US" sz="1400" dirty="0">
              <a:solidFill>
                <a:srgbClr val="1D1C1D"/>
              </a:solidFill>
              <a:effectLst/>
              <a:latin typeface="Calibri" panose="020F0502020204030204" pitchFamily="34" charset="0"/>
              <a:cs typeface="Calibri" panose="020F0502020204030204" pitchFamily="34" charset="0"/>
            </a:endParaRPr>
          </a:p>
          <a:p>
            <a:pPr marL="0" lvl="0" indent="0" algn="l" rtl="0">
              <a:spcBef>
                <a:spcPts val="0"/>
              </a:spcBef>
              <a:spcAft>
                <a:spcPts val="0"/>
              </a:spcAft>
              <a:buNone/>
            </a:pPr>
            <a:r>
              <a:rPr lang="en-US" sz="1400" strike="sngStrike" dirty="0">
                <a:solidFill>
                  <a:srgbClr val="1D1C1D"/>
                </a:solidFill>
                <a:effectLst/>
                <a:latin typeface="Calibri" panose="020F0502020204030204" pitchFamily="34" charset="0"/>
                <a:cs typeface="Calibri" panose="020F0502020204030204" pitchFamily="34" charset="0"/>
              </a:rPr>
              <a:t>And our fourth area is that of operation.</a:t>
            </a:r>
          </a:p>
          <a:p>
            <a:pPr marL="0" lvl="0" indent="0" algn="l" rtl="0">
              <a:spcBef>
                <a:spcPts val="0"/>
              </a:spcBef>
              <a:spcAft>
                <a:spcPts val="0"/>
              </a:spcAft>
              <a:buNone/>
            </a:pPr>
            <a:endParaRPr lang="en-US" sz="1400" strike="sngStrike" dirty="0">
              <a:solidFill>
                <a:srgbClr val="1D1C1D"/>
              </a:solidFill>
              <a:effectLst/>
              <a:latin typeface="Calibri" panose="020F0502020204030204" pitchFamily="34" charset="0"/>
              <a:cs typeface="Calibri" panose="020F0502020204030204" pitchFamily="34" charset="0"/>
            </a:endParaRPr>
          </a:p>
          <a:p>
            <a:pPr marL="0" lvl="0" indent="0" algn="l" rtl="0">
              <a:spcBef>
                <a:spcPts val="0"/>
              </a:spcBef>
              <a:spcAft>
                <a:spcPts val="0"/>
              </a:spcAft>
              <a:buNone/>
            </a:pPr>
            <a:r>
              <a:rPr lang="en-US" sz="1400" strike="sngStrike" dirty="0">
                <a:solidFill>
                  <a:srgbClr val="1D1C1D"/>
                </a:solidFill>
                <a:effectLst/>
                <a:latin typeface="Calibri" panose="020F0502020204030204" pitchFamily="34" charset="0"/>
                <a:cs typeface="Calibri" panose="020F0502020204030204" pitchFamily="34" charset="0"/>
              </a:rPr>
              <a:t>The concern is the operational performance of the vehicle and things which can perturb that operational performance.</a:t>
            </a:r>
          </a:p>
          <a:p>
            <a:pPr marL="0" lvl="0" indent="0" algn="l" rtl="0">
              <a:spcBef>
                <a:spcPts val="0"/>
              </a:spcBef>
              <a:spcAft>
                <a:spcPts val="0"/>
              </a:spcAft>
              <a:buNone/>
            </a:pPr>
            <a:endParaRPr lang="en-US" sz="1400" strike="sngStrike" dirty="0">
              <a:solidFill>
                <a:srgbClr val="1D1C1D"/>
              </a:solidFill>
              <a:effectLst/>
              <a:latin typeface="Calibri" panose="020F0502020204030204" pitchFamily="34" charset="0"/>
              <a:cs typeface="Calibri" panose="020F0502020204030204" pitchFamily="34" charset="0"/>
            </a:endParaRPr>
          </a:p>
          <a:p>
            <a:pPr marL="0" lvl="0" indent="0" algn="l" rtl="0">
              <a:spcBef>
                <a:spcPts val="0"/>
              </a:spcBef>
              <a:spcAft>
                <a:spcPts val="0"/>
              </a:spcAft>
              <a:buNone/>
            </a:pPr>
            <a:r>
              <a:rPr lang="en-US" sz="1400" strike="sngStrike" dirty="0">
                <a:solidFill>
                  <a:srgbClr val="1D1C1D"/>
                </a:solidFill>
                <a:effectLst/>
                <a:latin typeface="Calibri" panose="020F0502020204030204" pitchFamily="34" charset="0"/>
                <a:cs typeface="Calibri" panose="020F0502020204030204" pitchFamily="34" charset="0"/>
              </a:rPr>
              <a:t>&lt;pause&gt;</a:t>
            </a:r>
          </a:p>
          <a:p>
            <a:pPr marL="0" lvl="0" indent="0" algn="l" rtl="0">
              <a:spcBef>
                <a:spcPts val="0"/>
              </a:spcBef>
              <a:spcAft>
                <a:spcPts val="0"/>
              </a:spcAft>
              <a:buNone/>
            </a:pPr>
            <a:endParaRPr lang="en-US" sz="1400" strike="sngStrike" dirty="0">
              <a:solidFill>
                <a:srgbClr val="1D1C1D"/>
              </a:solidFill>
              <a:effectLst/>
              <a:latin typeface="Calibri" panose="020F0502020204030204" pitchFamily="34" charset="0"/>
              <a:cs typeface="Calibri" panose="020F0502020204030204" pitchFamily="34" charset="0"/>
            </a:endParaRPr>
          </a:p>
          <a:p>
            <a:pPr marL="0" lvl="0" indent="0" algn="l" rtl="0">
              <a:spcBef>
                <a:spcPts val="0"/>
              </a:spcBef>
              <a:spcAft>
                <a:spcPts val="0"/>
              </a:spcAft>
              <a:buNone/>
            </a:pPr>
            <a:r>
              <a:rPr lang="en-US" sz="1400" dirty="0">
                <a:solidFill>
                  <a:srgbClr val="1D1C1D"/>
                </a:solidFill>
                <a:effectLst/>
                <a:latin typeface="Calibri" panose="020F0502020204030204" pitchFamily="34" charset="0"/>
                <a:cs typeface="Calibri" panose="020F0502020204030204" pitchFamily="34" charset="0"/>
              </a:rPr>
              <a:t>Together all of these domains of risk have to be considered for any threat candidate.</a:t>
            </a:r>
          </a:p>
          <a:p>
            <a:pPr marL="0" lvl="0" indent="0" algn="l" rtl="0">
              <a:spcBef>
                <a:spcPts val="0"/>
              </a:spcBef>
              <a:spcAft>
                <a:spcPts val="0"/>
              </a:spcAft>
              <a:buNone/>
            </a:pPr>
            <a:endParaRPr lang="en-US" sz="1400" dirty="0">
              <a:solidFill>
                <a:srgbClr val="1D1C1D"/>
              </a:solidFill>
              <a:effectLst/>
              <a:latin typeface="Calibri" panose="020F0502020204030204" pitchFamily="34" charset="0"/>
              <a:cs typeface="Calibri" panose="020F0502020204030204" pitchFamily="34" charset="0"/>
            </a:endParaRPr>
          </a:p>
          <a:p>
            <a:pPr marL="0" lvl="0" indent="0" algn="l" rtl="0">
              <a:spcBef>
                <a:spcPts val="0"/>
              </a:spcBef>
              <a:spcAft>
                <a:spcPts val="0"/>
              </a:spcAft>
              <a:buNone/>
            </a:pPr>
            <a:r>
              <a:rPr lang="en-US" sz="1400" dirty="0">
                <a:solidFill>
                  <a:srgbClr val="1D1C1D"/>
                </a:solidFill>
                <a:effectLst/>
                <a:latin typeface="Calibri" panose="020F0502020204030204" pitchFamily="34" charset="0"/>
                <a:cs typeface="Calibri" panose="020F0502020204030204" pitchFamily="34" charset="0"/>
              </a:rPr>
              <a:t>That's wonderful. Now we have four risk domains instead of just one.</a:t>
            </a:r>
          </a:p>
          <a:p>
            <a:pPr marL="0" lvl="0" indent="0" algn="l" rtl="0">
              <a:spcBef>
                <a:spcPts val="0"/>
              </a:spcBef>
              <a:spcAft>
                <a:spcPts val="0"/>
              </a:spcAft>
              <a:buNone/>
            </a:pPr>
            <a:endParaRPr lang="en-US" sz="1400" dirty="0">
              <a:solidFill>
                <a:srgbClr val="1D1C1D"/>
              </a:solidFill>
              <a:effectLst/>
              <a:latin typeface="Calibri" panose="020F0502020204030204" pitchFamily="34" charset="0"/>
              <a:cs typeface="Calibri" panose="020F0502020204030204" pitchFamily="34" charset="0"/>
            </a:endParaRPr>
          </a:p>
          <a:p>
            <a:pPr marL="0" lvl="0" indent="0" algn="l" rtl="0">
              <a:spcBef>
                <a:spcPts val="0"/>
              </a:spcBef>
              <a:spcAft>
                <a:spcPts val="0"/>
              </a:spcAft>
              <a:buNone/>
            </a:pPr>
            <a:r>
              <a:rPr lang="en-US" sz="1400" dirty="0">
                <a:solidFill>
                  <a:srgbClr val="1D1C1D"/>
                </a:solidFill>
                <a:effectLst/>
                <a:latin typeface="Calibri" panose="020F0502020204030204" pitchFamily="34" charset="0"/>
                <a:cs typeface="Calibri" panose="020F0502020204030204" pitchFamily="34" charset="0"/>
              </a:rPr>
              <a:t>How do we deal with that?</a:t>
            </a:r>
          </a:p>
          <a:p>
            <a:pPr marL="0" lvl="0" indent="0" algn="l" rtl="0">
              <a:spcBef>
                <a:spcPts val="0"/>
              </a:spcBef>
              <a:spcAft>
                <a:spcPts val="0"/>
              </a:spcAft>
              <a:buNone/>
            </a:pPr>
            <a:endParaRPr lang="en-US" sz="1400" dirty="0">
              <a:solidFill>
                <a:srgbClr val="1D1C1D"/>
              </a:solidFill>
              <a:effectLst/>
              <a:latin typeface="Calibri" panose="020F0502020204030204" pitchFamily="34" charset="0"/>
              <a:cs typeface="Calibri" panose="020F0502020204030204" pitchFamily="34" charset="0"/>
            </a:endParaRPr>
          </a:p>
        </p:txBody>
      </p:sp>
    </p:spTree>
    <p:extLst>
      <p:ext uri="{BB962C8B-B14F-4D97-AF65-F5344CB8AC3E}">
        <p14:creationId xmlns:p14="http://schemas.microsoft.com/office/powerpoint/2010/main" val="2850620494"/>
      </p:ext>
    </p:extLst>
  </p:cSld>
  <p:clrMapOvr>
    <a:masterClrMapping/>
  </p:clrMapOvr>
</p:notes>
</file>

<file path=ppt/notesSlides/notesSlide55.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1195"/>
        <p:cNvGrpSpPr/>
        <p:nvPr/>
      </p:nvGrpSpPr>
      <p:grpSpPr>
        <a:xfrm>
          <a:off x="0" y="0"/>
          <a:ext cx="0" cy="0"/>
          <a:chOff x="0" y="0"/>
          <a:chExt cx="0" cy="0"/>
        </a:xfrm>
      </p:grpSpPr>
      <p:sp>
        <p:nvSpPr>
          <p:cNvPr id="1196" name="Google Shape;1196;g9ac6590046_0_272:notes"/>
          <p:cNvSpPr>
            <a:spLocks noGrp="1" noRot="1" noChangeAspect="1"/>
          </p:cNvSpPr>
          <p:nvPr>
            <p:ph type="sldImg" idx="2"/>
          </p:nvPr>
        </p:nvSpPr>
        <p:spPr>
          <a:xfrm>
            <a:off x="382588" y="685800"/>
            <a:ext cx="6094412" cy="3429000"/>
          </a:xfrm>
          <a:custGeom>
            <a:avLst/>
            <a:gdLst/>
            <a:ahLst/>
            <a:cxnLst/>
            <a:rect l="l" t="t" r="r" b="b"/>
            <a:pathLst>
              <a:path w="120000" h="120000" extrusionOk="0">
                <a:moveTo>
                  <a:pt x="0" y="0"/>
                </a:moveTo>
                <a:lnTo>
                  <a:pt x="120000" y="0"/>
                </a:lnTo>
                <a:lnTo>
                  <a:pt x="120000" y="120000"/>
                </a:lnTo>
                <a:lnTo>
                  <a:pt x="0" y="120000"/>
                </a:lnTo>
                <a:close/>
              </a:path>
            </a:pathLst>
          </a:custGeom>
        </p:spPr>
      </p:sp>
      <p:sp>
        <p:nvSpPr>
          <p:cNvPr id="1197" name="Google Shape;1197;g9ac6590046_0_272:notes"/>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r>
              <a:rPr lang="en-US" sz="1400" dirty="0">
                <a:latin typeface="Calibri" panose="020F0502020204030204" pitchFamily="34" charset="0"/>
                <a:cs typeface="Calibri" panose="020F0502020204030204" pitchFamily="34" charset="0"/>
              </a:rPr>
              <a:t>Script:</a:t>
            </a:r>
          </a:p>
          <a:p>
            <a:pPr marL="0" lvl="0" indent="0" algn="l" rtl="0">
              <a:spcBef>
                <a:spcPts val="0"/>
              </a:spcBef>
              <a:spcAft>
                <a:spcPts val="0"/>
              </a:spcAft>
              <a:buNone/>
            </a:pPr>
            <a:endParaRPr lang="en-US" sz="1400" dirty="0">
              <a:latin typeface="Calibri" panose="020F0502020204030204" pitchFamily="34" charset="0"/>
              <a:cs typeface="Calibri" panose="020F0502020204030204" pitchFamily="34" charset="0"/>
            </a:endParaRPr>
          </a:p>
          <a:p>
            <a:pPr marL="0" lvl="0" indent="0" algn="l" rtl="0">
              <a:spcBef>
                <a:spcPts val="0"/>
              </a:spcBef>
              <a:spcAft>
                <a:spcPts val="0"/>
              </a:spcAft>
              <a:buNone/>
            </a:pPr>
            <a:r>
              <a:rPr lang="en-US" sz="1400" dirty="0">
                <a:latin typeface="Calibri" panose="020F0502020204030204" pitchFamily="34" charset="0"/>
                <a:cs typeface="Calibri" panose="020F0502020204030204" pitchFamily="34" charset="0"/>
              </a:rPr>
              <a:t>In order to accomplish this multi-domain workflow, let's go back to our original workflow diagram, which you can see here where we have the ranking, the risking and the slicing.</a:t>
            </a:r>
          </a:p>
          <a:p>
            <a:pPr marL="0" lvl="0" indent="0" algn="l" rtl="0">
              <a:spcBef>
                <a:spcPts val="0"/>
              </a:spcBef>
              <a:spcAft>
                <a:spcPts val="0"/>
              </a:spcAft>
              <a:buNone/>
            </a:pPr>
            <a:endParaRPr lang="en-US" sz="1400" dirty="0">
              <a:latin typeface="Calibri" panose="020F0502020204030204" pitchFamily="34" charset="0"/>
              <a:cs typeface="Calibri" panose="020F0502020204030204" pitchFamily="34" charset="0"/>
            </a:endParaRPr>
          </a:p>
          <a:p>
            <a:pPr marL="0" lvl="0" indent="0" algn="l" rtl="0">
              <a:spcBef>
                <a:spcPts val="0"/>
              </a:spcBef>
              <a:spcAft>
                <a:spcPts val="0"/>
              </a:spcAft>
              <a:buNone/>
            </a:pPr>
            <a:r>
              <a:rPr lang="en-US" sz="1400" dirty="0">
                <a:latin typeface="Calibri" panose="020F0502020204030204" pitchFamily="34" charset="0"/>
                <a:cs typeface="Calibri" panose="020F0502020204030204" pitchFamily="34" charset="0"/>
              </a:rPr>
              <a:t>Now let's take it and break it up so that we can address those multiple domains.</a:t>
            </a:r>
          </a:p>
          <a:p>
            <a:pPr marL="0" lvl="0" indent="0" algn="l" rtl="0">
              <a:spcBef>
                <a:spcPts val="0"/>
              </a:spcBef>
              <a:spcAft>
                <a:spcPts val="0"/>
              </a:spcAft>
              <a:buNone/>
            </a:pPr>
            <a:endParaRPr lang="en-US" sz="1400" dirty="0">
              <a:latin typeface="Calibri" panose="020F0502020204030204" pitchFamily="34" charset="0"/>
              <a:cs typeface="Calibri" panose="020F0502020204030204" pitchFamily="34" charset="0"/>
            </a:endParaRPr>
          </a:p>
          <a:p>
            <a:pPr marL="0" lvl="0" indent="0" algn="l" rtl="0">
              <a:spcBef>
                <a:spcPts val="0"/>
              </a:spcBef>
              <a:spcAft>
                <a:spcPts val="0"/>
              </a:spcAft>
              <a:buNone/>
            </a:pPr>
            <a:r>
              <a:rPr lang="en-US" sz="1400" dirty="0">
                <a:latin typeface="Calibri" panose="020F0502020204030204" pitchFamily="34" charset="0"/>
                <a:cs typeface="Calibri" panose="020F0502020204030204" pitchFamily="34" charset="0"/>
              </a:rPr>
              <a:t>&lt;pause&gt;</a:t>
            </a:r>
          </a:p>
          <a:p>
            <a:pPr marL="0" lvl="0" indent="0" algn="l" rtl="0">
              <a:spcBef>
                <a:spcPts val="0"/>
              </a:spcBef>
              <a:spcAft>
                <a:spcPts val="0"/>
              </a:spcAft>
              <a:buNone/>
            </a:pPr>
            <a:endParaRPr lang="en-US" sz="1400" dirty="0">
              <a:latin typeface="Calibri" panose="020F0502020204030204" pitchFamily="34" charset="0"/>
              <a:cs typeface="Calibri" panose="020F0502020204030204" pitchFamily="34" charset="0"/>
            </a:endParaRPr>
          </a:p>
          <a:p>
            <a:pPr marL="0" lvl="0" indent="0" algn="l" rtl="0">
              <a:spcBef>
                <a:spcPts val="0"/>
              </a:spcBef>
              <a:spcAft>
                <a:spcPts val="0"/>
              </a:spcAft>
              <a:buNone/>
            </a:pPr>
            <a:r>
              <a:rPr lang="en-US" sz="1400" strike="sngStrike" dirty="0">
                <a:latin typeface="Calibri" panose="020F0502020204030204" pitchFamily="34" charset="0"/>
                <a:cs typeface="Calibri" panose="020F0502020204030204" pitchFamily="34" charset="0"/>
              </a:rPr>
              <a:t>Here, we see the risking and slicing activities are replicated.</a:t>
            </a:r>
          </a:p>
          <a:p>
            <a:pPr marL="0" lvl="0" indent="0" algn="l" rtl="0">
              <a:spcBef>
                <a:spcPts val="0"/>
              </a:spcBef>
              <a:spcAft>
                <a:spcPts val="0"/>
              </a:spcAft>
              <a:buNone/>
            </a:pPr>
            <a:endParaRPr lang="en-US" sz="1400" strike="sngStrike" dirty="0">
              <a:latin typeface="Calibri" panose="020F0502020204030204" pitchFamily="34" charset="0"/>
              <a:cs typeface="Calibri" panose="020F0502020204030204" pitchFamily="34" charset="0"/>
            </a:endParaRPr>
          </a:p>
          <a:p>
            <a:pPr marL="0" lvl="0" indent="0" algn="l" rtl="0">
              <a:spcBef>
                <a:spcPts val="0"/>
              </a:spcBef>
              <a:spcAft>
                <a:spcPts val="0"/>
              </a:spcAft>
              <a:buNone/>
            </a:pPr>
            <a:r>
              <a:rPr lang="en-US" sz="1400" strike="sngStrike" dirty="0">
                <a:latin typeface="Calibri" panose="020F0502020204030204" pitchFamily="34" charset="0"/>
                <a:cs typeface="Calibri" panose="020F0502020204030204" pitchFamily="34" charset="0"/>
              </a:rPr>
              <a:t>Specifically, there's going to be one of these per risk domain.</a:t>
            </a:r>
          </a:p>
          <a:p>
            <a:pPr marL="0" lvl="0" indent="0" algn="l" rtl="0">
              <a:spcBef>
                <a:spcPts val="0"/>
              </a:spcBef>
              <a:spcAft>
                <a:spcPts val="0"/>
              </a:spcAft>
              <a:buNone/>
            </a:pPr>
            <a:endParaRPr lang="en-US" sz="1400" strike="sngStrike" dirty="0">
              <a:latin typeface="Calibri" panose="020F0502020204030204" pitchFamily="34" charset="0"/>
              <a:cs typeface="Calibri" panose="020F0502020204030204" pitchFamily="34" charset="0"/>
            </a:endParaRPr>
          </a:p>
          <a:p>
            <a:pPr marL="0" lvl="0" indent="0" algn="l" rtl="0">
              <a:spcBef>
                <a:spcPts val="0"/>
              </a:spcBef>
              <a:spcAft>
                <a:spcPts val="0"/>
              </a:spcAft>
              <a:buNone/>
            </a:pPr>
            <a:r>
              <a:rPr lang="en-US" sz="1400" strike="sngStrike" dirty="0">
                <a:latin typeface="Calibri" panose="020F0502020204030204" pitchFamily="34" charset="0"/>
                <a:cs typeface="Calibri" panose="020F0502020204030204" pitchFamily="34" charset="0"/>
              </a:rPr>
              <a:t>Additionally, we have a new activity that needs to take place.</a:t>
            </a:r>
          </a:p>
          <a:p>
            <a:pPr marL="0" lvl="0" indent="0" algn="l" rtl="0">
              <a:spcBef>
                <a:spcPts val="0"/>
              </a:spcBef>
              <a:spcAft>
                <a:spcPts val="0"/>
              </a:spcAft>
              <a:buNone/>
            </a:pPr>
            <a:endParaRPr lang="en-US" sz="1400" strike="sngStrike" dirty="0">
              <a:latin typeface="Calibri" panose="020F0502020204030204" pitchFamily="34" charset="0"/>
              <a:cs typeface="Calibri" panose="020F0502020204030204" pitchFamily="34" charset="0"/>
            </a:endParaRPr>
          </a:p>
          <a:p>
            <a:pPr marL="0" lvl="0" indent="0" algn="l" rtl="0">
              <a:spcBef>
                <a:spcPts val="0"/>
              </a:spcBef>
              <a:spcAft>
                <a:spcPts val="0"/>
              </a:spcAft>
              <a:buNone/>
            </a:pPr>
            <a:r>
              <a:rPr lang="en-US" sz="1400" strike="sngStrike" dirty="0">
                <a:latin typeface="Calibri" panose="020F0502020204030204" pitchFamily="34" charset="0"/>
                <a:cs typeface="Calibri" panose="020F0502020204030204" pitchFamily="34" charset="0"/>
              </a:rPr>
              <a:t>That's the consolidation of the risk domains.</a:t>
            </a:r>
          </a:p>
          <a:p>
            <a:pPr marL="0" lvl="0" indent="0" algn="l" rtl="0">
              <a:spcBef>
                <a:spcPts val="0"/>
              </a:spcBef>
              <a:spcAft>
                <a:spcPts val="0"/>
              </a:spcAft>
              <a:buNone/>
            </a:pPr>
            <a:endParaRPr lang="en-US" sz="1400" strike="sngStrike" dirty="0">
              <a:latin typeface="Calibri" panose="020F0502020204030204" pitchFamily="34" charset="0"/>
              <a:cs typeface="Calibri" panose="020F0502020204030204" pitchFamily="34" charset="0"/>
            </a:endParaRPr>
          </a:p>
          <a:p>
            <a:pPr marL="0" lvl="0" indent="0" algn="l" rtl="0">
              <a:spcBef>
                <a:spcPts val="0"/>
              </a:spcBef>
              <a:spcAft>
                <a:spcPts val="0"/>
              </a:spcAft>
              <a:buNone/>
            </a:pPr>
            <a:r>
              <a:rPr lang="en-US" sz="1400" strike="sngStrike" dirty="0">
                <a:latin typeface="Calibri" panose="020F0502020204030204" pitchFamily="34" charset="0"/>
                <a:cs typeface="Calibri" panose="020F0502020204030204" pitchFamily="34" charset="0"/>
              </a:rPr>
              <a:t>This comes between the uncontrolled threats and the issue tracking system.</a:t>
            </a:r>
          </a:p>
          <a:p>
            <a:pPr marL="0" lvl="0" indent="0" algn="l" rtl="0">
              <a:spcBef>
                <a:spcPts val="0"/>
              </a:spcBef>
              <a:spcAft>
                <a:spcPts val="0"/>
              </a:spcAft>
              <a:buNone/>
            </a:pPr>
            <a:endParaRPr lang="en-US" sz="1400" strike="sngStrike" dirty="0">
              <a:latin typeface="Calibri" panose="020F0502020204030204" pitchFamily="34" charset="0"/>
              <a:cs typeface="Calibri" panose="020F0502020204030204" pitchFamily="34" charset="0"/>
            </a:endParaRPr>
          </a:p>
          <a:p>
            <a:pPr marL="0" lvl="0" indent="0" algn="l" rtl="0">
              <a:spcBef>
                <a:spcPts val="0"/>
              </a:spcBef>
              <a:spcAft>
                <a:spcPts val="0"/>
              </a:spcAft>
              <a:buNone/>
            </a:pPr>
            <a:r>
              <a:rPr lang="en-US" sz="1400" strike="sngStrike" dirty="0">
                <a:latin typeface="Calibri" panose="020F0502020204030204" pitchFamily="34" charset="0"/>
                <a:cs typeface="Calibri" panose="020F0502020204030204" pitchFamily="34" charset="0"/>
              </a:rPr>
              <a:t>Let's look at that particular additional step.</a:t>
            </a:r>
          </a:p>
        </p:txBody>
      </p:sp>
    </p:spTree>
    <p:extLst>
      <p:ext uri="{BB962C8B-B14F-4D97-AF65-F5344CB8AC3E}">
        <p14:creationId xmlns:p14="http://schemas.microsoft.com/office/powerpoint/2010/main" val="3809421199"/>
      </p:ext>
    </p:extLst>
  </p:cSld>
  <p:clrMapOvr>
    <a:masterClrMapping/>
  </p:clrMapOvr>
</p:notes>
</file>

<file path=ppt/notesSlides/notesSlide56.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1195"/>
        <p:cNvGrpSpPr/>
        <p:nvPr/>
      </p:nvGrpSpPr>
      <p:grpSpPr>
        <a:xfrm>
          <a:off x="0" y="0"/>
          <a:ext cx="0" cy="0"/>
          <a:chOff x="0" y="0"/>
          <a:chExt cx="0" cy="0"/>
        </a:xfrm>
      </p:grpSpPr>
      <p:sp>
        <p:nvSpPr>
          <p:cNvPr id="1196" name="Google Shape;1196;g9ac6590046_0_272:notes"/>
          <p:cNvSpPr>
            <a:spLocks noGrp="1" noRot="1" noChangeAspect="1"/>
          </p:cNvSpPr>
          <p:nvPr>
            <p:ph type="sldImg" idx="2"/>
          </p:nvPr>
        </p:nvSpPr>
        <p:spPr>
          <a:xfrm>
            <a:off x="382588" y="685800"/>
            <a:ext cx="6094412" cy="3429000"/>
          </a:xfrm>
          <a:custGeom>
            <a:avLst/>
            <a:gdLst/>
            <a:ahLst/>
            <a:cxnLst/>
            <a:rect l="l" t="t" r="r" b="b"/>
            <a:pathLst>
              <a:path w="120000" h="120000" extrusionOk="0">
                <a:moveTo>
                  <a:pt x="0" y="0"/>
                </a:moveTo>
                <a:lnTo>
                  <a:pt x="120000" y="0"/>
                </a:lnTo>
                <a:lnTo>
                  <a:pt x="120000" y="120000"/>
                </a:lnTo>
                <a:lnTo>
                  <a:pt x="0" y="120000"/>
                </a:lnTo>
                <a:close/>
              </a:path>
            </a:pathLst>
          </a:custGeom>
        </p:spPr>
      </p:sp>
      <p:sp>
        <p:nvSpPr>
          <p:cNvPr id="1197" name="Google Shape;1197;g9ac6590046_0_272:notes"/>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r>
              <a:rPr lang="en-US" sz="1400" dirty="0">
                <a:latin typeface="Calibri" panose="020F0502020204030204" pitchFamily="34" charset="0"/>
                <a:cs typeface="Calibri" panose="020F0502020204030204" pitchFamily="34" charset="0"/>
              </a:rPr>
              <a:t>Script:</a:t>
            </a:r>
          </a:p>
          <a:p>
            <a:pPr marL="0" lvl="0" indent="0" algn="l" rtl="0">
              <a:spcBef>
                <a:spcPts val="0"/>
              </a:spcBef>
              <a:spcAft>
                <a:spcPts val="0"/>
              </a:spcAft>
              <a:buNone/>
            </a:pPr>
            <a:endParaRPr lang="en-US" sz="1400" dirty="0">
              <a:solidFill>
                <a:srgbClr val="1D1C1D"/>
              </a:solidFill>
              <a:effectLst/>
              <a:latin typeface="Calibri" panose="020F0502020204030204" pitchFamily="34" charset="0"/>
              <a:cs typeface="Calibri" panose="020F0502020204030204" pitchFamily="34" charset="0"/>
            </a:endParaRPr>
          </a:p>
          <a:p>
            <a:pPr marL="0" lvl="0" indent="0" algn="l" rtl="0">
              <a:spcBef>
                <a:spcPts val="0"/>
              </a:spcBef>
              <a:spcAft>
                <a:spcPts val="0"/>
              </a:spcAft>
              <a:buNone/>
            </a:pPr>
            <a:r>
              <a:rPr lang="en-US" sz="1400" strike="sngStrike" dirty="0">
                <a:latin typeface="Calibri" panose="020F0502020204030204" pitchFamily="34" charset="0"/>
                <a:cs typeface="Calibri" panose="020F0502020204030204" pitchFamily="34" charset="0"/>
              </a:rPr>
              <a:t>In order to accomplish this multi-domain workflow, let's go back to our original workflow diagram, which you can see here where we have the ranking, the risking and the slicing.</a:t>
            </a:r>
          </a:p>
          <a:p>
            <a:pPr marL="0" lvl="0" indent="0" algn="l" rtl="0">
              <a:spcBef>
                <a:spcPts val="0"/>
              </a:spcBef>
              <a:spcAft>
                <a:spcPts val="0"/>
              </a:spcAft>
              <a:buNone/>
            </a:pPr>
            <a:endParaRPr lang="en-US" sz="1400" strike="sngStrike" dirty="0">
              <a:latin typeface="Calibri" panose="020F0502020204030204" pitchFamily="34" charset="0"/>
              <a:cs typeface="Calibri" panose="020F0502020204030204" pitchFamily="34" charset="0"/>
            </a:endParaRPr>
          </a:p>
          <a:p>
            <a:pPr marL="0" lvl="0" indent="0" algn="l" rtl="0">
              <a:spcBef>
                <a:spcPts val="0"/>
              </a:spcBef>
              <a:spcAft>
                <a:spcPts val="0"/>
              </a:spcAft>
              <a:buNone/>
            </a:pPr>
            <a:r>
              <a:rPr lang="en-US" sz="1400" strike="sngStrike" dirty="0">
                <a:latin typeface="Calibri" panose="020F0502020204030204" pitchFamily="34" charset="0"/>
                <a:cs typeface="Calibri" panose="020F0502020204030204" pitchFamily="34" charset="0"/>
              </a:rPr>
              <a:t>Now let's take it and break it up so that we can address those multiple domains.</a:t>
            </a:r>
          </a:p>
          <a:p>
            <a:pPr marL="0" lvl="0" indent="0" algn="l" rtl="0">
              <a:spcBef>
                <a:spcPts val="0"/>
              </a:spcBef>
              <a:spcAft>
                <a:spcPts val="0"/>
              </a:spcAft>
              <a:buNone/>
            </a:pPr>
            <a:endParaRPr lang="en-US" sz="1400" strike="sngStrike" dirty="0">
              <a:latin typeface="Calibri" panose="020F0502020204030204" pitchFamily="34" charset="0"/>
              <a:cs typeface="Calibri" panose="020F0502020204030204" pitchFamily="34" charset="0"/>
            </a:endParaRPr>
          </a:p>
          <a:p>
            <a:pPr marL="0" lvl="0" indent="0" algn="l" rtl="0">
              <a:spcBef>
                <a:spcPts val="0"/>
              </a:spcBef>
              <a:spcAft>
                <a:spcPts val="0"/>
              </a:spcAft>
              <a:buNone/>
            </a:pPr>
            <a:r>
              <a:rPr lang="en-US" sz="1400" strike="sngStrike" dirty="0">
                <a:latin typeface="Calibri" panose="020F0502020204030204" pitchFamily="34" charset="0"/>
                <a:cs typeface="Calibri" panose="020F0502020204030204" pitchFamily="34" charset="0"/>
              </a:rPr>
              <a:t>&lt;pause&gt;</a:t>
            </a:r>
          </a:p>
          <a:p>
            <a:pPr marL="0" lvl="0" indent="0" algn="l" rtl="0">
              <a:spcBef>
                <a:spcPts val="0"/>
              </a:spcBef>
              <a:spcAft>
                <a:spcPts val="0"/>
              </a:spcAft>
              <a:buNone/>
            </a:pPr>
            <a:endParaRPr lang="en-US" sz="1400" dirty="0">
              <a:latin typeface="Calibri" panose="020F0502020204030204" pitchFamily="34" charset="0"/>
              <a:cs typeface="Calibri" panose="020F0502020204030204" pitchFamily="34" charset="0"/>
            </a:endParaRPr>
          </a:p>
          <a:p>
            <a:pPr marL="0" lvl="0" indent="0" algn="l" rtl="0">
              <a:spcBef>
                <a:spcPts val="0"/>
              </a:spcBef>
              <a:spcAft>
                <a:spcPts val="0"/>
              </a:spcAft>
              <a:buNone/>
            </a:pPr>
            <a:r>
              <a:rPr lang="en-US" sz="1400" dirty="0">
                <a:latin typeface="Calibri" panose="020F0502020204030204" pitchFamily="34" charset="0"/>
                <a:cs typeface="Calibri" panose="020F0502020204030204" pitchFamily="34" charset="0"/>
              </a:rPr>
              <a:t>Here, we see the risking and slicing activities are replicated.</a:t>
            </a:r>
          </a:p>
          <a:p>
            <a:pPr marL="0" lvl="0" indent="0" algn="l" rtl="0">
              <a:spcBef>
                <a:spcPts val="0"/>
              </a:spcBef>
              <a:spcAft>
                <a:spcPts val="0"/>
              </a:spcAft>
              <a:buNone/>
            </a:pPr>
            <a:endParaRPr lang="en-US" sz="1400" dirty="0">
              <a:latin typeface="Calibri" panose="020F0502020204030204" pitchFamily="34" charset="0"/>
              <a:cs typeface="Calibri" panose="020F0502020204030204" pitchFamily="34" charset="0"/>
            </a:endParaRPr>
          </a:p>
          <a:p>
            <a:pPr marL="0" lvl="0" indent="0" algn="l" rtl="0">
              <a:spcBef>
                <a:spcPts val="0"/>
              </a:spcBef>
              <a:spcAft>
                <a:spcPts val="0"/>
              </a:spcAft>
              <a:buNone/>
            </a:pPr>
            <a:r>
              <a:rPr lang="en-US" sz="1400" dirty="0">
                <a:latin typeface="Calibri" panose="020F0502020204030204" pitchFamily="34" charset="0"/>
                <a:cs typeface="Calibri" panose="020F0502020204030204" pitchFamily="34" charset="0"/>
              </a:rPr>
              <a:t>Specifically, there's going to be one of these per risk domain.</a:t>
            </a:r>
          </a:p>
          <a:p>
            <a:pPr marL="0" lvl="0" indent="0" algn="l" rtl="0">
              <a:spcBef>
                <a:spcPts val="0"/>
              </a:spcBef>
              <a:spcAft>
                <a:spcPts val="0"/>
              </a:spcAft>
              <a:buNone/>
            </a:pPr>
            <a:endParaRPr lang="en-US" sz="1400" dirty="0">
              <a:latin typeface="Calibri" panose="020F0502020204030204" pitchFamily="34" charset="0"/>
              <a:cs typeface="Calibri" panose="020F0502020204030204" pitchFamily="34" charset="0"/>
            </a:endParaRPr>
          </a:p>
          <a:p>
            <a:pPr marL="0" lvl="0" indent="0" algn="l" rtl="0">
              <a:spcBef>
                <a:spcPts val="0"/>
              </a:spcBef>
              <a:spcAft>
                <a:spcPts val="0"/>
              </a:spcAft>
              <a:buNone/>
            </a:pPr>
            <a:r>
              <a:rPr lang="en-US" sz="1400" dirty="0">
                <a:latin typeface="Calibri" panose="020F0502020204030204" pitchFamily="34" charset="0"/>
                <a:cs typeface="Calibri" panose="020F0502020204030204" pitchFamily="34" charset="0"/>
              </a:rPr>
              <a:t>Additionally, we have a new activity that needs to take place.</a:t>
            </a:r>
          </a:p>
          <a:p>
            <a:pPr marL="0" lvl="0" indent="0" algn="l" rtl="0">
              <a:spcBef>
                <a:spcPts val="0"/>
              </a:spcBef>
              <a:spcAft>
                <a:spcPts val="0"/>
              </a:spcAft>
              <a:buNone/>
            </a:pPr>
            <a:endParaRPr lang="en-US" sz="1400" dirty="0">
              <a:latin typeface="Calibri" panose="020F0502020204030204" pitchFamily="34" charset="0"/>
              <a:cs typeface="Calibri" panose="020F0502020204030204" pitchFamily="34" charset="0"/>
            </a:endParaRPr>
          </a:p>
          <a:p>
            <a:pPr marL="0" lvl="0" indent="0" algn="l" rtl="0">
              <a:spcBef>
                <a:spcPts val="0"/>
              </a:spcBef>
              <a:spcAft>
                <a:spcPts val="0"/>
              </a:spcAft>
              <a:buNone/>
            </a:pPr>
            <a:r>
              <a:rPr lang="en-US" sz="1400" dirty="0">
                <a:latin typeface="Calibri" panose="020F0502020204030204" pitchFamily="34" charset="0"/>
                <a:cs typeface="Calibri" panose="020F0502020204030204" pitchFamily="34" charset="0"/>
              </a:rPr>
              <a:t>That's the consolidation of the risk domains.</a:t>
            </a:r>
          </a:p>
          <a:p>
            <a:pPr marL="0" lvl="0" indent="0" algn="l" rtl="0">
              <a:spcBef>
                <a:spcPts val="0"/>
              </a:spcBef>
              <a:spcAft>
                <a:spcPts val="0"/>
              </a:spcAft>
              <a:buNone/>
            </a:pPr>
            <a:endParaRPr lang="en-US" sz="1400" dirty="0">
              <a:latin typeface="Calibri" panose="020F0502020204030204" pitchFamily="34" charset="0"/>
              <a:cs typeface="Calibri" panose="020F0502020204030204" pitchFamily="34" charset="0"/>
            </a:endParaRPr>
          </a:p>
          <a:p>
            <a:pPr marL="0" lvl="0" indent="0" algn="l" rtl="0">
              <a:spcBef>
                <a:spcPts val="0"/>
              </a:spcBef>
              <a:spcAft>
                <a:spcPts val="0"/>
              </a:spcAft>
              <a:buNone/>
            </a:pPr>
            <a:r>
              <a:rPr lang="en-US" sz="1400" dirty="0">
                <a:latin typeface="Calibri" panose="020F0502020204030204" pitchFamily="34" charset="0"/>
                <a:cs typeface="Calibri" panose="020F0502020204030204" pitchFamily="34" charset="0"/>
              </a:rPr>
              <a:t>This comes between the uncontrolled threats and the issue tracking system.</a:t>
            </a:r>
          </a:p>
          <a:p>
            <a:pPr marL="0" lvl="0" indent="0" algn="l" rtl="0">
              <a:spcBef>
                <a:spcPts val="0"/>
              </a:spcBef>
              <a:spcAft>
                <a:spcPts val="0"/>
              </a:spcAft>
              <a:buNone/>
            </a:pPr>
            <a:endParaRPr lang="en-US" sz="1400" dirty="0">
              <a:latin typeface="Calibri" panose="020F0502020204030204" pitchFamily="34" charset="0"/>
              <a:cs typeface="Calibri" panose="020F0502020204030204" pitchFamily="34" charset="0"/>
            </a:endParaRPr>
          </a:p>
          <a:p>
            <a:pPr marL="0" lvl="0" indent="0" algn="l" rtl="0">
              <a:spcBef>
                <a:spcPts val="0"/>
              </a:spcBef>
              <a:spcAft>
                <a:spcPts val="0"/>
              </a:spcAft>
              <a:buNone/>
            </a:pPr>
            <a:r>
              <a:rPr lang="en-US" sz="1400" dirty="0">
                <a:latin typeface="Calibri" panose="020F0502020204030204" pitchFamily="34" charset="0"/>
                <a:cs typeface="Calibri" panose="020F0502020204030204" pitchFamily="34" charset="0"/>
              </a:rPr>
              <a:t>Let's look at that particular additional step.</a:t>
            </a:r>
          </a:p>
          <a:p>
            <a:pPr marL="0" lvl="0" indent="0" algn="l" rtl="0">
              <a:spcBef>
                <a:spcPts val="0"/>
              </a:spcBef>
              <a:spcAft>
                <a:spcPts val="0"/>
              </a:spcAft>
              <a:buNone/>
            </a:pPr>
            <a:endParaRPr lang="en-US" sz="1400" dirty="0">
              <a:solidFill>
                <a:srgbClr val="1D1C1D"/>
              </a:solidFill>
              <a:effectLst/>
              <a:latin typeface="Calibri" panose="020F0502020204030204" pitchFamily="34" charset="0"/>
              <a:cs typeface="Calibri" panose="020F0502020204030204" pitchFamily="34" charset="0"/>
            </a:endParaRPr>
          </a:p>
        </p:txBody>
      </p:sp>
    </p:spTree>
    <p:extLst>
      <p:ext uri="{BB962C8B-B14F-4D97-AF65-F5344CB8AC3E}">
        <p14:creationId xmlns:p14="http://schemas.microsoft.com/office/powerpoint/2010/main" val="83926191"/>
      </p:ext>
    </p:extLst>
  </p:cSld>
  <p:clrMapOvr>
    <a:masterClrMapping/>
  </p:clrMapOvr>
</p:notes>
</file>

<file path=ppt/notesSlides/notesSlide57.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1195"/>
        <p:cNvGrpSpPr/>
        <p:nvPr/>
      </p:nvGrpSpPr>
      <p:grpSpPr>
        <a:xfrm>
          <a:off x="0" y="0"/>
          <a:ext cx="0" cy="0"/>
          <a:chOff x="0" y="0"/>
          <a:chExt cx="0" cy="0"/>
        </a:xfrm>
      </p:grpSpPr>
      <p:sp>
        <p:nvSpPr>
          <p:cNvPr id="1196" name="Google Shape;1196;g9ac6590046_0_272:notes"/>
          <p:cNvSpPr>
            <a:spLocks noGrp="1" noRot="1" noChangeAspect="1"/>
          </p:cNvSpPr>
          <p:nvPr>
            <p:ph type="sldImg" idx="2"/>
          </p:nvPr>
        </p:nvSpPr>
        <p:spPr>
          <a:xfrm>
            <a:off x="382588" y="685800"/>
            <a:ext cx="6094412" cy="3429000"/>
          </a:xfrm>
          <a:custGeom>
            <a:avLst/>
            <a:gdLst/>
            <a:ahLst/>
            <a:cxnLst/>
            <a:rect l="l" t="t" r="r" b="b"/>
            <a:pathLst>
              <a:path w="120000" h="120000" extrusionOk="0">
                <a:moveTo>
                  <a:pt x="0" y="0"/>
                </a:moveTo>
                <a:lnTo>
                  <a:pt x="120000" y="0"/>
                </a:lnTo>
                <a:lnTo>
                  <a:pt x="120000" y="120000"/>
                </a:lnTo>
                <a:lnTo>
                  <a:pt x="0" y="120000"/>
                </a:lnTo>
                <a:close/>
              </a:path>
            </a:pathLst>
          </a:custGeom>
        </p:spPr>
      </p:sp>
      <p:sp>
        <p:nvSpPr>
          <p:cNvPr id="1197" name="Google Shape;1197;g9ac6590046_0_272:notes"/>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r>
              <a:rPr lang="en-US" sz="1400" dirty="0">
                <a:latin typeface="Calibri" panose="020F0502020204030204" pitchFamily="34" charset="0"/>
                <a:cs typeface="Calibri" panose="020F0502020204030204" pitchFamily="34" charset="0"/>
              </a:rPr>
              <a:t>Script:</a:t>
            </a:r>
          </a:p>
          <a:p>
            <a:pPr marL="0" lvl="0" indent="0" algn="l" rtl="0">
              <a:spcBef>
                <a:spcPts val="0"/>
              </a:spcBef>
              <a:spcAft>
                <a:spcPts val="0"/>
              </a:spcAft>
              <a:buNone/>
            </a:pPr>
            <a:endParaRPr lang="en-US" sz="1400" dirty="0">
              <a:solidFill>
                <a:srgbClr val="1D1C1D"/>
              </a:solidFill>
              <a:effectLst/>
              <a:latin typeface="Calibri" panose="020F0502020204030204" pitchFamily="34" charset="0"/>
              <a:cs typeface="Calibri" panose="020F0502020204030204" pitchFamily="34" charset="0"/>
            </a:endParaRPr>
          </a:p>
          <a:p>
            <a:pPr marL="0" lvl="0" indent="0" algn="l" rtl="0">
              <a:spcBef>
                <a:spcPts val="0"/>
              </a:spcBef>
              <a:spcAft>
                <a:spcPts val="0"/>
              </a:spcAft>
              <a:buNone/>
            </a:pPr>
            <a:r>
              <a:rPr lang="en-US" sz="1400" dirty="0">
                <a:latin typeface="Calibri" panose="020F0502020204030204" pitchFamily="34" charset="0"/>
                <a:cs typeface="Calibri" panose="020F0502020204030204" pitchFamily="34" charset="0"/>
              </a:rPr>
              <a:t>Here we have the consolidation activity.</a:t>
            </a:r>
          </a:p>
          <a:p>
            <a:pPr marL="0" lvl="0" indent="0" algn="l" rtl="0">
              <a:spcBef>
                <a:spcPts val="0"/>
              </a:spcBef>
              <a:spcAft>
                <a:spcPts val="0"/>
              </a:spcAft>
              <a:buNone/>
            </a:pPr>
            <a:endParaRPr lang="en-US" sz="1400" dirty="0">
              <a:latin typeface="Calibri" panose="020F0502020204030204" pitchFamily="34" charset="0"/>
              <a:cs typeface="Calibri" panose="020F0502020204030204" pitchFamily="34" charset="0"/>
            </a:endParaRPr>
          </a:p>
          <a:p>
            <a:pPr marL="0" lvl="0" indent="0" algn="l" rtl="0">
              <a:spcBef>
                <a:spcPts val="0"/>
              </a:spcBef>
              <a:spcAft>
                <a:spcPts val="0"/>
              </a:spcAft>
              <a:buNone/>
            </a:pPr>
            <a:r>
              <a:rPr lang="en-US" sz="1400" dirty="0">
                <a:latin typeface="Calibri" panose="020F0502020204030204" pitchFamily="34" charset="0"/>
                <a:cs typeface="Calibri" panose="020F0502020204030204" pitchFamily="34" charset="0"/>
              </a:rPr>
              <a:t>&lt;pause&gt;</a:t>
            </a:r>
          </a:p>
          <a:p>
            <a:pPr marL="0" lvl="0" indent="0" algn="l" rtl="0">
              <a:spcBef>
                <a:spcPts val="0"/>
              </a:spcBef>
              <a:spcAft>
                <a:spcPts val="0"/>
              </a:spcAft>
              <a:buNone/>
            </a:pPr>
            <a:endParaRPr lang="en-US" sz="1400" dirty="0">
              <a:latin typeface="Calibri" panose="020F0502020204030204" pitchFamily="34" charset="0"/>
              <a:cs typeface="Calibri" panose="020F0502020204030204" pitchFamily="34" charset="0"/>
            </a:endParaRPr>
          </a:p>
          <a:p>
            <a:pPr marL="0" lvl="0" indent="0" algn="l" rtl="0">
              <a:spcBef>
                <a:spcPts val="0"/>
              </a:spcBef>
              <a:spcAft>
                <a:spcPts val="0"/>
              </a:spcAft>
              <a:buNone/>
            </a:pPr>
            <a:r>
              <a:rPr lang="en-US" sz="1400" dirty="0">
                <a:latin typeface="Calibri" panose="020F0502020204030204" pitchFamily="34" charset="0"/>
                <a:cs typeface="Calibri" panose="020F0502020204030204" pitchFamily="34" charset="0"/>
              </a:rPr>
              <a:t>We take the uncontrolled threats from each of the risk domains that have been risked and then sliced using their respective criteria for slicing.</a:t>
            </a:r>
          </a:p>
          <a:p>
            <a:pPr marL="0" lvl="0" indent="0" algn="l" rtl="0">
              <a:spcBef>
                <a:spcPts val="0"/>
              </a:spcBef>
              <a:spcAft>
                <a:spcPts val="0"/>
              </a:spcAft>
              <a:buNone/>
            </a:pPr>
            <a:endParaRPr lang="en-US" sz="1400" dirty="0">
              <a:latin typeface="Calibri" panose="020F0502020204030204" pitchFamily="34" charset="0"/>
              <a:cs typeface="Calibri" panose="020F0502020204030204" pitchFamily="34" charset="0"/>
            </a:endParaRPr>
          </a:p>
          <a:p>
            <a:pPr marL="0" lvl="0" indent="0" algn="l" rtl="0">
              <a:spcBef>
                <a:spcPts val="0"/>
              </a:spcBef>
              <a:spcAft>
                <a:spcPts val="0"/>
              </a:spcAft>
              <a:buNone/>
            </a:pPr>
            <a:r>
              <a:rPr lang="en-US" sz="1400" dirty="0">
                <a:latin typeface="Calibri" panose="020F0502020204030204" pitchFamily="34" charset="0"/>
                <a:cs typeface="Calibri" panose="020F0502020204030204" pitchFamily="34" charset="0"/>
              </a:rPr>
              <a:t>&lt;pause&gt;</a:t>
            </a:r>
          </a:p>
          <a:p>
            <a:pPr marL="0" lvl="0" indent="0" algn="l" rtl="0">
              <a:spcBef>
                <a:spcPts val="0"/>
              </a:spcBef>
              <a:spcAft>
                <a:spcPts val="0"/>
              </a:spcAft>
              <a:buNone/>
            </a:pPr>
            <a:endParaRPr lang="en-US" sz="1400" dirty="0">
              <a:latin typeface="Calibri" panose="020F0502020204030204" pitchFamily="34" charset="0"/>
              <a:cs typeface="Calibri" panose="020F0502020204030204" pitchFamily="34" charset="0"/>
            </a:endParaRPr>
          </a:p>
          <a:p>
            <a:pPr marL="0" lvl="0" indent="0" algn="l" rtl="0">
              <a:spcBef>
                <a:spcPts val="0"/>
              </a:spcBef>
              <a:spcAft>
                <a:spcPts val="0"/>
              </a:spcAft>
              <a:buNone/>
            </a:pPr>
            <a:r>
              <a:rPr lang="en-US" sz="1400" dirty="0">
                <a:latin typeface="Calibri" panose="020F0502020204030204" pitchFamily="34" charset="0"/>
                <a:cs typeface="Calibri" panose="020F0502020204030204" pitchFamily="34" charset="0"/>
              </a:rPr>
              <a:t>Because the appetite for each of these risk domains is going to differ, we’ll consolidate them in such a way as to de-duplicate any items which come from multiple risk domains.</a:t>
            </a:r>
          </a:p>
          <a:p>
            <a:pPr marL="0" lvl="0" indent="0" algn="l" rtl="0">
              <a:spcBef>
                <a:spcPts val="0"/>
              </a:spcBef>
              <a:spcAft>
                <a:spcPts val="0"/>
              </a:spcAft>
              <a:buNone/>
            </a:pPr>
            <a:endParaRPr lang="en-US" sz="1400" dirty="0">
              <a:latin typeface="Calibri" panose="020F0502020204030204" pitchFamily="34" charset="0"/>
              <a:cs typeface="Calibri" panose="020F0502020204030204" pitchFamily="34" charset="0"/>
            </a:endParaRPr>
          </a:p>
          <a:p>
            <a:pPr marL="0" lvl="0" indent="0" algn="l" rtl="0">
              <a:spcBef>
                <a:spcPts val="0"/>
              </a:spcBef>
              <a:spcAft>
                <a:spcPts val="0"/>
              </a:spcAft>
              <a:buNone/>
            </a:pPr>
            <a:r>
              <a:rPr lang="en-US" sz="1400" dirty="0">
                <a:latin typeface="Calibri" panose="020F0502020204030204" pitchFamily="34" charset="0"/>
                <a:cs typeface="Calibri" panose="020F0502020204030204" pitchFamily="34" charset="0"/>
              </a:rPr>
              <a:t>When we de-duplicate, we do so maintaining the traceability back to all contributions for the consolidated threats entered into the issue tracking system.</a:t>
            </a:r>
          </a:p>
          <a:p>
            <a:pPr marL="0" lvl="0" indent="0" algn="l" rtl="0">
              <a:spcBef>
                <a:spcPts val="0"/>
              </a:spcBef>
              <a:spcAft>
                <a:spcPts val="0"/>
              </a:spcAft>
              <a:buNone/>
            </a:pPr>
            <a:endParaRPr lang="en-US" sz="1400" dirty="0">
              <a:latin typeface="Calibri" panose="020F0502020204030204" pitchFamily="34" charset="0"/>
              <a:cs typeface="Calibri" panose="020F0502020204030204" pitchFamily="34" charset="0"/>
            </a:endParaRPr>
          </a:p>
          <a:p>
            <a:pPr marL="0" lvl="0" indent="0" algn="l" rtl="0">
              <a:spcBef>
                <a:spcPts val="0"/>
              </a:spcBef>
              <a:spcAft>
                <a:spcPts val="0"/>
              </a:spcAft>
              <a:buNone/>
            </a:pPr>
            <a:r>
              <a:rPr lang="en-US" sz="1400" dirty="0">
                <a:latin typeface="Calibri" panose="020F0502020204030204" pitchFamily="34" charset="0"/>
                <a:cs typeface="Calibri" panose="020F0502020204030204" pitchFamily="34" charset="0"/>
              </a:rPr>
              <a:t>&lt;pause&gt;</a:t>
            </a:r>
          </a:p>
          <a:p>
            <a:pPr marL="0" lvl="0" indent="0" algn="l" rtl="0">
              <a:spcBef>
                <a:spcPts val="0"/>
              </a:spcBef>
              <a:spcAft>
                <a:spcPts val="0"/>
              </a:spcAft>
              <a:buNone/>
            </a:pPr>
            <a:endParaRPr lang="en-US" sz="1400" dirty="0">
              <a:latin typeface="Calibri" panose="020F0502020204030204" pitchFamily="34" charset="0"/>
              <a:cs typeface="Calibri" panose="020F0502020204030204" pitchFamily="34" charset="0"/>
            </a:endParaRPr>
          </a:p>
          <a:p>
            <a:pPr marL="0" lvl="0" indent="0" algn="l" rtl="0">
              <a:spcBef>
                <a:spcPts val="0"/>
              </a:spcBef>
              <a:spcAft>
                <a:spcPts val="0"/>
              </a:spcAft>
              <a:buNone/>
            </a:pPr>
            <a:r>
              <a:rPr lang="en-US" sz="1400" dirty="0">
                <a:latin typeface="Calibri" panose="020F0502020204030204" pitchFamily="34" charset="0"/>
                <a:cs typeface="Calibri" panose="020F0502020204030204" pitchFamily="34" charset="0"/>
              </a:rPr>
              <a:t>Finally, we generate a consolidated threat report for audit purposes.</a:t>
            </a:r>
          </a:p>
          <a:p>
            <a:pPr marL="0" lvl="0" indent="0" algn="l" rtl="0">
              <a:spcBef>
                <a:spcPts val="0"/>
              </a:spcBef>
              <a:spcAft>
                <a:spcPts val="0"/>
              </a:spcAft>
              <a:buNone/>
            </a:pPr>
            <a:endParaRPr lang="en-US" sz="1400" dirty="0">
              <a:latin typeface="Calibri" panose="020F0502020204030204" pitchFamily="34" charset="0"/>
              <a:cs typeface="Calibri" panose="020F0502020204030204" pitchFamily="34" charset="0"/>
            </a:endParaRPr>
          </a:p>
        </p:txBody>
      </p:sp>
    </p:spTree>
    <p:extLst>
      <p:ext uri="{BB962C8B-B14F-4D97-AF65-F5344CB8AC3E}">
        <p14:creationId xmlns:p14="http://schemas.microsoft.com/office/powerpoint/2010/main" val="2988031514"/>
      </p:ext>
    </p:extLst>
  </p:cSld>
  <p:clrMapOvr>
    <a:masterClrMapping/>
  </p:clrMapOvr>
</p:notes>
</file>

<file path=ppt/notesSlides/notesSlide58.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1195"/>
        <p:cNvGrpSpPr/>
        <p:nvPr/>
      </p:nvGrpSpPr>
      <p:grpSpPr>
        <a:xfrm>
          <a:off x="0" y="0"/>
          <a:ext cx="0" cy="0"/>
          <a:chOff x="0" y="0"/>
          <a:chExt cx="0" cy="0"/>
        </a:xfrm>
      </p:grpSpPr>
      <p:sp>
        <p:nvSpPr>
          <p:cNvPr id="1196" name="Google Shape;1196;g9ac6590046_0_272:notes"/>
          <p:cNvSpPr>
            <a:spLocks noGrp="1" noRot="1" noChangeAspect="1"/>
          </p:cNvSpPr>
          <p:nvPr>
            <p:ph type="sldImg" idx="2"/>
          </p:nvPr>
        </p:nvSpPr>
        <p:spPr>
          <a:xfrm>
            <a:off x="382588" y="685800"/>
            <a:ext cx="6094412" cy="3429000"/>
          </a:xfrm>
          <a:custGeom>
            <a:avLst/>
            <a:gdLst/>
            <a:ahLst/>
            <a:cxnLst/>
            <a:rect l="l" t="t" r="r" b="b"/>
            <a:pathLst>
              <a:path w="120000" h="120000" extrusionOk="0">
                <a:moveTo>
                  <a:pt x="0" y="0"/>
                </a:moveTo>
                <a:lnTo>
                  <a:pt x="120000" y="0"/>
                </a:lnTo>
                <a:lnTo>
                  <a:pt x="120000" y="120000"/>
                </a:lnTo>
                <a:lnTo>
                  <a:pt x="0" y="120000"/>
                </a:lnTo>
                <a:close/>
              </a:path>
            </a:pathLst>
          </a:custGeom>
        </p:spPr>
      </p:sp>
      <p:sp>
        <p:nvSpPr>
          <p:cNvPr id="1197" name="Google Shape;1197;g9ac6590046_0_272:notes"/>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r>
              <a:rPr lang="en-US" sz="1400" dirty="0">
                <a:latin typeface="Calibri" panose="020F0502020204030204" pitchFamily="34" charset="0"/>
                <a:cs typeface="Calibri" panose="020F0502020204030204" pitchFamily="34" charset="0"/>
              </a:rPr>
              <a:t>Script:</a:t>
            </a:r>
          </a:p>
          <a:p>
            <a:pPr marL="0" lvl="0" indent="0" algn="l" rtl="0">
              <a:spcBef>
                <a:spcPts val="0"/>
              </a:spcBef>
              <a:spcAft>
                <a:spcPts val="0"/>
              </a:spcAft>
              <a:buNone/>
            </a:pPr>
            <a:endParaRPr lang="en-US" sz="1400" dirty="0">
              <a:solidFill>
                <a:srgbClr val="1D1C1D"/>
              </a:solidFill>
              <a:effectLst/>
              <a:latin typeface="Calibri" panose="020F0502020204030204" pitchFamily="34" charset="0"/>
              <a:cs typeface="Calibri" panose="020F0502020204030204" pitchFamily="34" charset="0"/>
            </a:endParaRPr>
          </a:p>
          <a:p>
            <a:pPr marL="0" lvl="0" indent="0" algn="l" rtl="0">
              <a:spcBef>
                <a:spcPts val="0"/>
              </a:spcBef>
              <a:spcAft>
                <a:spcPts val="0"/>
              </a:spcAft>
              <a:buNone/>
            </a:pPr>
            <a:r>
              <a:rPr lang="en-US" sz="1400" dirty="0">
                <a:latin typeface="Calibri" panose="020F0502020204030204" pitchFamily="34" charset="0"/>
                <a:cs typeface="Calibri" panose="020F0502020204030204" pitchFamily="34" charset="0"/>
              </a:rPr>
              <a:t>So, to summarize</a:t>
            </a:r>
          </a:p>
          <a:p>
            <a:pPr marL="0" lvl="0" indent="0" algn="l" rtl="0">
              <a:spcBef>
                <a:spcPts val="0"/>
              </a:spcBef>
              <a:spcAft>
                <a:spcPts val="0"/>
              </a:spcAft>
              <a:buNone/>
            </a:pPr>
            <a:endParaRPr lang="en-US" sz="1400" dirty="0">
              <a:latin typeface="Calibri" panose="020F0502020204030204" pitchFamily="34" charset="0"/>
              <a:cs typeface="Calibri" panose="020F0502020204030204" pitchFamily="34" charset="0"/>
            </a:endParaRPr>
          </a:p>
          <a:p>
            <a:pPr marL="0" lvl="0" indent="0" algn="l" rtl="0">
              <a:spcBef>
                <a:spcPts val="0"/>
              </a:spcBef>
              <a:spcAft>
                <a:spcPts val="0"/>
              </a:spcAft>
              <a:buNone/>
            </a:pPr>
            <a:r>
              <a:rPr lang="en-US" sz="1400" dirty="0">
                <a:latin typeface="Calibri" panose="020F0502020204030204" pitchFamily="34" charset="0"/>
                <a:cs typeface="Calibri" panose="020F0502020204030204" pitchFamily="34" charset="0"/>
              </a:rPr>
              <a:t>&lt;pause&gt;</a:t>
            </a:r>
          </a:p>
          <a:p>
            <a:pPr marL="0" lvl="0" indent="0" algn="l" rtl="0">
              <a:spcBef>
                <a:spcPts val="0"/>
              </a:spcBef>
              <a:spcAft>
                <a:spcPts val="0"/>
              </a:spcAft>
              <a:buNone/>
            </a:pPr>
            <a:endParaRPr lang="en-US" sz="1400" dirty="0">
              <a:latin typeface="Calibri" panose="020F0502020204030204" pitchFamily="34" charset="0"/>
              <a:cs typeface="Calibri" panose="020F0502020204030204" pitchFamily="34" charset="0"/>
            </a:endParaRPr>
          </a:p>
          <a:p>
            <a:pPr marL="0" lvl="0" indent="0" algn="l" rtl="0">
              <a:spcBef>
                <a:spcPts val="0"/>
              </a:spcBef>
              <a:spcAft>
                <a:spcPts val="0"/>
              </a:spcAft>
              <a:buNone/>
            </a:pPr>
            <a:r>
              <a:rPr lang="en-US" sz="1400" dirty="0">
                <a:latin typeface="Calibri" panose="020F0502020204030204" pitchFamily="34" charset="0"/>
                <a:cs typeface="Calibri" panose="020F0502020204030204" pitchFamily="34" charset="0"/>
              </a:rPr>
              <a:t>the threat prioritization approach used within the AVCDL allows us to have uniform treatment of all threat sources.</a:t>
            </a:r>
          </a:p>
          <a:p>
            <a:pPr marL="0" lvl="0" indent="0" algn="l" rtl="0">
              <a:spcBef>
                <a:spcPts val="0"/>
              </a:spcBef>
              <a:spcAft>
                <a:spcPts val="0"/>
              </a:spcAft>
              <a:buNone/>
            </a:pPr>
            <a:endParaRPr lang="en-US" sz="1400" dirty="0">
              <a:latin typeface="Calibri" panose="020F0502020204030204" pitchFamily="34" charset="0"/>
              <a:cs typeface="Calibri" panose="020F0502020204030204" pitchFamily="34" charset="0"/>
            </a:endParaRPr>
          </a:p>
          <a:p>
            <a:pPr marL="0" lvl="0" indent="0" algn="l" rtl="0">
              <a:spcBef>
                <a:spcPts val="0"/>
              </a:spcBef>
              <a:spcAft>
                <a:spcPts val="0"/>
              </a:spcAft>
              <a:buNone/>
            </a:pPr>
            <a:r>
              <a:rPr lang="en-US" sz="1400" dirty="0">
                <a:latin typeface="Calibri" panose="020F0502020204030204" pitchFamily="34" charset="0"/>
                <a:cs typeface="Calibri" panose="020F0502020204030204" pitchFamily="34" charset="0"/>
              </a:rPr>
              <a:t>&lt;pause&gt;</a:t>
            </a:r>
          </a:p>
          <a:p>
            <a:pPr marL="0" lvl="0" indent="0" algn="l" rtl="0">
              <a:spcBef>
                <a:spcPts val="0"/>
              </a:spcBef>
              <a:spcAft>
                <a:spcPts val="0"/>
              </a:spcAft>
              <a:buNone/>
            </a:pPr>
            <a:endParaRPr lang="en-US" sz="1400" dirty="0">
              <a:latin typeface="Calibri" panose="020F0502020204030204" pitchFamily="34" charset="0"/>
              <a:cs typeface="Calibri" panose="020F0502020204030204" pitchFamily="34" charset="0"/>
            </a:endParaRPr>
          </a:p>
          <a:p>
            <a:pPr marL="0" lvl="0" indent="0" algn="l" rtl="0">
              <a:spcBef>
                <a:spcPts val="0"/>
              </a:spcBef>
              <a:spcAft>
                <a:spcPts val="0"/>
              </a:spcAft>
              <a:buNone/>
            </a:pPr>
            <a:r>
              <a:rPr lang="en-US" sz="1400" dirty="0">
                <a:latin typeface="Calibri" panose="020F0502020204030204" pitchFamily="34" charset="0"/>
                <a:cs typeface="Calibri" panose="020F0502020204030204" pitchFamily="34" charset="0"/>
              </a:rPr>
              <a:t>It specifies a common data interchange format that being SARIF.</a:t>
            </a:r>
          </a:p>
          <a:p>
            <a:pPr marL="0" lvl="0" indent="0" algn="l" rtl="0">
              <a:spcBef>
                <a:spcPts val="0"/>
              </a:spcBef>
              <a:spcAft>
                <a:spcPts val="0"/>
              </a:spcAft>
              <a:buNone/>
            </a:pPr>
            <a:endParaRPr lang="en-US" sz="1400" dirty="0">
              <a:latin typeface="Calibri" panose="020F0502020204030204" pitchFamily="34" charset="0"/>
              <a:cs typeface="Calibri" panose="020F0502020204030204" pitchFamily="34" charset="0"/>
            </a:endParaRPr>
          </a:p>
          <a:p>
            <a:pPr marL="0" lvl="0" indent="0" algn="l" rtl="0">
              <a:spcBef>
                <a:spcPts val="0"/>
              </a:spcBef>
              <a:spcAft>
                <a:spcPts val="0"/>
              </a:spcAft>
              <a:buNone/>
            </a:pPr>
            <a:r>
              <a:rPr lang="en-US" sz="1400" dirty="0">
                <a:latin typeface="Calibri" panose="020F0502020204030204" pitchFamily="34" charset="0"/>
                <a:cs typeface="Calibri" panose="020F0502020204030204" pitchFamily="34" charset="0"/>
              </a:rPr>
              <a:t>&lt;pause&gt;</a:t>
            </a:r>
          </a:p>
          <a:p>
            <a:pPr marL="0" lvl="0" indent="0" algn="l" rtl="0">
              <a:spcBef>
                <a:spcPts val="0"/>
              </a:spcBef>
              <a:spcAft>
                <a:spcPts val="0"/>
              </a:spcAft>
              <a:buNone/>
            </a:pPr>
            <a:endParaRPr lang="en-US" sz="1400" dirty="0">
              <a:latin typeface="Calibri" panose="020F0502020204030204" pitchFamily="34" charset="0"/>
              <a:cs typeface="Calibri" panose="020F0502020204030204" pitchFamily="34" charset="0"/>
            </a:endParaRPr>
          </a:p>
          <a:p>
            <a:pPr marL="0" lvl="0" indent="0" algn="l" rtl="0">
              <a:spcBef>
                <a:spcPts val="0"/>
              </a:spcBef>
              <a:spcAft>
                <a:spcPts val="0"/>
              </a:spcAft>
              <a:buNone/>
            </a:pPr>
            <a:r>
              <a:rPr lang="en-US" sz="1400" dirty="0">
                <a:latin typeface="Calibri" panose="020F0502020204030204" pitchFamily="34" charset="0"/>
                <a:cs typeface="Calibri" panose="020F0502020204030204" pitchFamily="34" charset="0"/>
              </a:rPr>
              <a:t>The approach works with either continuous or quantized metrics.</a:t>
            </a:r>
          </a:p>
          <a:p>
            <a:pPr marL="0" lvl="0" indent="0" algn="l" rtl="0">
              <a:spcBef>
                <a:spcPts val="0"/>
              </a:spcBef>
              <a:spcAft>
                <a:spcPts val="0"/>
              </a:spcAft>
              <a:buNone/>
            </a:pPr>
            <a:endParaRPr lang="en-US" sz="1400" dirty="0">
              <a:latin typeface="Calibri" panose="020F0502020204030204" pitchFamily="34" charset="0"/>
              <a:cs typeface="Calibri" panose="020F0502020204030204" pitchFamily="34" charset="0"/>
            </a:endParaRPr>
          </a:p>
          <a:p>
            <a:pPr marL="0" lvl="0" indent="0" algn="l" rtl="0">
              <a:spcBef>
                <a:spcPts val="0"/>
              </a:spcBef>
              <a:spcAft>
                <a:spcPts val="0"/>
              </a:spcAft>
              <a:buNone/>
            </a:pPr>
            <a:r>
              <a:rPr lang="en-US" sz="1400" dirty="0">
                <a:latin typeface="Calibri" panose="020F0502020204030204" pitchFamily="34" charset="0"/>
                <a:cs typeface="Calibri" panose="020F0502020204030204" pitchFamily="34" charset="0"/>
              </a:rPr>
              <a:t>&lt;pause&gt;</a:t>
            </a:r>
          </a:p>
          <a:p>
            <a:pPr marL="0" lvl="0" indent="0" algn="l" rtl="0">
              <a:spcBef>
                <a:spcPts val="0"/>
              </a:spcBef>
              <a:spcAft>
                <a:spcPts val="0"/>
              </a:spcAft>
              <a:buNone/>
            </a:pPr>
            <a:endParaRPr lang="en-US" sz="1400" dirty="0">
              <a:latin typeface="Calibri" panose="020F0502020204030204" pitchFamily="34" charset="0"/>
              <a:cs typeface="Calibri" panose="020F0502020204030204" pitchFamily="34" charset="0"/>
            </a:endParaRPr>
          </a:p>
          <a:p>
            <a:pPr marL="0" lvl="0" indent="0" algn="l" rtl="0">
              <a:spcBef>
                <a:spcPts val="0"/>
              </a:spcBef>
              <a:spcAft>
                <a:spcPts val="0"/>
              </a:spcAft>
              <a:buNone/>
            </a:pPr>
            <a:r>
              <a:rPr lang="en-US" sz="1400" dirty="0">
                <a:latin typeface="Calibri" panose="020F0502020204030204" pitchFamily="34" charset="0"/>
                <a:cs typeface="Calibri" panose="020F0502020204030204" pitchFamily="34" charset="0"/>
              </a:rPr>
              <a:t>Finally, the approach works with both single and multiple risk domains.</a:t>
            </a:r>
          </a:p>
          <a:p>
            <a:pPr marL="0" lvl="0" indent="0" algn="l" rtl="0">
              <a:spcBef>
                <a:spcPts val="0"/>
              </a:spcBef>
              <a:spcAft>
                <a:spcPts val="0"/>
              </a:spcAft>
              <a:buNone/>
            </a:pPr>
            <a:endParaRPr lang="en-US" sz="1400" dirty="0">
              <a:latin typeface="Calibri" panose="020F0502020204030204" pitchFamily="34" charset="0"/>
              <a:cs typeface="Calibri" panose="020F0502020204030204" pitchFamily="34" charset="0"/>
            </a:endParaRPr>
          </a:p>
          <a:p>
            <a:pPr marL="0" lvl="0" indent="0" algn="l" rtl="0">
              <a:spcBef>
                <a:spcPts val="0"/>
              </a:spcBef>
              <a:spcAft>
                <a:spcPts val="0"/>
              </a:spcAft>
              <a:buNone/>
            </a:pPr>
            <a:r>
              <a:rPr lang="en-US" sz="1400" dirty="0">
                <a:latin typeface="Calibri" panose="020F0502020204030204" pitchFamily="34" charset="0"/>
                <a:cs typeface="Calibri" panose="020F0502020204030204" pitchFamily="34" charset="0"/>
              </a:rPr>
              <a:t>&lt;pause&gt;</a:t>
            </a:r>
          </a:p>
          <a:p>
            <a:pPr marL="0" lvl="0" indent="0" algn="l" rtl="0">
              <a:spcBef>
                <a:spcPts val="0"/>
              </a:spcBef>
              <a:spcAft>
                <a:spcPts val="0"/>
              </a:spcAft>
              <a:buNone/>
            </a:pPr>
            <a:endParaRPr lang="en-US" sz="1400" dirty="0">
              <a:latin typeface="Calibri" panose="020F0502020204030204" pitchFamily="34" charset="0"/>
              <a:cs typeface="Calibri" panose="020F0502020204030204" pitchFamily="34" charset="0"/>
            </a:endParaRPr>
          </a:p>
          <a:p>
            <a:pPr marL="0" lvl="0" indent="0" algn="l" rtl="0">
              <a:spcBef>
                <a:spcPts val="0"/>
              </a:spcBef>
              <a:spcAft>
                <a:spcPts val="0"/>
              </a:spcAft>
              <a:buNone/>
            </a:pPr>
            <a:r>
              <a:rPr lang="en-US" sz="1400" dirty="0">
                <a:latin typeface="Calibri" panose="020F0502020204030204" pitchFamily="34" charset="0"/>
                <a:cs typeface="Calibri" panose="020F0502020204030204" pitchFamily="34" charset="0"/>
              </a:rPr>
              <a:t>Hopefully it's appreciated that this methodology is far closer to our desired orchestration than it is to a herd of one-man bands.</a:t>
            </a:r>
          </a:p>
          <a:p>
            <a:pPr marL="0" lvl="0" indent="0" algn="l" rtl="0">
              <a:spcBef>
                <a:spcPts val="0"/>
              </a:spcBef>
              <a:spcAft>
                <a:spcPts val="0"/>
              </a:spcAft>
              <a:buNone/>
            </a:pPr>
            <a:endParaRPr lang="en-US" sz="1400" dirty="0">
              <a:latin typeface="Calibri" panose="020F0502020204030204" pitchFamily="34" charset="0"/>
              <a:cs typeface="Calibri" panose="020F0502020204030204" pitchFamily="34" charset="0"/>
            </a:endParaRPr>
          </a:p>
          <a:p>
            <a:pPr marL="0" lvl="0" indent="0" algn="l" rtl="0">
              <a:spcBef>
                <a:spcPts val="0"/>
              </a:spcBef>
              <a:spcAft>
                <a:spcPts val="0"/>
              </a:spcAft>
              <a:buNone/>
            </a:pPr>
            <a:r>
              <a:rPr lang="en-US" sz="1400" dirty="0">
                <a:latin typeface="Calibri" panose="020F0502020204030204" pitchFamily="34" charset="0"/>
                <a:cs typeface="Calibri" panose="020F0502020204030204" pitchFamily="34" charset="0"/>
              </a:rPr>
              <a:t>And implementation of it gives you a lot more leverage dealing with cybersecurity throughout the product development lifecycle.</a:t>
            </a:r>
          </a:p>
        </p:txBody>
      </p:sp>
    </p:spTree>
    <p:extLst>
      <p:ext uri="{BB962C8B-B14F-4D97-AF65-F5344CB8AC3E}">
        <p14:creationId xmlns:p14="http://schemas.microsoft.com/office/powerpoint/2010/main" val="884126582"/>
      </p:ext>
    </p:extLst>
  </p:cSld>
  <p:clrMapOvr>
    <a:masterClrMapping/>
  </p:clrMapOvr>
</p:notes>
</file>

<file path=ppt/notesSlides/notesSlide59.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1195"/>
        <p:cNvGrpSpPr/>
        <p:nvPr/>
      </p:nvGrpSpPr>
      <p:grpSpPr>
        <a:xfrm>
          <a:off x="0" y="0"/>
          <a:ext cx="0" cy="0"/>
          <a:chOff x="0" y="0"/>
          <a:chExt cx="0" cy="0"/>
        </a:xfrm>
      </p:grpSpPr>
      <p:sp>
        <p:nvSpPr>
          <p:cNvPr id="1196" name="Google Shape;1196;g9ac6590046_0_272:notes"/>
          <p:cNvSpPr>
            <a:spLocks noGrp="1" noRot="1" noChangeAspect="1"/>
          </p:cNvSpPr>
          <p:nvPr>
            <p:ph type="sldImg" idx="2"/>
          </p:nvPr>
        </p:nvSpPr>
        <p:spPr>
          <a:xfrm>
            <a:off x="382588" y="685800"/>
            <a:ext cx="6094412" cy="3429000"/>
          </a:xfrm>
          <a:custGeom>
            <a:avLst/>
            <a:gdLst/>
            <a:ahLst/>
            <a:cxnLst/>
            <a:rect l="l" t="t" r="r" b="b"/>
            <a:pathLst>
              <a:path w="120000" h="120000" extrusionOk="0">
                <a:moveTo>
                  <a:pt x="0" y="0"/>
                </a:moveTo>
                <a:lnTo>
                  <a:pt x="120000" y="0"/>
                </a:lnTo>
                <a:lnTo>
                  <a:pt x="120000" y="120000"/>
                </a:lnTo>
                <a:lnTo>
                  <a:pt x="0" y="120000"/>
                </a:lnTo>
                <a:close/>
              </a:path>
            </a:pathLst>
          </a:custGeom>
        </p:spPr>
      </p:sp>
      <p:sp>
        <p:nvSpPr>
          <p:cNvPr id="1197" name="Google Shape;1197;g9ac6590046_0_272:notes"/>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r>
              <a:rPr lang="en-US" sz="1400" dirty="0">
                <a:latin typeface="Calibri" panose="020F0502020204030204" pitchFamily="34" charset="0"/>
                <a:cs typeface="Calibri" panose="020F0502020204030204" pitchFamily="34" charset="0"/>
              </a:rPr>
              <a:t>Script:</a:t>
            </a:r>
          </a:p>
          <a:p>
            <a:pPr marL="0" lvl="0" indent="0" algn="l" rtl="0">
              <a:spcBef>
                <a:spcPts val="0"/>
              </a:spcBef>
              <a:spcAft>
                <a:spcPts val="0"/>
              </a:spcAft>
              <a:buNone/>
            </a:pPr>
            <a:endParaRPr lang="en-US" sz="1400" dirty="0">
              <a:latin typeface="Calibri" panose="020F0502020204030204" pitchFamily="34" charset="0"/>
              <a:cs typeface="Calibri" panose="020F0502020204030204" pitchFamily="34" charset="0"/>
            </a:endParaRPr>
          </a:p>
          <a:p>
            <a:pPr marL="0" marR="0" indent="0" algn="just">
              <a:spcBef>
                <a:spcPts val="0"/>
              </a:spcBef>
              <a:spcAft>
                <a:spcPts val="1200"/>
              </a:spcAft>
              <a:buNone/>
            </a:pPr>
            <a:r>
              <a:rPr lang="en-US" sz="1400" dirty="0">
                <a:solidFill>
                  <a:srgbClr val="000000"/>
                </a:solidFill>
                <a:effectLst/>
                <a:latin typeface="Calibri" panose="020F0502020204030204" pitchFamily="34" charset="0"/>
                <a:ea typeface="Calibri" panose="020F0502020204030204" pitchFamily="34" charset="0"/>
                <a:cs typeface="Calibri" panose="020F0502020204030204" pitchFamily="34" charset="0"/>
              </a:rPr>
              <a:t>All </a:t>
            </a:r>
            <a:r>
              <a:rPr lang="en-US" sz="1400" dirty="0">
                <a:effectLst/>
                <a:latin typeface="Calibri" panose="020F0502020204030204" pitchFamily="34" charset="0"/>
                <a:ea typeface="Calibri" panose="020F0502020204030204" pitchFamily="34" charset="0"/>
                <a:cs typeface="Calibri" panose="020F0502020204030204" pitchFamily="34" charset="0"/>
              </a:rPr>
              <a:t>AVCDL materials, both in source and distribution forms, are available on our GitHub site, as shown here.</a:t>
            </a:r>
          </a:p>
          <a:p>
            <a:pPr marL="0" marR="0" indent="0" algn="just">
              <a:spcBef>
                <a:spcPts val="0"/>
              </a:spcBef>
              <a:spcAft>
                <a:spcPts val="1200"/>
              </a:spcAft>
              <a:buNone/>
            </a:pPr>
            <a:endParaRPr lang="en-US" sz="1400" dirty="0">
              <a:effectLst/>
              <a:latin typeface="Calibri" panose="020F0502020204030204" pitchFamily="34" charset="0"/>
              <a:ea typeface="Calibri" panose="020F0502020204030204" pitchFamily="34" charset="0"/>
              <a:cs typeface="Calibri" panose="020F0502020204030204" pitchFamily="34" charset="0"/>
            </a:endParaRPr>
          </a:p>
          <a:p>
            <a:pPr marL="0" marR="0" indent="0" algn="just">
              <a:spcBef>
                <a:spcPts val="0"/>
              </a:spcBef>
              <a:spcAft>
                <a:spcPts val="1200"/>
              </a:spcAft>
              <a:buNone/>
            </a:pPr>
            <a:r>
              <a:rPr lang="en-US" sz="1400" dirty="0">
                <a:solidFill>
                  <a:srgbClr val="000000"/>
                </a:solidFill>
                <a:effectLst/>
                <a:latin typeface="Calibri" panose="020F0502020204030204" pitchFamily="34" charset="0"/>
                <a:ea typeface="Calibri" panose="020F0502020204030204" pitchFamily="34" charset="0"/>
                <a:cs typeface="Calibri" panose="020F0502020204030204" pitchFamily="34" charset="0"/>
              </a:rPr>
              <a:t>Because of the size of the repository, it's recommended that you either clone the repository or download a ZIP archive of it, if you're not familiar with using git.</a:t>
            </a:r>
          </a:p>
          <a:p>
            <a:pPr marL="0" marR="0" indent="0" algn="just">
              <a:spcBef>
                <a:spcPts val="0"/>
              </a:spcBef>
              <a:spcAft>
                <a:spcPts val="1200"/>
              </a:spcAft>
              <a:buNone/>
            </a:pPr>
            <a:endParaRPr lang="en-US" sz="1400" dirty="0">
              <a:solidFill>
                <a:srgbClr val="000000"/>
              </a:solidFill>
              <a:effectLst/>
              <a:latin typeface="Calibri" panose="020F0502020204030204" pitchFamily="34" charset="0"/>
              <a:ea typeface="Calibri" panose="020F0502020204030204" pitchFamily="34" charset="0"/>
              <a:cs typeface="Calibri" panose="020F0502020204030204" pitchFamily="34" charset="0"/>
            </a:endParaRPr>
          </a:p>
          <a:p>
            <a:pPr marL="0" marR="0" indent="0" algn="just">
              <a:spcBef>
                <a:spcPts val="0"/>
              </a:spcBef>
              <a:spcAft>
                <a:spcPts val="1200"/>
              </a:spcAft>
              <a:buNone/>
            </a:pPr>
            <a:r>
              <a:rPr lang="en-US" sz="1400" dirty="0">
                <a:solidFill>
                  <a:srgbClr val="000000"/>
                </a:solidFill>
                <a:effectLst/>
                <a:latin typeface="Calibri" panose="020F0502020204030204" pitchFamily="34" charset="0"/>
                <a:ea typeface="Calibri" panose="020F0502020204030204" pitchFamily="34" charset="0"/>
                <a:cs typeface="Calibri" panose="020F0502020204030204" pitchFamily="34" charset="0"/>
              </a:rPr>
              <a:t>Instructions for downloading a ZIP archive are linked to on the repository’s front page. </a:t>
            </a:r>
            <a:endParaRPr lang="en-US" sz="1400" dirty="0">
              <a:effectLst/>
              <a:latin typeface="Calibri" panose="020F0502020204030204" pitchFamily="34" charset="0"/>
              <a:ea typeface="Calibri" panose="020F0502020204030204" pitchFamily="34" charset="0"/>
              <a:cs typeface="Calibri" panose="020F0502020204030204" pitchFamily="34" charset="0"/>
            </a:endParaRPr>
          </a:p>
          <a:p>
            <a:pPr marL="0" lvl="0" indent="0" algn="l" rtl="0">
              <a:spcBef>
                <a:spcPts val="0"/>
              </a:spcBef>
              <a:spcAft>
                <a:spcPts val="0"/>
              </a:spcAft>
              <a:buNone/>
            </a:pPr>
            <a:endParaRPr sz="1400" dirty="0">
              <a:latin typeface="Calibri" panose="020F0502020204030204" pitchFamily="34" charset="0"/>
              <a:cs typeface="Calibri" panose="020F0502020204030204" pitchFamily="34" charset="0"/>
            </a:endParaRPr>
          </a:p>
        </p:txBody>
      </p:sp>
    </p:spTree>
    <p:extLst>
      <p:ext uri="{BB962C8B-B14F-4D97-AF65-F5344CB8AC3E}">
        <p14:creationId xmlns:p14="http://schemas.microsoft.com/office/powerpoint/2010/main" val="2821987400"/>
      </p:ext>
    </p:extLst>
  </p:cSld>
  <p:clrMapOvr>
    <a:masterClrMapping/>
  </p:clrMapOvr>
</p:notes>
</file>

<file path=ppt/notesSlides/notesSlide60.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1195"/>
        <p:cNvGrpSpPr/>
        <p:nvPr/>
      </p:nvGrpSpPr>
      <p:grpSpPr>
        <a:xfrm>
          <a:off x="0" y="0"/>
          <a:ext cx="0" cy="0"/>
          <a:chOff x="0" y="0"/>
          <a:chExt cx="0" cy="0"/>
        </a:xfrm>
      </p:grpSpPr>
      <p:sp>
        <p:nvSpPr>
          <p:cNvPr id="1196" name="Google Shape;1196;g9ac6590046_0_272:notes"/>
          <p:cNvSpPr>
            <a:spLocks noGrp="1" noRot="1" noChangeAspect="1"/>
          </p:cNvSpPr>
          <p:nvPr>
            <p:ph type="sldImg" idx="2"/>
          </p:nvPr>
        </p:nvSpPr>
        <p:spPr>
          <a:xfrm>
            <a:off x="382588" y="685800"/>
            <a:ext cx="6094412" cy="3429000"/>
          </a:xfrm>
          <a:custGeom>
            <a:avLst/>
            <a:gdLst/>
            <a:ahLst/>
            <a:cxnLst/>
            <a:rect l="l" t="t" r="r" b="b"/>
            <a:pathLst>
              <a:path w="120000" h="120000" extrusionOk="0">
                <a:moveTo>
                  <a:pt x="0" y="0"/>
                </a:moveTo>
                <a:lnTo>
                  <a:pt x="120000" y="0"/>
                </a:lnTo>
                <a:lnTo>
                  <a:pt x="120000" y="120000"/>
                </a:lnTo>
                <a:lnTo>
                  <a:pt x="0" y="120000"/>
                </a:lnTo>
                <a:close/>
              </a:path>
            </a:pathLst>
          </a:custGeom>
        </p:spPr>
      </p:sp>
      <p:sp>
        <p:nvSpPr>
          <p:cNvPr id="1197" name="Google Shape;1197;g9ac6590046_0_272:notes"/>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r>
              <a:rPr lang="en-US" sz="1400" dirty="0">
                <a:latin typeface="Calibri" panose="020F0502020204030204" pitchFamily="34" charset="0"/>
                <a:cs typeface="Calibri" panose="020F0502020204030204" pitchFamily="34" charset="0"/>
              </a:rPr>
              <a:t>Script:</a:t>
            </a:r>
          </a:p>
          <a:p>
            <a:pPr marL="0" lvl="0" indent="0" algn="l" rtl="0">
              <a:spcBef>
                <a:spcPts val="0"/>
              </a:spcBef>
              <a:spcAft>
                <a:spcPts val="0"/>
              </a:spcAft>
              <a:buNone/>
            </a:pPr>
            <a:endParaRPr lang="en-US" sz="1400" dirty="0">
              <a:latin typeface="Calibri" panose="020F0502020204030204" pitchFamily="34" charset="0"/>
              <a:cs typeface="Calibri" panose="020F0502020204030204" pitchFamily="34" charset="0"/>
            </a:endParaRPr>
          </a:p>
          <a:p>
            <a:pPr marL="0" marR="0" indent="0" algn="just">
              <a:spcBef>
                <a:spcPts val="0"/>
              </a:spcBef>
              <a:spcAft>
                <a:spcPts val="1200"/>
              </a:spcAft>
              <a:buNone/>
            </a:pPr>
            <a:r>
              <a:rPr lang="en-US" sz="1400" dirty="0">
                <a:solidFill>
                  <a:srgbClr val="000000"/>
                </a:solidFill>
                <a:effectLst/>
                <a:latin typeface="Calibri" panose="020F0502020204030204" pitchFamily="34" charset="0"/>
                <a:ea typeface="Calibri" panose="020F0502020204030204" pitchFamily="34" charset="0"/>
                <a:cs typeface="Calibri" panose="020F0502020204030204" pitchFamily="34" charset="0"/>
              </a:rPr>
              <a:t>With this training complete</a:t>
            </a:r>
            <a:r>
              <a:rPr lang="en-US" sz="1400" dirty="0"/>
              <a:t>, you can proceed to one of the more specific areas.</a:t>
            </a:r>
          </a:p>
          <a:p>
            <a:pPr marL="0" marR="0" indent="0" algn="just">
              <a:spcBef>
                <a:spcPts val="0"/>
              </a:spcBef>
              <a:spcAft>
                <a:spcPts val="1200"/>
              </a:spcAft>
              <a:buNone/>
            </a:pPr>
            <a:endParaRPr lang="en-US" sz="1400" dirty="0"/>
          </a:p>
          <a:p>
            <a:pPr marL="0" marR="0" indent="0" algn="just">
              <a:spcBef>
                <a:spcPts val="0"/>
              </a:spcBef>
              <a:spcAft>
                <a:spcPts val="1200"/>
              </a:spcAft>
              <a:buNone/>
            </a:pPr>
            <a:r>
              <a:rPr lang="en-US" sz="1400" dirty="0"/>
              <a:t>These are:</a:t>
            </a:r>
          </a:p>
          <a:p>
            <a:pPr marL="0" marR="0" indent="0" algn="just">
              <a:spcBef>
                <a:spcPts val="0"/>
              </a:spcBef>
              <a:spcAft>
                <a:spcPts val="1200"/>
              </a:spcAft>
              <a:buNone/>
            </a:pPr>
            <a:endParaRPr lang="en-US" sz="1400" dirty="0"/>
          </a:p>
          <a:p>
            <a:pPr marL="285750" marR="0" indent="-285750" algn="just">
              <a:spcBef>
                <a:spcPts val="0"/>
              </a:spcBef>
              <a:spcAft>
                <a:spcPts val="1200"/>
              </a:spcAft>
            </a:pPr>
            <a:r>
              <a:rPr lang="en-US" sz="1400" dirty="0"/>
              <a:t>Attack surface analysis</a:t>
            </a:r>
          </a:p>
          <a:p>
            <a:pPr marL="285750" marR="0" indent="-285750" algn="just">
              <a:spcBef>
                <a:spcPts val="0"/>
              </a:spcBef>
              <a:spcAft>
                <a:spcPts val="1200"/>
              </a:spcAft>
            </a:pPr>
            <a:r>
              <a:rPr lang="en-US" sz="1400" dirty="0"/>
              <a:t>Threat modeling</a:t>
            </a:r>
          </a:p>
          <a:p>
            <a:pPr marL="285750" marR="0" indent="-285750" algn="just">
              <a:spcBef>
                <a:spcPts val="0"/>
              </a:spcBef>
              <a:spcAft>
                <a:spcPts val="1200"/>
              </a:spcAft>
            </a:pPr>
            <a:r>
              <a:rPr lang="en-US" sz="1400" dirty="0"/>
              <a:t>Penetration testing</a:t>
            </a:r>
          </a:p>
          <a:p>
            <a:pPr marL="285750" marR="0" indent="-285750" algn="just">
              <a:spcBef>
                <a:spcPts val="0"/>
              </a:spcBef>
              <a:spcAft>
                <a:spcPts val="1200"/>
              </a:spcAft>
            </a:pPr>
            <a:r>
              <a:rPr lang="en-US" sz="1400" dirty="0"/>
              <a:t>Vulnerability identification</a:t>
            </a:r>
          </a:p>
          <a:p>
            <a:pPr marL="285750" marR="0" indent="-285750" algn="just">
              <a:spcBef>
                <a:spcPts val="0"/>
              </a:spcBef>
              <a:spcAft>
                <a:spcPts val="1200"/>
              </a:spcAft>
            </a:pPr>
            <a:r>
              <a:rPr lang="en-US" sz="1400" dirty="0"/>
              <a:t>Static analysis</a:t>
            </a:r>
          </a:p>
          <a:p>
            <a:pPr marL="285750" marR="0" indent="-285750" algn="just">
              <a:spcBef>
                <a:spcPts val="0"/>
              </a:spcBef>
              <a:spcAft>
                <a:spcPts val="1200"/>
              </a:spcAft>
            </a:pPr>
            <a:r>
              <a:rPr lang="en-US" sz="1400" dirty="0"/>
              <a:t>Dynamic analysis</a:t>
            </a:r>
          </a:p>
          <a:p>
            <a:pPr marL="285750" marR="0" indent="-285750" algn="just">
              <a:spcBef>
                <a:spcPts val="0"/>
              </a:spcBef>
              <a:spcAft>
                <a:spcPts val="1200"/>
              </a:spcAft>
            </a:pPr>
            <a:r>
              <a:rPr lang="en-US" sz="1400" dirty="0"/>
              <a:t>Fuzz testing</a:t>
            </a:r>
          </a:p>
          <a:p>
            <a:pPr marL="285750" marR="0" indent="-285750" algn="just">
              <a:spcBef>
                <a:spcPts val="0"/>
              </a:spcBef>
              <a:spcAft>
                <a:spcPts val="1200"/>
              </a:spcAft>
            </a:pPr>
            <a:endParaRPr lang="en-US" sz="1400" dirty="0"/>
          </a:p>
          <a:p>
            <a:pPr marL="0" marR="0" indent="0" algn="just">
              <a:spcBef>
                <a:spcPts val="0"/>
              </a:spcBef>
              <a:spcAft>
                <a:spcPts val="1200"/>
              </a:spcAft>
              <a:buNone/>
            </a:pPr>
            <a:r>
              <a:rPr lang="en-US" sz="1400" dirty="0"/>
              <a:t>and</a:t>
            </a:r>
          </a:p>
          <a:p>
            <a:pPr marL="285750" marR="0" indent="-285750" algn="just">
              <a:spcBef>
                <a:spcPts val="0"/>
              </a:spcBef>
              <a:spcAft>
                <a:spcPts val="1200"/>
              </a:spcAft>
            </a:pPr>
            <a:endParaRPr lang="en-US" sz="1400" dirty="0"/>
          </a:p>
          <a:p>
            <a:pPr marL="285750" marR="0" indent="-285750" algn="just">
              <a:spcBef>
                <a:spcPts val="0"/>
              </a:spcBef>
              <a:spcAft>
                <a:spcPts val="1200"/>
              </a:spcAft>
            </a:pPr>
            <a:r>
              <a:rPr lang="en-US" sz="1400" dirty="0"/>
              <a:t>Secure code review</a:t>
            </a:r>
          </a:p>
          <a:p>
            <a:pPr marL="285750" marR="0" indent="-285750" algn="just">
              <a:spcBef>
                <a:spcPts val="0"/>
              </a:spcBef>
              <a:spcAft>
                <a:spcPts val="1200"/>
              </a:spcAft>
            </a:pPr>
            <a:endParaRPr lang="en-US" sz="1400" dirty="0"/>
          </a:p>
          <a:p>
            <a:pPr marL="0" marR="0" indent="0" algn="just">
              <a:spcBef>
                <a:spcPts val="0"/>
              </a:spcBef>
              <a:spcAft>
                <a:spcPts val="1200"/>
              </a:spcAft>
              <a:buNone/>
            </a:pPr>
            <a:r>
              <a:rPr lang="en-US" sz="1400" dirty="0"/>
              <a:t>Some of these may have other prerequisites and so be sure to check as to whether all of the prerequisites have been attended to for any of the areas that you would like to pursue.</a:t>
            </a:r>
          </a:p>
        </p:txBody>
      </p:sp>
    </p:spTree>
    <p:extLst>
      <p:ext uri="{BB962C8B-B14F-4D97-AF65-F5344CB8AC3E}">
        <p14:creationId xmlns:p14="http://schemas.microsoft.com/office/powerpoint/2010/main" val="3701739619"/>
      </p:ext>
    </p:extLst>
  </p:cSld>
  <p:clrMapOvr>
    <a:masterClrMapping/>
  </p:clrMapOvr>
</p:notes>
</file>

<file path=ppt/notesSlides/notesSlide61.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874"/>
        <p:cNvGrpSpPr/>
        <p:nvPr/>
      </p:nvGrpSpPr>
      <p:grpSpPr>
        <a:xfrm>
          <a:off x="0" y="0"/>
          <a:ext cx="0" cy="0"/>
          <a:chOff x="0" y="0"/>
          <a:chExt cx="0" cy="0"/>
        </a:xfrm>
      </p:grpSpPr>
      <p:sp>
        <p:nvSpPr>
          <p:cNvPr id="875" name="Google Shape;875;gbd8f7373d4_0_397:notes"/>
          <p:cNvSpPr>
            <a:spLocks noGrp="1" noRot="1" noChangeAspect="1"/>
          </p:cNvSpPr>
          <p:nvPr>
            <p:ph type="sldImg" idx="2"/>
          </p:nvPr>
        </p:nvSpPr>
        <p:spPr>
          <a:xfrm>
            <a:off x="382588" y="685800"/>
            <a:ext cx="6094412" cy="3429000"/>
          </a:xfrm>
          <a:custGeom>
            <a:avLst/>
            <a:gdLst/>
            <a:ahLst/>
            <a:cxnLst/>
            <a:rect l="l" t="t" r="r" b="b"/>
            <a:pathLst>
              <a:path w="120000" h="120000" extrusionOk="0">
                <a:moveTo>
                  <a:pt x="0" y="0"/>
                </a:moveTo>
                <a:lnTo>
                  <a:pt x="120000" y="0"/>
                </a:lnTo>
                <a:lnTo>
                  <a:pt x="120000" y="120000"/>
                </a:lnTo>
                <a:lnTo>
                  <a:pt x="0" y="120000"/>
                </a:lnTo>
                <a:close/>
              </a:path>
            </a:pathLst>
          </a:custGeom>
        </p:spPr>
      </p:sp>
      <p:sp>
        <p:nvSpPr>
          <p:cNvPr id="876" name="Google Shape;876;gbd8f7373d4_0_397:notes"/>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r>
              <a:rPr lang="en-US" sz="1400" dirty="0">
                <a:latin typeface="Calibri" panose="020F0502020204030204" pitchFamily="34" charset="0"/>
                <a:cs typeface="Calibri" panose="020F0502020204030204" pitchFamily="34" charset="0"/>
              </a:rPr>
              <a:t>Script:</a:t>
            </a:r>
          </a:p>
          <a:p>
            <a:pPr marL="0" lvl="0" indent="0" algn="l" rtl="0">
              <a:spcBef>
                <a:spcPts val="0"/>
              </a:spcBef>
              <a:spcAft>
                <a:spcPts val="0"/>
              </a:spcAft>
              <a:buNone/>
            </a:pPr>
            <a:endParaRPr lang="en-US" sz="1400" dirty="0">
              <a:latin typeface="Calibri" panose="020F0502020204030204" pitchFamily="34" charset="0"/>
              <a:cs typeface="Calibri" panose="020F0502020204030204" pitchFamily="34" charset="0"/>
            </a:endParaRPr>
          </a:p>
          <a:p>
            <a:pPr marL="158750" indent="0" algn="l">
              <a:buNone/>
            </a:pPr>
            <a:r>
              <a:rPr lang="en-US" sz="1400" dirty="0">
                <a:solidFill>
                  <a:srgbClr val="1D1C1D"/>
                </a:solidFill>
                <a:effectLst/>
                <a:latin typeface="Calibri" panose="020F0502020204030204" pitchFamily="34" charset="0"/>
                <a:cs typeface="Calibri" panose="020F0502020204030204" pitchFamily="34" charset="0"/>
              </a:rPr>
              <a:t>Here are references to the source material used in the creation of this presentation.</a:t>
            </a:r>
          </a:p>
          <a:p>
            <a:pPr marL="158750" indent="0" algn="l">
              <a:buNone/>
            </a:pPr>
            <a:endParaRPr lang="en-US" sz="1400" dirty="0">
              <a:solidFill>
                <a:srgbClr val="1D1C1D"/>
              </a:solidFill>
              <a:effectLst/>
              <a:latin typeface="Calibri" panose="020F0502020204030204" pitchFamily="34" charset="0"/>
              <a:cs typeface="Calibri" panose="020F0502020204030204" pitchFamily="34" charset="0"/>
            </a:endParaRPr>
          </a:p>
          <a:p>
            <a:pPr marL="158750" indent="0" algn="l">
              <a:buNone/>
            </a:pPr>
            <a:r>
              <a:rPr lang="en-US" sz="1400" dirty="0">
                <a:solidFill>
                  <a:srgbClr val="1D1C1D"/>
                </a:solidFill>
                <a:effectLst/>
                <a:latin typeface="Calibri" panose="020F0502020204030204" pitchFamily="34" charset="0"/>
                <a:cs typeface="Calibri" panose="020F0502020204030204" pitchFamily="34" charset="0"/>
              </a:rPr>
              <a:t>They'll also be included in the video description.</a:t>
            </a:r>
          </a:p>
          <a:p>
            <a:pPr marL="158750" indent="0" algn="l">
              <a:buNone/>
            </a:pPr>
            <a:endParaRPr lang="en-US" sz="1400" dirty="0">
              <a:solidFill>
                <a:srgbClr val="1D1C1D"/>
              </a:solidFill>
              <a:effectLst/>
              <a:latin typeface="Calibri" panose="020F0502020204030204" pitchFamily="34" charset="0"/>
              <a:cs typeface="Calibri" panose="020F0502020204030204" pitchFamily="34" charset="0"/>
            </a:endParaRPr>
          </a:p>
          <a:p>
            <a:pPr marL="158750" indent="0" algn="l">
              <a:buNone/>
            </a:pPr>
            <a:r>
              <a:rPr lang="en-US" sz="1400" dirty="0">
                <a:solidFill>
                  <a:srgbClr val="1D1C1D"/>
                </a:solidFill>
                <a:effectLst/>
                <a:latin typeface="Calibri" panose="020F0502020204030204" pitchFamily="34" charset="0"/>
                <a:cs typeface="Calibri" panose="020F0502020204030204" pitchFamily="34" charset="0"/>
              </a:rPr>
              <a:t>Additionally, this presentation’s source material will be provided on the AVCDL GitHub repository.</a:t>
            </a:r>
          </a:p>
          <a:p>
            <a:pPr marL="158750" indent="0" algn="l">
              <a:buNone/>
            </a:pPr>
            <a:endParaRPr lang="en-US" sz="1400" dirty="0">
              <a:solidFill>
                <a:srgbClr val="1D1C1D"/>
              </a:solidFill>
              <a:effectLst/>
              <a:latin typeface="Calibri" panose="020F0502020204030204" pitchFamily="34" charset="0"/>
              <a:cs typeface="Calibri" panose="020F0502020204030204" pitchFamily="34" charset="0"/>
            </a:endParaRPr>
          </a:p>
          <a:p>
            <a:pPr marL="158750" indent="0" algn="l">
              <a:buNone/>
            </a:pPr>
            <a:endParaRPr lang="en-US" sz="1400" dirty="0">
              <a:solidFill>
                <a:srgbClr val="1D1C1D"/>
              </a:solidFill>
              <a:effectLst/>
              <a:latin typeface="Calibri" panose="020F0502020204030204" pitchFamily="34" charset="0"/>
              <a:cs typeface="Calibri" panose="020F0502020204030204" pitchFamily="34" charset="0"/>
            </a:endParaRPr>
          </a:p>
          <a:p>
            <a:pPr marL="158750" indent="0" algn="l">
              <a:buNone/>
            </a:pPr>
            <a:endParaRPr lang="en-US" sz="1400" dirty="0">
              <a:solidFill>
                <a:srgbClr val="1D1C1D"/>
              </a:solidFill>
              <a:effectLst/>
              <a:latin typeface="Calibri" panose="020F0502020204030204" pitchFamily="34" charset="0"/>
              <a:cs typeface="Calibri" panose="020F0502020204030204" pitchFamily="34" charset="0"/>
            </a:endParaRPr>
          </a:p>
        </p:txBody>
      </p:sp>
    </p:spTree>
    <p:extLst>
      <p:ext uri="{BB962C8B-B14F-4D97-AF65-F5344CB8AC3E}">
        <p14:creationId xmlns:p14="http://schemas.microsoft.com/office/powerpoint/2010/main" val="466772786"/>
      </p:ext>
    </p:extLst>
  </p:cSld>
  <p:clrMapOvr>
    <a:masterClrMapping/>
  </p:clrMapOvr>
</p:notes>
</file>

<file path=ppt/notesSlides/notesSlide62.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874"/>
        <p:cNvGrpSpPr/>
        <p:nvPr/>
      </p:nvGrpSpPr>
      <p:grpSpPr>
        <a:xfrm>
          <a:off x="0" y="0"/>
          <a:ext cx="0" cy="0"/>
          <a:chOff x="0" y="0"/>
          <a:chExt cx="0" cy="0"/>
        </a:xfrm>
      </p:grpSpPr>
      <p:sp>
        <p:nvSpPr>
          <p:cNvPr id="875" name="Google Shape;875;gbd8f7373d4_0_397:notes"/>
          <p:cNvSpPr>
            <a:spLocks noGrp="1" noRot="1" noChangeAspect="1"/>
          </p:cNvSpPr>
          <p:nvPr>
            <p:ph type="sldImg" idx="2"/>
          </p:nvPr>
        </p:nvSpPr>
        <p:spPr>
          <a:xfrm>
            <a:off x="382588" y="685800"/>
            <a:ext cx="6094412" cy="3429000"/>
          </a:xfrm>
          <a:custGeom>
            <a:avLst/>
            <a:gdLst/>
            <a:ahLst/>
            <a:cxnLst/>
            <a:rect l="l" t="t" r="r" b="b"/>
            <a:pathLst>
              <a:path w="120000" h="120000" extrusionOk="0">
                <a:moveTo>
                  <a:pt x="0" y="0"/>
                </a:moveTo>
                <a:lnTo>
                  <a:pt x="120000" y="0"/>
                </a:lnTo>
                <a:lnTo>
                  <a:pt x="120000" y="120000"/>
                </a:lnTo>
                <a:lnTo>
                  <a:pt x="0" y="120000"/>
                </a:lnTo>
                <a:close/>
              </a:path>
            </a:pathLst>
          </a:custGeom>
        </p:spPr>
      </p:sp>
      <p:sp>
        <p:nvSpPr>
          <p:cNvPr id="876" name="Google Shape;876;gbd8f7373d4_0_397:notes"/>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r>
              <a:rPr lang="en-US" sz="1400" dirty="0">
                <a:latin typeface="Calibri" panose="020F0502020204030204" pitchFamily="34" charset="0"/>
                <a:cs typeface="Calibri" panose="020F0502020204030204" pitchFamily="34" charset="0"/>
              </a:rPr>
              <a:t>Script:</a:t>
            </a:r>
          </a:p>
          <a:p>
            <a:pPr marL="0" lvl="0" indent="0" algn="l" rtl="0">
              <a:spcBef>
                <a:spcPts val="0"/>
              </a:spcBef>
              <a:spcAft>
                <a:spcPts val="0"/>
              </a:spcAft>
              <a:buNone/>
            </a:pPr>
            <a:endParaRPr lang="en-US" sz="1400" dirty="0">
              <a:solidFill>
                <a:srgbClr val="1D1C1D"/>
              </a:solidFill>
              <a:effectLst/>
              <a:latin typeface="Calibri" panose="020F0502020204030204" pitchFamily="34" charset="0"/>
              <a:cs typeface="Calibri" panose="020F0502020204030204" pitchFamily="34" charset="0"/>
            </a:endParaRPr>
          </a:p>
          <a:p>
            <a:pPr marL="0" lvl="0" indent="0" algn="l" rtl="0">
              <a:spcBef>
                <a:spcPts val="0"/>
              </a:spcBef>
              <a:spcAft>
                <a:spcPts val="0"/>
              </a:spcAft>
              <a:buNone/>
            </a:pPr>
            <a:r>
              <a:rPr lang="en-US" sz="1400" dirty="0">
                <a:solidFill>
                  <a:srgbClr val="1D1C1D"/>
                </a:solidFill>
                <a:effectLst/>
                <a:latin typeface="Calibri" panose="020F0502020204030204" pitchFamily="34" charset="0"/>
                <a:cs typeface="Calibri" panose="020F0502020204030204" pitchFamily="34" charset="0"/>
              </a:rPr>
              <a:t>(carry over to fit time)</a:t>
            </a:r>
          </a:p>
          <a:p>
            <a:pPr marL="0" lvl="0" indent="0" algn="l" rtl="0">
              <a:spcBef>
                <a:spcPts val="0"/>
              </a:spcBef>
              <a:spcAft>
                <a:spcPts val="0"/>
              </a:spcAft>
              <a:buNone/>
            </a:pPr>
            <a:endParaRPr lang="en-US" sz="1400" dirty="0">
              <a:solidFill>
                <a:srgbClr val="1D1C1D"/>
              </a:solidFill>
              <a:effectLst/>
              <a:latin typeface="Calibri" panose="020F0502020204030204" pitchFamily="34" charset="0"/>
              <a:cs typeface="Calibri" panose="020F0502020204030204" pitchFamily="34" charset="0"/>
            </a:endParaRPr>
          </a:p>
        </p:txBody>
      </p:sp>
    </p:spTree>
    <p:extLst>
      <p:ext uri="{BB962C8B-B14F-4D97-AF65-F5344CB8AC3E}">
        <p14:creationId xmlns:p14="http://schemas.microsoft.com/office/powerpoint/2010/main" val="735936247"/>
      </p:ext>
    </p:extLst>
  </p:cSld>
  <p:clrMapOvr>
    <a:masterClrMapping/>
  </p:clrMapOvr>
</p:notes>
</file>

<file path=ppt/notesSlides/notesSlide63.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874"/>
        <p:cNvGrpSpPr/>
        <p:nvPr/>
      </p:nvGrpSpPr>
      <p:grpSpPr>
        <a:xfrm>
          <a:off x="0" y="0"/>
          <a:ext cx="0" cy="0"/>
          <a:chOff x="0" y="0"/>
          <a:chExt cx="0" cy="0"/>
        </a:xfrm>
      </p:grpSpPr>
      <p:sp>
        <p:nvSpPr>
          <p:cNvPr id="875" name="Google Shape;875;gbd8f7373d4_0_397:notes"/>
          <p:cNvSpPr>
            <a:spLocks noGrp="1" noRot="1" noChangeAspect="1"/>
          </p:cNvSpPr>
          <p:nvPr>
            <p:ph type="sldImg" idx="2"/>
          </p:nvPr>
        </p:nvSpPr>
        <p:spPr>
          <a:xfrm>
            <a:off x="382588" y="685800"/>
            <a:ext cx="6094412" cy="3429000"/>
          </a:xfrm>
          <a:custGeom>
            <a:avLst/>
            <a:gdLst/>
            <a:ahLst/>
            <a:cxnLst/>
            <a:rect l="l" t="t" r="r" b="b"/>
            <a:pathLst>
              <a:path w="120000" h="120000" extrusionOk="0">
                <a:moveTo>
                  <a:pt x="0" y="0"/>
                </a:moveTo>
                <a:lnTo>
                  <a:pt x="120000" y="0"/>
                </a:lnTo>
                <a:lnTo>
                  <a:pt x="120000" y="120000"/>
                </a:lnTo>
                <a:lnTo>
                  <a:pt x="0" y="120000"/>
                </a:lnTo>
                <a:close/>
              </a:path>
            </a:pathLst>
          </a:custGeom>
        </p:spPr>
      </p:sp>
      <p:sp>
        <p:nvSpPr>
          <p:cNvPr id="876" name="Google Shape;876;gbd8f7373d4_0_397:notes"/>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r>
              <a:rPr lang="en-US" sz="1400" dirty="0">
                <a:latin typeface="Calibri" panose="020F0502020204030204" pitchFamily="34" charset="0"/>
                <a:cs typeface="Calibri" panose="020F0502020204030204" pitchFamily="34" charset="0"/>
              </a:rPr>
              <a:t>Script:</a:t>
            </a:r>
          </a:p>
          <a:p>
            <a:pPr marL="0" lvl="0" indent="0" algn="l" rtl="0">
              <a:spcBef>
                <a:spcPts val="0"/>
              </a:spcBef>
              <a:spcAft>
                <a:spcPts val="0"/>
              </a:spcAft>
              <a:buNone/>
            </a:pPr>
            <a:endParaRPr lang="en-US" sz="1400" dirty="0">
              <a:solidFill>
                <a:srgbClr val="1D1C1D"/>
              </a:solidFill>
              <a:effectLst/>
              <a:latin typeface="Calibri" panose="020F0502020204030204" pitchFamily="34" charset="0"/>
              <a:cs typeface="Calibri" panose="020F0502020204030204" pitchFamily="34" charset="0"/>
            </a:endParaRPr>
          </a:p>
          <a:p>
            <a:pPr marL="0" lvl="0" indent="0" algn="l" rtl="0">
              <a:spcBef>
                <a:spcPts val="0"/>
              </a:spcBef>
              <a:spcAft>
                <a:spcPts val="0"/>
              </a:spcAft>
              <a:buNone/>
            </a:pPr>
            <a:r>
              <a:rPr lang="en-US" sz="1400" dirty="0">
                <a:solidFill>
                  <a:srgbClr val="1D1C1D"/>
                </a:solidFill>
                <a:effectLst/>
                <a:latin typeface="Calibri" panose="020F0502020204030204" pitchFamily="34" charset="0"/>
                <a:cs typeface="Calibri" panose="020F0502020204030204" pitchFamily="34" charset="0"/>
              </a:rPr>
              <a:t>(carry over to fit time)</a:t>
            </a:r>
          </a:p>
        </p:txBody>
      </p:sp>
    </p:spTree>
    <p:extLst>
      <p:ext uri="{BB962C8B-B14F-4D97-AF65-F5344CB8AC3E}">
        <p14:creationId xmlns:p14="http://schemas.microsoft.com/office/powerpoint/2010/main" val="3472241812"/>
      </p:ext>
    </p:extLst>
  </p:cSld>
  <p:clrMapOvr>
    <a:masterClrMapping/>
  </p:clrMapOvr>
</p:notes>
</file>

<file path=ppt/notesSlides/notesSlide64.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874"/>
        <p:cNvGrpSpPr/>
        <p:nvPr/>
      </p:nvGrpSpPr>
      <p:grpSpPr>
        <a:xfrm>
          <a:off x="0" y="0"/>
          <a:ext cx="0" cy="0"/>
          <a:chOff x="0" y="0"/>
          <a:chExt cx="0" cy="0"/>
        </a:xfrm>
      </p:grpSpPr>
      <p:sp>
        <p:nvSpPr>
          <p:cNvPr id="875" name="Google Shape;875;gbd8f7373d4_0_397:notes"/>
          <p:cNvSpPr>
            <a:spLocks noGrp="1" noRot="1" noChangeAspect="1"/>
          </p:cNvSpPr>
          <p:nvPr>
            <p:ph type="sldImg" idx="2"/>
          </p:nvPr>
        </p:nvSpPr>
        <p:spPr>
          <a:xfrm>
            <a:off x="382588" y="685800"/>
            <a:ext cx="6094412" cy="3429000"/>
          </a:xfrm>
          <a:custGeom>
            <a:avLst/>
            <a:gdLst/>
            <a:ahLst/>
            <a:cxnLst/>
            <a:rect l="l" t="t" r="r" b="b"/>
            <a:pathLst>
              <a:path w="120000" h="120000" extrusionOk="0">
                <a:moveTo>
                  <a:pt x="0" y="0"/>
                </a:moveTo>
                <a:lnTo>
                  <a:pt x="120000" y="0"/>
                </a:lnTo>
                <a:lnTo>
                  <a:pt x="120000" y="120000"/>
                </a:lnTo>
                <a:lnTo>
                  <a:pt x="0" y="120000"/>
                </a:lnTo>
                <a:close/>
              </a:path>
            </a:pathLst>
          </a:custGeom>
        </p:spPr>
      </p:sp>
      <p:sp>
        <p:nvSpPr>
          <p:cNvPr id="876" name="Google Shape;876;gbd8f7373d4_0_397:notes"/>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r>
              <a:rPr lang="en-US" sz="1400" dirty="0">
                <a:latin typeface="Calibri" panose="020F0502020204030204" pitchFamily="34" charset="0"/>
                <a:cs typeface="Calibri" panose="020F0502020204030204" pitchFamily="34" charset="0"/>
              </a:rPr>
              <a:t>Script:</a:t>
            </a:r>
          </a:p>
          <a:p>
            <a:pPr marL="0" lvl="0" indent="0" algn="l" rtl="0">
              <a:spcBef>
                <a:spcPts val="0"/>
              </a:spcBef>
              <a:spcAft>
                <a:spcPts val="0"/>
              </a:spcAft>
              <a:buNone/>
            </a:pPr>
            <a:endParaRPr lang="en-US" sz="1400" dirty="0">
              <a:solidFill>
                <a:srgbClr val="1D1C1D"/>
              </a:solidFill>
              <a:effectLst/>
              <a:latin typeface="Calibri" panose="020F0502020204030204" pitchFamily="34" charset="0"/>
              <a:cs typeface="Calibri" panose="020F0502020204030204" pitchFamily="34" charset="0"/>
            </a:endParaRPr>
          </a:p>
          <a:p>
            <a:pPr marL="0" lvl="0" indent="0" algn="l" rtl="0">
              <a:spcBef>
                <a:spcPts val="0"/>
              </a:spcBef>
              <a:spcAft>
                <a:spcPts val="0"/>
              </a:spcAft>
              <a:buNone/>
            </a:pPr>
            <a:r>
              <a:rPr lang="en-US" sz="1400" dirty="0">
                <a:solidFill>
                  <a:srgbClr val="1D1C1D"/>
                </a:solidFill>
                <a:effectLst/>
                <a:latin typeface="Calibri" panose="020F0502020204030204" pitchFamily="34" charset="0"/>
                <a:cs typeface="Calibri" panose="020F0502020204030204" pitchFamily="34" charset="0"/>
              </a:rPr>
              <a:t>(carry over to fit time)</a:t>
            </a:r>
          </a:p>
        </p:txBody>
      </p:sp>
    </p:spTree>
    <p:extLst>
      <p:ext uri="{BB962C8B-B14F-4D97-AF65-F5344CB8AC3E}">
        <p14:creationId xmlns:p14="http://schemas.microsoft.com/office/powerpoint/2010/main" val="2926223846"/>
      </p:ext>
    </p:extLst>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2.xml.rels><?xml version="1.0" encoding="UTF-8" standalone="yes"?>
<Relationships xmlns="http://schemas.openxmlformats.org/package/2006/relationships"><Relationship Id="rId2" Type="http://schemas.openxmlformats.org/officeDocument/2006/relationships/hyperlink" Target="https://creativecommons.org/licenses/by/4.0/legalcode" TargetMode="External"/><Relationship Id="rId1" Type="http://schemas.openxmlformats.org/officeDocument/2006/relationships/slideMaster" Target="../slideMasters/slideMaster2.xml"/></Relationships>
</file>

<file path=ppt/slideLayouts/_rels/slideLayout13.xml.rels><?xml version="1.0" encoding="UTF-8" standalone="yes"?>
<Relationships xmlns="http://schemas.openxmlformats.org/package/2006/relationships"><Relationship Id="rId2" Type="http://schemas.openxmlformats.org/officeDocument/2006/relationships/image" Target="../media/image1.png"/><Relationship Id="rId1" Type="http://schemas.openxmlformats.org/officeDocument/2006/relationships/slideMaster" Target="../slideMasters/slideMaster2.xml"/></Relationships>
</file>

<file path=ppt/slideLayouts/_rels/slideLayout14.xml.rels><?xml version="1.0" encoding="UTF-8" standalone="yes"?>
<Relationships xmlns="http://schemas.openxmlformats.org/package/2006/relationships"><Relationship Id="rId2" Type="http://schemas.openxmlformats.org/officeDocument/2006/relationships/image" Target="../media/image2.png"/><Relationship Id="rId1" Type="http://schemas.openxmlformats.org/officeDocument/2006/relationships/slideMaster" Target="../slideMasters/slideMaster2.xml"/></Relationships>
</file>

<file path=ppt/slideLayouts/_rels/slideLayout15.xml.rels><?xml version="1.0" encoding="UTF-8" standalone="yes"?>
<Relationships xmlns="http://schemas.openxmlformats.org/package/2006/relationships"><Relationship Id="rId2" Type="http://schemas.openxmlformats.org/officeDocument/2006/relationships/image" Target="../media/image2.png"/><Relationship Id="rId1" Type="http://schemas.openxmlformats.org/officeDocument/2006/relationships/slideMaster" Target="../slideMasters/slideMaster2.xml"/></Relationships>
</file>

<file path=ppt/slideLayouts/_rels/slideLayout16.xml.rels><?xml version="1.0" encoding="UTF-8" standalone="yes"?>
<Relationships xmlns="http://schemas.openxmlformats.org/package/2006/relationships"><Relationship Id="rId3" Type="http://schemas.openxmlformats.org/officeDocument/2006/relationships/image" Target="../media/image2.png"/><Relationship Id="rId2" Type="http://schemas.openxmlformats.org/officeDocument/2006/relationships/image" Target="../media/image3.png"/><Relationship Id="rId1" Type="http://schemas.openxmlformats.org/officeDocument/2006/relationships/slideMaster" Target="../slideMasters/slideMaster2.xml"/></Relationships>
</file>

<file path=ppt/slideLayouts/_rels/slideLayout17.xml.rels><?xml version="1.0" encoding="UTF-8" standalone="yes"?>
<Relationships xmlns="http://schemas.openxmlformats.org/package/2006/relationships"><Relationship Id="rId2" Type="http://schemas.openxmlformats.org/officeDocument/2006/relationships/image" Target="../media/image4.png"/><Relationship Id="rId1" Type="http://schemas.openxmlformats.org/officeDocument/2006/relationships/slideMaster" Target="../slideMasters/slideMaster2.xml"/></Relationships>
</file>

<file path=ppt/slideLayouts/_rels/slideLayout18.xml.rels><?xml version="1.0" encoding="UTF-8" standalone="yes"?>
<Relationships xmlns="http://schemas.openxmlformats.org/package/2006/relationships"><Relationship Id="rId2" Type="http://schemas.openxmlformats.org/officeDocument/2006/relationships/image" Target="../media/image2.png"/><Relationship Id="rId1" Type="http://schemas.openxmlformats.org/officeDocument/2006/relationships/slideMaster" Target="../slideMasters/slideMaster2.xml"/></Relationships>
</file>

<file path=ppt/slideLayouts/_rels/slideLayout19.xml.rels><?xml version="1.0" encoding="UTF-8" standalone="yes"?>
<Relationships xmlns="http://schemas.openxmlformats.org/package/2006/relationships"><Relationship Id="rId2" Type="http://schemas.openxmlformats.org/officeDocument/2006/relationships/image" Target="../media/image2.png"/><Relationship Id="rId1" Type="http://schemas.openxmlformats.org/officeDocument/2006/relationships/slideMaster" Target="../slideMasters/slideMaster2.xml"/></Relationships>
</file>

<file path=ppt/slideLayouts/_rels/slideLayout20.xml.rels><?xml version="1.0" encoding="UTF-8" standalone="yes"?>
<Relationships xmlns="http://schemas.openxmlformats.org/package/2006/relationships"><Relationship Id="rId3" Type="http://schemas.openxmlformats.org/officeDocument/2006/relationships/image" Target="../media/image6.png"/><Relationship Id="rId2" Type="http://schemas.openxmlformats.org/officeDocument/2006/relationships/image" Target="../media/image5.png"/><Relationship Id="rId1" Type="http://schemas.openxmlformats.org/officeDocument/2006/relationships/slideMaster" Target="../slideMasters/slideMaster2.xml"/></Relationships>
</file>

<file path=ppt/slideLayouts/_rels/slideLayout21.xml.rels><?xml version="1.0" encoding="UTF-8" standalone="yes"?>
<Relationships xmlns="http://schemas.openxmlformats.org/package/2006/relationships"><Relationship Id="rId2" Type="http://schemas.openxmlformats.org/officeDocument/2006/relationships/image" Target="../media/image6.png"/><Relationship Id="rId1" Type="http://schemas.openxmlformats.org/officeDocument/2006/relationships/slideMaster" Target="../slideMasters/slideMaster2.xml"/></Relationships>
</file>

<file path=ppt/slideLayouts/_rels/slideLayout22.xml.rels><?xml version="1.0" encoding="UTF-8" standalone="yes"?>
<Relationships xmlns="http://schemas.openxmlformats.org/package/2006/relationships"><Relationship Id="rId2" Type="http://schemas.openxmlformats.org/officeDocument/2006/relationships/image" Target="../media/image2.png"/><Relationship Id="rId1" Type="http://schemas.openxmlformats.org/officeDocument/2006/relationships/slideMaster" Target="../slideMasters/slideMaster2.xml"/></Relationships>
</file>

<file path=ppt/slideLayouts/_rels/slideLayout23.xml.rels><?xml version="1.0" encoding="UTF-8" standalone="yes"?>
<Relationships xmlns="http://schemas.openxmlformats.org/package/2006/relationships"><Relationship Id="rId2" Type="http://schemas.openxmlformats.org/officeDocument/2006/relationships/image" Target="../media/image2.png"/><Relationship Id="rId1" Type="http://schemas.openxmlformats.org/officeDocument/2006/relationships/slideMaster" Target="../slideMasters/slideMaster2.xml"/></Relationships>
</file>

<file path=ppt/slideLayouts/_rels/slideLayout24.xml.rels><?xml version="1.0" encoding="UTF-8" standalone="yes"?>
<Relationships xmlns="http://schemas.openxmlformats.org/package/2006/relationships"><Relationship Id="rId2" Type="http://schemas.openxmlformats.org/officeDocument/2006/relationships/image" Target="../media/image2.png"/><Relationship Id="rId1" Type="http://schemas.openxmlformats.org/officeDocument/2006/relationships/slideMaster" Target="../slideMasters/slideMaster2.xml"/></Relationships>
</file>

<file path=ppt/slideLayouts/_rels/slideLayout25.xml.rels><?xml version="1.0" encoding="UTF-8" standalone="yes"?>
<Relationships xmlns="http://schemas.openxmlformats.org/package/2006/relationships"><Relationship Id="rId2" Type="http://schemas.openxmlformats.org/officeDocument/2006/relationships/image" Target="../media/image2.png"/><Relationship Id="rId1" Type="http://schemas.openxmlformats.org/officeDocument/2006/relationships/slideMaster" Target="../slideMasters/slideMaster2.xml"/></Relationships>
</file>

<file path=ppt/slideLayouts/_rels/slideLayout26.xml.rels><?xml version="1.0" encoding="UTF-8" standalone="yes"?>
<Relationships xmlns="http://schemas.openxmlformats.org/package/2006/relationships"><Relationship Id="rId2" Type="http://schemas.openxmlformats.org/officeDocument/2006/relationships/image" Target="../media/image2.png"/><Relationship Id="rId1" Type="http://schemas.openxmlformats.org/officeDocument/2006/relationships/slideMaster" Target="../slideMasters/slideMaster2.xml"/></Relationships>
</file>

<file path=ppt/slideLayouts/_rels/slideLayout27.xml.rels><?xml version="1.0" encoding="UTF-8" standalone="yes"?>
<Relationships xmlns="http://schemas.openxmlformats.org/package/2006/relationships"><Relationship Id="rId2" Type="http://schemas.openxmlformats.org/officeDocument/2006/relationships/image" Target="../media/image2.png"/><Relationship Id="rId1" Type="http://schemas.openxmlformats.org/officeDocument/2006/relationships/slideMaster" Target="../slideMasters/slideMaster2.xml"/></Relationships>
</file>

<file path=ppt/slideLayouts/_rels/slideLayout28.xml.rels><?xml version="1.0" encoding="UTF-8" standalone="yes"?>
<Relationships xmlns="http://schemas.openxmlformats.org/package/2006/relationships"><Relationship Id="rId2" Type="http://schemas.openxmlformats.org/officeDocument/2006/relationships/image" Target="../media/image2.png"/><Relationship Id="rId1" Type="http://schemas.openxmlformats.org/officeDocument/2006/relationships/slideMaster" Target="../slideMasters/slideMaster2.xml"/></Relationships>
</file>

<file path=ppt/slideLayouts/_rels/slideLayout29.xml.rels><?xml version="1.0" encoding="UTF-8" standalone="yes"?>
<Relationships xmlns="http://schemas.openxmlformats.org/package/2006/relationships"><Relationship Id="rId2" Type="http://schemas.openxmlformats.org/officeDocument/2006/relationships/image" Target="../media/image2.png"/><Relationship Id="rId1" Type="http://schemas.openxmlformats.org/officeDocument/2006/relationships/slideMaster" Target="../slideMasters/slideMaster2.xml"/></Relationships>
</file>

<file path=ppt/slideLayouts/_rels/slideLayout30.xml.rels><?xml version="1.0" encoding="UTF-8" standalone="yes"?>
<Relationships xmlns="http://schemas.openxmlformats.org/package/2006/relationships"><Relationship Id="rId2" Type="http://schemas.openxmlformats.org/officeDocument/2006/relationships/image" Target="../media/image2.png"/><Relationship Id="rId1" Type="http://schemas.openxmlformats.org/officeDocument/2006/relationships/slideMaster" Target="../slideMasters/slideMaster2.xml"/></Relationships>
</file>

<file path=ppt/slideLayouts/_rels/slideLayout31.xml.rels><?xml version="1.0" encoding="UTF-8" standalone="yes"?>
<Relationships xmlns="http://schemas.openxmlformats.org/package/2006/relationships"><Relationship Id="rId2" Type="http://schemas.openxmlformats.org/officeDocument/2006/relationships/image" Target="../media/image2.png"/><Relationship Id="rId1" Type="http://schemas.openxmlformats.org/officeDocument/2006/relationships/slideMaster" Target="../slideMasters/slideMaster2.xml"/></Relationships>
</file>

<file path=ppt/slideLayouts/_rels/slideLayout32.xml.rels><?xml version="1.0" encoding="UTF-8" standalone="yes"?>
<Relationships xmlns="http://schemas.openxmlformats.org/package/2006/relationships"><Relationship Id="rId2" Type="http://schemas.openxmlformats.org/officeDocument/2006/relationships/image" Target="../media/image2.png"/><Relationship Id="rId1" Type="http://schemas.openxmlformats.org/officeDocument/2006/relationships/slideMaster" Target="../slideMasters/slideMaster2.xml"/></Relationships>
</file>

<file path=ppt/slideLayouts/_rels/slideLayout33.xml.rels><?xml version="1.0" encoding="UTF-8" standalone="yes"?>
<Relationships xmlns="http://schemas.openxmlformats.org/package/2006/relationships"><Relationship Id="rId2" Type="http://schemas.openxmlformats.org/officeDocument/2006/relationships/image" Target="../media/image2.png"/><Relationship Id="rId1" Type="http://schemas.openxmlformats.org/officeDocument/2006/relationships/slideMaster" Target="../slideMasters/slideMaster2.xml"/></Relationships>
</file>

<file path=ppt/slideLayouts/_rels/slideLayout34.xml.rels><?xml version="1.0" encoding="UTF-8" standalone="yes"?>
<Relationships xmlns="http://schemas.openxmlformats.org/package/2006/relationships"><Relationship Id="rId2" Type="http://schemas.openxmlformats.org/officeDocument/2006/relationships/image" Target="../media/image2.png"/><Relationship Id="rId1" Type="http://schemas.openxmlformats.org/officeDocument/2006/relationships/slideMaster" Target="../slideMasters/slideMaster2.xml"/></Relationships>
</file>

<file path=ppt/slideLayouts/_rels/slideLayout35.xml.rels><?xml version="1.0" encoding="UTF-8" standalone="yes"?>
<Relationships xmlns="http://schemas.openxmlformats.org/package/2006/relationships"><Relationship Id="rId2" Type="http://schemas.openxmlformats.org/officeDocument/2006/relationships/image" Target="../media/image2.png"/><Relationship Id="rId1" Type="http://schemas.openxmlformats.org/officeDocument/2006/relationships/slideMaster" Target="../slideMasters/slideMaster2.xml"/></Relationships>
</file>

<file path=ppt/slideLayouts/_rels/slideLayout36.xml.rels><?xml version="1.0" encoding="UTF-8" standalone="yes"?>
<Relationships xmlns="http://schemas.openxmlformats.org/package/2006/relationships"><Relationship Id="rId2" Type="http://schemas.openxmlformats.org/officeDocument/2006/relationships/image" Target="../media/image2.png"/><Relationship Id="rId1" Type="http://schemas.openxmlformats.org/officeDocument/2006/relationships/slideMaster" Target="../slideMasters/slideMaster2.xml"/></Relationships>
</file>

<file path=ppt/slideLayouts/_rels/slideLayout37.xml.rels><?xml version="1.0" encoding="UTF-8" standalone="yes"?>
<Relationships xmlns="http://schemas.openxmlformats.org/package/2006/relationships"><Relationship Id="rId2" Type="http://schemas.openxmlformats.org/officeDocument/2006/relationships/image" Target="../media/image2.png"/><Relationship Id="rId1" Type="http://schemas.openxmlformats.org/officeDocument/2006/relationships/slideMaster" Target="../slideMasters/slideMaster2.xml"/></Relationships>
</file>

<file path=ppt/slideLayouts/_rels/slideLayout38.xml.rels><?xml version="1.0" encoding="UTF-8" standalone="yes"?>
<Relationships xmlns="http://schemas.openxmlformats.org/package/2006/relationships"><Relationship Id="rId2" Type="http://schemas.openxmlformats.org/officeDocument/2006/relationships/image" Target="../media/image2.png"/><Relationship Id="rId1" Type="http://schemas.openxmlformats.org/officeDocument/2006/relationships/slideMaster" Target="../slideMasters/slideMaster2.xml"/></Relationships>
</file>

<file path=ppt/slideLayouts/_rels/slideLayout39.xml.rels><?xml version="1.0" encoding="UTF-8" standalone="yes"?>
<Relationships xmlns="http://schemas.openxmlformats.org/package/2006/relationships"><Relationship Id="rId2" Type="http://schemas.openxmlformats.org/officeDocument/2006/relationships/image" Target="../media/image2.png"/><Relationship Id="rId1" Type="http://schemas.openxmlformats.org/officeDocument/2006/relationships/slideMaster" Target="../slideMasters/slideMaster2.xml"/></Relationships>
</file>

<file path=ppt/slideLayouts/_rels/slideLayout40.xml.rels><?xml version="1.0" encoding="UTF-8" standalone="yes"?>
<Relationships xmlns="http://schemas.openxmlformats.org/package/2006/relationships"><Relationship Id="rId2" Type="http://schemas.openxmlformats.org/officeDocument/2006/relationships/image" Target="../media/image2.png"/><Relationship Id="rId1" Type="http://schemas.openxmlformats.org/officeDocument/2006/relationships/slideMaster" Target="../slideMasters/slideMaster2.xml"/></Relationships>
</file>

<file path=ppt/slideLayouts/_rels/slideLayout41.xml.rels><?xml version="1.0" encoding="UTF-8" standalone="yes"?>
<Relationships xmlns="http://schemas.openxmlformats.org/package/2006/relationships"><Relationship Id="rId2" Type="http://schemas.openxmlformats.org/officeDocument/2006/relationships/image" Target="../media/image2.png"/><Relationship Id="rId1" Type="http://schemas.openxmlformats.org/officeDocument/2006/relationships/slideMaster" Target="../slideMasters/slideMaster2.xml"/></Relationships>
</file>

<file path=ppt/slideLayouts/_rels/slideLayout42.xml.rels><?xml version="1.0" encoding="UTF-8" standalone="yes"?>
<Relationships xmlns="http://schemas.openxmlformats.org/package/2006/relationships"><Relationship Id="rId2" Type="http://schemas.openxmlformats.org/officeDocument/2006/relationships/image" Target="../media/image2.png"/><Relationship Id="rId1" Type="http://schemas.openxmlformats.org/officeDocument/2006/relationships/slideMaster" Target="../slideMasters/slideMaster2.xml"/></Relationships>
</file>

<file path=ppt/slideLayouts/_rels/slideLayout43.xml.rels><?xml version="1.0" encoding="UTF-8" standalone="yes"?>
<Relationships xmlns="http://schemas.openxmlformats.org/package/2006/relationships"><Relationship Id="rId2" Type="http://schemas.openxmlformats.org/officeDocument/2006/relationships/image" Target="../media/image2.png"/><Relationship Id="rId1" Type="http://schemas.openxmlformats.org/officeDocument/2006/relationships/slideMaster" Target="../slideMasters/slideMaster2.xml"/></Relationships>
</file>

<file path=ppt/slideLayouts/_rels/slideLayout44.xml.rels><?xml version="1.0" encoding="UTF-8" standalone="yes"?>
<Relationships xmlns="http://schemas.openxmlformats.org/package/2006/relationships"><Relationship Id="rId2" Type="http://schemas.openxmlformats.org/officeDocument/2006/relationships/image" Target="../media/image2.png"/><Relationship Id="rId1" Type="http://schemas.openxmlformats.org/officeDocument/2006/relationships/slideMaster" Target="../slideMasters/slideMaster2.xml"/></Relationships>
</file>

<file path=ppt/slideLayouts/_rels/slideLayout45.xml.rels><?xml version="1.0" encoding="UTF-8" standalone="yes"?>
<Relationships xmlns="http://schemas.openxmlformats.org/package/2006/relationships"><Relationship Id="rId2" Type="http://schemas.openxmlformats.org/officeDocument/2006/relationships/image" Target="../media/image2.png"/><Relationship Id="rId1" Type="http://schemas.openxmlformats.org/officeDocument/2006/relationships/slideMaster" Target="../slideMasters/slideMaster2.xml"/></Relationships>
</file>

<file path=ppt/slideLayouts/_rels/slideLayout46.xml.rels><?xml version="1.0" encoding="UTF-8" standalone="yes"?>
<Relationships xmlns="http://schemas.openxmlformats.org/package/2006/relationships"><Relationship Id="rId2" Type="http://schemas.openxmlformats.org/officeDocument/2006/relationships/image" Target="../media/image2.png"/><Relationship Id="rId1" Type="http://schemas.openxmlformats.org/officeDocument/2006/relationships/slideMaster" Target="../slideMasters/slideMaster2.xml"/></Relationships>
</file>

<file path=ppt/slideLayouts/_rels/slideLayout47.xml.rels><?xml version="1.0" encoding="UTF-8" standalone="yes"?>
<Relationships xmlns="http://schemas.openxmlformats.org/package/2006/relationships"><Relationship Id="rId2" Type="http://schemas.openxmlformats.org/officeDocument/2006/relationships/image" Target="../media/image2.png"/><Relationship Id="rId1" Type="http://schemas.openxmlformats.org/officeDocument/2006/relationships/slideMaster" Target="../slideMasters/slideMaster2.xml"/></Relationships>
</file>

<file path=ppt/slideLayouts/_rels/slideLayout48.xml.rels><?xml version="1.0" encoding="UTF-8" standalone="yes"?>
<Relationships xmlns="http://schemas.openxmlformats.org/package/2006/relationships"><Relationship Id="rId2" Type="http://schemas.openxmlformats.org/officeDocument/2006/relationships/image" Target="../media/image2.png"/><Relationship Id="rId1" Type="http://schemas.openxmlformats.org/officeDocument/2006/relationships/slideMaster" Target="../slideMasters/slideMaster2.xml"/></Relationships>
</file>

<file path=ppt/slideLayouts/_rels/slideLayout49.xml.rels><?xml version="1.0" encoding="UTF-8" standalone="yes"?>
<Relationships xmlns="http://schemas.openxmlformats.org/package/2006/relationships"><Relationship Id="rId2" Type="http://schemas.openxmlformats.org/officeDocument/2006/relationships/image" Target="../media/image2.png"/><Relationship Id="rId1" Type="http://schemas.openxmlformats.org/officeDocument/2006/relationships/slideMaster" Target="../slideMasters/slideMaster2.xml"/></Relationships>
</file>

<file path=ppt/slideLayouts/_rels/slideLayout50.xml.rels><?xml version="1.0" encoding="UTF-8" standalone="yes"?>
<Relationships xmlns="http://schemas.openxmlformats.org/package/2006/relationships"><Relationship Id="rId2" Type="http://schemas.openxmlformats.org/officeDocument/2006/relationships/image" Target="../media/image2.png"/><Relationship Id="rId1" Type="http://schemas.openxmlformats.org/officeDocument/2006/relationships/slideMaster" Target="../slideMasters/slideMaster2.xml"/></Relationships>
</file>

<file path=ppt/slideLayouts/_rels/slideLayout51.xml.rels><?xml version="1.0" encoding="UTF-8" standalone="yes"?>
<Relationships xmlns="http://schemas.openxmlformats.org/package/2006/relationships"><Relationship Id="rId2" Type="http://schemas.openxmlformats.org/officeDocument/2006/relationships/image" Target="../media/image2.png"/><Relationship Id="rId1" Type="http://schemas.openxmlformats.org/officeDocument/2006/relationships/slideMaster" Target="../slideMasters/slideMaster2.xml"/></Relationships>
</file>

<file path=ppt/slideLayouts/_rels/slideLayout52.xml.rels><?xml version="1.0" encoding="UTF-8" standalone="yes"?>
<Relationships xmlns="http://schemas.openxmlformats.org/package/2006/relationships"><Relationship Id="rId2" Type="http://schemas.openxmlformats.org/officeDocument/2006/relationships/image" Target="../media/image2.png"/><Relationship Id="rId1" Type="http://schemas.openxmlformats.org/officeDocument/2006/relationships/slideMaster" Target="../slideMasters/slideMaster2.xml"/></Relationships>
</file>

<file path=ppt/slideLayouts/_rels/slideLayout53.xml.rels><?xml version="1.0" encoding="UTF-8" standalone="yes"?>
<Relationships xmlns="http://schemas.openxmlformats.org/package/2006/relationships"><Relationship Id="rId2" Type="http://schemas.openxmlformats.org/officeDocument/2006/relationships/image" Target="../media/image2.png"/><Relationship Id="rId1" Type="http://schemas.openxmlformats.org/officeDocument/2006/relationships/slideMaster" Target="../slideMasters/slideMaster2.xml"/></Relationships>
</file>

<file path=ppt/slideLayouts/_rels/slideLayout54.xml.rels><?xml version="1.0" encoding="UTF-8" standalone="yes"?>
<Relationships xmlns="http://schemas.openxmlformats.org/package/2006/relationships"><Relationship Id="rId2" Type="http://schemas.openxmlformats.org/officeDocument/2006/relationships/image" Target="../media/image2.png"/><Relationship Id="rId1" Type="http://schemas.openxmlformats.org/officeDocument/2006/relationships/slideMaster" Target="../slideMasters/slideMaster2.xml"/></Relationships>
</file>

<file path=ppt/slideLayouts/_rels/slideLayout55.xml.rels><?xml version="1.0" encoding="UTF-8" standalone="yes"?>
<Relationships xmlns="http://schemas.openxmlformats.org/package/2006/relationships"><Relationship Id="rId2" Type="http://schemas.openxmlformats.org/officeDocument/2006/relationships/image" Target="../media/image2.png"/><Relationship Id="rId1" Type="http://schemas.openxmlformats.org/officeDocument/2006/relationships/slideMaster" Target="../slideMasters/slideMaster2.xml"/></Relationships>
</file>

<file path=ppt/slideLayouts/_rels/slideLayout56.xml.rels><?xml version="1.0" encoding="UTF-8" standalone="yes"?>
<Relationships xmlns="http://schemas.openxmlformats.org/package/2006/relationships"><Relationship Id="rId2" Type="http://schemas.openxmlformats.org/officeDocument/2006/relationships/image" Target="../media/image2.png"/><Relationship Id="rId1" Type="http://schemas.openxmlformats.org/officeDocument/2006/relationships/slideMaster" Target="../slideMasters/slideMaster2.xml"/></Relationships>
</file>

<file path=ppt/slideLayouts/_rels/slideLayout57.xml.rels><?xml version="1.0" encoding="UTF-8" standalone="yes"?>
<Relationships xmlns="http://schemas.openxmlformats.org/package/2006/relationships"><Relationship Id="rId2" Type="http://schemas.openxmlformats.org/officeDocument/2006/relationships/image" Target="../media/image2.png"/><Relationship Id="rId1" Type="http://schemas.openxmlformats.org/officeDocument/2006/relationships/slideMaster" Target="../slideMasters/slideMaster2.xml"/></Relationships>
</file>

<file path=ppt/slideLayouts/_rels/slideLayout58.xml.rels><?xml version="1.0" encoding="UTF-8" standalone="yes"?>
<Relationships xmlns="http://schemas.openxmlformats.org/package/2006/relationships"><Relationship Id="rId2" Type="http://schemas.openxmlformats.org/officeDocument/2006/relationships/image" Target="../media/image2.png"/><Relationship Id="rId1" Type="http://schemas.openxmlformats.org/officeDocument/2006/relationships/slideMaster" Target="../slideMasters/slideMaster2.xml"/></Relationships>
</file>

<file path=ppt/slideLayouts/_rels/slideLayout59.xml.rels><?xml version="1.0" encoding="UTF-8" standalone="yes"?>
<Relationships xmlns="http://schemas.openxmlformats.org/package/2006/relationships"><Relationship Id="rId2" Type="http://schemas.openxmlformats.org/officeDocument/2006/relationships/image" Target="../media/image2.png"/><Relationship Id="rId1" Type="http://schemas.openxmlformats.org/officeDocument/2006/relationships/slideMaster" Target="../slideMasters/slideMaster2.xml"/></Relationships>
</file>

<file path=ppt/slideLayouts/_rels/slideLayout60.xml.rels><?xml version="1.0" encoding="UTF-8" standalone="yes"?>
<Relationships xmlns="http://schemas.openxmlformats.org/package/2006/relationships"><Relationship Id="rId2" Type="http://schemas.openxmlformats.org/officeDocument/2006/relationships/image" Target="../media/image2.png"/><Relationship Id="rId1" Type="http://schemas.openxmlformats.org/officeDocument/2006/relationships/slideMaster" Target="../slideMasters/slideMaster2.xml"/></Relationships>
</file>

<file path=ppt/slideLayouts/_rels/slideLayout61.xml.rels><?xml version="1.0" encoding="UTF-8" standalone="yes"?>
<Relationships xmlns="http://schemas.openxmlformats.org/package/2006/relationships"><Relationship Id="rId2" Type="http://schemas.openxmlformats.org/officeDocument/2006/relationships/image" Target="../media/image2.png"/><Relationship Id="rId1" Type="http://schemas.openxmlformats.org/officeDocument/2006/relationships/slideMaster" Target="../slideMasters/slideMaster2.xml"/></Relationships>
</file>

<file path=ppt/slideLayouts/_rels/slideLayout62.xml.rels><?xml version="1.0" encoding="UTF-8" standalone="yes"?>
<Relationships xmlns="http://schemas.openxmlformats.org/package/2006/relationships"><Relationship Id="rId2" Type="http://schemas.openxmlformats.org/officeDocument/2006/relationships/image" Target="../media/image2.png"/><Relationship Id="rId1" Type="http://schemas.openxmlformats.org/officeDocument/2006/relationships/slideMaster" Target="../slideMasters/slideMaster2.xml"/></Relationships>
</file>

<file path=ppt/slideLayouts/_rels/slideLayout63.xml.rels><?xml version="1.0" encoding="UTF-8" standalone="yes"?>
<Relationships xmlns="http://schemas.openxmlformats.org/package/2006/relationships"><Relationship Id="rId2" Type="http://schemas.openxmlformats.org/officeDocument/2006/relationships/image" Target="../media/image2.png"/><Relationship Id="rId1" Type="http://schemas.openxmlformats.org/officeDocument/2006/relationships/slideMaster" Target="../slideMasters/slideMaster2.xml"/></Relationships>
</file>

<file path=ppt/slideLayouts/_rels/slideLayout64.xml.rels><?xml version="1.0" encoding="UTF-8" standalone="yes"?>
<Relationships xmlns="http://schemas.openxmlformats.org/package/2006/relationships"><Relationship Id="rId2" Type="http://schemas.openxmlformats.org/officeDocument/2006/relationships/image" Target="../media/image2.png"/><Relationship Id="rId1" Type="http://schemas.openxmlformats.org/officeDocument/2006/relationships/slideMaster" Target="../slideMasters/slideMaster2.xml"/></Relationships>
</file>

<file path=ppt/slideLayouts/_rels/slideLayout65.xml.rels><?xml version="1.0" encoding="UTF-8" standalone="yes"?>
<Relationships xmlns="http://schemas.openxmlformats.org/package/2006/relationships"><Relationship Id="rId2" Type="http://schemas.openxmlformats.org/officeDocument/2006/relationships/image" Target="../media/image2.png"/><Relationship Id="rId1" Type="http://schemas.openxmlformats.org/officeDocument/2006/relationships/slideMaster" Target="../slideMasters/slideMaster2.xml"/></Relationships>
</file>

<file path=ppt/slideLayouts/_rels/slideLayout66.xml.rels><?xml version="1.0" encoding="UTF-8" standalone="yes"?>
<Relationships xmlns="http://schemas.openxmlformats.org/package/2006/relationships"><Relationship Id="rId2" Type="http://schemas.openxmlformats.org/officeDocument/2006/relationships/image" Target="../media/image2.png"/><Relationship Id="rId1" Type="http://schemas.openxmlformats.org/officeDocument/2006/relationships/slideMaster" Target="../slideMasters/slideMaster2.xml"/></Relationships>
</file>

<file path=ppt/slideLayouts/_rels/slideLayout67.xml.rels><?xml version="1.0" encoding="UTF-8" standalone="yes"?>
<Relationships xmlns="http://schemas.openxmlformats.org/package/2006/relationships"><Relationship Id="rId2" Type="http://schemas.openxmlformats.org/officeDocument/2006/relationships/image" Target="../media/image2.png"/><Relationship Id="rId1" Type="http://schemas.openxmlformats.org/officeDocument/2006/relationships/slideMaster" Target="../slideMasters/slideMaster2.xml"/></Relationships>
</file>

<file path=ppt/slideLayouts/_rels/slideLayout68.xml.rels><?xml version="1.0" encoding="UTF-8" standalone="yes"?>
<Relationships xmlns="http://schemas.openxmlformats.org/package/2006/relationships"><Relationship Id="rId2" Type="http://schemas.openxmlformats.org/officeDocument/2006/relationships/image" Target="../media/image2.png"/><Relationship Id="rId1" Type="http://schemas.openxmlformats.org/officeDocument/2006/relationships/slideMaster" Target="../slideMasters/slideMaster2.xml"/></Relationships>
</file>

<file path=ppt/slideLayouts/_rels/slideLayout69.xml.rels><?xml version="1.0" encoding="UTF-8" standalone="yes"?>
<Relationships xmlns="http://schemas.openxmlformats.org/package/2006/relationships"><Relationship Id="rId2" Type="http://schemas.openxmlformats.org/officeDocument/2006/relationships/image" Target="../media/image2.png"/><Relationship Id="rId1" Type="http://schemas.openxmlformats.org/officeDocument/2006/relationships/slideMaster" Target="../slideMasters/slideMaster2.xml"/></Relationships>
</file>

<file path=ppt/slideLayouts/_rels/slideLayout70.xml.rels><?xml version="1.0" encoding="UTF-8" standalone="yes"?>
<Relationships xmlns="http://schemas.openxmlformats.org/package/2006/relationships"><Relationship Id="rId2" Type="http://schemas.openxmlformats.org/officeDocument/2006/relationships/image" Target="../media/image6.png"/><Relationship Id="rId1" Type="http://schemas.openxmlformats.org/officeDocument/2006/relationships/slideMaster" Target="../slideMasters/slideMaster2.xml"/></Relationships>
</file>

<file path=ppt/slideLayouts/_rels/slideLayout71.xml.rels><?xml version="1.0" encoding="UTF-8" standalone="yes"?>
<Relationships xmlns="http://schemas.openxmlformats.org/package/2006/relationships"><Relationship Id="rId2" Type="http://schemas.openxmlformats.org/officeDocument/2006/relationships/image" Target="../media/image6.png"/><Relationship Id="rId1" Type="http://schemas.openxmlformats.org/officeDocument/2006/relationships/slideMaster" Target="../slideMasters/slideMaster2.xml"/></Relationships>
</file>

<file path=ppt/slideLayouts/_rels/slideLayout72.xml.rels><?xml version="1.0" encoding="UTF-8" standalone="yes"?>
<Relationships xmlns="http://schemas.openxmlformats.org/package/2006/relationships"><Relationship Id="rId2" Type="http://schemas.openxmlformats.org/officeDocument/2006/relationships/image" Target="../media/image6.png"/><Relationship Id="rId1" Type="http://schemas.openxmlformats.org/officeDocument/2006/relationships/slideMaster" Target="../slideMasters/slideMaster2.xml"/></Relationships>
</file>

<file path=ppt/slideLayouts/_rels/slideLayout73.xml.rels><?xml version="1.0" encoding="UTF-8" standalone="yes"?>
<Relationships xmlns="http://schemas.openxmlformats.org/package/2006/relationships"><Relationship Id="rId2" Type="http://schemas.openxmlformats.org/officeDocument/2006/relationships/image" Target="../media/image6.png"/><Relationship Id="rId1" Type="http://schemas.openxmlformats.org/officeDocument/2006/relationships/slideMaster" Target="../slideMasters/slideMaster2.xml"/></Relationships>
</file>

<file path=ppt/slideLayouts/_rels/slideLayout74.xml.rels><?xml version="1.0" encoding="UTF-8" standalone="yes"?>
<Relationships xmlns="http://schemas.openxmlformats.org/package/2006/relationships"><Relationship Id="rId2" Type="http://schemas.openxmlformats.org/officeDocument/2006/relationships/image" Target="../media/image6.png"/><Relationship Id="rId1" Type="http://schemas.openxmlformats.org/officeDocument/2006/relationships/slideMaster" Target="../slideMasters/slideMaster2.xml"/></Relationships>
</file>

<file path=ppt/slideLayouts/_rels/slideLayout75.xml.rels><?xml version="1.0" encoding="UTF-8" standalone="yes"?>
<Relationships xmlns="http://schemas.openxmlformats.org/package/2006/relationships"><Relationship Id="rId2" Type="http://schemas.openxmlformats.org/officeDocument/2006/relationships/image" Target="../media/image6.png"/><Relationship Id="rId1" Type="http://schemas.openxmlformats.org/officeDocument/2006/relationships/slideMaster" Target="../slideMasters/slideMaster2.xml"/></Relationships>
</file>

<file path=ppt/slideLayouts/_rels/slideLayout76.xml.rels><?xml version="1.0" encoding="UTF-8" standalone="yes"?>
<Relationships xmlns="http://schemas.openxmlformats.org/package/2006/relationships"><Relationship Id="rId2" Type="http://schemas.openxmlformats.org/officeDocument/2006/relationships/image" Target="../media/image6.png"/><Relationship Id="rId1" Type="http://schemas.openxmlformats.org/officeDocument/2006/relationships/slideMaster" Target="../slideMasters/slideMaster2.xml"/></Relationships>
</file>

<file path=ppt/slideLayouts/_rels/slideLayout77.xml.rels><?xml version="1.0" encoding="UTF-8" standalone="yes"?>
<Relationships xmlns="http://schemas.openxmlformats.org/package/2006/relationships"><Relationship Id="rId2" Type="http://schemas.openxmlformats.org/officeDocument/2006/relationships/image" Target="../media/image6.png"/><Relationship Id="rId1" Type="http://schemas.openxmlformats.org/officeDocument/2006/relationships/slideMaster" Target="../slideMasters/slideMaster2.xml"/></Relationships>
</file>

<file path=ppt/slideLayouts/_rels/slideLayout78.xml.rels><?xml version="1.0" encoding="UTF-8" standalone="yes"?>
<Relationships xmlns="http://schemas.openxmlformats.org/package/2006/relationships"><Relationship Id="rId2" Type="http://schemas.openxmlformats.org/officeDocument/2006/relationships/image" Target="../media/image6.png"/><Relationship Id="rId1" Type="http://schemas.openxmlformats.org/officeDocument/2006/relationships/slideMaster" Target="../slideMasters/slideMaster2.xml"/></Relationships>
</file>

<file path=ppt/slideLayouts/_rels/slideLayout79.xml.rels><?xml version="1.0" encoding="UTF-8" standalone="yes"?>
<Relationships xmlns="http://schemas.openxmlformats.org/package/2006/relationships"><Relationship Id="rId2" Type="http://schemas.openxmlformats.org/officeDocument/2006/relationships/image" Target="../media/image6.png"/><Relationship Id="rId1" Type="http://schemas.openxmlformats.org/officeDocument/2006/relationships/slideMaster" Target="../slideMasters/slideMaster2.xml"/></Relationships>
</file>

<file path=ppt/slideLayouts/_rels/slideLayout80.xml.rels><?xml version="1.0" encoding="UTF-8" standalone="yes"?>
<Relationships xmlns="http://schemas.openxmlformats.org/package/2006/relationships"><Relationship Id="rId2" Type="http://schemas.openxmlformats.org/officeDocument/2006/relationships/image" Target="../media/image6.png"/><Relationship Id="rId1" Type="http://schemas.openxmlformats.org/officeDocument/2006/relationships/slideMaster" Target="../slideMasters/slideMaster2.xml"/></Relationships>
</file>

<file path=ppt/slideLayouts/_rels/slideLayout81.xml.rels><?xml version="1.0" encoding="UTF-8" standalone="yes"?>
<Relationships xmlns="http://schemas.openxmlformats.org/package/2006/relationships"><Relationship Id="rId2" Type="http://schemas.openxmlformats.org/officeDocument/2006/relationships/image" Target="../media/image6.png"/><Relationship Id="rId1" Type="http://schemas.openxmlformats.org/officeDocument/2006/relationships/slideMaster" Target="../slideMasters/slideMaster2.xml"/></Relationships>
</file>

<file path=ppt/slideLayouts/_rels/slideLayout82.xml.rels><?xml version="1.0" encoding="UTF-8" standalone="yes"?>
<Relationships xmlns="http://schemas.openxmlformats.org/package/2006/relationships"><Relationship Id="rId2" Type="http://schemas.openxmlformats.org/officeDocument/2006/relationships/image" Target="../media/image6.png"/><Relationship Id="rId1" Type="http://schemas.openxmlformats.org/officeDocument/2006/relationships/slideMaster" Target="../slideMasters/slideMaster2.xml"/></Relationships>
</file>

<file path=ppt/slideLayouts/_rels/slideLayout83.xml.rels><?xml version="1.0" encoding="UTF-8" standalone="yes"?>
<Relationships xmlns="http://schemas.openxmlformats.org/package/2006/relationships"><Relationship Id="rId2" Type="http://schemas.openxmlformats.org/officeDocument/2006/relationships/image" Target="../media/image6.png"/><Relationship Id="rId1" Type="http://schemas.openxmlformats.org/officeDocument/2006/relationships/slideMaster" Target="../slideMasters/slideMaster2.xml"/></Relationships>
</file>

<file path=ppt/slideLayouts/_rels/slideLayout84.xml.rels><?xml version="1.0" encoding="UTF-8" standalone="yes"?>
<Relationships xmlns="http://schemas.openxmlformats.org/package/2006/relationships"><Relationship Id="rId2" Type="http://schemas.openxmlformats.org/officeDocument/2006/relationships/image" Target="../media/image6.png"/><Relationship Id="rId1" Type="http://schemas.openxmlformats.org/officeDocument/2006/relationships/slideMaster" Target="../slideMasters/slideMaster2.xml"/></Relationships>
</file>

<file path=ppt/slideLayouts/_rels/slideLayout85.xml.rels><?xml version="1.0" encoding="UTF-8" standalone="yes"?>
<Relationships xmlns="http://schemas.openxmlformats.org/package/2006/relationships"><Relationship Id="rId2" Type="http://schemas.openxmlformats.org/officeDocument/2006/relationships/image" Target="../media/image6.png"/><Relationship Id="rId1" Type="http://schemas.openxmlformats.org/officeDocument/2006/relationships/slideMaster" Target="../slideMasters/slideMaster2.xml"/></Relationships>
</file>

<file path=ppt/slideLayouts/_rels/slideLayout86.xml.rels><?xml version="1.0" encoding="UTF-8" standalone="yes"?>
<Relationships xmlns="http://schemas.openxmlformats.org/package/2006/relationships"><Relationship Id="rId2" Type="http://schemas.openxmlformats.org/officeDocument/2006/relationships/image" Target="../media/image2.png"/><Relationship Id="rId1" Type="http://schemas.openxmlformats.org/officeDocument/2006/relationships/slideMaster" Target="../slideMasters/slideMaster3.xml"/></Relationships>
</file>

<file path=ppt/slideLayouts/_rels/slideLayout87.xml.rels><?xml version="1.0" encoding="UTF-8" standalone="yes"?>
<Relationships xmlns="http://schemas.openxmlformats.org/package/2006/relationships"><Relationship Id="rId2" Type="http://schemas.openxmlformats.org/officeDocument/2006/relationships/image" Target="../media/image2.png"/><Relationship Id="rId1" Type="http://schemas.openxmlformats.org/officeDocument/2006/relationships/slideMaster" Target="../slideMasters/slideMaster3.xml"/></Relationships>
</file>

<file path=ppt/slideLayouts/_rels/slideLayout88.xml.rels><?xml version="1.0" encoding="UTF-8" standalone="yes"?>
<Relationships xmlns="http://schemas.openxmlformats.org/package/2006/relationships"><Relationship Id="rId3" Type="http://schemas.openxmlformats.org/officeDocument/2006/relationships/image" Target="../media/image2.png"/><Relationship Id="rId2" Type="http://schemas.openxmlformats.org/officeDocument/2006/relationships/image" Target="../media/image3.png"/><Relationship Id="rId1" Type="http://schemas.openxmlformats.org/officeDocument/2006/relationships/slideMaster" Target="../slideMasters/slideMaster3.xml"/></Relationships>
</file>

<file path=ppt/slideLayouts/_rels/slideLayout89.xml.rels><?xml version="1.0" encoding="UTF-8" standalone="yes"?>
<Relationships xmlns="http://schemas.openxmlformats.org/package/2006/relationships"><Relationship Id="rId2" Type="http://schemas.openxmlformats.org/officeDocument/2006/relationships/image" Target="../media/image2.png"/><Relationship Id="rId1" Type="http://schemas.openxmlformats.org/officeDocument/2006/relationships/slideMaster" Target="../slideMasters/slideMaster3.xml"/></Relationships>
</file>

<file path=ppt/slideLayouts/_rels/slideLayout90.xml.rels><?xml version="1.0" encoding="UTF-8" standalone="yes"?>
<Relationships xmlns="http://schemas.openxmlformats.org/package/2006/relationships"><Relationship Id="rId2" Type="http://schemas.openxmlformats.org/officeDocument/2006/relationships/image" Target="../media/image1.png"/><Relationship Id="rId1" Type="http://schemas.openxmlformats.org/officeDocument/2006/relationships/slideMaster" Target="../slideMasters/slideMaster3.xml"/></Relationships>
</file>

<file path=ppt/slideLayouts/_rels/slideLayout91.xml.rels><?xml version="1.0" encoding="UTF-8" standalone="yes"?>
<Relationships xmlns="http://schemas.openxmlformats.org/package/2006/relationships"><Relationship Id="rId3" Type="http://schemas.openxmlformats.org/officeDocument/2006/relationships/image" Target="../media/image7.png"/><Relationship Id="rId2" Type="http://schemas.openxmlformats.org/officeDocument/2006/relationships/image" Target="../media/image5.png"/><Relationship Id="rId1" Type="http://schemas.openxmlformats.org/officeDocument/2006/relationships/slideMaster" Target="../slideMasters/slideMaster3.xml"/></Relationships>
</file>

<file path=ppt/slideLayouts/_rels/slideLayout92.xml.rels><?xml version="1.0" encoding="UTF-8" standalone="yes"?>
<Relationships xmlns="http://schemas.openxmlformats.org/package/2006/relationships"><Relationship Id="rId2" Type="http://schemas.openxmlformats.org/officeDocument/2006/relationships/image" Target="../media/image7.png"/><Relationship Id="rId1" Type="http://schemas.openxmlformats.org/officeDocument/2006/relationships/slideMaster" Target="../slideMasters/slideMaster3.xml"/></Relationships>
</file>

<file path=ppt/slideLayouts/_rels/slideLayout93.xml.rels><?xml version="1.0" encoding="UTF-8" standalone="yes"?>
<Relationships xmlns="http://schemas.openxmlformats.org/package/2006/relationships"><Relationship Id="rId1" Type="http://schemas.openxmlformats.org/officeDocument/2006/relationships/slideMaster" Target="../slideMasters/slideMaster3.xml"/></Relationships>
</file>

<file path=ppt/slideLayouts/_rels/slideLayout94.xml.rels><?xml version="1.0" encoding="UTF-8" standalone="yes"?>
<Relationships xmlns="http://schemas.openxmlformats.org/package/2006/relationships"><Relationship Id="rId2" Type="http://schemas.openxmlformats.org/officeDocument/2006/relationships/image" Target="../media/image1.png"/><Relationship Id="rId1" Type="http://schemas.openxmlformats.org/officeDocument/2006/relationships/slideMaster" Target="../slideMasters/slideMaster3.xml"/></Relationships>
</file>

<file path=ppt/slideLayouts/_rels/slideLayout95.xml.rels><?xml version="1.0" encoding="UTF-8" standalone="yes"?>
<Relationships xmlns="http://schemas.openxmlformats.org/package/2006/relationships"><Relationship Id="rId2" Type="http://schemas.openxmlformats.org/officeDocument/2006/relationships/image" Target="../media/image1.png"/><Relationship Id="rId1" Type="http://schemas.openxmlformats.org/officeDocument/2006/relationships/slideMaster" Target="../slideMasters/slideMaster3.xml"/></Relationships>
</file>

<file path=ppt/slideLayouts/_rels/slideLayout96.xml.rels><?xml version="1.0" encoding="UTF-8" standalone="yes"?>
<Relationships xmlns="http://schemas.openxmlformats.org/package/2006/relationships"><Relationship Id="rId2" Type="http://schemas.openxmlformats.org/officeDocument/2006/relationships/image" Target="../media/image1.png"/><Relationship Id="rId1" Type="http://schemas.openxmlformats.org/officeDocument/2006/relationships/slideMaster" Target="../slideMasters/slideMaster3.xml"/></Relationships>
</file>

<file path=ppt/slideLayouts/_rels/slideLayout97.xml.rels><?xml version="1.0" encoding="UTF-8" standalone="yes"?>
<Relationships xmlns="http://schemas.openxmlformats.org/package/2006/relationships"><Relationship Id="rId2" Type="http://schemas.openxmlformats.org/officeDocument/2006/relationships/image" Target="../media/image1.png"/><Relationship Id="rId1" Type="http://schemas.openxmlformats.org/officeDocument/2006/relationships/slideMaster" Target="../slideMasters/slideMaster3.xml"/></Relationships>
</file>

<file path=ppt/slideLayouts/_rels/slideLayout98.xml.rels><?xml version="1.0" encoding="UTF-8" standalone="yes"?>
<Relationships xmlns="http://schemas.openxmlformats.org/package/2006/relationships"><Relationship Id="rId2" Type="http://schemas.openxmlformats.org/officeDocument/2006/relationships/image" Target="../media/image1.png"/><Relationship Id="rId1" Type="http://schemas.openxmlformats.org/officeDocument/2006/relationships/slideMaster" Target="../slideMasters/slideMaster3.xml"/></Relationships>
</file>

<file path=ppt/slideLayouts/_rels/slideLayout99.xml.rels><?xml version="1.0" encoding="UTF-8" standalone="yes"?>
<Relationships xmlns="http://schemas.openxmlformats.org/package/2006/relationships"><Relationship Id="rId2" Type="http://schemas.openxmlformats.org/officeDocument/2006/relationships/image" Target="../media/image1.png"/><Relationship Id="rId1" Type="http://schemas.openxmlformats.org/officeDocument/2006/relationships/slideMaster" Target="../slideMasters/slideMaster3.xml"/></Relationships>
</file>

<file path=ppt/slideLayouts/_rels/slideLayout100.xml.rels><?xml version="1.0" encoding="UTF-8" standalone="yes"?>
<Relationships xmlns="http://schemas.openxmlformats.org/package/2006/relationships"><Relationship Id="rId2" Type="http://schemas.openxmlformats.org/officeDocument/2006/relationships/image" Target="../media/image1.png"/><Relationship Id="rId1" Type="http://schemas.openxmlformats.org/officeDocument/2006/relationships/slideMaster" Target="../slideMasters/slideMaster3.xml"/></Relationships>
</file>

<file path=ppt/slideLayouts/_rels/slideLayout101.xml.rels><?xml version="1.0" encoding="UTF-8" standalone="yes"?>
<Relationships xmlns="http://schemas.openxmlformats.org/package/2006/relationships"><Relationship Id="rId2" Type="http://schemas.openxmlformats.org/officeDocument/2006/relationships/image" Target="../media/image1.png"/><Relationship Id="rId1" Type="http://schemas.openxmlformats.org/officeDocument/2006/relationships/slideMaster" Target="../slideMasters/slideMaster3.xml"/></Relationships>
</file>

<file path=ppt/slideLayouts/_rels/slideLayout102.xml.rels><?xml version="1.0" encoding="UTF-8" standalone="yes"?>
<Relationships xmlns="http://schemas.openxmlformats.org/package/2006/relationships"><Relationship Id="rId2" Type="http://schemas.openxmlformats.org/officeDocument/2006/relationships/image" Target="../media/image1.png"/><Relationship Id="rId1" Type="http://schemas.openxmlformats.org/officeDocument/2006/relationships/slideMaster" Target="../slideMasters/slideMaster3.xml"/></Relationships>
</file>

<file path=ppt/slideLayouts/_rels/slideLayout103.xml.rels><?xml version="1.0" encoding="UTF-8" standalone="yes"?>
<Relationships xmlns="http://schemas.openxmlformats.org/package/2006/relationships"><Relationship Id="rId2" Type="http://schemas.openxmlformats.org/officeDocument/2006/relationships/image" Target="../media/image1.png"/><Relationship Id="rId1" Type="http://schemas.openxmlformats.org/officeDocument/2006/relationships/slideMaster" Target="../slideMasters/slideMaster3.xml"/></Relationships>
</file>

<file path=ppt/slideLayouts/_rels/slideLayout104.xml.rels><?xml version="1.0" encoding="UTF-8" standalone="yes"?>
<Relationships xmlns="http://schemas.openxmlformats.org/package/2006/relationships"><Relationship Id="rId2" Type="http://schemas.openxmlformats.org/officeDocument/2006/relationships/image" Target="../media/image1.png"/><Relationship Id="rId1" Type="http://schemas.openxmlformats.org/officeDocument/2006/relationships/slideMaster" Target="../slideMasters/slideMaster3.xml"/></Relationships>
</file>

<file path=ppt/slideLayouts/_rels/slideLayout105.xml.rels><?xml version="1.0" encoding="UTF-8" standalone="yes"?>
<Relationships xmlns="http://schemas.openxmlformats.org/package/2006/relationships"><Relationship Id="rId2" Type="http://schemas.openxmlformats.org/officeDocument/2006/relationships/image" Target="../media/image1.png"/><Relationship Id="rId1" Type="http://schemas.openxmlformats.org/officeDocument/2006/relationships/slideMaster" Target="../slideMasters/slideMaster3.xml"/></Relationships>
</file>

<file path=ppt/slideLayouts/_rels/slideLayout106.xml.rels><?xml version="1.0" encoding="UTF-8" standalone="yes"?>
<Relationships xmlns="http://schemas.openxmlformats.org/package/2006/relationships"><Relationship Id="rId2" Type="http://schemas.openxmlformats.org/officeDocument/2006/relationships/image" Target="../media/image1.png"/><Relationship Id="rId1" Type="http://schemas.openxmlformats.org/officeDocument/2006/relationships/slideMaster" Target="../slideMasters/slideMaster3.xml"/></Relationships>
</file>

<file path=ppt/slideLayouts/_rels/slideLayout107.xml.rels><?xml version="1.0" encoding="UTF-8" standalone="yes"?>
<Relationships xmlns="http://schemas.openxmlformats.org/package/2006/relationships"><Relationship Id="rId2" Type="http://schemas.openxmlformats.org/officeDocument/2006/relationships/image" Target="../media/image1.png"/><Relationship Id="rId1" Type="http://schemas.openxmlformats.org/officeDocument/2006/relationships/slideMaster" Target="../slideMasters/slideMaster3.xml"/></Relationships>
</file>

<file path=ppt/slideLayouts/_rels/slideLayout108.xml.rels><?xml version="1.0" encoding="UTF-8" standalone="yes"?>
<Relationships xmlns="http://schemas.openxmlformats.org/package/2006/relationships"><Relationship Id="rId2" Type="http://schemas.openxmlformats.org/officeDocument/2006/relationships/image" Target="../media/image1.png"/><Relationship Id="rId1" Type="http://schemas.openxmlformats.org/officeDocument/2006/relationships/slideMaster" Target="../slideMasters/slideMaster3.xml"/></Relationships>
</file>

<file path=ppt/slideLayouts/_rels/slideLayout109.xml.rels><?xml version="1.0" encoding="UTF-8" standalone="yes"?>
<Relationships xmlns="http://schemas.openxmlformats.org/package/2006/relationships"><Relationship Id="rId2" Type="http://schemas.openxmlformats.org/officeDocument/2006/relationships/image" Target="../media/image1.png"/><Relationship Id="rId1" Type="http://schemas.openxmlformats.org/officeDocument/2006/relationships/slideMaster" Target="../slideMasters/slideMaster3.xml"/></Relationships>
</file>

<file path=ppt/slideLayouts/_rels/slideLayout110.xml.rels><?xml version="1.0" encoding="UTF-8" standalone="yes"?>
<Relationships xmlns="http://schemas.openxmlformats.org/package/2006/relationships"><Relationship Id="rId2" Type="http://schemas.openxmlformats.org/officeDocument/2006/relationships/image" Target="../media/image1.png"/><Relationship Id="rId1" Type="http://schemas.openxmlformats.org/officeDocument/2006/relationships/slideMaster" Target="../slideMasters/slideMaster3.xml"/></Relationships>
</file>

<file path=ppt/slideLayouts/_rels/slideLayout111.xml.rels><?xml version="1.0" encoding="UTF-8" standalone="yes"?>
<Relationships xmlns="http://schemas.openxmlformats.org/package/2006/relationships"><Relationship Id="rId2" Type="http://schemas.openxmlformats.org/officeDocument/2006/relationships/image" Target="../media/image1.png"/><Relationship Id="rId1" Type="http://schemas.openxmlformats.org/officeDocument/2006/relationships/slideMaster" Target="../slideMasters/slideMaster3.xml"/></Relationships>
</file>

<file path=ppt/slideLayouts/_rels/slideLayout112.xml.rels><?xml version="1.0" encoding="UTF-8" standalone="yes"?>
<Relationships xmlns="http://schemas.openxmlformats.org/package/2006/relationships"><Relationship Id="rId2" Type="http://schemas.openxmlformats.org/officeDocument/2006/relationships/image" Target="../media/image1.png"/><Relationship Id="rId1" Type="http://schemas.openxmlformats.org/officeDocument/2006/relationships/slideMaster" Target="../slideMasters/slideMaster3.xml"/></Relationships>
</file>

<file path=ppt/slideLayouts/_rels/slideLayout113.xml.rels><?xml version="1.0" encoding="UTF-8" standalone="yes"?>
<Relationships xmlns="http://schemas.openxmlformats.org/package/2006/relationships"><Relationship Id="rId2" Type="http://schemas.openxmlformats.org/officeDocument/2006/relationships/image" Target="../media/image1.png"/><Relationship Id="rId1" Type="http://schemas.openxmlformats.org/officeDocument/2006/relationships/slideMaster" Target="../slideMasters/slideMaster3.xml"/></Relationships>
</file>

<file path=ppt/slideLayouts/_rels/slideLayout114.xml.rels><?xml version="1.0" encoding="UTF-8" standalone="yes"?>
<Relationships xmlns="http://schemas.openxmlformats.org/package/2006/relationships"><Relationship Id="rId2" Type="http://schemas.openxmlformats.org/officeDocument/2006/relationships/image" Target="../media/image1.png"/><Relationship Id="rId1" Type="http://schemas.openxmlformats.org/officeDocument/2006/relationships/slideMaster" Target="../slideMasters/slideMaster3.xml"/></Relationships>
</file>

<file path=ppt/slideLayouts/_rels/slideLayout115.xml.rels><?xml version="1.0" encoding="UTF-8" standalone="yes"?>
<Relationships xmlns="http://schemas.openxmlformats.org/package/2006/relationships"><Relationship Id="rId2" Type="http://schemas.openxmlformats.org/officeDocument/2006/relationships/image" Target="../media/image2.png"/><Relationship Id="rId1" Type="http://schemas.openxmlformats.org/officeDocument/2006/relationships/slideMaster" Target="../slideMasters/slideMaster3.xml"/></Relationships>
</file>

<file path=ppt/slideLayouts/_rels/slideLayout116.xml.rels><?xml version="1.0" encoding="UTF-8" standalone="yes"?>
<Relationships xmlns="http://schemas.openxmlformats.org/package/2006/relationships"><Relationship Id="rId2" Type="http://schemas.openxmlformats.org/officeDocument/2006/relationships/image" Target="../media/image1.png"/><Relationship Id="rId1" Type="http://schemas.openxmlformats.org/officeDocument/2006/relationships/slideMaster" Target="../slideMasters/slideMaster3.xml"/></Relationships>
</file>

<file path=ppt/slideLayouts/_rels/slideLayout117.xml.rels><?xml version="1.0" encoding="UTF-8" standalone="yes"?>
<Relationships xmlns="http://schemas.openxmlformats.org/package/2006/relationships"><Relationship Id="rId2" Type="http://schemas.openxmlformats.org/officeDocument/2006/relationships/image" Target="../media/image1.png"/><Relationship Id="rId1" Type="http://schemas.openxmlformats.org/officeDocument/2006/relationships/slideMaster" Target="../slideMasters/slideMaster3.xml"/></Relationships>
</file>

<file path=ppt/slideLayouts/_rels/slideLayout118.xml.rels><?xml version="1.0" encoding="UTF-8" standalone="yes"?>
<Relationships xmlns="http://schemas.openxmlformats.org/package/2006/relationships"><Relationship Id="rId2" Type="http://schemas.openxmlformats.org/officeDocument/2006/relationships/image" Target="../media/image1.png"/><Relationship Id="rId1" Type="http://schemas.openxmlformats.org/officeDocument/2006/relationships/slideMaster" Target="../slideMasters/slideMaster3.xml"/></Relationships>
</file>

<file path=ppt/slideLayouts/_rels/slideLayout119.xml.rels><?xml version="1.0" encoding="UTF-8" standalone="yes"?>
<Relationships xmlns="http://schemas.openxmlformats.org/package/2006/relationships"><Relationship Id="rId2" Type="http://schemas.openxmlformats.org/officeDocument/2006/relationships/image" Target="../media/image1.png"/><Relationship Id="rId1" Type="http://schemas.openxmlformats.org/officeDocument/2006/relationships/slideMaster" Target="../slideMasters/slideMaster3.xml"/></Relationships>
</file>

<file path=ppt/slideLayouts/_rels/slideLayout120.xml.rels><?xml version="1.0" encoding="UTF-8" standalone="yes"?>
<Relationships xmlns="http://schemas.openxmlformats.org/package/2006/relationships"><Relationship Id="rId2" Type="http://schemas.openxmlformats.org/officeDocument/2006/relationships/image" Target="../media/image1.png"/><Relationship Id="rId1" Type="http://schemas.openxmlformats.org/officeDocument/2006/relationships/slideMaster" Target="../slideMasters/slideMaster3.xml"/></Relationships>
</file>

<file path=ppt/slideLayouts/_rels/slideLayout121.xml.rels><?xml version="1.0" encoding="UTF-8" standalone="yes"?>
<Relationships xmlns="http://schemas.openxmlformats.org/package/2006/relationships"><Relationship Id="rId2" Type="http://schemas.openxmlformats.org/officeDocument/2006/relationships/image" Target="../media/image1.png"/><Relationship Id="rId1" Type="http://schemas.openxmlformats.org/officeDocument/2006/relationships/slideMaster" Target="../slideMasters/slideMaster3.xml"/></Relationships>
</file>

<file path=ppt/slideLayouts/_rels/slideLayout122.xml.rels><?xml version="1.0" encoding="UTF-8" standalone="yes"?>
<Relationships xmlns="http://schemas.openxmlformats.org/package/2006/relationships"><Relationship Id="rId2" Type="http://schemas.openxmlformats.org/officeDocument/2006/relationships/image" Target="../media/image1.png"/><Relationship Id="rId1" Type="http://schemas.openxmlformats.org/officeDocument/2006/relationships/slideMaster" Target="../slideMasters/slideMaster3.xml"/></Relationships>
</file>

<file path=ppt/slideLayouts/_rels/slideLayout123.xml.rels><?xml version="1.0" encoding="UTF-8" standalone="yes"?>
<Relationships xmlns="http://schemas.openxmlformats.org/package/2006/relationships"><Relationship Id="rId2" Type="http://schemas.openxmlformats.org/officeDocument/2006/relationships/image" Target="../media/image1.png"/><Relationship Id="rId1" Type="http://schemas.openxmlformats.org/officeDocument/2006/relationships/slideMaster" Target="../slideMasters/slideMaster3.xml"/></Relationships>
</file>

<file path=ppt/slideLayouts/_rels/slideLayout124.xml.rels><?xml version="1.0" encoding="UTF-8" standalone="yes"?>
<Relationships xmlns="http://schemas.openxmlformats.org/package/2006/relationships"><Relationship Id="rId2" Type="http://schemas.openxmlformats.org/officeDocument/2006/relationships/image" Target="../media/image1.png"/><Relationship Id="rId1" Type="http://schemas.openxmlformats.org/officeDocument/2006/relationships/slideMaster" Target="../slideMasters/slideMaster3.xml"/></Relationships>
</file>

<file path=ppt/slideLayouts/_rels/slideLayout125.xml.rels><?xml version="1.0" encoding="UTF-8" standalone="yes"?>
<Relationships xmlns="http://schemas.openxmlformats.org/package/2006/relationships"><Relationship Id="rId2" Type="http://schemas.openxmlformats.org/officeDocument/2006/relationships/image" Target="../media/image1.png"/><Relationship Id="rId1" Type="http://schemas.openxmlformats.org/officeDocument/2006/relationships/slideMaster" Target="../slideMasters/slideMaster3.xml"/></Relationships>
</file>

<file path=ppt/slideLayouts/_rels/slideLayout126.xml.rels><?xml version="1.0" encoding="UTF-8" standalone="yes"?>
<Relationships xmlns="http://schemas.openxmlformats.org/package/2006/relationships"><Relationship Id="rId2" Type="http://schemas.openxmlformats.org/officeDocument/2006/relationships/image" Target="../media/image1.png"/><Relationship Id="rId1" Type="http://schemas.openxmlformats.org/officeDocument/2006/relationships/slideMaster" Target="../slideMasters/slideMaster3.xml"/></Relationships>
</file>

<file path=ppt/slideLayouts/_rels/slideLayout127.xml.rels><?xml version="1.0" encoding="UTF-8" standalone="yes"?>
<Relationships xmlns="http://schemas.openxmlformats.org/package/2006/relationships"><Relationship Id="rId2" Type="http://schemas.openxmlformats.org/officeDocument/2006/relationships/image" Target="../media/image1.png"/><Relationship Id="rId1" Type="http://schemas.openxmlformats.org/officeDocument/2006/relationships/slideMaster" Target="../slideMasters/slideMaster3.xml"/></Relationships>
</file>

<file path=ppt/slideLayouts/_rels/slideLayout128.xml.rels><?xml version="1.0" encoding="UTF-8" standalone="yes"?>
<Relationships xmlns="http://schemas.openxmlformats.org/package/2006/relationships"><Relationship Id="rId2" Type="http://schemas.openxmlformats.org/officeDocument/2006/relationships/image" Target="../media/image1.png"/><Relationship Id="rId1" Type="http://schemas.openxmlformats.org/officeDocument/2006/relationships/slideMaster" Target="../slideMasters/slideMaster3.xml"/></Relationships>
</file>

<file path=ppt/slideLayouts/_rels/slideLayout129.xml.rels><?xml version="1.0" encoding="UTF-8" standalone="yes"?>
<Relationships xmlns="http://schemas.openxmlformats.org/package/2006/relationships"><Relationship Id="rId2" Type="http://schemas.openxmlformats.org/officeDocument/2006/relationships/image" Target="../media/image1.png"/><Relationship Id="rId1" Type="http://schemas.openxmlformats.org/officeDocument/2006/relationships/slideMaster" Target="../slideMasters/slideMaster3.xml"/></Relationships>
</file>

<file path=ppt/slideLayouts/_rels/slideLayout130.xml.rels><?xml version="1.0" encoding="UTF-8" standalone="yes"?>
<Relationships xmlns="http://schemas.openxmlformats.org/package/2006/relationships"><Relationship Id="rId2" Type="http://schemas.openxmlformats.org/officeDocument/2006/relationships/image" Target="../media/image1.png"/><Relationship Id="rId1" Type="http://schemas.openxmlformats.org/officeDocument/2006/relationships/slideMaster" Target="../slideMasters/slideMaster3.xml"/></Relationships>
</file>

<file path=ppt/slideLayouts/_rels/slideLayout131.xml.rels><?xml version="1.0" encoding="UTF-8" standalone="yes"?>
<Relationships xmlns="http://schemas.openxmlformats.org/package/2006/relationships"><Relationship Id="rId2" Type="http://schemas.openxmlformats.org/officeDocument/2006/relationships/image" Target="../media/image1.png"/><Relationship Id="rId1" Type="http://schemas.openxmlformats.org/officeDocument/2006/relationships/slideMaster" Target="../slideMasters/slideMaster3.xml"/></Relationships>
</file>

<file path=ppt/slideLayouts/_rels/slideLayout132.xml.rels><?xml version="1.0" encoding="UTF-8" standalone="yes"?>
<Relationships xmlns="http://schemas.openxmlformats.org/package/2006/relationships"><Relationship Id="rId2" Type="http://schemas.openxmlformats.org/officeDocument/2006/relationships/image" Target="../media/image1.png"/><Relationship Id="rId1" Type="http://schemas.openxmlformats.org/officeDocument/2006/relationships/slideMaster" Target="../slideMasters/slideMaster3.xml"/></Relationships>
</file>

<file path=ppt/slideLayouts/_rels/slideLayout133.xml.rels><?xml version="1.0" encoding="UTF-8" standalone="yes"?>
<Relationships xmlns="http://schemas.openxmlformats.org/package/2006/relationships"><Relationship Id="rId2" Type="http://schemas.openxmlformats.org/officeDocument/2006/relationships/image" Target="../media/image1.png"/><Relationship Id="rId1" Type="http://schemas.openxmlformats.org/officeDocument/2006/relationships/slideMaster" Target="../slideMasters/slideMaster3.xml"/></Relationships>
</file>

<file path=ppt/slideLayouts/_rels/slideLayout134.xml.rels><?xml version="1.0" encoding="UTF-8" standalone="yes"?>
<Relationships xmlns="http://schemas.openxmlformats.org/package/2006/relationships"><Relationship Id="rId2" Type="http://schemas.openxmlformats.org/officeDocument/2006/relationships/image" Target="../media/image1.png"/><Relationship Id="rId1" Type="http://schemas.openxmlformats.org/officeDocument/2006/relationships/slideMaster" Target="../slideMasters/slideMaster3.xml"/></Relationships>
</file>

<file path=ppt/slideLayouts/_rels/slideLayout135.xml.rels><?xml version="1.0" encoding="UTF-8" standalone="yes"?>
<Relationships xmlns="http://schemas.openxmlformats.org/package/2006/relationships"><Relationship Id="rId2" Type="http://schemas.openxmlformats.org/officeDocument/2006/relationships/image" Target="../media/image1.png"/><Relationship Id="rId1" Type="http://schemas.openxmlformats.org/officeDocument/2006/relationships/slideMaster" Target="../slideMasters/slideMaster3.xml"/></Relationships>
</file>

<file path=ppt/slideLayouts/_rels/slideLayout136.xml.rels><?xml version="1.0" encoding="UTF-8" standalone="yes"?>
<Relationships xmlns="http://schemas.openxmlformats.org/package/2006/relationships"><Relationship Id="rId2" Type="http://schemas.openxmlformats.org/officeDocument/2006/relationships/image" Target="../media/image1.png"/><Relationship Id="rId1" Type="http://schemas.openxmlformats.org/officeDocument/2006/relationships/slideMaster" Target="../slideMasters/slideMaster3.xml"/></Relationships>
</file>

<file path=ppt/slideLayouts/_rels/slideLayout137.xml.rels><?xml version="1.0" encoding="UTF-8" standalone="yes"?>
<Relationships xmlns="http://schemas.openxmlformats.org/package/2006/relationships"><Relationship Id="rId2" Type="http://schemas.openxmlformats.org/officeDocument/2006/relationships/image" Target="../media/image1.png"/><Relationship Id="rId1" Type="http://schemas.openxmlformats.org/officeDocument/2006/relationships/slideMaster" Target="../slideMasters/slideMaster3.xml"/></Relationships>
</file>

<file path=ppt/slideLayouts/_rels/slideLayout138.xml.rels><?xml version="1.0" encoding="UTF-8" standalone="yes"?>
<Relationships xmlns="http://schemas.openxmlformats.org/package/2006/relationships"><Relationship Id="rId2" Type="http://schemas.openxmlformats.org/officeDocument/2006/relationships/image" Target="../media/image1.png"/><Relationship Id="rId1" Type="http://schemas.openxmlformats.org/officeDocument/2006/relationships/slideMaster" Target="../slideMasters/slideMaster3.xml"/></Relationships>
</file>

<file path=ppt/slideLayouts/_rels/slideLayout139.xml.rels><?xml version="1.0" encoding="UTF-8" standalone="yes"?>
<Relationships xmlns="http://schemas.openxmlformats.org/package/2006/relationships"><Relationship Id="rId1" Type="http://schemas.openxmlformats.org/officeDocument/2006/relationships/slideMaster" Target="../slideMasters/slideMaster3.xml"/></Relationships>
</file>

<file path=ppt/slideLayouts/slideLayout1.xml><?xml version="1.0" encoding="utf-8"?>
<p:sldLayout xmlns:a="http://schemas.openxmlformats.org/drawingml/2006/main" xmlns:r="http://schemas.openxmlformats.org/officeDocument/2006/relationships" xmlns:p="http://schemas.openxmlformats.org/presentationml/2006/main" matchingName="Title slide" type="title">
  <p:cSld name="TITLE">
    <p:spTree>
      <p:nvGrpSpPr>
        <p:cNvPr id="1" name="Shape 9"/>
        <p:cNvGrpSpPr/>
        <p:nvPr/>
      </p:nvGrpSpPr>
      <p:grpSpPr>
        <a:xfrm>
          <a:off x="0" y="0"/>
          <a:ext cx="0" cy="0"/>
          <a:chOff x="0" y="0"/>
          <a:chExt cx="0" cy="0"/>
        </a:xfrm>
      </p:grpSpPr>
      <p:sp>
        <p:nvSpPr>
          <p:cNvPr id="10" name="Google Shape;10;p2"/>
          <p:cNvSpPr txBox="1">
            <a:spLocks noGrp="1"/>
          </p:cNvSpPr>
          <p:nvPr>
            <p:ph type="ctrTitle"/>
          </p:nvPr>
        </p:nvSpPr>
        <p:spPr>
          <a:xfrm>
            <a:off x="415507" y="992767"/>
            <a:ext cx="11358000" cy="2736900"/>
          </a:xfrm>
          <a:prstGeom prst="rect">
            <a:avLst/>
          </a:prstGeom>
        </p:spPr>
        <p:txBody>
          <a:bodyPr spcFirstLastPara="1" wrap="square" lIns="121875" tIns="121875" rIns="121875" bIns="121875" anchor="b" anchorCtr="0">
            <a:noAutofit/>
          </a:bodyPr>
          <a:lstStyle>
            <a:lvl1pPr lvl="0" algn="ctr">
              <a:spcBef>
                <a:spcPts val="0"/>
              </a:spcBef>
              <a:spcAft>
                <a:spcPts val="0"/>
              </a:spcAft>
              <a:buSzPts val="6900"/>
              <a:buNone/>
              <a:defRPr sz="6900"/>
            </a:lvl1pPr>
            <a:lvl2pPr lvl="1" algn="ctr">
              <a:spcBef>
                <a:spcPts val="0"/>
              </a:spcBef>
              <a:spcAft>
                <a:spcPts val="0"/>
              </a:spcAft>
              <a:buSzPts val="6900"/>
              <a:buNone/>
              <a:defRPr sz="6900"/>
            </a:lvl2pPr>
            <a:lvl3pPr lvl="2" algn="ctr">
              <a:spcBef>
                <a:spcPts val="0"/>
              </a:spcBef>
              <a:spcAft>
                <a:spcPts val="0"/>
              </a:spcAft>
              <a:buSzPts val="6900"/>
              <a:buNone/>
              <a:defRPr sz="6900"/>
            </a:lvl3pPr>
            <a:lvl4pPr lvl="3" algn="ctr">
              <a:spcBef>
                <a:spcPts val="0"/>
              </a:spcBef>
              <a:spcAft>
                <a:spcPts val="0"/>
              </a:spcAft>
              <a:buSzPts val="6900"/>
              <a:buNone/>
              <a:defRPr sz="6900"/>
            </a:lvl4pPr>
            <a:lvl5pPr lvl="4" algn="ctr">
              <a:spcBef>
                <a:spcPts val="0"/>
              </a:spcBef>
              <a:spcAft>
                <a:spcPts val="0"/>
              </a:spcAft>
              <a:buSzPts val="6900"/>
              <a:buNone/>
              <a:defRPr sz="6900"/>
            </a:lvl5pPr>
            <a:lvl6pPr lvl="5" algn="ctr">
              <a:spcBef>
                <a:spcPts val="0"/>
              </a:spcBef>
              <a:spcAft>
                <a:spcPts val="0"/>
              </a:spcAft>
              <a:buSzPts val="6900"/>
              <a:buNone/>
              <a:defRPr sz="6900"/>
            </a:lvl6pPr>
            <a:lvl7pPr lvl="6" algn="ctr">
              <a:spcBef>
                <a:spcPts val="0"/>
              </a:spcBef>
              <a:spcAft>
                <a:spcPts val="0"/>
              </a:spcAft>
              <a:buSzPts val="6900"/>
              <a:buNone/>
              <a:defRPr sz="6900"/>
            </a:lvl7pPr>
            <a:lvl8pPr lvl="7" algn="ctr">
              <a:spcBef>
                <a:spcPts val="0"/>
              </a:spcBef>
              <a:spcAft>
                <a:spcPts val="0"/>
              </a:spcAft>
              <a:buSzPts val="6900"/>
              <a:buNone/>
              <a:defRPr sz="6900"/>
            </a:lvl8pPr>
            <a:lvl9pPr lvl="8" algn="ctr">
              <a:spcBef>
                <a:spcPts val="0"/>
              </a:spcBef>
              <a:spcAft>
                <a:spcPts val="0"/>
              </a:spcAft>
              <a:buSzPts val="6900"/>
              <a:buNone/>
              <a:defRPr sz="6900"/>
            </a:lvl9pPr>
          </a:lstStyle>
          <a:p>
            <a:endParaRPr/>
          </a:p>
        </p:txBody>
      </p:sp>
      <p:sp>
        <p:nvSpPr>
          <p:cNvPr id="11" name="Google Shape;11;p2"/>
          <p:cNvSpPr txBox="1">
            <a:spLocks noGrp="1"/>
          </p:cNvSpPr>
          <p:nvPr>
            <p:ph type="subTitle" idx="1"/>
          </p:nvPr>
        </p:nvSpPr>
        <p:spPr>
          <a:xfrm>
            <a:off x="415496" y="3778833"/>
            <a:ext cx="11358000" cy="1056900"/>
          </a:xfrm>
          <a:prstGeom prst="rect">
            <a:avLst/>
          </a:prstGeom>
        </p:spPr>
        <p:txBody>
          <a:bodyPr spcFirstLastPara="1" wrap="square" lIns="121875" tIns="121875" rIns="121875" bIns="121875" anchor="t" anchorCtr="0">
            <a:noAutofit/>
          </a:bodyPr>
          <a:lstStyle>
            <a:lvl1pPr lvl="0" algn="ctr">
              <a:lnSpc>
                <a:spcPct val="100000"/>
              </a:lnSpc>
              <a:spcBef>
                <a:spcPts val="0"/>
              </a:spcBef>
              <a:spcAft>
                <a:spcPts val="0"/>
              </a:spcAft>
              <a:buSzPts val="3700"/>
              <a:buNone/>
              <a:defRPr sz="3700"/>
            </a:lvl1pPr>
            <a:lvl2pPr lvl="1" algn="ctr">
              <a:lnSpc>
                <a:spcPct val="100000"/>
              </a:lnSpc>
              <a:spcBef>
                <a:spcPts val="0"/>
              </a:spcBef>
              <a:spcAft>
                <a:spcPts val="0"/>
              </a:spcAft>
              <a:buSzPts val="3700"/>
              <a:buNone/>
              <a:defRPr sz="3700"/>
            </a:lvl2pPr>
            <a:lvl3pPr lvl="2" algn="ctr">
              <a:lnSpc>
                <a:spcPct val="100000"/>
              </a:lnSpc>
              <a:spcBef>
                <a:spcPts val="0"/>
              </a:spcBef>
              <a:spcAft>
                <a:spcPts val="0"/>
              </a:spcAft>
              <a:buSzPts val="3700"/>
              <a:buNone/>
              <a:defRPr sz="3700"/>
            </a:lvl3pPr>
            <a:lvl4pPr lvl="3" algn="ctr">
              <a:lnSpc>
                <a:spcPct val="100000"/>
              </a:lnSpc>
              <a:spcBef>
                <a:spcPts val="0"/>
              </a:spcBef>
              <a:spcAft>
                <a:spcPts val="0"/>
              </a:spcAft>
              <a:buSzPts val="3700"/>
              <a:buNone/>
              <a:defRPr sz="3700"/>
            </a:lvl4pPr>
            <a:lvl5pPr lvl="4" algn="ctr">
              <a:lnSpc>
                <a:spcPct val="100000"/>
              </a:lnSpc>
              <a:spcBef>
                <a:spcPts val="0"/>
              </a:spcBef>
              <a:spcAft>
                <a:spcPts val="0"/>
              </a:spcAft>
              <a:buSzPts val="3700"/>
              <a:buNone/>
              <a:defRPr sz="3700"/>
            </a:lvl5pPr>
            <a:lvl6pPr lvl="5" algn="ctr">
              <a:lnSpc>
                <a:spcPct val="100000"/>
              </a:lnSpc>
              <a:spcBef>
                <a:spcPts val="0"/>
              </a:spcBef>
              <a:spcAft>
                <a:spcPts val="0"/>
              </a:spcAft>
              <a:buSzPts val="3700"/>
              <a:buNone/>
              <a:defRPr sz="3700"/>
            </a:lvl6pPr>
            <a:lvl7pPr lvl="6" algn="ctr">
              <a:lnSpc>
                <a:spcPct val="100000"/>
              </a:lnSpc>
              <a:spcBef>
                <a:spcPts val="0"/>
              </a:spcBef>
              <a:spcAft>
                <a:spcPts val="0"/>
              </a:spcAft>
              <a:buSzPts val="3700"/>
              <a:buNone/>
              <a:defRPr sz="3700"/>
            </a:lvl7pPr>
            <a:lvl8pPr lvl="7" algn="ctr">
              <a:lnSpc>
                <a:spcPct val="100000"/>
              </a:lnSpc>
              <a:spcBef>
                <a:spcPts val="0"/>
              </a:spcBef>
              <a:spcAft>
                <a:spcPts val="0"/>
              </a:spcAft>
              <a:buSzPts val="3700"/>
              <a:buNone/>
              <a:defRPr sz="3700"/>
            </a:lvl8pPr>
            <a:lvl9pPr lvl="8" algn="ctr">
              <a:lnSpc>
                <a:spcPct val="100000"/>
              </a:lnSpc>
              <a:spcBef>
                <a:spcPts val="0"/>
              </a:spcBef>
              <a:spcAft>
                <a:spcPts val="0"/>
              </a:spcAft>
              <a:buSzPts val="3700"/>
              <a:buNone/>
              <a:defRPr sz="3700"/>
            </a:lvl9pPr>
          </a:lstStyle>
          <a:p>
            <a:endParaRPr/>
          </a:p>
        </p:txBody>
      </p:sp>
      <p:sp>
        <p:nvSpPr>
          <p:cNvPr id="12" name="Google Shape;12;p2"/>
          <p:cNvSpPr txBox="1">
            <a:spLocks noGrp="1"/>
          </p:cNvSpPr>
          <p:nvPr>
            <p:ph type="sldNum" idx="12"/>
          </p:nvPr>
        </p:nvSpPr>
        <p:spPr>
          <a:xfrm>
            <a:off x="11293784" y="6217622"/>
            <a:ext cx="731400" cy="524700"/>
          </a:xfrm>
          <a:prstGeom prst="rect">
            <a:avLst/>
          </a:prstGeom>
        </p:spPr>
        <p:txBody>
          <a:bodyPr spcFirstLastPara="1" wrap="square" lIns="121875" tIns="121875" rIns="121875" bIns="121875" anchor="ctr" anchorCtr="0">
            <a:noAutofit/>
          </a:bodyPr>
          <a:lstStyle>
            <a:lvl1pPr lvl="0">
              <a:buNone/>
              <a:defRPr/>
            </a:lvl1pPr>
            <a:lvl2pPr lvl="1">
              <a:buNone/>
              <a:defRPr/>
            </a:lvl2pPr>
            <a:lvl3pPr lvl="2">
              <a:buNone/>
              <a:defRPr/>
            </a:lvl3pPr>
            <a:lvl4pPr lvl="3">
              <a:buNone/>
              <a:defRPr/>
            </a:lvl4pPr>
            <a:lvl5pPr lvl="4">
              <a:buNone/>
              <a:defRPr/>
            </a:lvl5pPr>
            <a:lvl6pPr lvl="5">
              <a:buNone/>
              <a:defRPr/>
            </a:lvl6pPr>
            <a:lvl7pPr lvl="6">
              <a:buNone/>
              <a:defRPr/>
            </a:lvl7pPr>
            <a:lvl8pPr lvl="7">
              <a:buNone/>
              <a:defRPr/>
            </a:lvl8pPr>
            <a:lvl9pPr lvl="8">
              <a:buNone/>
              <a:defRPr/>
            </a:lvl9pPr>
          </a:lstStyle>
          <a:p>
            <a:fld id="{00000000-1234-1234-1234-123412341234}" type="slidenum">
              <a:rPr lang="en" smtClean="0"/>
              <a:pPr/>
              <a:t>‹#›</a:t>
            </a:fld>
            <a:endParaRPr lang="en"/>
          </a:p>
        </p:txBody>
      </p:sp>
    </p:spTree>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matchingName="Section header" type="secHead">
  <p:cSld name="SECTION_HEADER">
    <p:spTree>
      <p:nvGrpSpPr>
        <p:cNvPr id="1" name="Shape 13"/>
        <p:cNvGrpSpPr/>
        <p:nvPr/>
      </p:nvGrpSpPr>
      <p:grpSpPr>
        <a:xfrm>
          <a:off x="0" y="0"/>
          <a:ext cx="0" cy="0"/>
          <a:chOff x="0" y="0"/>
          <a:chExt cx="0" cy="0"/>
        </a:xfrm>
      </p:grpSpPr>
      <p:sp>
        <p:nvSpPr>
          <p:cNvPr id="14" name="Google Shape;14;p3"/>
          <p:cNvSpPr txBox="1">
            <a:spLocks noGrp="1"/>
          </p:cNvSpPr>
          <p:nvPr>
            <p:ph type="title"/>
          </p:nvPr>
        </p:nvSpPr>
        <p:spPr>
          <a:xfrm>
            <a:off x="415496" y="2867800"/>
            <a:ext cx="11358000" cy="1122300"/>
          </a:xfrm>
          <a:prstGeom prst="rect">
            <a:avLst/>
          </a:prstGeom>
        </p:spPr>
        <p:txBody>
          <a:bodyPr spcFirstLastPara="1" wrap="square" lIns="121875" tIns="121875" rIns="121875" bIns="121875" anchor="ctr" anchorCtr="0">
            <a:noAutofit/>
          </a:bodyPr>
          <a:lstStyle>
            <a:lvl1pPr lvl="0" algn="ctr">
              <a:spcBef>
                <a:spcPts val="0"/>
              </a:spcBef>
              <a:spcAft>
                <a:spcPts val="0"/>
              </a:spcAft>
              <a:buSzPts val="4800"/>
              <a:buNone/>
              <a:defRPr sz="4800"/>
            </a:lvl1pPr>
            <a:lvl2pPr lvl="1" algn="ctr">
              <a:spcBef>
                <a:spcPts val="0"/>
              </a:spcBef>
              <a:spcAft>
                <a:spcPts val="0"/>
              </a:spcAft>
              <a:buSzPts val="4800"/>
              <a:buNone/>
              <a:defRPr sz="4800"/>
            </a:lvl2pPr>
            <a:lvl3pPr lvl="2" algn="ctr">
              <a:spcBef>
                <a:spcPts val="0"/>
              </a:spcBef>
              <a:spcAft>
                <a:spcPts val="0"/>
              </a:spcAft>
              <a:buSzPts val="4800"/>
              <a:buNone/>
              <a:defRPr sz="4800"/>
            </a:lvl3pPr>
            <a:lvl4pPr lvl="3" algn="ctr">
              <a:spcBef>
                <a:spcPts val="0"/>
              </a:spcBef>
              <a:spcAft>
                <a:spcPts val="0"/>
              </a:spcAft>
              <a:buSzPts val="4800"/>
              <a:buNone/>
              <a:defRPr sz="4800"/>
            </a:lvl4pPr>
            <a:lvl5pPr lvl="4" algn="ctr">
              <a:spcBef>
                <a:spcPts val="0"/>
              </a:spcBef>
              <a:spcAft>
                <a:spcPts val="0"/>
              </a:spcAft>
              <a:buSzPts val="4800"/>
              <a:buNone/>
              <a:defRPr sz="4800"/>
            </a:lvl5pPr>
            <a:lvl6pPr lvl="5" algn="ctr">
              <a:spcBef>
                <a:spcPts val="0"/>
              </a:spcBef>
              <a:spcAft>
                <a:spcPts val="0"/>
              </a:spcAft>
              <a:buSzPts val="4800"/>
              <a:buNone/>
              <a:defRPr sz="4800"/>
            </a:lvl6pPr>
            <a:lvl7pPr lvl="6" algn="ctr">
              <a:spcBef>
                <a:spcPts val="0"/>
              </a:spcBef>
              <a:spcAft>
                <a:spcPts val="0"/>
              </a:spcAft>
              <a:buSzPts val="4800"/>
              <a:buNone/>
              <a:defRPr sz="4800"/>
            </a:lvl7pPr>
            <a:lvl8pPr lvl="7" algn="ctr">
              <a:spcBef>
                <a:spcPts val="0"/>
              </a:spcBef>
              <a:spcAft>
                <a:spcPts val="0"/>
              </a:spcAft>
              <a:buSzPts val="4800"/>
              <a:buNone/>
              <a:defRPr sz="4800"/>
            </a:lvl8pPr>
            <a:lvl9pPr lvl="8" algn="ctr">
              <a:spcBef>
                <a:spcPts val="0"/>
              </a:spcBef>
              <a:spcAft>
                <a:spcPts val="0"/>
              </a:spcAft>
              <a:buSzPts val="4800"/>
              <a:buNone/>
              <a:defRPr sz="4800"/>
            </a:lvl9pPr>
          </a:lstStyle>
          <a:p>
            <a:endParaRPr/>
          </a:p>
        </p:txBody>
      </p:sp>
      <p:sp>
        <p:nvSpPr>
          <p:cNvPr id="15" name="Google Shape;15;p3"/>
          <p:cNvSpPr txBox="1">
            <a:spLocks noGrp="1"/>
          </p:cNvSpPr>
          <p:nvPr>
            <p:ph type="sldNum" idx="12"/>
          </p:nvPr>
        </p:nvSpPr>
        <p:spPr>
          <a:xfrm>
            <a:off x="11293784" y="6217622"/>
            <a:ext cx="731400" cy="524700"/>
          </a:xfrm>
          <a:prstGeom prst="rect">
            <a:avLst/>
          </a:prstGeom>
        </p:spPr>
        <p:txBody>
          <a:bodyPr spcFirstLastPara="1" wrap="square" lIns="121875" tIns="121875" rIns="121875" bIns="121875" anchor="ctr" anchorCtr="0">
            <a:noAutofit/>
          </a:bodyPr>
          <a:lstStyle>
            <a:lvl1pPr lvl="0">
              <a:buNone/>
              <a:defRPr/>
            </a:lvl1pPr>
            <a:lvl2pPr lvl="1">
              <a:buNone/>
              <a:defRPr/>
            </a:lvl2pPr>
            <a:lvl3pPr lvl="2">
              <a:buNone/>
              <a:defRPr/>
            </a:lvl3pPr>
            <a:lvl4pPr lvl="3">
              <a:buNone/>
              <a:defRPr/>
            </a:lvl4pPr>
            <a:lvl5pPr lvl="4">
              <a:buNone/>
              <a:defRPr/>
            </a:lvl5pPr>
            <a:lvl6pPr lvl="5">
              <a:buNone/>
              <a:defRPr/>
            </a:lvl6pPr>
            <a:lvl7pPr lvl="6">
              <a:buNone/>
              <a:defRPr/>
            </a:lvl7pPr>
            <a:lvl8pPr lvl="7">
              <a:buNone/>
              <a:defRPr/>
            </a:lvl8pPr>
            <a:lvl9pPr lvl="8">
              <a:buNone/>
              <a:defRPr/>
            </a:lvl9pPr>
          </a:lstStyle>
          <a:p>
            <a:fld id="{00000000-1234-1234-1234-123412341234}" type="slidenum">
              <a:rPr lang="en" smtClean="0"/>
              <a:pPr/>
              <a:t>‹#›</a:t>
            </a:fld>
            <a:endParaRPr lang="en"/>
          </a:p>
        </p:txBody>
      </p:sp>
    </p:spTree>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matchingName="Title and body" type="tx">
  <p:cSld name="TITLE_AND_BODY">
    <p:spTree>
      <p:nvGrpSpPr>
        <p:cNvPr id="1" name="Shape 16"/>
        <p:cNvGrpSpPr/>
        <p:nvPr/>
      </p:nvGrpSpPr>
      <p:grpSpPr>
        <a:xfrm>
          <a:off x="0" y="0"/>
          <a:ext cx="0" cy="0"/>
          <a:chOff x="0" y="0"/>
          <a:chExt cx="0" cy="0"/>
        </a:xfrm>
      </p:grpSpPr>
      <p:sp>
        <p:nvSpPr>
          <p:cNvPr id="17" name="Google Shape;17;p4"/>
          <p:cNvSpPr txBox="1">
            <a:spLocks noGrp="1"/>
          </p:cNvSpPr>
          <p:nvPr>
            <p:ph type="title"/>
          </p:nvPr>
        </p:nvSpPr>
        <p:spPr>
          <a:xfrm>
            <a:off x="415496" y="593367"/>
            <a:ext cx="11358000" cy="763500"/>
          </a:xfrm>
          <a:prstGeom prst="rect">
            <a:avLst/>
          </a:prstGeom>
        </p:spPr>
        <p:txBody>
          <a:bodyPr spcFirstLastPara="1" wrap="square" lIns="121875" tIns="121875" rIns="121875" bIns="121875" anchor="t" anchorCtr="0">
            <a:noAutofit/>
          </a:bodyPr>
          <a:lstStyle>
            <a:lvl1pPr lvl="0">
              <a:spcBef>
                <a:spcPts val="0"/>
              </a:spcBef>
              <a:spcAft>
                <a:spcPts val="0"/>
              </a:spcAft>
              <a:buSzPts val="3700"/>
              <a:buNone/>
              <a:defRPr/>
            </a:lvl1pPr>
            <a:lvl2pPr lvl="1">
              <a:spcBef>
                <a:spcPts val="0"/>
              </a:spcBef>
              <a:spcAft>
                <a:spcPts val="0"/>
              </a:spcAft>
              <a:buSzPts val="3700"/>
              <a:buNone/>
              <a:defRPr/>
            </a:lvl2pPr>
            <a:lvl3pPr lvl="2">
              <a:spcBef>
                <a:spcPts val="0"/>
              </a:spcBef>
              <a:spcAft>
                <a:spcPts val="0"/>
              </a:spcAft>
              <a:buSzPts val="3700"/>
              <a:buNone/>
              <a:defRPr/>
            </a:lvl3pPr>
            <a:lvl4pPr lvl="3">
              <a:spcBef>
                <a:spcPts val="0"/>
              </a:spcBef>
              <a:spcAft>
                <a:spcPts val="0"/>
              </a:spcAft>
              <a:buSzPts val="3700"/>
              <a:buNone/>
              <a:defRPr/>
            </a:lvl4pPr>
            <a:lvl5pPr lvl="4">
              <a:spcBef>
                <a:spcPts val="0"/>
              </a:spcBef>
              <a:spcAft>
                <a:spcPts val="0"/>
              </a:spcAft>
              <a:buSzPts val="3700"/>
              <a:buNone/>
              <a:defRPr/>
            </a:lvl5pPr>
            <a:lvl6pPr lvl="5">
              <a:spcBef>
                <a:spcPts val="0"/>
              </a:spcBef>
              <a:spcAft>
                <a:spcPts val="0"/>
              </a:spcAft>
              <a:buSzPts val="3700"/>
              <a:buNone/>
              <a:defRPr/>
            </a:lvl6pPr>
            <a:lvl7pPr lvl="6">
              <a:spcBef>
                <a:spcPts val="0"/>
              </a:spcBef>
              <a:spcAft>
                <a:spcPts val="0"/>
              </a:spcAft>
              <a:buSzPts val="3700"/>
              <a:buNone/>
              <a:defRPr/>
            </a:lvl7pPr>
            <a:lvl8pPr lvl="7">
              <a:spcBef>
                <a:spcPts val="0"/>
              </a:spcBef>
              <a:spcAft>
                <a:spcPts val="0"/>
              </a:spcAft>
              <a:buSzPts val="3700"/>
              <a:buNone/>
              <a:defRPr/>
            </a:lvl8pPr>
            <a:lvl9pPr lvl="8">
              <a:spcBef>
                <a:spcPts val="0"/>
              </a:spcBef>
              <a:spcAft>
                <a:spcPts val="0"/>
              </a:spcAft>
              <a:buSzPts val="3700"/>
              <a:buNone/>
              <a:defRPr/>
            </a:lvl9pPr>
          </a:lstStyle>
          <a:p>
            <a:endParaRPr/>
          </a:p>
        </p:txBody>
      </p:sp>
      <p:sp>
        <p:nvSpPr>
          <p:cNvPr id="18" name="Google Shape;18;p4"/>
          <p:cNvSpPr txBox="1">
            <a:spLocks noGrp="1"/>
          </p:cNvSpPr>
          <p:nvPr>
            <p:ph type="body" idx="1"/>
          </p:nvPr>
        </p:nvSpPr>
        <p:spPr>
          <a:xfrm>
            <a:off x="415496" y="1536633"/>
            <a:ext cx="11358000" cy="4555200"/>
          </a:xfrm>
          <a:prstGeom prst="rect">
            <a:avLst/>
          </a:prstGeom>
        </p:spPr>
        <p:txBody>
          <a:bodyPr spcFirstLastPara="1" wrap="square" lIns="121875" tIns="121875" rIns="121875" bIns="121875" anchor="t" anchorCtr="0">
            <a:noAutofit/>
          </a:bodyPr>
          <a:lstStyle>
            <a:lvl1pPr marL="457207" lvl="0" indent="-381006">
              <a:spcBef>
                <a:spcPts val="0"/>
              </a:spcBef>
              <a:spcAft>
                <a:spcPts val="0"/>
              </a:spcAft>
              <a:buSzPts val="2400"/>
              <a:buChar char="●"/>
              <a:defRPr/>
            </a:lvl1pPr>
            <a:lvl2pPr marL="914415" lvl="1" indent="-349255">
              <a:spcBef>
                <a:spcPts val="2099"/>
              </a:spcBef>
              <a:spcAft>
                <a:spcPts val="0"/>
              </a:spcAft>
              <a:buSzPts val="1900"/>
              <a:buChar char="○"/>
              <a:defRPr/>
            </a:lvl2pPr>
            <a:lvl3pPr marL="1371622" lvl="2" indent="-349255">
              <a:spcBef>
                <a:spcPts val="2099"/>
              </a:spcBef>
              <a:spcAft>
                <a:spcPts val="0"/>
              </a:spcAft>
              <a:buSzPts val="1900"/>
              <a:buChar char="■"/>
              <a:defRPr/>
            </a:lvl3pPr>
            <a:lvl4pPr marL="1828831" lvl="3" indent="-349255">
              <a:spcBef>
                <a:spcPts val="2099"/>
              </a:spcBef>
              <a:spcAft>
                <a:spcPts val="0"/>
              </a:spcAft>
              <a:buSzPts val="1900"/>
              <a:buChar char="●"/>
              <a:defRPr/>
            </a:lvl4pPr>
            <a:lvl5pPr marL="2286038" lvl="4" indent="-349255">
              <a:spcBef>
                <a:spcPts val="2099"/>
              </a:spcBef>
              <a:spcAft>
                <a:spcPts val="0"/>
              </a:spcAft>
              <a:buSzPts val="1900"/>
              <a:buChar char="○"/>
              <a:defRPr/>
            </a:lvl5pPr>
            <a:lvl6pPr marL="2743246" lvl="5" indent="-349255">
              <a:spcBef>
                <a:spcPts val="2099"/>
              </a:spcBef>
              <a:spcAft>
                <a:spcPts val="0"/>
              </a:spcAft>
              <a:buSzPts val="1900"/>
              <a:buChar char="■"/>
              <a:defRPr/>
            </a:lvl6pPr>
            <a:lvl7pPr marL="3200453" lvl="6" indent="-349255">
              <a:spcBef>
                <a:spcPts val="2099"/>
              </a:spcBef>
              <a:spcAft>
                <a:spcPts val="0"/>
              </a:spcAft>
              <a:buSzPts val="1900"/>
              <a:buChar char="●"/>
              <a:defRPr/>
            </a:lvl7pPr>
            <a:lvl8pPr marL="3657661" lvl="7" indent="-349255">
              <a:spcBef>
                <a:spcPts val="2099"/>
              </a:spcBef>
              <a:spcAft>
                <a:spcPts val="0"/>
              </a:spcAft>
              <a:buSzPts val="1900"/>
              <a:buChar char="○"/>
              <a:defRPr/>
            </a:lvl8pPr>
            <a:lvl9pPr marL="4114868" lvl="8" indent="-349255">
              <a:spcBef>
                <a:spcPts val="2099"/>
              </a:spcBef>
              <a:spcAft>
                <a:spcPts val="2099"/>
              </a:spcAft>
              <a:buSzPts val="1900"/>
              <a:buChar char="■"/>
              <a:defRPr/>
            </a:lvl9pPr>
          </a:lstStyle>
          <a:p>
            <a:endParaRPr/>
          </a:p>
        </p:txBody>
      </p:sp>
      <p:sp>
        <p:nvSpPr>
          <p:cNvPr id="19" name="Google Shape;19;p4"/>
          <p:cNvSpPr txBox="1">
            <a:spLocks noGrp="1"/>
          </p:cNvSpPr>
          <p:nvPr>
            <p:ph type="sldNum" idx="12"/>
          </p:nvPr>
        </p:nvSpPr>
        <p:spPr>
          <a:xfrm>
            <a:off x="11293784" y="6217622"/>
            <a:ext cx="731400" cy="524700"/>
          </a:xfrm>
          <a:prstGeom prst="rect">
            <a:avLst/>
          </a:prstGeom>
        </p:spPr>
        <p:txBody>
          <a:bodyPr spcFirstLastPara="1" wrap="square" lIns="121875" tIns="121875" rIns="121875" bIns="121875" anchor="ctr" anchorCtr="0">
            <a:noAutofit/>
          </a:bodyPr>
          <a:lstStyle>
            <a:lvl1pPr lvl="0">
              <a:buNone/>
              <a:defRPr/>
            </a:lvl1pPr>
            <a:lvl2pPr lvl="1">
              <a:buNone/>
              <a:defRPr/>
            </a:lvl2pPr>
            <a:lvl3pPr lvl="2">
              <a:buNone/>
              <a:defRPr/>
            </a:lvl3pPr>
            <a:lvl4pPr lvl="3">
              <a:buNone/>
              <a:defRPr/>
            </a:lvl4pPr>
            <a:lvl5pPr lvl="4">
              <a:buNone/>
              <a:defRPr/>
            </a:lvl5pPr>
            <a:lvl6pPr lvl="5">
              <a:buNone/>
              <a:defRPr/>
            </a:lvl6pPr>
            <a:lvl7pPr lvl="6">
              <a:buNone/>
              <a:defRPr/>
            </a:lvl7pPr>
            <a:lvl8pPr lvl="7">
              <a:buNone/>
              <a:defRPr/>
            </a:lvl8pPr>
            <a:lvl9pPr lvl="8">
              <a:buNone/>
              <a:defRPr/>
            </a:lvl9pPr>
          </a:lstStyle>
          <a:p>
            <a:fld id="{00000000-1234-1234-1234-123412341234}" type="slidenum">
              <a:rPr lang="en" smtClean="0"/>
              <a:pPr/>
              <a:t>‹#›</a:t>
            </a:fld>
            <a:endParaRPr lang="en"/>
          </a:p>
        </p:txBody>
      </p:sp>
    </p:spTree>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matchingName="Title and two columns" type="twoColTx">
  <p:cSld name="TITLE_AND_TWO_COLUMNS">
    <p:spTree>
      <p:nvGrpSpPr>
        <p:cNvPr id="1" name="Shape 20"/>
        <p:cNvGrpSpPr/>
        <p:nvPr/>
      </p:nvGrpSpPr>
      <p:grpSpPr>
        <a:xfrm>
          <a:off x="0" y="0"/>
          <a:ext cx="0" cy="0"/>
          <a:chOff x="0" y="0"/>
          <a:chExt cx="0" cy="0"/>
        </a:xfrm>
      </p:grpSpPr>
      <p:sp>
        <p:nvSpPr>
          <p:cNvPr id="21" name="Google Shape;21;p5"/>
          <p:cNvSpPr txBox="1">
            <a:spLocks noGrp="1"/>
          </p:cNvSpPr>
          <p:nvPr>
            <p:ph type="title"/>
          </p:nvPr>
        </p:nvSpPr>
        <p:spPr>
          <a:xfrm>
            <a:off x="415496" y="593367"/>
            <a:ext cx="11358000" cy="763500"/>
          </a:xfrm>
          <a:prstGeom prst="rect">
            <a:avLst/>
          </a:prstGeom>
        </p:spPr>
        <p:txBody>
          <a:bodyPr spcFirstLastPara="1" wrap="square" lIns="121875" tIns="121875" rIns="121875" bIns="121875" anchor="t" anchorCtr="0">
            <a:noAutofit/>
          </a:bodyPr>
          <a:lstStyle>
            <a:lvl1pPr lvl="0">
              <a:spcBef>
                <a:spcPts val="0"/>
              </a:spcBef>
              <a:spcAft>
                <a:spcPts val="0"/>
              </a:spcAft>
              <a:buSzPts val="3700"/>
              <a:buNone/>
              <a:defRPr/>
            </a:lvl1pPr>
            <a:lvl2pPr lvl="1">
              <a:spcBef>
                <a:spcPts val="0"/>
              </a:spcBef>
              <a:spcAft>
                <a:spcPts val="0"/>
              </a:spcAft>
              <a:buSzPts val="3700"/>
              <a:buNone/>
              <a:defRPr/>
            </a:lvl2pPr>
            <a:lvl3pPr lvl="2">
              <a:spcBef>
                <a:spcPts val="0"/>
              </a:spcBef>
              <a:spcAft>
                <a:spcPts val="0"/>
              </a:spcAft>
              <a:buSzPts val="3700"/>
              <a:buNone/>
              <a:defRPr/>
            </a:lvl3pPr>
            <a:lvl4pPr lvl="3">
              <a:spcBef>
                <a:spcPts val="0"/>
              </a:spcBef>
              <a:spcAft>
                <a:spcPts val="0"/>
              </a:spcAft>
              <a:buSzPts val="3700"/>
              <a:buNone/>
              <a:defRPr/>
            </a:lvl4pPr>
            <a:lvl5pPr lvl="4">
              <a:spcBef>
                <a:spcPts val="0"/>
              </a:spcBef>
              <a:spcAft>
                <a:spcPts val="0"/>
              </a:spcAft>
              <a:buSzPts val="3700"/>
              <a:buNone/>
              <a:defRPr/>
            </a:lvl5pPr>
            <a:lvl6pPr lvl="5">
              <a:spcBef>
                <a:spcPts val="0"/>
              </a:spcBef>
              <a:spcAft>
                <a:spcPts val="0"/>
              </a:spcAft>
              <a:buSzPts val="3700"/>
              <a:buNone/>
              <a:defRPr/>
            </a:lvl6pPr>
            <a:lvl7pPr lvl="6">
              <a:spcBef>
                <a:spcPts val="0"/>
              </a:spcBef>
              <a:spcAft>
                <a:spcPts val="0"/>
              </a:spcAft>
              <a:buSzPts val="3700"/>
              <a:buNone/>
              <a:defRPr/>
            </a:lvl7pPr>
            <a:lvl8pPr lvl="7">
              <a:spcBef>
                <a:spcPts val="0"/>
              </a:spcBef>
              <a:spcAft>
                <a:spcPts val="0"/>
              </a:spcAft>
              <a:buSzPts val="3700"/>
              <a:buNone/>
              <a:defRPr/>
            </a:lvl8pPr>
            <a:lvl9pPr lvl="8">
              <a:spcBef>
                <a:spcPts val="0"/>
              </a:spcBef>
              <a:spcAft>
                <a:spcPts val="0"/>
              </a:spcAft>
              <a:buSzPts val="3700"/>
              <a:buNone/>
              <a:defRPr/>
            </a:lvl9pPr>
          </a:lstStyle>
          <a:p>
            <a:endParaRPr/>
          </a:p>
        </p:txBody>
      </p:sp>
      <p:sp>
        <p:nvSpPr>
          <p:cNvPr id="22" name="Google Shape;22;p5"/>
          <p:cNvSpPr txBox="1">
            <a:spLocks noGrp="1"/>
          </p:cNvSpPr>
          <p:nvPr>
            <p:ph type="body" idx="1"/>
          </p:nvPr>
        </p:nvSpPr>
        <p:spPr>
          <a:xfrm>
            <a:off x="415497" y="1536633"/>
            <a:ext cx="5331900" cy="4555200"/>
          </a:xfrm>
          <a:prstGeom prst="rect">
            <a:avLst/>
          </a:prstGeom>
        </p:spPr>
        <p:txBody>
          <a:bodyPr spcFirstLastPara="1" wrap="square" lIns="121875" tIns="121875" rIns="121875" bIns="121875" anchor="t" anchorCtr="0">
            <a:noAutofit/>
          </a:bodyPr>
          <a:lstStyle>
            <a:lvl1pPr marL="457207" lvl="0" indent="-349255">
              <a:spcBef>
                <a:spcPts val="0"/>
              </a:spcBef>
              <a:spcAft>
                <a:spcPts val="0"/>
              </a:spcAft>
              <a:buSzPts val="1900"/>
              <a:buChar char="●"/>
              <a:defRPr sz="1900"/>
            </a:lvl1pPr>
            <a:lvl2pPr marL="914415" lvl="1" indent="-330205">
              <a:spcBef>
                <a:spcPts val="2099"/>
              </a:spcBef>
              <a:spcAft>
                <a:spcPts val="0"/>
              </a:spcAft>
              <a:buSzPts val="1600"/>
              <a:buChar char="○"/>
              <a:defRPr sz="1600"/>
            </a:lvl2pPr>
            <a:lvl3pPr marL="1371622" lvl="2" indent="-330205">
              <a:spcBef>
                <a:spcPts val="2099"/>
              </a:spcBef>
              <a:spcAft>
                <a:spcPts val="0"/>
              </a:spcAft>
              <a:buSzPts val="1600"/>
              <a:buChar char="■"/>
              <a:defRPr sz="1600"/>
            </a:lvl3pPr>
            <a:lvl4pPr marL="1828831" lvl="3" indent="-330205">
              <a:spcBef>
                <a:spcPts val="2099"/>
              </a:spcBef>
              <a:spcAft>
                <a:spcPts val="0"/>
              </a:spcAft>
              <a:buSzPts val="1600"/>
              <a:buChar char="●"/>
              <a:defRPr sz="1600"/>
            </a:lvl4pPr>
            <a:lvl5pPr marL="2286038" lvl="4" indent="-330205">
              <a:spcBef>
                <a:spcPts val="2099"/>
              </a:spcBef>
              <a:spcAft>
                <a:spcPts val="0"/>
              </a:spcAft>
              <a:buSzPts val="1600"/>
              <a:buChar char="○"/>
              <a:defRPr sz="1600"/>
            </a:lvl5pPr>
            <a:lvl6pPr marL="2743246" lvl="5" indent="-330205">
              <a:spcBef>
                <a:spcPts val="2099"/>
              </a:spcBef>
              <a:spcAft>
                <a:spcPts val="0"/>
              </a:spcAft>
              <a:buSzPts val="1600"/>
              <a:buChar char="■"/>
              <a:defRPr sz="1600"/>
            </a:lvl6pPr>
            <a:lvl7pPr marL="3200453" lvl="6" indent="-330205">
              <a:spcBef>
                <a:spcPts val="2099"/>
              </a:spcBef>
              <a:spcAft>
                <a:spcPts val="0"/>
              </a:spcAft>
              <a:buSzPts val="1600"/>
              <a:buChar char="●"/>
              <a:defRPr sz="1600"/>
            </a:lvl7pPr>
            <a:lvl8pPr marL="3657661" lvl="7" indent="-330205">
              <a:spcBef>
                <a:spcPts val="2099"/>
              </a:spcBef>
              <a:spcAft>
                <a:spcPts val="0"/>
              </a:spcAft>
              <a:buSzPts val="1600"/>
              <a:buChar char="○"/>
              <a:defRPr sz="1600"/>
            </a:lvl8pPr>
            <a:lvl9pPr marL="4114868" lvl="8" indent="-330205">
              <a:spcBef>
                <a:spcPts val="2099"/>
              </a:spcBef>
              <a:spcAft>
                <a:spcPts val="2099"/>
              </a:spcAft>
              <a:buSzPts val="1600"/>
              <a:buChar char="■"/>
              <a:defRPr sz="1600"/>
            </a:lvl9pPr>
          </a:lstStyle>
          <a:p>
            <a:endParaRPr/>
          </a:p>
        </p:txBody>
      </p:sp>
      <p:sp>
        <p:nvSpPr>
          <p:cNvPr id="23" name="Google Shape;23;p5"/>
          <p:cNvSpPr txBox="1">
            <a:spLocks noGrp="1"/>
          </p:cNvSpPr>
          <p:nvPr>
            <p:ph type="body" idx="2"/>
          </p:nvPr>
        </p:nvSpPr>
        <p:spPr>
          <a:xfrm>
            <a:off x="6441588" y="1536633"/>
            <a:ext cx="5331900" cy="4555200"/>
          </a:xfrm>
          <a:prstGeom prst="rect">
            <a:avLst/>
          </a:prstGeom>
        </p:spPr>
        <p:txBody>
          <a:bodyPr spcFirstLastPara="1" wrap="square" lIns="121875" tIns="121875" rIns="121875" bIns="121875" anchor="t" anchorCtr="0">
            <a:noAutofit/>
          </a:bodyPr>
          <a:lstStyle>
            <a:lvl1pPr marL="457207" lvl="0" indent="-349255">
              <a:spcBef>
                <a:spcPts val="0"/>
              </a:spcBef>
              <a:spcAft>
                <a:spcPts val="0"/>
              </a:spcAft>
              <a:buSzPts val="1900"/>
              <a:buChar char="●"/>
              <a:defRPr sz="1900"/>
            </a:lvl1pPr>
            <a:lvl2pPr marL="914415" lvl="1" indent="-330205">
              <a:spcBef>
                <a:spcPts val="2099"/>
              </a:spcBef>
              <a:spcAft>
                <a:spcPts val="0"/>
              </a:spcAft>
              <a:buSzPts val="1600"/>
              <a:buChar char="○"/>
              <a:defRPr sz="1600"/>
            </a:lvl2pPr>
            <a:lvl3pPr marL="1371622" lvl="2" indent="-330205">
              <a:spcBef>
                <a:spcPts val="2099"/>
              </a:spcBef>
              <a:spcAft>
                <a:spcPts val="0"/>
              </a:spcAft>
              <a:buSzPts val="1600"/>
              <a:buChar char="■"/>
              <a:defRPr sz="1600"/>
            </a:lvl3pPr>
            <a:lvl4pPr marL="1828831" lvl="3" indent="-330205">
              <a:spcBef>
                <a:spcPts val="2099"/>
              </a:spcBef>
              <a:spcAft>
                <a:spcPts val="0"/>
              </a:spcAft>
              <a:buSzPts val="1600"/>
              <a:buChar char="●"/>
              <a:defRPr sz="1600"/>
            </a:lvl4pPr>
            <a:lvl5pPr marL="2286038" lvl="4" indent="-330205">
              <a:spcBef>
                <a:spcPts val="2099"/>
              </a:spcBef>
              <a:spcAft>
                <a:spcPts val="0"/>
              </a:spcAft>
              <a:buSzPts val="1600"/>
              <a:buChar char="○"/>
              <a:defRPr sz="1600"/>
            </a:lvl5pPr>
            <a:lvl6pPr marL="2743246" lvl="5" indent="-330205">
              <a:spcBef>
                <a:spcPts val="2099"/>
              </a:spcBef>
              <a:spcAft>
                <a:spcPts val="0"/>
              </a:spcAft>
              <a:buSzPts val="1600"/>
              <a:buChar char="■"/>
              <a:defRPr sz="1600"/>
            </a:lvl6pPr>
            <a:lvl7pPr marL="3200453" lvl="6" indent="-330205">
              <a:spcBef>
                <a:spcPts val="2099"/>
              </a:spcBef>
              <a:spcAft>
                <a:spcPts val="0"/>
              </a:spcAft>
              <a:buSzPts val="1600"/>
              <a:buChar char="●"/>
              <a:defRPr sz="1600"/>
            </a:lvl7pPr>
            <a:lvl8pPr marL="3657661" lvl="7" indent="-330205">
              <a:spcBef>
                <a:spcPts val="2099"/>
              </a:spcBef>
              <a:spcAft>
                <a:spcPts val="0"/>
              </a:spcAft>
              <a:buSzPts val="1600"/>
              <a:buChar char="○"/>
              <a:defRPr sz="1600"/>
            </a:lvl8pPr>
            <a:lvl9pPr marL="4114868" lvl="8" indent="-330205">
              <a:spcBef>
                <a:spcPts val="2099"/>
              </a:spcBef>
              <a:spcAft>
                <a:spcPts val="2099"/>
              </a:spcAft>
              <a:buSzPts val="1600"/>
              <a:buChar char="■"/>
              <a:defRPr sz="1600"/>
            </a:lvl9pPr>
          </a:lstStyle>
          <a:p>
            <a:endParaRPr/>
          </a:p>
        </p:txBody>
      </p:sp>
      <p:sp>
        <p:nvSpPr>
          <p:cNvPr id="24" name="Google Shape;24;p5"/>
          <p:cNvSpPr txBox="1">
            <a:spLocks noGrp="1"/>
          </p:cNvSpPr>
          <p:nvPr>
            <p:ph type="sldNum" idx="12"/>
          </p:nvPr>
        </p:nvSpPr>
        <p:spPr>
          <a:xfrm>
            <a:off x="11293784" y="6217622"/>
            <a:ext cx="731400" cy="524700"/>
          </a:xfrm>
          <a:prstGeom prst="rect">
            <a:avLst/>
          </a:prstGeom>
        </p:spPr>
        <p:txBody>
          <a:bodyPr spcFirstLastPara="1" wrap="square" lIns="121875" tIns="121875" rIns="121875" bIns="121875" anchor="ctr" anchorCtr="0">
            <a:noAutofit/>
          </a:bodyPr>
          <a:lstStyle>
            <a:lvl1pPr lvl="0">
              <a:buNone/>
              <a:defRPr/>
            </a:lvl1pPr>
            <a:lvl2pPr lvl="1">
              <a:buNone/>
              <a:defRPr/>
            </a:lvl2pPr>
            <a:lvl3pPr lvl="2">
              <a:buNone/>
              <a:defRPr/>
            </a:lvl3pPr>
            <a:lvl4pPr lvl="3">
              <a:buNone/>
              <a:defRPr/>
            </a:lvl4pPr>
            <a:lvl5pPr lvl="4">
              <a:buNone/>
              <a:defRPr/>
            </a:lvl5pPr>
            <a:lvl6pPr lvl="5">
              <a:buNone/>
              <a:defRPr/>
            </a:lvl6pPr>
            <a:lvl7pPr lvl="6">
              <a:buNone/>
              <a:defRPr/>
            </a:lvl7pPr>
            <a:lvl8pPr lvl="7">
              <a:buNone/>
              <a:defRPr/>
            </a:lvl8pPr>
            <a:lvl9pPr lvl="8">
              <a:buNone/>
              <a:defRPr/>
            </a:lvl9pPr>
          </a:lstStyle>
          <a:p>
            <a:fld id="{00000000-1234-1234-1234-123412341234}" type="slidenum">
              <a:rPr lang="en" smtClean="0"/>
              <a:pPr/>
              <a:t>‹#›</a:t>
            </a:fld>
            <a:endParaRPr lang="en"/>
          </a:p>
        </p:txBody>
      </p:sp>
    </p:spTree>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matchingName="Title only" type="titleOnly">
  <p:cSld name="TITLE_ONLY">
    <p:spTree>
      <p:nvGrpSpPr>
        <p:cNvPr id="1" name="Shape 25"/>
        <p:cNvGrpSpPr/>
        <p:nvPr/>
      </p:nvGrpSpPr>
      <p:grpSpPr>
        <a:xfrm>
          <a:off x="0" y="0"/>
          <a:ext cx="0" cy="0"/>
          <a:chOff x="0" y="0"/>
          <a:chExt cx="0" cy="0"/>
        </a:xfrm>
      </p:grpSpPr>
      <p:sp>
        <p:nvSpPr>
          <p:cNvPr id="26" name="Google Shape;26;p6"/>
          <p:cNvSpPr txBox="1">
            <a:spLocks noGrp="1"/>
          </p:cNvSpPr>
          <p:nvPr>
            <p:ph type="title"/>
          </p:nvPr>
        </p:nvSpPr>
        <p:spPr>
          <a:xfrm>
            <a:off x="415496" y="593367"/>
            <a:ext cx="11358000" cy="763500"/>
          </a:xfrm>
          <a:prstGeom prst="rect">
            <a:avLst/>
          </a:prstGeom>
        </p:spPr>
        <p:txBody>
          <a:bodyPr spcFirstLastPara="1" wrap="square" lIns="121875" tIns="121875" rIns="121875" bIns="121875" anchor="t" anchorCtr="0">
            <a:noAutofit/>
          </a:bodyPr>
          <a:lstStyle>
            <a:lvl1pPr lvl="0">
              <a:spcBef>
                <a:spcPts val="0"/>
              </a:spcBef>
              <a:spcAft>
                <a:spcPts val="0"/>
              </a:spcAft>
              <a:buSzPts val="3700"/>
              <a:buNone/>
              <a:defRPr/>
            </a:lvl1pPr>
            <a:lvl2pPr lvl="1">
              <a:spcBef>
                <a:spcPts val="0"/>
              </a:spcBef>
              <a:spcAft>
                <a:spcPts val="0"/>
              </a:spcAft>
              <a:buSzPts val="3700"/>
              <a:buNone/>
              <a:defRPr/>
            </a:lvl2pPr>
            <a:lvl3pPr lvl="2">
              <a:spcBef>
                <a:spcPts val="0"/>
              </a:spcBef>
              <a:spcAft>
                <a:spcPts val="0"/>
              </a:spcAft>
              <a:buSzPts val="3700"/>
              <a:buNone/>
              <a:defRPr/>
            </a:lvl3pPr>
            <a:lvl4pPr lvl="3">
              <a:spcBef>
                <a:spcPts val="0"/>
              </a:spcBef>
              <a:spcAft>
                <a:spcPts val="0"/>
              </a:spcAft>
              <a:buSzPts val="3700"/>
              <a:buNone/>
              <a:defRPr/>
            </a:lvl4pPr>
            <a:lvl5pPr lvl="4">
              <a:spcBef>
                <a:spcPts val="0"/>
              </a:spcBef>
              <a:spcAft>
                <a:spcPts val="0"/>
              </a:spcAft>
              <a:buSzPts val="3700"/>
              <a:buNone/>
              <a:defRPr/>
            </a:lvl5pPr>
            <a:lvl6pPr lvl="5">
              <a:spcBef>
                <a:spcPts val="0"/>
              </a:spcBef>
              <a:spcAft>
                <a:spcPts val="0"/>
              </a:spcAft>
              <a:buSzPts val="3700"/>
              <a:buNone/>
              <a:defRPr/>
            </a:lvl6pPr>
            <a:lvl7pPr lvl="6">
              <a:spcBef>
                <a:spcPts val="0"/>
              </a:spcBef>
              <a:spcAft>
                <a:spcPts val="0"/>
              </a:spcAft>
              <a:buSzPts val="3700"/>
              <a:buNone/>
              <a:defRPr/>
            </a:lvl7pPr>
            <a:lvl8pPr lvl="7">
              <a:spcBef>
                <a:spcPts val="0"/>
              </a:spcBef>
              <a:spcAft>
                <a:spcPts val="0"/>
              </a:spcAft>
              <a:buSzPts val="3700"/>
              <a:buNone/>
              <a:defRPr/>
            </a:lvl8pPr>
            <a:lvl9pPr lvl="8">
              <a:spcBef>
                <a:spcPts val="0"/>
              </a:spcBef>
              <a:spcAft>
                <a:spcPts val="0"/>
              </a:spcAft>
              <a:buSzPts val="3700"/>
              <a:buNone/>
              <a:defRPr/>
            </a:lvl9pPr>
          </a:lstStyle>
          <a:p>
            <a:endParaRPr/>
          </a:p>
        </p:txBody>
      </p:sp>
      <p:sp>
        <p:nvSpPr>
          <p:cNvPr id="27" name="Google Shape;27;p6"/>
          <p:cNvSpPr txBox="1">
            <a:spLocks noGrp="1"/>
          </p:cNvSpPr>
          <p:nvPr>
            <p:ph type="sldNum" idx="12"/>
          </p:nvPr>
        </p:nvSpPr>
        <p:spPr>
          <a:xfrm>
            <a:off x="11293784" y="6217622"/>
            <a:ext cx="731400" cy="524700"/>
          </a:xfrm>
          <a:prstGeom prst="rect">
            <a:avLst/>
          </a:prstGeom>
        </p:spPr>
        <p:txBody>
          <a:bodyPr spcFirstLastPara="1" wrap="square" lIns="121875" tIns="121875" rIns="121875" bIns="121875" anchor="ctr" anchorCtr="0">
            <a:noAutofit/>
          </a:bodyPr>
          <a:lstStyle>
            <a:lvl1pPr lvl="0">
              <a:buNone/>
              <a:defRPr/>
            </a:lvl1pPr>
            <a:lvl2pPr lvl="1">
              <a:buNone/>
              <a:defRPr/>
            </a:lvl2pPr>
            <a:lvl3pPr lvl="2">
              <a:buNone/>
              <a:defRPr/>
            </a:lvl3pPr>
            <a:lvl4pPr lvl="3">
              <a:buNone/>
              <a:defRPr/>
            </a:lvl4pPr>
            <a:lvl5pPr lvl="4">
              <a:buNone/>
              <a:defRPr/>
            </a:lvl5pPr>
            <a:lvl6pPr lvl="5">
              <a:buNone/>
              <a:defRPr/>
            </a:lvl6pPr>
            <a:lvl7pPr lvl="6">
              <a:buNone/>
              <a:defRPr/>
            </a:lvl7pPr>
            <a:lvl8pPr lvl="7">
              <a:buNone/>
              <a:defRPr/>
            </a:lvl8pPr>
            <a:lvl9pPr lvl="8">
              <a:buNone/>
              <a:defRPr/>
            </a:lvl9pPr>
          </a:lstStyle>
          <a:p>
            <a:fld id="{00000000-1234-1234-1234-123412341234}" type="slidenum">
              <a:rPr lang="en" smtClean="0"/>
              <a:pPr/>
              <a:t>‹#›</a:t>
            </a:fld>
            <a:endParaRPr lang="en"/>
          </a:p>
        </p:txBody>
      </p:sp>
    </p:spTree>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matchingName="One column text">
  <p:cSld name="ONE_COLUMN_TEXT">
    <p:spTree>
      <p:nvGrpSpPr>
        <p:cNvPr id="1" name="Shape 28"/>
        <p:cNvGrpSpPr/>
        <p:nvPr/>
      </p:nvGrpSpPr>
      <p:grpSpPr>
        <a:xfrm>
          <a:off x="0" y="0"/>
          <a:ext cx="0" cy="0"/>
          <a:chOff x="0" y="0"/>
          <a:chExt cx="0" cy="0"/>
        </a:xfrm>
      </p:grpSpPr>
      <p:sp>
        <p:nvSpPr>
          <p:cNvPr id="29" name="Google Shape;29;p7"/>
          <p:cNvSpPr txBox="1">
            <a:spLocks noGrp="1"/>
          </p:cNvSpPr>
          <p:nvPr>
            <p:ph type="title"/>
          </p:nvPr>
        </p:nvSpPr>
        <p:spPr>
          <a:xfrm>
            <a:off x="415496" y="740800"/>
            <a:ext cx="3743100" cy="1007700"/>
          </a:xfrm>
          <a:prstGeom prst="rect">
            <a:avLst/>
          </a:prstGeom>
        </p:spPr>
        <p:txBody>
          <a:bodyPr spcFirstLastPara="1" wrap="square" lIns="121875" tIns="121875" rIns="121875" bIns="121875" anchor="b" anchorCtr="0">
            <a:noAutofit/>
          </a:bodyPr>
          <a:lstStyle>
            <a:lvl1pPr lvl="0">
              <a:spcBef>
                <a:spcPts val="0"/>
              </a:spcBef>
              <a:spcAft>
                <a:spcPts val="0"/>
              </a:spcAft>
              <a:buSzPts val="3200"/>
              <a:buNone/>
              <a:defRPr sz="3201"/>
            </a:lvl1pPr>
            <a:lvl2pPr lvl="1">
              <a:spcBef>
                <a:spcPts val="0"/>
              </a:spcBef>
              <a:spcAft>
                <a:spcPts val="0"/>
              </a:spcAft>
              <a:buSzPts val="3200"/>
              <a:buNone/>
              <a:defRPr sz="3201"/>
            </a:lvl2pPr>
            <a:lvl3pPr lvl="2">
              <a:spcBef>
                <a:spcPts val="0"/>
              </a:spcBef>
              <a:spcAft>
                <a:spcPts val="0"/>
              </a:spcAft>
              <a:buSzPts val="3200"/>
              <a:buNone/>
              <a:defRPr sz="3201"/>
            </a:lvl3pPr>
            <a:lvl4pPr lvl="3">
              <a:spcBef>
                <a:spcPts val="0"/>
              </a:spcBef>
              <a:spcAft>
                <a:spcPts val="0"/>
              </a:spcAft>
              <a:buSzPts val="3200"/>
              <a:buNone/>
              <a:defRPr sz="3201"/>
            </a:lvl4pPr>
            <a:lvl5pPr lvl="4">
              <a:spcBef>
                <a:spcPts val="0"/>
              </a:spcBef>
              <a:spcAft>
                <a:spcPts val="0"/>
              </a:spcAft>
              <a:buSzPts val="3200"/>
              <a:buNone/>
              <a:defRPr sz="3201"/>
            </a:lvl5pPr>
            <a:lvl6pPr lvl="5">
              <a:spcBef>
                <a:spcPts val="0"/>
              </a:spcBef>
              <a:spcAft>
                <a:spcPts val="0"/>
              </a:spcAft>
              <a:buSzPts val="3200"/>
              <a:buNone/>
              <a:defRPr sz="3201"/>
            </a:lvl6pPr>
            <a:lvl7pPr lvl="6">
              <a:spcBef>
                <a:spcPts val="0"/>
              </a:spcBef>
              <a:spcAft>
                <a:spcPts val="0"/>
              </a:spcAft>
              <a:buSzPts val="3200"/>
              <a:buNone/>
              <a:defRPr sz="3201"/>
            </a:lvl7pPr>
            <a:lvl8pPr lvl="7">
              <a:spcBef>
                <a:spcPts val="0"/>
              </a:spcBef>
              <a:spcAft>
                <a:spcPts val="0"/>
              </a:spcAft>
              <a:buSzPts val="3200"/>
              <a:buNone/>
              <a:defRPr sz="3201"/>
            </a:lvl8pPr>
            <a:lvl9pPr lvl="8">
              <a:spcBef>
                <a:spcPts val="0"/>
              </a:spcBef>
              <a:spcAft>
                <a:spcPts val="0"/>
              </a:spcAft>
              <a:buSzPts val="3200"/>
              <a:buNone/>
              <a:defRPr sz="3201"/>
            </a:lvl9pPr>
          </a:lstStyle>
          <a:p>
            <a:endParaRPr/>
          </a:p>
        </p:txBody>
      </p:sp>
      <p:sp>
        <p:nvSpPr>
          <p:cNvPr id="30" name="Google Shape;30;p7"/>
          <p:cNvSpPr txBox="1">
            <a:spLocks noGrp="1"/>
          </p:cNvSpPr>
          <p:nvPr>
            <p:ph type="body" idx="1"/>
          </p:nvPr>
        </p:nvSpPr>
        <p:spPr>
          <a:xfrm>
            <a:off x="415496" y="1852800"/>
            <a:ext cx="3743100" cy="4239300"/>
          </a:xfrm>
          <a:prstGeom prst="rect">
            <a:avLst/>
          </a:prstGeom>
        </p:spPr>
        <p:txBody>
          <a:bodyPr spcFirstLastPara="1" wrap="square" lIns="121875" tIns="121875" rIns="121875" bIns="121875" anchor="t" anchorCtr="0">
            <a:noAutofit/>
          </a:bodyPr>
          <a:lstStyle>
            <a:lvl1pPr marL="457207" lvl="0" indent="-330205">
              <a:spcBef>
                <a:spcPts val="0"/>
              </a:spcBef>
              <a:spcAft>
                <a:spcPts val="0"/>
              </a:spcAft>
              <a:buSzPts val="1600"/>
              <a:buChar char="●"/>
              <a:defRPr sz="1600"/>
            </a:lvl1pPr>
            <a:lvl2pPr marL="914415" lvl="1" indent="-330205">
              <a:spcBef>
                <a:spcPts val="2099"/>
              </a:spcBef>
              <a:spcAft>
                <a:spcPts val="0"/>
              </a:spcAft>
              <a:buSzPts val="1600"/>
              <a:buChar char="○"/>
              <a:defRPr sz="1600"/>
            </a:lvl2pPr>
            <a:lvl3pPr marL="1371622" lvl="2" indent="-330205">
              <a:spcBef>
                <a:spcPts val="2099"/>
              </a:spcBef>
              <a:spcAft>
                <a:spcPts val="0"/>
              </a:spcAft>
              <a:buSzPts val="1600"/>
              <a:buChar char="■"/>
              <a:defRPr sz="1600"/>
            </a:lvl3pPr>
            <a:lvl4pPr marL="1828831" lvl="3" indent="-330205">
              <a:spcBef>
                <a:spcPts val="2099"/>
              </a:spcBef>
              <a:spcAft>
                <a:spcPts val="0"/>
              </a:spcAft>
              <a:buSzPts val="1600"/>
              <a:buChar char="●"/>
              <a:defRPr sz="1600"/>
            </a:lvl4pPr>
            <a:lvl5pPr marL="2286038" lvl="4" indent="-330205">
              <a:spcBef>
                <a:spcPts val="2099"/>
              </a:spcBef>
              <a:spcAft>
                <a:spcPts val="0"/>
              </a:spcAft>
              <a:buSzPts val="1600"/>
              <a:buChar char="○"/>
              <a:defRPr sz="1600"/>
            </a:lvl5pPr>
            <a:lvl6pPr marL="2743246" lvl="5" indent="-330205">
              <a:spcBef>
                <a:spcPts val="2099"/>
              </a:spcBef>
              <a:spcAft>
                <a:spcPts val="0"/>
              </a:spcAft>
              <a:buSzPts val="1600"/>
              <a:buChar char="■"/>
              <a:defRPr sz="1600"/>
            </a:lvl6pPr>
            <a:lvl7pPr marL="3200453" lvl="6" indent="-330205">
              <a:spcBef>
                <a:spcPts val="2099"/>
              </a:spcBef>
              <a:spcAft>
                <a:spcPts val="0"/>
              </a:spcAft>
              <a:buSzPts val="1600"/>
              <a:buChar char="●"/>
              <a:defRPr sz="1600"/>
            </a:lvl7pPr>
            <a:lvl8pPr marL="3657661" lvl="7" indent="-330205">
              <a:spcBef>
                <a:spcPts val="2099"/>
              </a:spcBef>
              <a:spcAft>
                <a:spcPts val="0"/>
              </a:spcAft>
              <a:buSzPts val="1600"/>
              <a:buChar char="○"/>
              <a:defRPr sz="1600"/>
            </a:lvl8pPr>
            <a:lvl9pPr marL="4114868" lvl="8" indent="-330205">
              <a:spcBef>
                <a:spcPts val="2099"/>
              </a:spcBef>
              <a:spcAft>
                <a:spcPts val="2099"/>
              </a:spcAft>
              <a:buSzPts val="1600"/>
              <a:buChar char="■"/>
              <a:defRPr sz="1600"/>
            </a:lvl9pPr>
          </a:lstStyle>
          <a:p>
            <a:endParaRPr/>
          </a:p>
        </p:txBody>
      </p:sp>
      <p:sp>
        <p:nvSpPr>
          <p:cNvPr id="31" name="Google Shape;31;p7"/>
          <p:cNvSpPr txBox="1">
            <a:spLocks noGrp="1"/>
          </p:cNvSpPr>
          <p:nvPr>
            <p:ph type="sldNum" idx="12"/>
          </p:nvPr>
        </p:nvSpPr>
        <p:spPr>
          <a:xfrm>
            <a:off x="11293784" y="6217622"/>
            <a:ext cx="731400" cy="524700"/>
          </a:xfrm>
          <a:prstGeom prst="rect">
            <a:avLst/>
          </a:prstGeom>
        </p:spPr>
        <p:txBody>
          <a:bodyPr spcFirstLastPara="1" wrap="square" lIns="121875" tIns="121875" rIns="121875" bIns="121875" anchor="ctr" anchorCtr="0">
            <a:noAutofit/>
          </a:bodyPr>
          <a:lstStyle>
            <a:lvl1pPr lvl="0">
              <a:buNone/>
              <a:defRPr/>
            </a:lvl1pPr>
            <a:lvl2pPr lvl="1">
              <a:buNone/>
              <a:defRPr/>
            </a:lvl2pPr>
            <a:lvl3pPr lvl="2">
              <a:buNone/>
              <a:defRPr/>
            </a:lvl3pPr>
            <a:lvl4pPr lvl="3">
              <a:buNone/>
              <a:defRPr/>
            </a:lvl4pPr>
            <a:lvl5pPr lvl="4">
              <a:buNone/>
              <a:defRPr/>
            </a:lvl5pPr>
            <a:lvl6pPr lvl="5">
              <a:buNone/>
              <a:defRPr/>
            </a:lvl6pPr>
            <a:lvl7pPr lvl="6">
              <a:buNone/>
              <a:defRPr/>
            </a:lvl7pPr>
            <a:lvl8pPr lvl="7">
              <a:buNone/>
              <a:defRPr/>
            </a:lvl8pPr>
            <a:lvl9pPr lvl="8">
              <a:buNone/>
              <a:defRPr/>
            </a:lvl9pPr>
          </a:lstStyle>
          <a:p>
            <a:fld id="{00000000-1234-1234-1234-123412341234}" type="slidenum">
              <a:rPr lang="en" smtClean="0"/>
              <a:pPr/>
              <a:t>‹#›</a:t>
            </a:fld>
            <a:endParaRPr lang="en"/>
          </a:p>
        </p:txBody>
      </p:sp>
    </p:spTree>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matchingName="Main point">
  <p:cSld name="MAIN_POINT">
    <p:spTree>
      <p:nvGrpSpPr>
        <p:cNvPr id="1" name="Shape 32"/>
        <p:cNvGrpSpPr/>
        <p:nvPr/>
      </p:nvGrpSpPr>
      <p:grpSpPr>
        <a:xfrm>
          <a:off x="0" y="0"/>
          <a:ext cx="0" cy="0"/>
          <a:chOff x="0" y="0"/>
          <a:chExt cx="0" cy="0"/>
        </a:xfrm>
      </p:grpSpPr>
      <p:sp>
        <p:nvSpPr>
          <p:cNvPr id="33" name="Google Shape;33;p8"/>
          <p:cNvSpPr txBox="1">
            <a:spLocks noGrp="1"/>
          </p:cNvSpPr>
          <p:nvPr>
            <p:ph type="title"/>
          </p:nvPr>
        </p:nvSpPr>
        <p:spPr>
          <a:xfrm>
            <a:off x="653503" y="600200"/>
            <a:ext cx="8488200" cy="5454300"/>
          </a:xfrm>
          <a:prstGeom prst="rect">
            <a:avLst/>
          </a:prstGeom>
        </p:spPr>
        <p:txBody>
          <a:bodyPr spcFirstLastPara="1" wrap="square" lIns="121875" tIns="121875" rIns="121875" bIns="121875" anchor="ctr" anchorCtr="0">
            <a:noAutofit/>
          </a:bodyPr>
          <a:lstStyle>
            <a:lvl1pPr lvl="0">
              <a:spcBef>
                <a:spcPts val="0"/>
              </a:spcBef>
              <a:spcAft>
                <a:spcPts val="0"/>
              </a:spcAft>
              <a:buSzPts val="6400"/>
              <a:buNone/>
              <a:defRPr sz="6400"/>
            </a:lvl1pPr>
            <a:lvl2pPr lvl="1">
              <a:spcBef>
                <a:spcPts val="0"/>
              </a:spcBef>
              <a:spcAft>
                <a:spcPts val="0"/>
              </a:spcAft>
              <a:buSzPts val="6400"/>
              <a:buNone/>
              <a:defRPr sz="6400"/>
            </a:lvl2pPr>
            <a:lvl3pPr lvl="2">
              <a:spcBef>
                <a:spcPts val="0"/>
              </a:spcBef>
              <a:spcAft>
                <a:spcPts val="0"/>
              </a:spcAft>
              <a:buSzPts val="6400"/>
              <a:buNone/>
              <a:defRPr sz="6400"/>
            </a:lvl3pPr>
            <a:lvl4pPr lvl="3">
              <a:spcBef>
                <a:spcPts val="0"/>
              </a:spcBef>
              <a:spcAft>
                <a:spcPts val="0"/>
              </a:spcAft>
              <a:buSzPts val="6400"/>
              <a:buNone/>
              <a:defRPr sz="6400"/>
            </a:lvl4pPr>
            <a:lvl5pPr lvl="4">
              <a:spcBef>
                <a:spcPts val="0"/>
              </a:spcBef>
              <a:spcAft>
                <a:spcPts val="0"/>
              </a:spcAft>
              <a:buSzPts val="6400"/>
              <a:buNone/>
              <a:defRPr sz="6400"/>
            </a:lvl5pPr>
            <a:lvl6pPr lvl="5">
              <a:spcBef>
                <a:spcPts val="0"/>
              </a:spcBef>
              <a:spcAft>
                <a:spcPts val="0"/>
              </a:spcAft>
              <a:buSzPts val="6400"/>
              <a:buNone/>
              <a:defRPr sz="6400"/>
            </a:lvl6pPr>
            <a:lvl7pPr lvl="6">
              <a:spcBef>
                <a:spcPts val="0"/>
              </a:spcBef>
              <a:spcAft>
                <a:spcPts val="0"/>
              </a:spcAft>
              <a:buSzPts val="6400"/>
              <a:buNone/>
              <a:defRPr sz="6400"/>
            </a:lvl7pPr>
            <a:lvl8pPr lvl="7">
              <a:spcBef>
                <a:spcPts val="0"/>
              </a:spcBef>
              <a:spcAft>
                <a:spcPts val="0"/>
              </a:spcAft>
              <a:buSzPts val="6400"/>
              <a:buNone/>
              <a:defRPr sz="6400"/>
            </a:lvl8pPr>
            <a:lvl9pPr lvl="8">
              <a:spcBef>
                <a:spcPts val="0"/>
              </a:spcBef>
              <a:spcAft>
                <a:spcPts val="0"/>
              </a:spcAft>
              <a:buSzPts val="6400"/>
              <a:buNone/>
              <a:defRPr sz="6400"/>
            </a:lvl9pPr>
          </a:lstStyle>
          <a:p>
            <a:endParaRPr/>
          </a:p>
        </p:txBody>
      </p:sp>
      <p:sp>
        <p:nvSpPr>
          <p:cNvPr id="34" name="Google Shape;34;p8"/>
          <p:cNvSpPr txBox="1">
            <a:spLocks noGrp="1"/>
          </p:cNvSpPr>
          <p:nvPr>
            <p:ph type="sldNum" idx="12"/>
          </p:nvPr>
        </p:nvSpPr>
        <p:spPr>
          <a:xfrm>
            <a:off x="11293784" y="6217622"/>
            <a:ext cx="731400" cy="524700"/>
          </a:xfrm>
          <a:prstGeom prst="rect">
            <a:avLst/>
          </a:prstGeom>
        </p:spPr>
        <p:txBody>
          <a:bodyPr spcFirstLastPara="1" wrap="square" lIns="121875" tIns="121875" rIns="121875" bIns="121875" anchor="ctr" anchorCtr="0">
            <a:noAutofit/>
          </a:bodyPr>
          <a:lstStyle>
            <a:lvl1pPr lvl="0">
              <a:buNone/>
              <a:defRPr/>
            </a:lvl1pPr>
            <a:lvl2pPr lvl="1">
              <a:buNone/>
              <a:defRPr/>
            </a:lvl2pPr>
            <a:lvl3pPr lvl="2">
              <a:buNone/>
              <a:defRPr/>
            </a:lvl3pPr>
            <a:lvl4pPr lvl="3">
              <a:buNone/>
              <a:defRPr/>
            </a:lvl4pPr>
            <a:lvl5pPr lvl="4">
              <a:buNone/>
              <a:defRPr/>
            </a:lvl5pPr>
            <a:lvl6pPr lvl="5">
              <a:buNone/>
              <a:defRPr/>
            </a:lvl6pPr>
            <a:lvl7pPr lvl="6">
              <a:buNone/>
              <a:defRPr/>
            </a:lvl7pPr>
            <a:lvl8pPr lvl="7">
              <a:buNone/>
              <a:defRPr/>
            </a:lvl8pPr>
            <a:lvl9pPr lvl="8">
              <a:buNone/>
              <a:defRPr/>
            </a:lvl9pPr>
          </a:lstStyle>
          <a:p>
            <a:fld id="{00000000-1234-1234-1234-123412341234}" type="slidenum">
              <a:rPr lang="en" smtClean="0"/>
              <a:pPr/>
              <a:t>‹#›</a:t>
            </a:fld>
            <a:endParaRPr lang="en"/>
          </a:p>
        </p:txBody>
      </p:sp>
    </p:spTree>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matchingName="Section title and description">
  <p:cSld name="SECTION_TITLE_AND_DESCRIPTION">
    <p:spTree>
      <p:nvGrpSpPr>
        <p:cNvPr id="1" name="Shape 35"/>
        <p:cNvGrpSpPr/>
        <p:nvPr/>
      </p:nvGrpSpPr>
      <p:grpSpPr>
        <a:xfrm>
          <a:off x="0" y="0"/>
          <a:ext cx="0" cy="0"/>
          <a:chOff x="0" y="0"/>
          <a:chExt cx="0" cy="0"/>
        </a:xfrm>
      </p:grpSpPr>
      <p:sp>
        <p:nvSpPr>
          <p:cNvPr id="36" name="Google Shape;36;p9"/>
          <p:cNvSpPr/>
          <p:nvPr/>
        </p:nvSpPr>
        <p:spPr>
          <a:xfrm>
            <a:off x="6094475" y="-167"/>
            <a:ext cx="6094500" cy="6858000"/>
          </a:xfrm>
          <a:prstGeom prst="rect">
            <a:avLst/>
          </a:prstGeom>
          <a:solidFill>
            <a:schemeClr val="lt2"/>
          </a:solidFill>
          <a:ln>
            <a:noFill/>
          </a:ln>
        </p:spPr>
        <p:txBody>
          <a:bodyPr spcFirstLastPara="1" wrap="square" lIns="121875" tIns="121875" rIns="121875" bIns="121875" anchor="ctr" anchorCtr="0">
            <a:noAutofit/>
          </a:bodyPr>
          <a:lstStyle/>
          <a:p>
            <a:pPr marL="0" lvl="0" indent="0" algn="l" rtl="0">
              <a:spcBef>
                <a:spcPts val="0"/>
              </a:spcBef>
              <a:spcAft>
                <a:spcPts val="0"/>
              </a:spcAft>
              <a:buNone/>
            </a:pPr>
            <a:endParaRPr sz="1400"/>
          </a:p>
        </p:txBody>
      </p:sp>
      <p:sp>
        <p:nvSpPr>
          <p:cNvPr id="37" name="Google Shape;37;p9"/>
          <p:cNvSpPr txBox="1">
            <a:spLocks noGrp="1"/>
          </p:cNvSpPr>
          <p:nvPr>
            <p:ph type="title"/>
          </p:nvPr>
        </p:nvSpPr>
        <p:spPr>
          <a:xfrm>
            <a:off x="353913" y="1644233"/>
            <a:ext cx="5392199" cy="1976400"/>
          </a:xfrm>
          <a:prstGeom prst="rect">
            <a:avLst/>
          </a:prstGeom>
        </p:spPr>
        <p:txBody>
          <a:bodyPr spcFirstLastPara="1" wrap="square" lIns="121875" tIns="121875" rIns="121875" bIns="121875" anchor="b" anchorCtr="0">
            <a:noAutofit/>
          </a:bodyPr>
          <a:lstStyle>
            <a:lvl1pPr lvl="0" algn="ctr">
              <a:spcBef>
                <a:spcPts val="0"/>
              </a:spcBef>
              <a:spcAft>
                <a:spcPts val="0"/>
              </a:spcAft>
              <a:buSzPts val="5600"/>
              <a:buNone/>
              <a:defRPr sz="5600"/>
            </a:lvl1pPr>
            <a:lvl2pPr lvl="1" algn="ctr">
              <a:spcBef>
                <a:spcPts val="0"/>
              </a:spcBef>
              <a:spcAft>
                <a:spcPts val="0"/>
              </a:spcAft>
              <a:buSzPts val="5600"/>
              <a:buNone/>
              <a:defRPr sz="5600"/>
            </a:lvl2pPr>
            <a:lvl3pPr lvl="2" algn="ctr">
              <a:spcBef>
                <a:spcPts val="0"/>
              </a:spcBef>
              <a:spcAft>
                <a:spcPts val="0"/>
              </a:spcAft>
              <a:buSzPts val="5600"/>
              <a:buNone/>
              <a:defRPr sz="5600"/>
            </a:lvl3pPr>
            <a:lvl4pPr lvl="3" algn="ctr">
              <a:spcBef>
                <a:spcPts val="0"/>
              </a:spcBef>
              <a:spcAft>
                <a:spcPts val="0"/>
              </a:spcAft>
              <a:buSzPts val="5600"/>
              <a:buNone/>
              <a:defRPr sz="5600"/>
            </a:lvl4pPr>
            <a:lvl5pPr lvl="4" algn="ctr">
              <a:spcBef>
                <a:spcPts val="0"/>
              </a:spcBef>
              <a:spcAft>
                <a:spcPts val="0"/>
              </a:spcAft>
              <a:buSzPts val="5600"/>
              <a:buNone/>
              <a:defRPr sz="5600"/>
            </a:lvl5pPr>
            <a:lvl6pPr lvl="5" algn="ctr">
              <a:spcBef>
                <a:spcPts val="0"/>
              </a:spcBef>
              <a:spcAft>
                <a:spcPts val="0"/>
              </a:spcAft>
              <a:buSzPts val="5600"/>
              <a:buNone/>
              <a:defRPr sz="5600"/>
            </a:lvl6pPr>
            <a:lvl7pPr lvl="6" algn="ctr">
              <a:spcBef>
                <a:spcPts val="0"/>
              </a:spcBef>
              <a:spcAft>
                <a:spcPts val="0"/>
              </a:spcAft>
              <a:buSzPts val="5600"/>
              <a:buNone/>
              <a:defRPr sz="5600"/>
            </a:lvl7pPr>
            <a:lvl8pPr lvl="7" algn="ctr">
              <a:spcBef>
                <a:spcPts val="0"/>
              </a:spcBef>
              <a:spcAft>
                <a:spcPts val="0"/>
              </a:spcAft>
              <a:buSzPts val="5600"/>
              <a:buNone/>
              <a:defRPr sz="5600"/>
            </a:lvl8pPr>
            <a:lvl9pPr lvl="8" algn="ctr">
              <a:spcBef>
                <a:spcPts val="0"/>
              </a:spcBef>
              <a:spcAft>
                <a:spcPts val="0"/>
              </a:spcAft>
              <a:buSzPts val="5600"/>
              <a:buNone/>
              <a:defRPr sz="5600"/>
            </a:lvl9pPr>
          </a:lstStyle>
          <a:p>
            <a:endParaRPr/>
          </a:p>
        </p:txBody>
      </p:sp>
      <p:sp>
        <p:nvSpPr>
          <p:cNvPr id="38" name="Google Shape;38;p9"/>
          <p:cNvSpPr txBox="1">
            <a:spLocks noGrp="1"/>
          </p:cNvSpPr>
          <p:nvPr>
            <p:ph type="subTitle" idx="1"/>
          </p:nvPr>
        </p:nvSpPr>
        <p:spPr>
          <a:xfrm>
            <a:off x="353913" y="3737433"/>
            <a:ext cx="5392199" cy="1646700"/>
          </a:xfrm>
          <a:prstGeom prst="rect">
            <a:avLst/>
          </a:prstGeom>
        </p:spPr>
        <p:txBody>
          <a:bodyPr spcFirstLastPara="1" wrap="square" lIns="121875" tIns="121875" rIns="121875" bIns="121875" anchor="t" anchorCtr="0">
            <a:noAutofit/>
          </a:bodyPr>
          <a:lstStyle>
            <a:lvl1pPr lvl="0" algn="ctr">
              <a:lnSpc>
                <a:spcPct val="100000"/>
              </a:lnSpc>
              <a:spcBef>
                <a:spcPts val="0"/>
              </a:spcBef>
              <a:spcAft>
                <a:spcPts val="0"/>
              </a:spcAft>
              <a:buSzPts val="2800"/>
              <a:buNone/>
              <a:defRPr sz="2801"/>
            </a:lvl1pPr>
            <a:lvl2pPr lvl="1" algn="ctr">
              <a:lnSpc>
                <a:spcPct val="100000"/>
              </a:lnSpc>
              <a:spcBef>
                <a:spcPts val="0"/>
              </a:spcBef>
              <a:spcAft>
                <a:spcPts val="0"/>
              </a:spcAft>
              <a:buSzPts val="2800"/>
              <a:buNone/>
              <a:defRPr sz="2801"/>
            </a:lvl2pPr>
            <a:lvl3pPr lvl="2" algn="ctr">
              <a:lnSpc>
                <a:spcPct val="100000"/>
              </a:lnSpc>
              <a:spcBef>
                <a:spcPts val="0"/>
              </a:spcBef>
              <a:spcAft>
                <a:spcPts val="0"/>
              </a:spcAft>
              <a:buSzPts val="2800"/>
              <a:buNone/>
              <a:defRPr sz="2801"/>
            </a:lvl3pPr>
            <a:lvl4pPr lvl="3" algn="ctr">
              <a:lnSpc>
                <a:spcPct val="100000"/>
              </a:lnSpc>
              <a:spcBef>
                <a:spcPts val="0"/>
              </a:spcBef>
              <a:spcAft>
                <a:spcPts val="0"/>
              </a:spcAft>
              <a:buSzPts val="2800"/>
              <a:buNone/>
              <a:defRPr sz="2801"/>
            </a:lvl4pPr>
            <a:lvl5pPr lvl="4" algn="ctr">
              <a:lnSpc>
                <a:spcPct val="100000"/>
              </a:lnSpc>
              <a:spcBef>
                <a:spcPts val="0"/>
              </a:spcBef>
              <a:spcAft>
                <a:spcPts val="0"/>
              </a:spcAft>
              <a:buSzPts val="2800"/>
              <a:buNone/>
              <a:defRPr sz="2801"/>
            </a:lvl5pPr>
            <a:lvl6pPr lvl="5" algn="ctr">
              <a:lnSpc>
                <a:spcPct val="100000"/>
              </a:lnSpc>
              <a:spcBef>
                <a:spcPts val="0"/>
              </a:spcBef>
              <a:spcAft>
                <a:spcPts val="0"/>
              </a:spcAft>
              <a:buSzPts val="2800"/>
              <a:buNone/>
              <a:defRPr sz="2801"/>
            </a:lvl6pPr>
            <a:lvl7pPr lvl="6" algn="ctr">
              <a:lnSpc>
                <a:spcPct val="100000"/>
              </a:lnSpc>
              <a:spcBef>
                <a:spcPts val="0"/>
              </a:spcBef>
              <a:spcAft>
                <a:spcPts val="0"/>
              </a:spcAft>
              <a:buSzPts val="2800"/>
              <a:buNone/>
              <a:defRPr sz="2801"/>
            </a:lvl7pPr>
            <a:lvl8pPr lvl="7" algn="ctr">
              <a:lnSpc>
                <a:spcPct val="100000"/>
              </a:lnSpc>
              <a:spcBef>
                <a:spcPts val="0"/>
              </a:spcBef>
              <a:spcAft>
                <a:spcPts val="0"/>
              </a:spcAft>
              <a:buSzPts val="2800"/>
              <a:buNone/>
              <a:defRPr sz="2801"/>
            </a:lvl8pPr>
            <a:lvl9pPr lvl="8" algn="ctr">
              <a:lnSpc>
                <a:spcPct val="100000"/>
              </a:lnSpc>
              <a:spcBef>
                <a:spcPts val="0"/>
              </a:spcBef>
              <a:spcAft>
                <a:spcPts val="0"/>
              </a:spcAft>
              <a:buSzPts val="2800"/>
              <a:buNone/>
              <a:defRPr sz="2801"/>
            </a:lvl9pPr>
          </a:lstStyle>
          <a:p>
            <a:endParaRPr/>
          </a:p>
        </p:txBody>
      </p:sp>
      <p:sp>
        <p:nvSpPr>
          <p:cNvPr id="39" name="Google Shape;39;p9"/>
          <p:cNvSpPr txBox="1">
            <a:spLocks noGrp="1"/>
          </p:cNvSpPr>
          <p:nvPr>
            <p:ph type="body" idx="2"/>
          </p:nvPr>
        </p:nvSpPr>
        <p:spPr>
          <a:xfrm>
            <a:off x="6584351" y="965433"/>
            <a:ext cx="5114700" cy="4926900"/>
          </a:xfrm>
          <a:prstGeom prst="rect">
            <a:avLst/>
          </a:prstGeom>
        </p:spPr>
        <p:txBody>
          <a:bodyPr spcFirstLastPara="1" wrap="square" lIns="121875" tIns="121875" rIns="121875" bIns="121875" anchor="ctr" anchorCtr="0">
            <a:noAutofit/>
          </a:bodyPr>
          <a:lstStyle>
            <a:lvl1pPr marL="457207" lvl="0" indent="-381006">
              <a:spcBef>
                <a:spcPts val="0"/>
              </a:spcBef>
              <a:spcAft>
                <a:spcPts val="0"/>
              </a:spcAft>
              <a:buSzPts val="2400"/>
              <a:buChar char="●"/>
              <a:defRPr/>
            </a:lvl1pPr>
            <a:lvl2pPr marL="914415" lvl="1" indent="-349255">
              <a:spcBef>
                <a:spcPts val="2099"/>
              </a:spcBef>
              <a:spcAft>
                <a:spcPts val="0"/>
              </a:spcAft>
              <a:buSzPts val="1900"/>
              <a:buChar char="○"/>
              <a:defRPr/>
            </a:lvl2pPr>
            <a:lvl3pPr marL="1371622" lvl="2" indent="-349255">
              <a:spcBef>
                <a:spcPts val="2099"/>
              </a:spcBef>
              <a:spcAft>
                <a:spcPts val="0"/>
              </a:spcAft>
              <a:buSzPts val="1900"/>
              <a:buChar char="■"/>
              <a:defRPr/>
            </a:lvl3pPr>
            <a:lvl4pPr marL="1828831" lvl="3" indent="-349255">
              <a:spcBef>
                <a:spcPts val="2099"/>
              </a:spcBef>
              <a:spcAft>
                <a:spcPts val="0"/>
              </a:spcAft>
              <a:buSzPts val="1900"/>
              <a:buChar char="●"/>
              <a:defRPr/>
            </a:lvl4pPr>
            <a:lvl5pPr marL="2286038" lvl="4" indent="-349255">
              <a:spcBef>
                <a:spcPts val="2099"/>
              </a:spcBef>
              <a:spcAft>
                <a:spcPts val="0"/>
              </a:spcAft>
              <a:buSzPts val="1900"/>
              <a:buChar char="○"/>
              <a:defRPr/>
            </a:lvl5pPr>
            <a:lvl6pPr marL="2743246" lvl="5" indent="-349255">
              <a:spcBef>
                <a:spcPts val="2099"/>
              </a:spcBef>
              <a:spcAft>
                <a:spcPts val="0"/>
              </a:spcAft>
              <a:buSzPts val="1900"/>
              <a:buChar char="■"/>
              <a:defRPr/>
            </a:lvl6pPr>
            <a:lvl7pPr marL="3200453" lvl="6" indent="-349255">
              <a:spcBef>
                <a:spcPts val="2099"/>
              </a:spcBef>
              <a:spcAft>
                <a:spcPts val="0"/>
              </a:spcAft>
              <a:buSzPts val="1900"/>
              <a:buChar char="●"/>
              <a:defRPr/>
            </a:lvl7pPr>
            <a:lvl8pPr marL="3657661" lvl="7" indent="-349255">
              <a:spcBef>
                <a:spcPts val="2099"/>
              </a:spcBef>
              <a:spcAft>
                <a:spcPts val="0"/>
              </a:spcAft>
              <a:buSzPts val="1900"/>
              <a:buChar char="○"/>
              <a:defRPr/>
            </a:lvl8pPr>
            <a:lvl9pPr marL="4114868" lvl="8" indent="-349255">
              <a:spcBef>
                <a:spcPts val="2099"/>
              </a:spcBef>
              <a:spcAft>
                <a:spcPts val="2099"/>
              </a:spcAft>
              <a:buSzPts val="1900"/>
              <a:buChar char="■"/>
              <a:defRPr/>
            </a:lvl9pPr>
          </a:lstStyle>
          <a:p>
            <a:endParaRPr/>
          </a:p>
        </p:txBody>
      </p:sp>
      <p:sp>
        <p:nvSpPr>
          <p:cNvPr id="40" name="Google Shape;40;p9"/>
          <p:cNvSpPr txBox="1">
            <a:spLocks noGrp="1"/>
          </p:cNvSpPr>
          <p:nvPr>
            <p:ph type="sldNum" idx="12"/>
          </p:nvPr>
        </p:nvSpPr>
        <p:spPr>
          <a:xfrm>
            <a:off x="11293784" y="6217622"/>
            <a:ext cx="731400" cy="524700"/>
          </a:xfrm>
          <a:prstGeom prst="rect">
            <a:avLst/>
          </a:prstGeom>
        </p:spPr>
        <p:txBody>
          <a:bodyPr spcFirstLastPara="1" wrap="square" lIns="121875" tIns="121875" rIns="121875" bIns="121875" anchor="ctr" anchorCtr="0">
            <a:noAutofit/>
          </a:bodyPr>
          <a:lstStyle>
            <a:lvl1pPr lvl="0">
              <a:buNone/>
              <a:defRPr/>
            </a:lvl1pPr>
            <a:lvl2pPr lvl="1">
              <a:buNone/>
              <a:defRPr/>
            </a:lvl2pPr>
            <a:lvl3pPr lvl="2">
              <a:buNone/>
              <a:defRPr/>
            </a:lvl3pPr>
            <a:lvl4pPr lvl="3">
              <a:buNone/>
              <a:defRPr/>
            </a:lvl4pPr>
            <a:lvl5pPr lvl="4">
              <a:buNone/>
              <a:defRPr/>
            </a:lvl5pPr>
            <a:lvl6pPr lvl="5">
              <a:buNone/>
              <a:defRPr/>
            </a:lvl6pPr>
            <a:lvl7pPr lvl="6">
              <a:buNone/>
              <a:defRPr/>
            </a:lvl7pPr>
            <a:lvl8pPr lvl="7">
              <a:buNone/>
              <a:defRPr/>
            </a:lvl8pPr>
            <a:lvl9pPr lvl="8">
              <a:buNone/>
              <a:defRPr/>
            </a:lvl9pPr>
          </a:lstStyle>
          <a:p>
            <a:fld id="{00000000-1234-1234-1234-123412341234}" type="slidenum">
              <a:rPr lang="en" smtClean="0"/>
              <a:pPr/>
              <a:t>‹#›</a:t>
            </a:fld>
            <a:endParaRPr lang="en"/>
          </a:p>
        </p:txBody>
      </p:sp>
    </p:spTree>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matchingName="Caption">
  <p:cSld name="CAPTION_ONLY">
    <p:spTree>
      <p:nvGrpSpPr>
        <p:cNvPr id="1" name="Shape 41"/>
        <p:cNvGrpSpPr/>
        <p:nvPr/>
      </p:nvGrpSpPr>
      <p:grpSpPr>
        <a:xfrm>
          <a:off x="0" y="0"/>
          <a:ext cx="0" cy="0"/>
          <a:chOff x="0" y="0"/>
          <a:chExt cx="0" cy="0"/>
        </a:xfrm>
      </p:grpSpPr>
      <p:sp>
        <p:nvSpPr>
          <p:cNvPr id="42" name="Google Shape;42;p10"/>
          <p:cNvSpPr txBox="1">
            <a:spLocks noGrp="1"/>
          </p:cNvSpPr>
          <p:nvPr>
            <p:ph type="body" idx="1"/>
          </p:nvPr>
        </p:nvSpPr>
        <p:spPr>
          <a:xfrm>
            <a:off x="415496" y="5640767"/>
            <a:ext cx="7996500" cy="806700"/>
          </a:xfrm>
          <a:prstGeom prst="rect">
            <a:avLst/>
          </a:prstGeom>
        </p:spPr>
        <p:txBody>
          <a:bodyPr spcFirstLastPara="1" wrap="square" lIns="121875" tIns="121875" rIns="121875" bIns="121875" anchor="ctr" anchorCtr="0">
            <a:noAutofit/>
          </a:bodyPr>
          <a:lstStyle>
            <a:lvl1pPr marL="457207" lvl="0" indent="-228604">
              <a:lnSpc>
                <a:spcPct val="100000"/>
              </a:lnSpc>
              <a:spcBef>
                <a:spcPts val="0"/>
              </a:spcBef>
              <a:spcAft>
                <a:spcPts val="0"/>
              </a:spcAft>
              <a:buSzPts val="2400"/>
              <a:buNone/>
              <a:defRPr/>
            </a:lvl1pPr>
          </a:lstStyle>
          <a:p>
            <a:endParaRPr/>
          </a:p>
        </p:txBody>
      </p:sp>
      <p:sp>
        <p:nvSpPr>
          <p:cNvPr id="43" name="Google Shape;43;p10"/>
          <p:cNvSpPr txBox="1">
            <a:spLocks noGrp="1"/>
          </p:cNvSpPr>
          <p:nvPr>
            <p:ph type="sldNum" idx="12"/>
          </p:nvPr>
        </p:nvSpPr>
        <p:spPr>
          <a:xfrm>
            <a:off x="11293784" y="6217622"/>
            <a:ext cx="731400" cy="524700"/>
          </a:xfrm>
          <a:prstGeom prst="rect">
            <a:avLst/>
          </a:prstGeom>
        </p:spPr>
        <p:txBody>
          <a:bodyPr spcFirstLastPara="1" wrap="square" lIns="121875" tIns="121875" rIns="121875" bIns="121875" anchor="ctr" anchorCtr="0">
            <a:noAutofit/>
          </a:bodyPr>
          <a:lstStyle>
            <a:lvl1pPr lvl="0">
              <a:buNone/>
              <a:defRPr/>
            </a:lvl1pPr>
            <a:lvl2pPr lvl="1">
              <a:buNone/>
              <a:defRPr/>
            </a:lvl2pPr>
            <a:lvl3pPr lvl="2">
              <a:buNone/>
              <a:defRPr/>
            </a:lvl3pPr>
            <a:lvl4pPr lvl="3">
              <a:buNone/>
              <a:defRPr/>
            </a:lvl4pPr>
            <a:lvl5pPr lvl="4">
              <a:buNone/>
              <a:defRPr/>
            </a:lvl5pPr>
            <a:lvl6pPr lvl="5">
              <a:buNone/>
              <a:defRPr/>
            </a:lvl6pPr>
            <a:lvl7pPr lvl="6">
              <a:buNone/>
              <a:defRPr/>
            </a:lvl7pPr>
            <a:lvl8pPr lvl="7">
              <a:buNone/>
              <a:defRPr/>
            </a:lvl8pPr>
            <a:lvl9pPr lvl="8">
              <a:buNone/>
              <a:defRPr/>
            </a:lvl9pPr>
          </a:lstStyle>
          <a:p>
            <a:fld id="{00000000-1234-1234-1234-123412341234}" type="slidenum">
              <a:rPr lang="en" smtClean="0"/>
              <a:pPr/>
              <a:t>‹#›</a:t>
            </a:fld>
            <a:endParaRPr lang="en"/>
          </a:p>
        </p:txBody>
      </p:sp>
    </p:spTree>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matchingName="Big number">
  <p:cSld name="BIG_NUMBER">
    <p:spTree>
      <p:nvGrpSpPr>
        <p:cNvPr id="1" name="Shape 44"/>
        <p:cNvGrpSpPr/>
        <p:nvPr/>
      </p:nvGrpSpPr>
      <p:grpSpPr>
        <a:xfrm>
          <a:off x="0" y="0"/>
          <a:ext cx="0" cy="0"/>
          <a:chOff x="0" y="0"/>
          <a:chExt cx="0" cy="0"/>
        </a:xfrm>
      </p:grpSpPr>
      <p:sp>
        <p:nvSpPr>
          <p:cNvPr id="45" name="Google Shape;45;p11"/>
          <p:cNvSpPr txBox="1">
            <a:spLocks noGrp="1"/>
          </p:cNvSpPr>
          <p:nvPr>
            <p:ph type="title" hasCustomPrompt="1"/>
          </p:nvPr>
        </p:nvSpPr>
        <p:spPr>
          <a:xfrm>
            <a:off x="415496" y="1474833"/>
            <a:ext cx="11358000" cy="2618100"/>
          </a:xfrm>
          <a:prstGeom prst="rect">
            <a:avLst/>
          </a:prstGeom>
        </p:spPr>
        <p:txBody>
          <a:bodyPr spcFirstLastPara="1" wrap="square" lIns="121875" tIns="121875" rIns="121875" bIns="121875" anchor="b" anchorCtr="0">
            <a:noAutofit/>
          </a:bodyPr>
          <a:lstStyle>
            <a:lvl1pPr lvl="0" algn="ctr">
              <a:spcBef>
                <a:spcPts val="0"/>
              </a:spcBef>
              <a:spcAft>
                <a:spcPts val="0"/>
              </a:spcAft>
              <a:buSzPts val="16000"/>
              <a:buNone/>
              <a:defRPr sz="16000"/>
            </a:lvl1pPr>
            <a:lvl2pPr lvl="1" algn="ctr">
              <a:spcBef>
                <a:spcPts val="0"/>
              </a:spcBef>
              <a:spcAft>
                <a:spcPts val="0"/>
              </a:spcAft>
              <a:buSzPts val="16000"/>
              <a:buNone/>
              <a:defRPr sz="16000"/>
            </a:lvl2pPr>
            <a:lvl3pPr lvl="2" algn="ctr">
              <a:spcBef>
                <a:spcPts val="0"/>
              </a:spcBef>
              <a:spcAft>
                <a:spcPts val="0"/>
              </a:spcAft>
              <a:buSzPts val="16000"/>
              <a:buNone/>
              <a:defRPr sz="16000"/>
            </a:lvl3pPr>
            <a:lvl4pPr lvl="3" algn="ctr">
              <a:spcBef>
                <a:spcPts val="0"/>
              </a:spcBef>
              <a:spcAft>
                <a:spcPts val="0"/>
              </a:spcAft>
              <a:buSzPts val="16000"/>
              <a:buNone/>
              <a:defRPr sz="16000"/>
            </a:lvl4pPr>
            <a:lvl5pPr lvl="4" algn="ctr">
              <a:spcBef>
                <a:spcPts val="0"/>
              </a:spcBef>
              <a:spcAft>
                <a:spcPts val="0"/>
              </a:spcAft>
              <a:buSzPts val="16000"/>
              <a:buNone/>
              <a:defRPr sz="16000"/>
            </a:lvl5pPr>
            <a:lvl6pPr lvl="5" algn="ctr">
              <a:spcBef>
                <a:spcPts val="0"/>
              </a:spcBef>
              <a:spcAft>
                <a:spcPts val="0"/>
              </a:spcAft>
              <a:buSzPts val="16000"/>
              <a:buNone/>
              <a:defRPr sz="16000"/>
            </a:lvl6pPr>
            <a:lvl7pPr lvl="6" algn="ctr">
              <a:spcBef>
                <a:spcPts val="0"/>
              </a:spcBef>
              <a:spcAft>
                <a:spcPts val="0"/>
              </a:spcAft>
              <a:buSzPts val="16000"/>
              <a:buNone/>
              <a:defRPr sz="16000"/>
            </a:lvl7pPr>
            <a:lvl8pPr lvl="7" algn="ctr">
              <a:spcBef>
                <a:spcPts val="0"/>
              </a:spcBef>
              <a:spcAft>
                <a:spcPts val="0"/>
              </a:spcAft>
              <a:buSzPts val="16000"/>
              <a:buNone/>
              <a:defRPr sz="16000"/>
            </a:lvl8pPr>
            <a:lvl9pPr lvl="8" algn="ctr">
              <a:spcBef>
                <a:spcPts val="0"/>
              </a:spcBef>
              <a:spcAft>
                <a:spcPts val="0"/>
              </a:spcAft>
              <a:buSzPts val="16000"/>
              <a:buNone/>
              <a:defRPr sz="16000"/>
            </a:lvl9pPr>
          </a:lstStyle>
          <a:p>
            <a:r>
              <a:t>xx%</a:t>
            </a:r>
          </a:p>
        </p:txBody>
      </p:sp>
      <p:sp>
        <p:nvSpPr>
          <p:cNvPr id="46" name="Google Shape;46;p11"/>
          <p:cNvSpPr txBox="1">
            <a:spLocks noGrp="1"/>
          </p:cNvSpPr>
          <p:nvPr>
            <p:ph type="body" idx="1"/>
          </p:nvPr>
        </p:nvSpPr>
        <p:spPr>
          <a:xfrm>
            <a:off x="415496" y="4202967"/>
            <a:ext cx="11358000" cy="1734300"/>
          </a:xfrm>
          <a:prstGeom prst="rect">
            <a:avLst/>
          </a:prstGeom>
        </p:spPr>
        <p:txBody>
          <a:bodyPr spcFirstLastPara="1" wrap="square" lIns="121875" tIns="121875" rIns="121875" bIns="121875" anchor="t" anchorCtr="0">
            <a:noAutofit/>
          </a:bodyPr>
          <a:lstStyle>
            <a:lvl1pPr marL="457207" lvl="0" indent="-381006" algn="ctr">
              <a:spcBef>
                <a:spcPts val="0"/>
              </a:spcBef>
              <a:spcAft>
                <a:spcPts val="0"/>
              </a:spcAft>
              <a:buSzPts val="2400"/>
              <a:buChar char="●"/>
              <a:defRPr/>
            </a:lvl1pPr>
            <a:lvl2pPr marL="914415" lvl="1" indent="-349255" algn="ctr">
              <a:spcBef>
                <a:spcPts val="2099"/>
              </a:spcBef>
              <a:spcAft>
                <a:spcPts val="0"/>
              </a:spcAft>
              <a:buSzPts val="1900"/>
              <a:buChar char="○"/>
              <a:defRPr/>
            </a:lvl2pPr>
            <a:lvl3pPr marL="1371622" lvl="2" indent="-349255" algn="ctr">
              <a:spcBef>
                <a:spcPts val="2099"/>
              </a:spcBef>
              <a:spcAft>
                <a:spcPts val="0"/>
              </a:spcAft>
              <a:buSzPts val="1900"/>
              <a:buChar char="■"/>
              <a:defRPr/>
            </a:lvl3pPr>
            <a:lvl4pPr marL="1828831" lvl="3" indent="-349255" algn="ctr">
              <a:spcBef>
                <a:spcPts val="2099"/>
              </a:spcBef>
              <a:spcAft>
                <a:spcPts val="0"/>
              </a:spcAft>
              <a:buSzPts val="1900"/>
              <a:buChar char="●"/>
              <a:defRPr/>
            </a:lvl4pPr>
            <a:lvl5pPr marL="2286038" lvl="4" indent="-349255" algn="ctr">
              <a:spcBef>
                <a:spcPts val="2099"/>
              </a:spcBef>
              <a:spcAft>
                <a:spcPts val="0"/>
              </a:spcAft>
              <a:buSzPts val="1900"/>
              <a:buChar char="○"/>
              <a:defRPr/>
            </a:lvl5pPr>
            <a:lvl6pPr marL="2743246" lvl="5" indent="-349255" algn="ctr">
              <a:spcBef>
                <a:spcPts val="2099"/>
              </a:spcBef>
              <a:spcAft>
                <a:spcPts val="0"/>
              </a:spcAft>
              <a:buSzPts val="1900"/>
              <a:buChar char="■"/>
              <a:defRPr/>
            </a:lvl6pPr>
            <a:lvl7pPr marL="3200453" lvl="6" indent="-349255" algn="ctr">
              <a:spcBef>
                <a:spcPts val="2099"/>
              </a:spcBef>
              <a:spcAft>
                <a:spcPts val="0"/>
              </a:spcAft>
              <a:buSzPts val="1900"/>
              <a:buChar char="●"/>
              <a:defRPr/>
            </a:lvl7pPr>
            <a:lvl8pPr marL="3657661" lvl="7" indent="-349255" algn="ctr">
              <a:spcBef>
                <a:spcPts val="2099"/>
              </a:spcBef>
              <a:spcAft>
                <a:spcPts val="0"/>
              </a:spcAft>
              <a:buSzPts val="1900"/>
              <a:buChar char="○"/>
              <a:defRPr/>
            </a:lvl8pPr>
            <a:lvl9pPr marL="4114868" lvl="8" indent="-349255" algn="ctr">
              <a:spcBef>
                <a:spcPts val="2099"/>
              </a:spcBef>
              <a:spcAft>
                <a:spcPts val="2099"/>
              </a:spcAft>
              <a:buSzPts val="1900"/>
              <a:buChar char="■"/>
              <a:defRPr/>
            </a:lvl9pPr>
          </a:lstStyle>
          <a:p>
            <a:endParaRPr/>
          </a:p>
        </p:txBody>
      </p:sp>
      <p:sp>
        <p:nvSpPr>
          <p:cNvPr id="47" name="Google Shape;47;p11"/>
          <p:cNvSpPr txBox="1">
            <a:spLocks noGrp="1"/>
          </p:cNvSpPr>
          <p:nvPr>
            <p:ph type="sldNum" idx="12"/>
          </p:nvPr>
        </p:nvSpPr>
        <p:spPr>
          <a:xfrm>
            <a:off x="11293784" y="6217622"/>
            <a:ext cx="731400" cy="524700"/>
          </a:xfrm>
          <a:prstGeom prst="rect">
            <a:avLst/>
          </a:prstGeom>
        </p:spPr>
        <p:txBody>
          <a:bodyPr spcFirstLastPara="1" wrap="square" lIns="121875" tIns="121875" rIns="121875" bIns="121875" anchor="ctr" anchorCtr="0">
            <a:noAutofit/>
          </a:bodyPr>
          <a:lstStyle>
            <a:lvl1pPr lvl="0">
              <a:buNone/>
              <a:defRPr/>
            </a:lvl1pPr>
            <a:lvl2pPr lvl="1">
              <a:buNone/>
              <a:defRPr/>
            </a:lvl2pPr>
            <a:lvl3pPr lvl="2">
              <a:buNone/>
              <a:defRPr/>
            </a:lvl3pPr>
            <a:lvl4pPr lvl="3">
              <a:buNone/>
              <a:defRPr/>
            </a:lvl4pPr>
            <a:lvl5pPr lvl="4">
              <a:buNone/>
              <a:defRPr/>
            </a:lvl5pPr>
            <a:lvl6pPr lvl="5">
              <a:buNone/>
              <a:defRPr/>
            </a:lvl6pPr>
            <a:lvl7pPr lvl="6">
              <a:buNone/>
              <a:defRPr/>
            </a:lvl7pPr>
            <a:lvl8pPr lvl="7">
              <a:buNone/>
              <a:defRPr/>
            </a:lvl8pPr>
            <a:lvl9pPr lvl="8">
              <a:buNone/>
              <a:defRPr/>
            </a:lvl9pPr>
          </a:lstStyle>
          <a:p>
            <a:fld id="{00000000-1234-1234-1234-123412341234}" type="slidenum">
              <a:rPr lang="en" smtClean="0"/>
              <a:pPr/>
              <a:t>‹#›</a:t>
            </a:fld>
            <a:endParaRPr lang="en"/>
          </a:p>
        </p:txBody>
      </p:sp>
    </p:spTree>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matchingName="Blank" type="blank">
  <p:cSld name="BLANK">
    <p:spTree>
      <p:nvGrpSpPr>
        <p:cNvPr id="1" name="Shape 48"/>
        <p:cNvGrpSpPr/>
        <p:nvPr/>
      </p:nvGrpSpPr>
      <p:grpSpPr>
        <a:xfrm>
          <a:off x="0" y="0"/>
          <a:ext cx="0" cy="0"/>
          <a:chOff x="0" y="0"/>
          <a:chExt cx="0" cy="0"/>
        </a:xfrm>
      </p:grpSpPr>
      <p:sp>
        <p:nvSpPr>
          <p:cNvPr id="49" name="Google Shape;49;p12"/>
          <p:cNvSpPr txBox="1">
            <a:spLocks noGrp="1"/>
          </p:cNvSpPr>
          <p:nvPr>
            <p:ph type="sldNum" idx="12"/>
          </p:nvPr>
        </p:nvSpPr>
        <p:spPr>
          <a:xfrm>
            <a:off x="11293784" y="6217622"/>
            <a:ext cx="731400" cy="524700"/>
          </a:xfrm>
          <a:prstGeom prst="rect">
            <a:avLst/>
          </a:prstGeom>
        </p:spPr>
        <p:txBody>
          <a:bodyPr spcFirstLastPara="1" wrap="square" lIns="121875" tIns="121875" rIns="121875" bIns="121875" anchor="ctr" anchorCtr="0">
            <a:noAutofit/>
          </a:bodyPr>
          <a:lstStyle>
            <a:lvl1pPr lvl="0">
              <a:buNone/>
              <a:defRPr/>
            </a:lvl1pPr>
            <a:lvl2pPr lvl="1">
              <a:buNone/>
              <a:defRPr/>
            </a:lvl2pPr>
            <a:lvl3pPr lvl="2">
              <a:buNone/>
              <a:defRPr/>
            </a:lvl3pPr>
            <a:lvl4pPr lvl="3">
              <a:buNone/>
              <a:defRPr/>
            </a:lvl4pPr>
            <a:lvl5pPr lvl="4">
              <a:buNone/>
              <a:defRPr/>
            </a:lvl5pPr>
            <a:lvl6pPr lvl="5">
              <a:buNone/>
              <a:defRPr/>
            </a:lvl6pPr>
            <a:lvl7pPr lvl="6">
              <a:buNone/>
              <a:defRPr/>
            </a:lvl7pPr>
            <a:lvl8pPr lvl="7">
              <a:buNone/>
              <a:defRPr/>
            </a:lvl8pPr>
            <a:lvl9pPr lvl="8">
              <a:buNone/>
              <a:defRPr/>
            </a:lvl9pPr>
          </a:lstStyle>
          <a:p>
            <a:fld id="{00000000-1234-1234-1234-123412341234}" type="slidenum">
              <a:rPr lang="en" smtClean="0"/>
              <a:pPr/>
              <a:t>‹#›</a:t>
            </a:fld>
            <a:endParaRPr lang="en"/>
          </a:p>
        </p:txBody>
      </p:sp>
    </p:spTree>
  </p:cSld>
  <p:clrMapOvr>
    <a:masterClrMapping/>
  </p:clrMapOvr>
</p:sldLayout>
</file>

<file path=ppt/slideLayouts/slideLayout12.xml><?xml version="1.0" encoding="utf-8"?>
<p:sldLayout xmlns:a="http://schemas.openxmlformats.org/drawingml/2006/main" xmlns:r="http://schemas.openxmlformats.org/officeDocument/2006/relationships" xmlns:p="http://schemas.openxmlformats.org/presentationml/2006/main" matchingName="Cover C" userDrawn="1">
  <p:cSld name="1_Cover C">
    <p:bg>
      <p:bgPr>
        <a:solidFill>
          <a:srgbClr val="030A14"/>
        </a:solidFill>
        <a:effectLst/>
      </p:bgPr>
    </p:bg>
    <p:spTree>
      <p:nvGrpSpPr>
        <p:cNvPr id="1" name="Shape 53"/>
        <p:cNvGrpSpPr/>
        <p:nvPr/>
      </p:nvGrpSpPr>
      <p:grpSpPr>
        <a:xfrm>
          <a:off x="0" y="0"/>
          <a:ext cx="0" cy="0"/>
          <a:chOff x="0" y="0"/>
          <a:chExt cx="0" cy="0"/>
        </a:xfrm>
      </p:grpSpPr>
      <p:sp>
        <p:nvSpPr>
          <p:cNvPr id="54" name="Google Shape;54;p14"/>
          <p:cNvSpPr txBox="1">
            <a:spLocks noGrp="1"/>
          </p:cNvSpPr>
          <p:nvPr>
            <p:ph type="title"/>
          </p:nvPr>
        </p:nvSpPr>
        <p:spPr>
          <a:xfrm>
            <a:off x="455623" y="2364060"/>
            <a:ext cx="8915583" cy="3789320"/>
          </a:xfrm>
          <a:prstGeom prst="rect">
            <a:avLst/>
          </a:prstGeom>
          <a:noFill/>
          <a:ln>
            <a:noFill/>
          </a:ln>
        </p:spPr>
        <p:txBody>
          <a:bodyPr spcFirstLastPara="1" wrap="square" lIns="0" tIns="0" rIns="0" bIns="0" anchor="ctr" anchorCtr="0">
            <a:noAutofit/>
          </a:bodyPr>
          <a:lstStyle>
            <a:lvl1pPr lvl="0" algn="l">
              <a:lnSpc>
                <a:spcPct val="80000"/>
              </a:lnSpc>
              <a:spcBef>
                <a:spcPts val="0"/>
              </a:spcBef>
              <a:spcAft>
                <a:spcPts val="0"/>
              </a:spcAft>
              <a:buClr>
                <a:schemeClr val="lt1"/>
              </a:buClr>
              <a:buSzPts val="9600"/>
              <a:buFont typeface="Roboto"/>
              <a:buNone/>
              <a:defRPr sz="9600" b="0" i="0" cap="none">
                <a:solidFill>
                  <a:schemeClr val="lt1"/>
                </a:solidFill>
                <a:latin typeface="Roboto"/>
                <a:ea typeface="Roboto"/>
                <a:cs typeface="Roboto"/>
                <a:sym typeface="Roboto"/>
              </a:defRPr>
            </a:lvl1pPr>
            <a:lvl2pPr lvl="1">
              <a:spcBef>
                <a:spcPts val="0"/>
              </a:spcBef>
              <a:spcAft>
                <a:spcPts val="0"/>
              </a:spcAft>
              <a:buSzPts val="1400"/>
              <a:buNone/>
              <a:defRPr/>
            </a:lvl2pPr>
            <a:lvl3pPr lvl="2">
              <a:spcBef>
                <a:spcPts val="0"/>
              </a:spcBef>
              <a:spcAft>
                <a:spcPts val="0"/>
              </a:spcAft>
              <a:buSzPts val="1400"/>
              <a:buNone/>
              <a:defRPr/>
            </a:lvl3pPr>
            <a:lvl4pPr lvl="3">
              <a:spcBef>
                <a:spcPts val="0"/>
              </a:spcBef>
              <a:spcAft>
                <a:spcPts val="0"/>
              </a:spcAft>
              <a:buSzPts val="1400"/>
              <a:buNone/>
              <a:defRPr/>
            </a:lvl4pPr>
            <a:lvl5pPr lvl="4">
              <a:spcBef>
                <a:spcPts val="0"/>
              </a:spcBef>
              <a:spcAft>
                <a:spcPts val="0"/>
              </a:spcAft>
              <a:buSzPts val="1400"/>
              <a:buNone/>
              <a:defRPr/>
            </a:lvl5pPr>
            <a:lvl6pPr lvl="5">
              <a:spcBef>
                <a:spcPts val="0"/>
              </a:spcBef>
              <a:spcAft>
                <a:spcPts val="0"/>
              </a:spcAft>
              <a:buSzPts val="1400"/>
              <a:buNone/>
              <a:defRPr/>
            </a:lvl6pPr>
            <a:lvl7pPr lvl="6">
              <a:spcBef>
                <a:spcPts val="0"/>
              </a:spcBef>
              <a:spcAft>
                <a:spcPts val="0"/>
              </a:spcAft>
              <a:buSzPts val="1400"/>
              <a:buNone/>
              <a:defRPr/>
            </a:lvl7pPr>
            <a:lvl8pPr lvl="7">
              <a:spcBef>
                <a:spcPts val="0"/>
              </a:spcBef>
              <a:spcAft>
                <a:spcPts val="0"/>
              </a:spcAft>
              <a:buSzPts val="1400"/>
              <a:buNone/>
              <a:defRPr/>
            </a:lvl8pPr>
            <a:lvl9pPr lvl="8">
              <a:spcBef>
                <a:spcPts val="0"/>
              </a:spcBef>
              <a:spcAft>
                <a:spcPts val="0"/>
              </a:spcAft>
              <a:buSzPts val="1400"/>
              <a:buNone/>
              <a:defRPr/>
            </a:lvl9pPr>
          </a:lstStyle>
          <a:p>
            <a:endParaRPr dirty="0"/>
          </a:p>
        </p:txBody>
      </p:sp>
      <p:sp>
        <p:nvSpPr>
          <p:cNvPr id="58" name="Google Shape;58;p14"/>
          <p:cNvSpPr txBox="1"/>
          <p:nvPr/>
        </p:nvSpPr>
        <p:spPr>
          <a:xfrm>
            <a:off x="2817815" y="6212114"/>
            <a:ext cx="8915583" cy="417286"/>
          </a:xfrm>
          <a:prstGeom prst="rect">
            <a:avLst/>
          </a:prstGeom>
          <a:noFill/>
          <a:ln>
            <a:noFill/>
          </a:ln>
        </p:spPr>
        <p:txBody>
          <a:bodyPr spcFirstLastPara="1" wrap="square" lIns="0" tIns="0" rIns="0" bIns="0" anchor="b" anchorCtr="0">
            <a:noAutofit/>
          </a:bodyPr>
          <a:lstStyle/>
          <a:p>
            <a:pPr algn="r"/>
            <a:r>
              <a:rPr lang="en-US" sz="1200" b="0" i="0" u="none" strike="noStrike" cap="none" dirty="0">
                <a:solidFill>
                  <a:schemeClr val="bg1"/>
                </a:solidFill>
                <a:effectLst/>
                <a:latin typeface="Roboto" panose="02000000000000000000" pitchFamily="2" charset="0"/>
                <a:ea typeface="Roboto" panose="02000000000000000000" pitchFamily="2" charset="0"/>
                <a:cs typeface="Arial"/>
                <a:sym typeface="Arial"/>
              </a:rPr>
              <a:t>This work was created by </a:t>
            </a:r>
            <a:r>
              <a:rPr lang="en-US" sz="1200" b="1" i="0" u="none" strike="noStrike" cap="none" dirty="0">
                <a:solidFill>
                  <a:schemeClr val="bg1"/>
                </a:solidFill>
                <a:effectLst/>
                <a:latin typeface="Roboto" panose="02000000000000000000" pitchFamily="2" charset="0"/>
                <a:ea typeface="Roboto" panose="02000000000000000000" pitchFamily="2" charset="0"/>
                <a:cs typeface="Arial"/>
                <a:sym typeface="Arial"/>
              </a:rPr>
              <a:t>Motional</a:t>
            </a:r>
            <a:r>
              <a:rPr lang="en-US" sz="1200" b="0" i="0" u="none" strike="noStrike" cap="none" dirty="0">
                <a:solidFill>
                  <a:schemeClr val="bg1"/>
                </a:solidFill>
                <a:effectLst/>
                <a:latin typeface="Roboto" panose="02000000000000000000" pitchFamily="2" charset="0"/>
                <a:ea typeface="Roboto" panose="02000000000000000000" pitchFamily="2" charset="0"/>
                <a:cs typeface="Arial"/>
                <a:sym typeface="Arial"/>
              </a:rPr>
              <a:t> and is licensed under the </a:t>
            </a:r>
            <a:r>
              <a:rPr lang="en-US" sz="1200" b="1" i="0" u="none" strike="noStrike" cap="none" dirty="0">
                <a:solidFill>
                  <a:schemeClr val="bg1"/>
                </a:solidFill>
                <a:effectLst/>
                <a:latin typeface="Roboto" panose="02000000000000000000" pitchFamily="2" charset="0"/>
                <a:ea typeface="Roboto" panose="02000000000000000000" pitchFamily="2" charset="0"/>
                <a:cs typeface="Arial"/>
                <a:sym typeface="Arial"/>
              </a:rPr>
              <a:t>Creative Commons Attribution-Share Alike (CC BY-SA-4.0)</a:t>
            </a:r>
            <a:r>
              <a:rPr lang="en-US" sz="1200" b="0" i="0" u="none" strike="noStrike" cap="none" dirty="0">
                <a:solidFill>
                  <a:schemeClr val="bg1"/>
                </a:solidFill>
                <a:effectLst/>
                <a:latin typeface="Roboto" panose="02000000000000000000" pitchFamily="2" charset="0"/>
                <a:ea typeface="Roboto" panose="02000000000000000000" pitchFamily="2" charset="0"/>
                <a:cs typeface="Arial"/>
                <a:sym typeface="Arial"/>
              </a:rPr>
              <a:t> License.</a:t>
            </a:r>
          </a:p>
          <a:p>
            <a:pPr algn="r"/>
            <a:r>
              <a:rPr lang="en-US" sz="1200" b="1" i="0" u="sng" strike="noStrike" cap="none" dirty="0">
                <a:solidFill>
                  <a:schemeClr val="bg1"/>
                </a:solidFill>
                <a:effectLst/>
                <a:latin typeface="Courier New" panose="02070309020205020404" pitchFamily="49" charset="0"/>
                <a:ea typeface="Roboto" panose="02000000000000000000" pitchFamily="2" charset="0"/>
                <a:cs typeface="Courier New" panose="02070309020205020404" pitchFamily="49" charset="0"/>
                <a:sym typeface="Arial"/>
                <a:hlinkClick r:id="rId2">
                  <a:extLst>
                    <a:ext uri="{A12FA001-AC4F-418D-AE19-62706E023703}">
                      <ahyp:hlinkClr xmlns:ahyp="http://schemas.microsoft.com/office/drawing/2018/hyperlinkcolor" val="tx"/>
                    </a:ext>
                  </a:extLst>
                </a:hlinkClick>
              </a:rPr>
              <a:t>https://creativecommons.org/licenses/by/4.0/legalcode</a:t>
            </a:r>
            <a:endParaRPr lang="en-US" sz="1200" b="0" i="0" u="none" strike="noStrike" cap="none" dirty="0">
              <a:solidFill>
                <a:schemeClr val="bg1"/>
              </a:solidFill>
              <a:effectLst/>
              <a:latin typeface="Courier New" panose="02070309020205020404" pitchFamily="49" charset="0"/>
              <a:ea typeface="Roboto" panose="02000000000000000000" pitchFamily="2" charset="0"/>
              <a:cs typeface="Courier New" panose="02070309020205020404" pitchFamily="49" charset="0"/>
              <a:sym typeface="Arial"/>
            </a:endParaRPr>
          </a:p>
        </p:txBody>
      </p:sp>
    </p:spTree>
  </p:cSld>
  <p:clrMapOvr>
    <a:masterClrMapping/>
  </p:clrMapOvr>
  <mc:AlternateContent xmlns:mc="http://schemas.openxmlformats.org/markup-compatibility/2006" xmlns:p14="http://schemas.microsoft.com/office/powerpoint/2010/main">
    <mc:Choice Requires="p14">
      <p:transition p14:dur="250">
        <p:fade/>
      </p:transition>
    </mc:Choice>
    <mc:Fallback xmlns:ahyp="http://schemas.microsoft.com/office/drawing/2018/hyperlinkcolor" xmlns:p15="http://schemas.microsoft.com/office/powerpoint/2012/main" xmlns:com="http://schemas.openxmlformats.org/drawingml/2006/compatibility" xmlns:pvml="urn:schemas-microsoft-com:office:powerpoint" xmlns:v="urn:schemas-microsoft-com:vml" xmlns:o="urn:schemas-microsoft-com:office:office" xmlns:dgm="http://schemas.openxmlformats.org/drawingml/2006/diagram" xmlns:c="http://schemas.openxmlformats.org/drawingml/2006/chart" xmlns:mv="urn:schemas-microsoft-com:mac:vml" xmlns="">
      <p:transition>
        <p:fade/>
      </p:transition>
    </mc:Fallback>
  </mc:AlternateContent>
</p:sldLayout>
</file>

<file path=ppt/slideLayouts/slideLayout13.xml><?xml version="1.0" encoding="utf-8"?>
<p:sldLayout xmlns:a="http://schemas.openxmlformats.org/drawingml/2006/main" xmlns:r="http://schemas.openxmlformats.org/officeDocument/2006/relationships" xmlns:p="http://schemas.openxmlformats.org/presentationml/2006/main" matchingName="WHITE Subhead | Title">
  <p:cSld name="1_WHITE Subhead | Title">
    <p:spTree>
      <p:nvGrpSpPr>
        <p:cNvPr id="1" name="Shape 59"/>
        <p:cNvGrpSpPr/>
        <p:nvPr/>
      </p:nvGrpSpPr>
      <p:grpSpPr>
        <a:xfrm>
          <a:off x="0" y="0"/>
          <a:ext cx="0" cy="0"/>
          <a:chOff x="0" y="0"/>
          <a:chExt cx="0" cy="0"/>
        </a:xfrm>
      </p:grpSpPr>
      <p:sp>
        <p:nvSpPr>
          <p:cNvPr id="60" name="Google Shape;60;p15"/>
          <p:cNvSpPr txBox="1">
            <a:spLocks noGrp="1"/>
          </p:cNvSpPr>
          <p:nvPr>
            <p:ph type="title"/>
          </p:nvPr>
        </p:nvSpPr>
        <p:spPr>
          <a:xfrm>
            <a:off x="455623" y="731522"/>
            <a:ext cx="8915583" cy="524543"/>
          </a:xfrm>
          <a:prstGeom prst="rect">
            <a:avLst/>
          </a:prstGeom>
          <a:noFill/>
          <a:ln>
            <a:noFill/>
          </a:ln>
        </p:spPr>
        <p:txBody>
          <a:bodyPr spcFirstLastPara="1" wrap="square" lIns="0" tIns="0" rIns="0" bIns="0" anchor="t" anchorCtr="0">
            <a:noAutofit/>
          </a:bodyPr>
          <a:lstStyle>
            <a:lvl1pPr lvl="0" algn="l">
              <a:lnSpc>
                <a:spcPct val="80000"/>
              </a:lnSpc>
              <a:spcBef>
                <a:spcPts val="0"/>
              </a:spcBef>
              <a:spcAft>
                <a:spcPts val="0"/>
              </a:spcAft>
              <a:buClr>
                <a:schemeClr val="dk1"/>
              </a:buClr>
              <a:buSzPts val="3200"/>
              <a:buFont typeface="Roboto Medium"/>
              <a:buNone/>
              <a:defRPr/>
            </a:lvl1pPr>
            <a:lvl2pPr lvl="1">
              <a:spcBef>
                <a:spcPts val="0"/>
              </a:spcBef>
              <a:spcAft>
                <a:spcPts val="0"/>
              </a:spcAft>
              <a:buSzPts val="1400"/>
              <a:buNone/>
              <a:defRPr/>
            </a:lvl2pPr>
            <a:lvl3pPr lvl="2">
              <a:spcBef>
                <a:spcPts val="0"/>
              </a:spcBef>
              <a:spcAft>
                <a:spcPts val="0"/>
              </a:spcAft>
              <a:buSzPts val="1400"/>
              <a:buNone/>
              <a:defRPr/>
            </a:lvl3pPr>
            <a:lvl4pPr lvl="3">
              <a:spcBef>
                <a:spcPts val="0"/>
              </a:spcBef>
              <a:spcAft>
                <a:spcPts val="0"/>
              </a:spcAft>
              <a:buSzPts val="1400"/>
              <a:buNone/>
              <a:defRPr/>
            </a:lvl4pPr>
            <a:lvl5pPr lvl="4">
              <a:spcBef>
                <a:spcPts val="0"/>
              </a:spcBef>
              <a:spcAft>
                <a:spcPts val="0"/>
              </a:spcAft>
              <a:buSzPts val="1400"/>
              <a:buNone/>
              <a:defRPr/>
            </a:lvl5pPr>
            <a:lvl6pPr lvl="5">
              <a:spcBef>
                <a:spcPts val="0"/>
              </a:spcBef>
              <a:spcAft>
                <a:spcPts val="0"/>
              </a:spcAft>
              <a:buSzPts val="1400"/>
              <a:buNone/>
              <a:defRPr/>
            </a:lvl6pPr>
            <a:lvl7pPr lvl="6">
              <a:spcBef>
                <a:spcPts val="0"/>
              </a:spcBef>
              <a:spcAft>
                <a:spcPts val="0"/>
              </a:spcAft>
              <a:buSzPts val="1400"/>
              <a:buNone/>
              <a:defRPr/>
            </a:lvl7pPr>
            <a:lvl8pPr lvl="7">
              <a:spcBef>
                <a:spcPts val="0"/>
              </a:spcBef>
              <a:spcAft>
                <a:spcPts val="0"/>
              </a:spcAft>
              <a:buSzPts val="1400"/>
              <a:buNone/>
              <a:defRPr/>
            </a:lvl8pPr>
            <a:lvl9pPr lvl="8">
              <a:spcBef>
                <a:spcPts val="0"/>
              </a:spcBef>
              <a:spcAft>
                <a:spcPts val="0"/>
              </a:spcAft>
              <a:buSzPts val="1400"/>
              <a:buNone/>
              <a:defRPr/>
            </a:lvl9pPr>
          </a:lstStyle>
          <a:p>
            <a:endParaRPr/>
          </a:p>
        </p:txBody>
      </p:sp>
      <p:sp>
        <p:nvSpPr>
          <p:cNvPr id="61" name="Google Shape;61;p15"/>
          <p:cNvSpPr txBox="1">
            <a:spLocks noGrp="1"/>
          </p:cNvSpPr>
          <p:nvPr>
            <p:ph type="subTitle" idx="1"/>
          </p:nvPr>
        </p:nvSpPr>
        <p:spPr>
          <a:xfrm>
            <a:off x="455669" y="457200"/>
            <a:ext cx="8915492" cy="228600"/>
          </a:xfrm>
          <a:prstGeom prst="rect">
            <a:avLst/>
          </a:prstGeom>
          <a:noFill/>
          <a:ln>
            <a:noFill/>
          </a:ln>
        </p:spPr>
        <p:txBody>
          <a:bodyPr spcFirstLastPara="1" wrap="square" lIns="0" tIns="0" rIns="0" bIns="0" anchor="t" anchorCtr="0">
            <a:noAutofit/>
          </a:bodyPr>
          <a:lstStyle>
            <a:lvl1pPr lvl="0" algn="l">
              <a:spcBef>
                <a:spcPts val="0"/>
              </a:spcBef>
              <a:spcAft>
                <a:spcPts val="0"/>
              </a:spcAft>
              <a:buClr>
                <a:schemeClr val="lt2"/>
              </a:buClr>
              <a:buSzPts val="1400"/>
              <a:buFont typeface="Roboto Medium"/>
              <a:buNone/>
              <a:defRPr sz="1400">
                <a:solidFill>
                  <a:schemeClr val="lt2"/>
                </a:solidFill>
                <a:latin typeface="Roboto Medium"/>
                <a:ea typeface="Roboto Medium"/>
                <a:cs typeface="Roboto Medium"/>
                <a:sym typeface="Roboto Medium"/>
              </a:defRPr>
            </a:lvl1pPr>
            <a:lvl2pPr lvl="1" algn="l">
              <a:spcBef>
                <a:spcPts val="600"/>
              </a:spcBef>
              <a:spcAft>
                <a:spcPts val="0"/>
              </a:spcAft>
              <a:buClr>
                <a:schemeClr val="dk1"/>
              </a:buClr>
              <a:buSzPts val="1800"/>
              <a:buFont typeface="Roboto Medium"/>
              <a:buNone/>
              <a:defRPr>
                <a:latin typeface="Roboto Medium"/>
                <a:ea typeface="Roboto Medium"/>
                <a:cs typeface="Roboto Medium"/>
                <a:sym typeface="Roboto Medium"/>
              </a:defRPr>
            </a:lvl2pPr>
            <a:lvl3pPr lvl="2" algn="l">
              <a:spcBef>
                <a:spcPts val="600"/>
              </a:spcBef>
              <a:spcAft>
                <a:spcPts val="0"/>
              </a:spcAft>
              <a:buClr>
                <a:schemeClr val="dk1"/>
              </a:buClr>
              <a:buSzPts val="1600"/>
              <a:buFont typeface="Roboto Medium"/>
              <a:buNone/>
              <a:defRPr>
                <a:latin typeface="Roboto Medium"/>
                <a:ea typeface="Roboto Medium"/>
                <a:cs typeface="Roboto Medium"/>
                <a:sym typeface="Roboto Medium"/>
              </a:defRPr>
            </a:lvl3pPr>
            <a:lvl4pPr lvl="3" algn="l">
              <a:spcBef>
                <a:spcPts val="300"/>
              </a:spcBef>
              <a:spcAft>
                <a:spcPts val="0"/>
              </a:spcAft>
              <a:buClr>
                <a:schemeClr val="dk1"/>
              </a:buClr>
              <a:buSzPts val="1400"/>
              <a:buFont typeface="Roboto Medium"/>
              <a:buNone/>
              <a:defRPr>
                <a:latin typeface="Roboto Medium"/>
                <a:ea typeface="Roboto Medium"/>
                <a:cs typeface="Roboto Medium"/>
                <a:sym typeface="Roboto Medium"/>
              </a:defRPr>
            </a:lvl4pPr>
            <a:lvl5pPr lvl="4" algn="l">
              <a:spcBef>
                <a:spcPts val="300"/>
              </a:spcBef>
              <a:spcAft>
                <a:spcPts val="0"/>
              </a:spcAft>
              <a:buClr>
                <a:schemeClr val="dk1"/>
              </a:buClr>
              <a:buSzPts val="1200"/>
              <a:buFont typeface="Roboto Medium"/>
              <a:buNone/>
              <a:defRPr>
                <a:latin typeface="Roboto Medium"/>
                <a:ea typeface="Roboto Medium"/>
                <a:cs typeface="Roboto Medium"/>
                <a:sym typeface="Roboto Medium"/>
              </a:defRPr>
            </a:lvl5pPr>
            <a:lvl6pPr lvl="5" algn="l">
              <a:spcBef>
                <a:spcPts val="533"/>
              </a:spcBef>
              <a:spcAft>
                <a:spcPts val="0"/>
              </a:spcAft>
              <a:buClr>
                <a:schemeClr val="dk1"/>
              </a:buClr>
              <a:buSzPts val="2666"/>
              <a:buFont typeface="Roboto Medium"/>
              <a:buNone/>
              <a:defRPr>
                <a:latin typeface="Roboto Medium"/>
                <a:ea typeface="Roboto Medium"/>
                <a:cs typeface="Roboto Medium"/>
                <a:sym typeface="Roboto Medium"/>
              </a:defRPr>
            </a:lvl6pPr>
            <a:lvl7pPr lvl="6" algn="l">
              <a:spcBef>
                <a:spcPts val="533"/>
              </a:spcBef>
              <a:spcAft>
                <a:spcPts val="0"/>
              </a:spcAft>
              <a:buClr>
                <a:schemeClr val="dk1"/>
              </a:buClr>
              <a:buSzPts val="2666"/>
              <a:buFont typeface="Roboto Medium"/>
              <a:buNone/>
              <a:defRPr>
                <a:latin typeface="Roboto Medium"/>
                <a:ea typeface="Roboto Medium"/>
                <a:cs typeface="Roboto Medium"/>
                <a:sym typeface="Roboto Medium"/>
              </a:defRPr>
            </a:lvl7pPr>
            <a:lvl8pPr lvl="7" algn="l">
              <a:spcBef>
                <a:spcPts val="533"/>
              </a:spcBef>
              <a:spcAft>
                <a:spcPts val="0"/>
              </a:spcAft>
              <a:buClr>
                <a:schemeClr val="dk1"/>
              </a:buClr>
              <a:buSzPts val="2666"/>
              <a:buFont typeface="Roboto Medium"/>
              <a:buNone/>
              <a:defRPr>
                <a:latin typeface="Roboto Medium"/>
                <a:ea typeface="Roboto Medium"/>
                <a:cs typeface="Roboto Medium"/>
                <a:sym typeface="Roboto Medium"/>
              </a:defRPr>
            </a:lvl8pPr>
            <a:lvl9pPr lvl="8" algn="l">
              <a:spcBef>
                <a:spcPts val="533"/>
              </a:spcBef>
              <a:spcAft>
                <a:spcPts val="0"/>
              </a:spcAft>
              <a:buClr>
                <a:schemeClr val="dk1"/>
              </a:buClr>
              <a:buSzPts val="2666"/>
              <a:buFont typeface="Roboto Medium"/>
              <a:buNone/>
              <a:defRPr>
                <a:latin typeface="Roboto Medium"/>
                <a:ea typeface="Roboto Medium"/>
                <a:cs typeface="Roboto Medium"/>
                <a:sym typeface="Roboto Medium"/>
              </a:defRPr>
            </a:lvl9pPr>
          </a:lstStyle>
          <a:p>
            <a:endParaRPr/>
          </a:p>
        </p:txBody>
      </p:sp>
      <p:sp>
        <p:nvSpPr>
          <p:cNvPr id="62" name="Google Shape;62;p15"/>
          <p:cNvSpPr txBox="1">
            <a:spLocks noGrp="1"/>
          </p:cNvSpPr>
          <p:nvPr>
            <p:ph type="sldNum" idx="12"/>
          </p:nvPr>
        </p:nvSpPr>
        <p:spPr>
          <a:xfrm>
            <a:off x="11438967" y="6400800"/>
            <a:ext cx="294603" cy="228600"/>
          </a:xfrm>
          <a:prstGeom prst="rect">
            <a:avLst/>
          </a:prstGeom>
          <a:noFill/>
          <a:ln>
            <a:noFill/>
          </a:ln>
        </p:spPr>
        <p:txBody>
          <a:bodyPr spcFirstLastPara="1" wrap="square" lIns="0" tIns="0" rIns="0" bIns="0" anchor="b" anchorCtr="0">
            <a:noAutofit/>
          </a:bodyPr>
          <a:lstStyle>
            <a:lvl1pPr marL="0" marR="0" lvl="0" indent="0" algn="r" rtl="0">
              <a:spcBef>
                <a:spcPts val="0"/>
              </a:spcBef>
              <a:spcAft>
                <a:spcPts val="0"/>
              </a:spcAft>
              <a:buClr>
                <a:srgbClr val="000000"/>
              </a:buClr>
              <a:buSzPts val="1000"/>
              <a:buFont typeface="Poppins Medium"/>
              <a:buNone/>
              <a:defRPr sz="1000" b="0" i="0" u="none" strike="noStrike" cap="none">
                <a:solidFill>
                  <a:srgbClr val="000000"/>
                </a:solidFill>
                <a:latin typeface="Poppins Medium"/>
                <a:ea typeface="Poppins Medium"/>
                <a:cs typeface="Poppins Medium"/>
                <a:sym typeface="Poppins Medium"/>
              </a:defRPr>
            </a:lvl1pPr>
            <a:lvl2pPr marL="0" marR="0" lvl="1" indent="0" algn="r" rtl="0">
              <a:spcBef>
                <a:spcPts val="0"/>
              </a:spcBef>
              <a:spcAft>
                <a:spcPts val="0"/>
              </a:spcAft>
              <a:buClr>
                <a:srgbClr val="000000"/>
              </a:buClr>
              <a:buSzPts val="1000"/>
              <a:buFont typeface="Poppins Medium"/>
              <a:buNone/>
              <a:defRPr sz="1000" b="0" i="0" u="none" strike="noStrike" cap="none">
                <a:solidFill>
                  <a:srgbClr val="000000"/>
                </a:solidFill>
                <a:latin typeface="Poppins Medium"/>
                <a:ea typeface="Poppins Medium"/>
                <a:cs typeface="Poppins Medium"/>
                <a:sym typeface="Poppins Medium"/>
              </a:defRPr>
            </a:lvl2pPr>
            <a:lvl3pPr marL="0" marR="0" lvl="2" indent="0" algn="r" rtl="0">
              <a:spcBef>
                <a:spcPts val="0"/>
              </a:spcBef>
              <a:spcAft>
                <a:spcPts val="0"/>
              </a:spcAft>
              <a:buClr>
                <a:srgbClr val="000000"/>
              </a:buClr>
              <a:buSzPts val="1000"/>
              <a:buFont typeface="Poppins Medium"/>
              <a:buNone/>
              <a:defRPr sz="1000" b="0" i="0" u="none" strike="noStrike" cap="none">
                <a:solidFill>
                  <a:srgbClr val="000000"/>
                </a:solidFill>
                <a:latin typeface="Poppins Medium"/>
                <a:ea typeface="Poppins Medium"/>
                <a:cs typeface="Poppins Medium"/>
                <a:sym typeface="Poppins Medium"/>
              </a:defRPr>
            </a:lvl3pPr>
            <a:lvl4pPr marL="0" marR="0" lvl="3" indent="0" algn="r" rtl="0">
              <a:spcBef>
                <a:spcPts val="0"/>
              </a:spcBef>
              <a:spcAft>
                <a:spcPts val="0"/>
              </a:spcAft>
              <a:buClr>
                <a:srgbClr val="000000"/>
              </a:buClr>
              <a:buSzPts val="1000"/>
              <a:buFont typeface="Poppins Medium"/>
              <a:buNone/>
              <a:defRPr sz="1000" b="0" i="0" u="none" strike="noStrike" cap="none">
                <a:solidFill>
                  <a:srgbClr val="000000"/>
                </a:solidFill>
                <a:latin typeface="Poppins Medium"/>
                <a:ea typeface="Poppins Medium"/>
                <a:cs typeface="Poppins Medium"/>
                <a:sym typeface="Poppins Medium"/>
              </a:defRPr>
            </a:lvl4pPr>
            <a:lvl5pPr marL="0" marR="0" lvl="4" indent="0" algn="r" rtl="0">
              <a:spcBef>
                <a:spcPts val="0"/>
              </a:spcBef>
              <a:spcAft>
                <a:spcPts val="0"/>
              </a:spcAft>
              <a:buClr>
                <a:srgbClr val="000000"/>
              </a:buClr>
              <a:buSzPts val="1000"/>
              <a:buFont typeface="Poppins Medium"/>
              <a:buNone/>
              <a:defRPr sz="1000" b="0" i="0" u="none" strike="noStrike" cap="none">
                <a:solidFill>
                  <a:srgbClr val="000000"/>
                </a:solidFill>
                <a:latin typeface="Poppins Medium"/>
                <a:ea typeface="Poppins Medium"/>
                <a:cs typeface="Poppins Medium"/>
                <a:sym typeface="Poppins Medium"/>
              </a:defRPr>
            </a:lvl5pPr>
            <a:lvl6pPr marL="0" marR="0" lvl="5" indent="0" algn="r" rtl="0">
              <a:spcBef>
                <a:spcPts val="0"/>
              </a:spcBef>
              <a:spcAft>
                <a:spcPts val="0"/>
              </a:spcAft>
              <a:buClr>
                <a:srgbClr val="000000"/>
              </a:buClr>
              <a:buSzPts val="1000"/>
              <a:buFont typeface="Poppins Medium"/>
              <a:buNone/>
              <a:defRPr sz="1000" b="0" i="0" u="none" strike="noStrike" cap="none">
                <a:solidFill>
                  <a:srgbClr val="000000"/>
                </a:solidFill>
                <a:latin typeface="Poppins Medium"/>
                <a:ea typeface="Poppins Medium"/>
                <a:cs typeface="Poppins Medium"/>
                <a:sym typeface="Poppins Medium"/>
              </a:defRPr>
            </a:lvl6pPr>
            <a:lvl7pPr marL="0" marR="0" lvl="6" indent="0" algn="r" rtl="0">
              <a:spcBef>
                <a:spcPts val="0"/>
              </a:spcBef>
              <a:spcAft>
                <a:spcPts val="0"/>
              </a:spcAft>
              <a:buClr>
                <a:srgbClr val="000000"/>
              </a:buClr>
              <a:buSzPts val="1000"/>
              <a:buFont typeface="Poppins Medium"/>
              <a:buNone/>
              <a:defRPr sz="1000" b="0" i="0" u="none" strike="noStrike" cap="none">
                <a:solidFill>
                  <a:srgbClr val="000000"/>
                </a:solidFill>
                <a:latin typeface="Poppins Medium"/>
                <a:ea typeface="Poppins Medium"/>
                <a:cs typeface="Poppins Medium"/>
                <a:sym typeface="Poppins Medium"/>
              </a:defRPr>
            </a:lvl7pPr>
            <a:lvl8pPr marL="0" marR="0" lvl="7" indent="0" algn="r" rtl="0">
              <a:spcBef>
                <a:spcPts val="0"/>
              </a:spcBef>
              <a:spcAft>
                <a:spcPts val="0"/>
              </a:spcAft>
              <a:buClr>
                <a:srgbClr val="000000"/>
              </a:buClr>
              <a:buSzPts val="1000"/>
              <a:buFont typeface="Poppins Medium"/>
              <a:buNone/>
              <a:defRPr sz="1000" b="0" i="0" u="none" strike="noStrike" cap="none">
                <a:solidFill>
                  <a:srgbClr val="000000"/>
                </a:solidFill>
                <a:latin typeface="Poppins Medium"/>
                <a:ea typeface="Poppins Medium"/>
                <a:cs typeface="Poppins Medium"/>
                <a:sym typeface="Poppins Medium"/>
              </a:defRPr>
            </a:lvl8pPr>
            <a:lvl9pPr marL="0" marR="0" lvl="8" indent="0" algn="r" rtl="0">
              <a:spcBef>
                <a:spcPts val="0"/>
              </a:spcBef>
              <a:spcAft>
                <a:spcPts val="0"/>
              </a:spcAft>
              <a:buClr>
                <a:srgbClr val="000000"/>
              </a:buClr>
              <a:buSzPts val="1000"/>
              <a:buFont typeface="Poppins Medium"/>
              <a:buNone/>
              <a:defRPr sz="1000" b="0" i="0" u="none" strike="noStrike" cap="none">
                <a:solidFill>
                  <a:srgbClr val="000000"/>
                </a:solidFill>
                <a:latin typeface="Poppins Medium"/>
                <a:ea typeface="Poppins Medium"/>
                <a:cs typeface="Poppins Medium"/>
                <a:sym typeface="Poppins Medium"/>
              </a:defRPr>
            </a:lvl9pPr>
          </a:lstStyle>
          <a:p>
            <a:fld id="{00000000-1234-1234-1234-123412341234}" type="slidenum">
              <a:rPr lang="en" smtClean="0"/>
              <a:pPr/>
              <a:t>‹#›</a:t>
            </a:fld>
            <a:endParaRPr lang="en"/>
          </a:p>
        </p:txBody>
      </p:sp>
      <p:pic>
        <p:nvPicPr>
          <p:cNvPr id="63" name="Google Shape;63;p15"/>
          <p:cNvPicPr preferRelativeResize="0"/>
          <p:nvPr/>
        </p:nvPicPr>
        <p:blipFill rotWithShape="1">
          <a:blip r:embed="rId2">
            <a:alphaModFix/>
          </a:blip>
          <a:srcRect/>
          <a:stretch/>
        </p:blipFill>
        <p:spPr>
          <a:xfrm>
            <a:off x="455631" y="6262542"/>
            <a:ext cx="685801" cy="352697"/>
          </a:xfrm>
          <a:prstGeom prst="rect">
            <a:avLst/>
          </a:prstGeom>
          <a:noFill/>
          <a:ln>
            <a:noFill/>
          </a:ln>
        </p:spPr>
      </p:pic>
      <p:sp>
        <p:nvSpPr>
          <p:cNvPr id="64" name="Google Shape;64;p15"/>
          <p:cNvSpPr txBox="1"/>
          <p:nvPr/>
        </p:nvSpPr>
        <p:spPr>
          <a:xfrm>
            <a:off x="8194435" y="6400800"/>
            <a:ext cx="3244534" cy="228600"/>
          </a:xfrm>
          <a:prstGeom prst="rect">
            <a:avLst/>
          </a:prstGeom>
          <a:noFill/>
          <a:ln>
            <a:noFill/>
          </a:ln>
        </p:spPr>
        <p:txBody>
          <a:bodyPr spcFirstLastPara="1" wrap="square" lIns="91426" tIns="91426" rIns="91426" bIns="91426" anchor="t" anchorCtr="0">
            <a:noAutofit/>
          </a:bodyPr>
          <a:lstStyle/>
          <a:p>
            <a:pPr marL="0" marR="0" lvl="0" indent="0" algn="r" rtl="0">
              <a:spcBef>
                <a:spcPts val="0"/>
              </a:spcBef>
              <a:spcAft>
                <a:spcPts val="0"/>
              </a:spcAft>
              <a:buClr>
                <a:schemeClr val="dk1"/>
              </a:buClr>
              <a:buSzPts val="1000"/>
              <a:buFont typeface="Roboto"/>
              <a:buNone/>
            </a:pPr>
            <a:r>
              <a:rPr lang="en" sz="1000" b="0" i="0" u="none" strike="noStrike" cap="none">
                <a:solidFill>
                  <a:schemeClr val="dk1"/>
                </a:solidFill>
                <a:latin typeface="Roboto"/>
                <a:ea typeface="Roboto"/>
                <a:cs typeface="Roboto"/>
                <a:sym typeface="Roboto"/>
              </a:rPr>
              <a:t>Proprietary &amp; Confidential - For Internal Use Only</a:t>
            </a:r>
            <a:endParaRPr sz="1000" b="0" i="0" u="none" strike="noStrike" cap="none">
              <a:solidFill>
                <a:schemeClr val="dk1"/>
              </a:solidFill>
              <a:latin typeface="Roboto"/>
              <a:ea typeface="Roboto"/>
              <a:cs typeface="Roboto"/>
              <a:sym typeface="Roboto"/>
            </a:endParaRPr>
          </a:p>
        </p:txBody>
      </p:sp>
    </p:spTree>
  </p:cSld>
  <p:clrMapOvr>
    <a:masterClrMapping/>
  </p:clrMapOvr>
  <mc:AlternateContent xmlns:mc="http://schemas.openxmlformats.org/markup-compatibility/2006" xmlns:p14="http://schemas.microsoft.com/office/powerpoint/2010/main">
    <mc:Choice Requires="p14">
      <p:transition p14:dur="250">
        <p:fade/>
      </p:transition>
    </mc:Choice>
    <mc:Fallback xmlns:ahyp="http://schemas.microsoft.com/office/drawing/2018/hyperlinkcolor" xmlns:p15="http://schemas.microsoft.com/office/powerpoint/2012/main" xmlns:com="http://schemas.openxmlformats.org/drawingml/2006/compatibility" xmlns:pvml="urn:schemas-microsoft-com:office:powerpoint" xmlns:v="urn:schemas-microsoft-com:vml" xmlns:o="urn:schemas-microsoft-com:office:office" xmlns:dgm="http://schemas.openxmlformats.org/drawingml/2006/diagram" xmlns:c="http://schemas.openxmlformats.org/drawingml/2006/chart" xmlns:mv="urn:schemas-microsoft-com:mac:vml" xmlns="">
      <p:transition>
        <p:fade/>
      </p:transition>
    </mc:Fallback>
  </mc:AlternateContent>
</p:sldLayout>
</file>

<file path=ppt/slideLayouts/slideLayout14.xml><?xml version="1.0" encoding="utf-8"?>
<p:sldLayout xmlns:a="http://schemas.openxmlformats.org/drawingml/2006/main" xmlns:r="http://schemas.openxmlformats.org/officeDocument/2006/relationships" xmlns:p="http://schemas.openxmlformats.org/presentationml/2006/main" matchingName="Cover A">
  <p:cSld name="Cover A">
    <p:bg>
      <p:bgPr>
        <a:solidFill>
          <a:schemeClr val="lt1"/>
        </a:solidFill>
        <a:effectLst/>
      </p:bgPr>
    </p:bg>
    <p:spTree>
      <p:nvGrpSpPr>
        <p:cNvPr id="1" name="Shape 65"/>
        <p:cNvGrpSpPr/>
        <p:nvPr/>
      </p:nvGrpSpPr>
      <p:grpSpPr>
        <a:xfrm>
          <a:off x="0" y="0"/>
          <a:ext cx="0" cy="0"/>
          <a:chOff x="0" y="0"/>
          <a:chExt cx="0" cy="0"/>
        </a:xfrm>
      </p:grpSpPr>
      <p:sp>
        <p:nvSpPr>
          <p:cNvPr id="66" name="Google Shape;66;p16"/>
          <p:cNvSpPr/>
          <p:nvPr/>
        </p:nvSpPr>
        <p:spPr>
          <a:xfrm>
            <a:off x="0" y="0"/>
            <a:ext cx="12188950" cy="6858000"/>
          </a:xfrm>
          <a:prstGeom prst="rect">
            <a:avLst/>
          </a:prstGeom>
          <a:gradFill>
            <a:gsLst>
              <a:gs pos="0">
                <a:schemeClr val="accent1"/>
              </a:gs>
              <a:gs pos="57000">
                <a:srgbClr val="9299F4"/>
              </a:gs>
              <a:gs pos="100000">
                <a:schemeClr val="lt2"/>
              </a:gs>
            </a:gsLst>
            <a:lin ang="18600000" scaled="0"/>
          </a:gradFill>
          <a:ln>
            <a:noFill/>
          </a:ln>
        </p:spPr>
        <p:txBody>
          <a:bodyPr spcFirstLastPara="1" wrap="square" lIns="91426" tIns="45700" rIns="91426" bIns="45700" anchor="ctr" anchorCtr="0">
            <a:noAutofit/>
          </a:bodyPr>
          <a:lstStyle/>
          <a:p>
            <a:pPr marL="0" marR="0" lvl="0" indent="0" algn="ctr" rtl="0">
              <a:spcBef>
                <a:spcPts val="0"/>
              </a:spcBef>
              <a:spcAft>
                <a:spcPts val="0"/>
              </a:spcAft>
              <a:buNone/>
            </a:pPr>
            <a:endParaRPr sz="1800" b="0" i="0">
              <a:solidFill>
                <a:schemeClr val="lt1"/>
              </a:solidFill>
              <a:latin typeface="Roboto"/>
              <a:ea typeface="Roboto"/>
              <a:cs typeface="Roboto"/>
              <a:sym typeface="Roboto"/>
            </a:endParaRPr>
          </a:p>
        </p:txBody>
      </p:sp>
      <p:sp>
        <p:nvSpPr>
          <p:cNvPr id="67" name="Google Shape;67;p16"/>
          <p:cNvSpPr>
            <a:spLocks noGrp="1"/>
          </p:cNvSpPr>
          <p:nvPr>
            <p:ph type="pic" idx="2"/>
          </p:nvPr>
        </p:nvSpPr>
        <p:spPr>
          <a:xfrm>
            <a:off x="6094473" y="0"/>
            <a:ext cx="6094476" cy="6858000"/>
          </a:xfrm>
          <a:prstGeom prst="rect">
            <a:avLst/>
          </a:prstGeom>
          <a:solidFill>
            <a:srgbClr val="F2F2F2"/>
          </a:solidFill>
          <a:ln>
            <a:noFill/>
          </a:ln>
        </p:spPr>
        <p:txBody>
          <a:bodyPr spcFirstLastPara="1" wrap="square" lIns="0" tIns="0" rIns="0" bIns="0" anchor="ctr" anchorCtr="0">
            <a:noAutofit/>
          </a:bodyPr>
          <a:lstStyle>
            <a:lvl1pPr marR="0" lvl="0" algn="ctr" rtl="0">
              <a:spcBef>
                <a:spcPts val="1800"/>
              </a:spcBef>
              <a:spcAft>
                <a:spcPts val="0"/>
              </a:spcAft>
              <a:buClr>
                <a:srgbClr val="D8D8D8"/>
              </a:buClr>
              <a:buSzPts val="2000"/>
              <a:buFont typeface="Roboto"/>
              <a:buNone/>
              <a:defRPr sz="2000" b="0" i="0" u="none" strike="noStrike" cap="none">
                <a:solidFill>
                  <a:srgbClr val="D8D8D8"/>
                </a:solidFill>
                <a:latin typeface="Roboto"/>
                <a:ea typeface="Roboto"/>
                <a:cs typeface="Roboto"/>
                <a:sym typeface="Roboto"/>
              </a:defRPr>
            </a:lvl1pPr>
            <a:lvl2pPr marR="0" lvl="1" algn="l" rtl="0">
              <a:spcBef>
                <a:spcPts val="600"/>
              </a:spcBef>
              <a:spcAft>
                <a:spcPts val="0"/>
              </a:spcAft>
              <a:buClr>
                <a:schemeClr val="dk1"/>
              </a:buClr>
              <a:buSzPts val="1800"/>
              <a:buFont typeface="Arial"/>
              <a:buChar char="•"/>
              <a:defRPr sz="1800" b="0" i="0" u="none" strike="noStrike" cap="none">
                <a:solidFill>
                  <a:schemeClr val="dk1"/>
                </a:solidFill>
                <a:latin typeface="Roboto"/>
                <a:ea typeface="Roboto"/>
                <a:cs typeface="Roboto"/>
                <a:sym typeface="Roboto"/>
              </a:defRPr>
            </a:lvl2pPr>
            <a:lvl3pPr marR="0" lvl="2" algn="l" rtl="0">
              <a:spcBef>
                <a:spcPts val="600"/>
              </a:spcBef>
              <a:spcAft>
                <a:spcPts val="0"/>
              </a:spcAft>
              <a:buClr>
                <a:schemeClr val="dk1"/>
              </a:buClr>
              <a:buSzPts val="1600"/>
              <a:buFont typeface="Merriweather Sans"/>
              <a:buChar char="−"/>
              <a:defRPr sz="1600" b="0" i="0" u="none" strike="noStrike" cap="none">
                <a:solidFill>
                  <a:schemeClr val="dk1"/>
                </a:solidFill>
                <a:latin typeface="Roboto"/>
                <a:ea typeface="Roboto"/>
                <a:cs typeface="Roboto"/>
                <a:sym typeface="Roboto"/>
              </a:defRPr>
            </a:lvl3pPr>
            <a:lvl4pPr marR="0" lvl="3" algn="l" rtl="0">
              <a:spcBef>
                <a:spcPts val="300"/>
              </a:spcBef>
              <a:spcAft>
                <a:spcPts val="0"/>
              </a:spcAft>
              <a:buClr>
                <a:schemeClr val="dk1"/>
              </a:buClr>
              <a:buSzPts val="1400"/>
              <a:buFont typeface="Arial"/>
              <a:buChar char="•"/>
              <a:defRPr sz="1400" b="0" i="0" u="none" strike="noStrike" cap="none">
                <a:solidFill>
                  <a:schemeClr val="dk1"/>
                </a:solidFill>
                <a:latin typeface="Roboto"/>
                <a:ea typeface="Roboto"/>
                <a:cs typeface="Roboto"/>
                <a:sym typeface="Roboto"/>
              </a:defRPr>
            </a:lvl4pPr>
            <a:lvl5pPr marR="0" lvl="4" algn="l" rtl="0">
              <a:spcBef>
                <a:spcPts val="300"/>
              </a:spcBef>
              <a:spcAft>
                <a:spcPts val="0"/>
              </a:spcAft>
              <a:buClr>
                <a:schemeClr val="dk1"/>
              </a:buClr>
              <a:buSzPts val="1200"/>
              <a:buFont typeface="Merriweather Sans"/>
              <a:buChar char="−"/>
              <a:defRPr sz="1200" b="0" i="0" u="none" strike="noStrike" cap="none">
                <a:solidFill>
                  <a:schemeClr val="dk1"/>
                </a:solidFill>
                <a:latin typeface="Roboto"/>
                <a:ea typeface="Roboto"/>
                <a:cs typeface="Roboto"/>
                <a:sym typeface="Roboto"/>
              </a:defRPr>
            </a:lvl5pPr>
            <a:lvl6pPr marR="0" lvl="5" algn="l" rtl="0">
              <a:spcBef>
                <a:spcPts val="533"/>
              </a:spcBef>
              <a:spcAft>
                <a:spcPts val="0"/>
              </a:spcAft>
              <a:buClr>
                <a:schemeClr val="dk1"/>
              </a:buClr>
              <a:buSzPts val="2666"/>
              <a:buFont typeface="Arial"/>
              <a:buChar char="•"/>
              <a:defRPr sz="2666" b="0" i="0" u="none" strike="noStrike" cap="none">
                <a:solidFill>
                  <a:schemeClr val="dk1"/>
                </a:solidFill>
                <a:latin typeface="Poppins Medium"/>
                <a:ea typeface="Poppins Medium"/>
                <a:cs typeface="Poppins Medium"/>
                <a:sym typeface="Poppins Medium"/>
              </a:defRPr>
            </a:lvl6pPr>
            <a:lvl7pPr marR="0" lvl="6" algn="l" rtl="0">
              <a:spcBef>
                <a:spcPts val="533"/>
              </a:spcBef>
              <a:spcAft>
                <a:spcPts val="0"/>
              </a:spcAft>
              <a:buClr>
                <a:schemeClr val="dk1"/>
              </a:buClr>
              <a:buSzPts val="2666"/>
              <a:buFont typeface="Arial"/>
              <a:buChar char="•"/>
              <a:defRPr sz="2666" b="0" i="0" u="none" strike="noStrike" cap="none">
                <a:solidFill>
                  <a:schemeClr val="dk1"/>
                </a:solidFill>
                <a:latin typeface="Poppins Medium"/>
                <a:ea typeface="Poppins Medium"/>
                <a:cs typeface="Poppins Medium"/>
                <a:sym typeface="Poppins Medium"/>
              </a:defRPr>
            </a:lvl7pPr>
            <a:lvl8pPr marR="0" lvl="7" algn="l" rtl="0">
              <a:spcBef>
                <a:spcPts val="533"/>
              </a:spcBef>
              <a:spcAft>
                <a:spcPts val="0"/>
              </a:spcAft>
              <a:buClr>
                <a:schemeClr val="dk1"/>
              </a:buClr>
              <a:buSzPts val="2666"/>
              <a:buFont typeface="Arial"/>
              <a:buChar char="•"/>
              <a:defRPr sz="2666" b="0" i="0" u="none" strike="noStrike" cap="none">
                <a:solidFill>
                  <a:schemeClr val="dk1"/>
                </a:solidFill>
                <a:latin typeface="Poppins Medium"/>
                <a:ea typeface="Poppins Medium"/>
                <a:cs typeface="Poppins Medium"/>
                <a:sym typeface="Poppins Medium"/>
              </a:defRPr>
            </a:lvl8pPr>
            <a:lvl9pPr marR="0" lvl="8" algn="l" rtl="0">
              <a:spcBef>
                <a:spcPts val="533"/>
              </a:spcBef>
              <a:spcAft>
                <a:spcPts val="0"/>
              </a:spcAft>
              <a:buClr>
                <a:schemeClr val="dk1"/>
              </a:buClr>
              <a:buSzPts val="2666"/>
              <a:buFont typeface="Arial"/>
              <a:buChar char="•"/>
              <a:defRPr sz="2666" b="0" i="0" u="none" strike="noStrike" cap="none">
                <a:solidFill>
                  <a:schemeClr val="dk1"/>
                </a:solidFill>
                <a:latin typeface="Poppins Medium"/>
                <a:ea typeface="Poppins Medium"/>
                <a:cs typeface="Poppins Medium"/>
                <a:sym typeface="Poppins Medium"/>
              </a:defRPr>
            </a:lvl9pPr>
          </a:lstStyle>
          <a:p>
            <a:endParaRPr/>
          </a:p>
        </p:txBody>
      </p:sp>
      <p:sp>
        <p:nvSpPr>
          <p:cNvPr id="68" name="Google Shape;68;p16"/>
          <p:cNvSpPr txBox="1">
            <a:spLocks noGrp="1"/>
          </p:cNvSpPr>
          <p:nvPr>
            <p:ph type="body" idx="1"/>
          </p:nvPr>
        </p:nvSpPr>
        <p:spPr>
          <a:xfrm>
            <a:off x="3634833" y="493103"/>
            <a:ext cx="1985440" cy="332089"/>
          </a:xfrm>
          <a:prstGeom prst="rect">
            <a:avLst/>
          </a:prstGeom>
          <a:noFill/>
          <a:ln>
            <a:noFill/>
          </a:ln>
        </p:spPr>
        <p:txBody>
          <a:bodyPr spcFirstLastPara="1" wrap="square" lIns="0" tIns="0" rIns="0" bIns="0" anchor="t" anchorCtr="0">
            <a:noAutofit/>
          </a:bodyPr>
          <a:lstStyle>
            <a:lvl1pPr marL="457207" lvl="0" indent="-228604" algn="l">
              <a:spcBef>
                <a:spcPts val="1800"/>
              </a:spcBef>
              <a:spcAft>
                <a:spcPts val="0"/>
              </a:spcAft>
              <a:buClr>
                <a:schemeClr val="lt1"/>
              </a:buClr>
              <a:buSzPts val="1600"/>
              <a:buFont typeface="Roboto"/>
              <a:buNone/>
              <a:defRPr sz="1600" b="0" i="0" cap="none">
                <a:solidFill>
                  <a:schemeClr val="lt1"/>
                </a:solidFill>
              </a:defRPr>
            </a:lvl1pPr>
            <a:lvl2pPr marL="914415" lvl="1" indent="-342906" algn="l">
              <a:spcBef>
                <a:spcPts val="600"/>
              </a:spcBef>
              <a:spcAft>
                <a:spcPts val="0"/>
              </a:spcAft>
              <a:buClr>
                <a:schemeClr val="dk1"/>
              </a:buClr>
              <a:buSzPts val="1800"/>
              <a:buChar char="•"/>
              <a:defRPr/>
            </a:lvl2pPr>
            <a:lvl3pPr marL="1371622" lvl="2" indent="-342906" algn="l">
              <a:spcBef>
                <a:spcPts val="600"/>
              </a:spcBef>
              <a:spcAft>
                <a:spcPts val="0"/>
              </a:spcAft>
              <a:buClr>
                <a:schemeClr val="dk1"/>
              </a:buClr>
              <a:buSzPts val="1800"/>
              <a:buChar char="−"/>
              <a:defRPr/>
            </a:lvl3pPr>
            <a:lvl4pPr marL="1828831" lvl="3" indent="-342906" algn="l">
              <a:spcBef>
                <a:spcPts val="300"/>
              </a:spcBef>
              <a:spcAft>
                <a:spcPts val="0"/>
              </a:spcAft>
              <a:buClr>
                <a:schemeClr val="dk1"/>
              </a:buClr>
              <a:buSzPts val="1800"/>
              <a:buChar char="•"/>
              <a:defRPr/>
            </a:lvl4pPr>
            <a:lvl5pPr marL="2286038" lvl="4" indent="-342906" algn="l">
              <a:spcBef>
                <a:spcPts val="300"/>
              </a:spcBef>
              <a:spcAft>
                <a:spcPts val="0"/>
              </a:spcAft>
              <a:buClr>
                <a:schemeClr val="dk1"/>
              </a:buClr>
              <a:buSzPts val="1800"/>
              <a:buChar char="−"/>
              <a:defRPr/>
            </a:lvl5pPr>
            <a:lvl6pPr marL="2743246" lvl="5" indent="-342906" algn="l">
              <a:spcBef>
                <a:spcPts val="360"/>
              </a:spcBef>
              <a:spcAft>
                <a:spcPts val="0"/>
              </a:spcAft>
              <a:buClr>
                <a:schemeClr val="dk1"/>
              </a:buClr>
              <a:buSzPts val="1800"/>
              <a:buChar char="•"/>
              <a:defRPr/>
            </a:lvl6pPr>
            <a:lvl7pPr marL="3200453" lvl="6" indent="-342906" algn="l">
              <a:spcBef>
                <a:spcPts val="360"/>
              </a:spcBef>
              <a:spcAft>
                <a:spcPts val="0"/>
              </a:spcAft>
              <a:buClr>
                <a:schemeClr val="dk1"/>
              </a:buClr>
              <a:buSzPts val="1800"/>
              <a:buChar char="•"/>
              <a:defRPr/>
            </a:lvl7pPr>
            <a:lvl8pPr marL="3657661" lvl="7" indent="-342906" algn="l">
              <a:spcBef>
                <a:spcPts val="360"/>
              </a:spcBef>
              <a:spcAft>
                <a:spcPts val="0"/>
              </a:spcAft>
              <a:buClr>
                <a:schemeClr val="dk1"/>
              </a:buClr>
              <a:buSzPts val="1800"/>
              <a:buChar char="•"/>
              <a:defRPr/>
            </a:lvl8pPr>
            <a:lvl9pPr marL="4114868" lvl="8" indent="-342906" algn="l">
              <a:spcBef>
                <a:spcPts val="360"/>
              </a:spcBef>
              <a:spcAft>
                <a:spcPts val="0"/>
              </a:spcAft>
              <a:buClr>
                <a:schemeClr val="dk1"/>
              </a:buClr>
              <a:buSzPts val="1800"/>
              <a:buChar char="•"/>
              <a:defRPr/>
            </a:lvl9pPr>
          </a:lstStyle>
          <a:p>
            <a:endParaRPr/>
          </a:p>
        </p:txBody>
      </p:sp>
      <p:sp>
        <p:nvSpPr>
          <p:cNvPr id="69" name="Google Shape;69;p16"/>
          <p:cNvSpPr txBox="1">
            <a:spLocks noGrp="1"/>
          </p:cNvSpPr>
          <p:nvPr>
            <p:ph type="body" idx="3"/>
          </p:nvPr>
        </p:nvSpPr>
        <p:spPr>
          <a:xfrm>
            <a:off x="455617" y="4476386"/>
            <a:ext cx="5164657" cy="1655956"/>
          </a:xfrm>
          <a:prstGeom prst="rect">
            <a:avLst/>
          </a:prstGeom>
          <a:noFill/>
          <a:ln>
            <a:noFill/>
          </a:ln>
        </p:spPr>
        <p:txBody>
          <a:bodyPr spcFirstLastPara="1" wrap="square" lIns="0" tIns="0" rIns="0" bIns="0" anchor="b" anchorCtr="0">
            <a:noAutofit/>
          </a:bodyPr>
          <a:lstStyle>
            <a:lvl1pPr marL="457207" lvl="0" indent="-228604" algn="l">
              <a:lnSpc>
                <a:spcPct val="90000"/>
              </a:lnSpc>
              <a:spcBef>
                <a:spcPts val="0"/>
              </a:spcBef>
              <a:spcAft>
                <a:spcPts val="0"/>
              </a:spcAft>
              <a:buClr>
                <a:schemeClr val="lt1"/>
              </a:buClr>
              <a:buSzPts val="5400"/>
              <a:buFont typeface="Roboto Medium"/>
              <a:buNone/>
              <a:defRPr sz="5400" b="0" i="0">
                <a:solidFill>
                  <a:schemeClr val="lt1"/>
                </a:solidFill>
                <a:latin typeface="Roboto Medium"/>
                <a:ea typeface="Roboto Medium"/>
                <a:cs typeface="Roboto Medium"/>
                <a:sym typeface="Roboto Medium"/>
              </a:defRPr>
            </a:lvl1pPr>
            <a:lvl2pPr marL="914415" lvl="1" indent="-228604" algn="l">
              <a:spcBef>
                <a:spcPts val="600"/>
              </a:spcBef>
              <a:spcAft>
                <a:spcPts val="0"/>
              </a:spcAft>
              <a:buClr>
                <a:schemeClr val="dk1"/>
              </a:buClr>
              <a:buSzPts val="1800"/>
              <a:buNone/>
              <a:defRPr/>
            </a:lvl2pPr>
            <a:lvl3pPr marL="1371622" lvl="2" indent="-342906" algn="l">
              <a:spcBef>
                <a:spcPts val="600"/>
              </a:spcBef>
              <a:spcAft>
                <a:spcPts val="0"/>
              </a:spcAft>
              <a:buClr>
                <a:schemeClr val="dk1"/>
              </a:buClr>
              <a:buSzPts val="1800"/>
              <a:buChar char="−"/>
              <a:defRPr/>
            </a:lvl3pPr>
            <a:lvl4pPr marL="1828831" lvl="3" indent="-342906" algn="l">
              <a:spcBef>
                <a:spcPts val="300"/>
              </a:spcBef>
              <a:spcAft>
                <a:spcPts val="0"/>
              </a:spcAft>
              <a:buClr>
                <a:schemeClr val="dk1"/>
              </a:buClr>
              <a:buSzPts val="1800"/>
              <a:buChar char="•"/>
              <a:defRPr/>
            </a:lvl4pPr>
            <a:lvl5pPr marL="2286038" lvl="4" indent="-342906" algn="l">
              <a:spcBef>
                <a:spcPts val="300"/>
              </a:spcBef>
              <a:spcAft>
                <a:spcPts val="0"/>
              </a:spcAft>
              <a:buClr>
                <a:schemeClr val="dk1"/>
              </a:buClr>
              <a:buSzPts val="1800"/>
              <a:buChar char="−"/>
              <a:defRPr/>
            </a:lvl5pPr>
            <a:lvl6pPr marL="2743246" lvl="5" indent="-342906" algn="l">
              <a:spcBef>
                <a:spcPts val="360"/>
              </a:spcBef>
              <a:spcAft>
                <a:spcPts val="0"/>
              </a:spcAft>
              <a:buClr>
                <a:schemeClr val="dk1"/>
              </a:buClr>
              <a:buSzPts val="1800"/>
              <a:buChar char="•"/>
              <a:defRPr/>
            </a:lvl6pPr>
            <a:lvl7pPr marL="3200453" lvl="6" indent="-342906" algn="l">
              <a:spcBef>
                <a:spcPts val="360"/>
              </a:spcBef>
              <a:spcAft>
                <a:spcPts val="0"/>
              </a:spcAft>
              <a:buClr>
                <a:schemeClr val="dk1"/>
              </a:buClr>
              <a:buSzPts val="1800"/>
              <a:buChar char="•"/>
              <a:defRPr/>
            </a:lvl7pPr>
            <a:lvl8pPr marL="3657661" lvl="7" indent="-342906" algn="l">
              <a:spcBef>
                <a:spcPts val="360"/>
              </a:spcBef>
              <a:spcAft>
                <a:spcPts val="0"/>
              </a:spcAft>
              <a:buClr>
                <a:schemeClr val="dk1"/>
              </a:buClr>
              <a:buSzPts val="1800"/>
              <a:buChar char="•"/>
              <a:defRPr/>
            </a:lvl8pPr>
            <a:lvl9pPr marL="4114868" lvl="8" indent="-342906" algn="l">
              <a:spcBef>
                <a:spcPts val="360"/>
              </a:spcBef>
              <a:spcAft>
                <a:spcPts val="0"/>
              </a:spcAft>
              <a:buClr>
                <a:schemeClr val="dk1"/>
              </a:buClr>
              <a:buSzPts val="1800"/>
              <a:buChar char="•"/>
              <a:defRPr/>
            </a:lvl9pPr>
          </a:lstStyle>
          <a:p>
            <a:endParaRPr/>
          </a:p>
        </p:txBody>
      </p:sp>
      <p:sp>
        <p:nvSpPr>
          <p:cNvPr id="70" name="Google Shape;70;p16"/>
          <p:cNvSpPr txBox="1">
            <a:spLocks noGrp="1"/>
          </p:cNvSpPr>
          <p:nvPr>
            <p:ph type="body" idx="4"/>
          </p:nvPr>
        </p:nvSpPr>
        <p:spPr>
          <a:xfrm>
            <a:off x="455617" y="6149897"/>
            <a:ext cx="5164657" cy="419100"/>
          </a:xfrm>
          <a:prstGeom prst="rect">
            <a:avLst/>
          </a:prstGeom>
          <a:noFill/>
          <a:ln>
            <a:noFill/>
          </a:ln>
        </p:spPr>
        <p:txBody>
          <a:bodyPr spcFirstLastPara="1" wrap="square" lIns="0" tIns="0" rIns="0" bIns="0" anchor="t" anchorCtr="0">
            <a:noAutofit/>
          </a:bodyPr>
          <a:lstStyle>
            <a:lvl1pPr marL="457207" lvl="0" indent="-228604" algn="l">
              <a:spcBef>
                <a:spcPts val="0"/>
              </a:spcBef>
              <a:spcAft>
                <a:spcPts val="0"/>
              </a:spcAft>
              <a:buClr>
                <a:schemeClr val="lt1"/>
              </a:buClr>
              <a:buSzPts val="2000"/>
              <a:buFont typeface="Roboto"/>
              <a:buNone/>
              <a:defRPr sz="2000" b="0" i="0">
                <a:solidFill>
                  <a:schemeClr val="lt1"/>
                </a:solidFill>
                <a:latin typeface="Roboto"/>
                <a:ea typeface="Roboto"/>
                <a:cs typeface="Roboto"/>
                <a:sym typeface="Roboto"/>
              </a:defRPr>
            </a:lvl1pPr>
            <a:lvl2pPr marL="914415" lvl="1" indent="-228604" algn="l">
              <a:spcBef>
                <a:spcPts val="600"/>
              </a:spcBef>
              <a:spcAft>
                <a:spcPts val="0"/>
              </a:spcAft>
              <a:buClr>
                <a:schemeClr val="dk1"/>
              </a:buClr>
              <a:buSzPts val="1800"/>
              <a:buNone/>
              <a:defRPr/>
            </a:lvl2pPr>
            <a:lvl3pPr marL="1371622" lvl="2" indent="-342906" algn="l">
              <a:spcBef>
                <a:spcPts val="600"/>
              </a:spcBef>
              <a:spcAft>
                <a:spcPts val="0"/>
              </a:spcAft>
              <a:buClr>
                <a:schemeClr val="dk1"/>
              </a:buClr>
              <a:buSzPts val="1800"/>
              <a:buChar char="−"/>
              <a:defRPr/>
            </a:lvl3pPr>
            <a:lvl4pPr marL="1828831" lvl="3" indent="-342906" algn="l">
              <a:spcBef>
                <a:spcPts val="300"/>
              </a:spcBef>
              <a:spcAft>
                <a:spcPts val="0"/>
              </a:spcAft>
              <a:buClr>
                <a:schemeClr val="dk1"/>
              </a:buClr>
              <a:buSzPts val="1800"/>
              <a:buChar char="•"/>
              <a:defRPr/>
            </a:lvl4pPr>
            <a:lvl5pPr marL="2286038" lvl="4" indent="-342906" algn="l">
              <a:spcBef>
                <a:spcPts val="300"/>
              </a:spcBef>
              <a:spcAft>
                <a:spcPts val="0"/>
              </a:spcAft>
              <a:buClr>
                <a:schemeClr val="dk1"/>
              </a:buClr>
              <a:buSzPts val="1800"/>
              <a:buChar char="−"/>
              <a:defRPr/>
            </a:lvl5pPr>
            <a:lvl6pPr marL="2743246" lvl="5" indent="-342906" algn="l">
              <a:spcBef>
                <a:spcPts val="360"/>
              </a:spcBef>
              <a:spcAft>
                <a:spcPts val="0"/>
              </a:spcAft>
              <a:buClr>
                <a:schemeClr val="dk1"/>
              </a:buClr>
              <a:buSzPts val="1800"/>
              <a:buChar char="•"/>
              <a:defRPr/>
            </a:lvl6pPr>
            <a:lvl7pPr marL="3200453" lvl="6" indent="-342906" algn="l">
              <a:spcBef>
                <a:spcPts val="360"/>
              </a:spcBef>
              <a:spcAft>
                <a:spcPts val="0"/>
              </a:spcAft>
              <a:buClr>
                <a:schemeClr val="dk1"/>
              </a:buClr>
              <a:buSzPts val="1800"/>
              <a:buChar char="•"/>
              <a:defRPr/>
            </a:lvl7pPr>
            <a:lvl8pPr marL="3657661" lvl="7" indent="-342906" algn="l">
              <a:spcBef>
                <a:spcPts val="360"/>
              </a:spcBef>
              <a:spcAft>
                <a:spcPts val="0"/>
              </a:spcAft>
              <a:buClr>
                <a:schemeClr val="dk1"/>
              </a:buClr>
              <a:buSzPts val="1800"/>
              <a:buChar char="•"/>
              <a:defRPr/>
            </a:lvl8pPr>
            <a:lvl9pPr marL="4114868" lvl="8" indent="-342906" algn="l">
              <a:spcBef>
                <a:spcPts val="360"/>
              </a:spcBef>
              <a:spcAft>
                <a:spcPts val="0"/>
              </a:spcAft>
              <a:buClr>
                <a:schemeClr val="dk1"/>
              </a:buClr>
              <a:buSzPts val="1800"/>
              <a:buChar char="•"/>
              <a:defRPr/>
            </a:lvl9pPr>
          </a:lstStyle>
          <a:p>
            <a:endParaRPr/>
          </a:p>
        </p:txBody>
      </p:sp>
      <p:pic>
        <p:nvPicPr>
          <p:cNvPr id="71" name="Google Shape;71;p16" descr="A picture containing drawing&#10;&#10;Description automatically generated"/>
          <p:cNvPicPr preferRelativeResize="0"/>
          <p:nvPr/>
        </p:nvPicPr>
        <p:blipFill rotWithShape="1">
          <a:blip r:embed="rId2">
            <a:alphaModFix/>
          </a:blip>
          <a:srcRect/>
          <a:stretch/>
        </p:blipFill>
        <p:spPr>
          <a:xfrm>
            <a:off x="455618" y="457200"/>
            <a:ext cx="1222240" cy="914400"/>
          </a:xfrm>
          <a:prstGeom prst="rect">
            <a:avLst/>
          </a:prstGeom>
          <a:noFill/>
          <a:ln>
            <a:noFill/>
          </a:ln>
        </p:spPr>
      </p:pic>
    </p:spTree>
  </p:cSld>
  <p:clrMapOvr>
    <a:masterClrMapping/>
  </p:clrMapOvr>
  <mc:AlternateContent xmlns:mc="http://schemas.openxmlformats.org/markup-compatibility/2006" xmlns:p14="http://schemas.microsoft.com/office/powerpoint/2010/main">
    <mc:Choice Requires="p14">
      <p:transition p14:dur="250">
        <p:fade/>
      </p:transition>
    </mc:Choice>
    <mc:Fallback xmlns:ahyp="http://schemas.microsoft.com/office/drawing/2018/hyperlinkcolor" xmlns:p15="http://schemas.microsoft.com/office/powerpoint/2012/main" xmlns:com="http://schemas.openxmlformats.org/drawingml/2006/compatibility" xmlns:pvml="urn:schemas-microsoft-com:office:powerpoint" xmlns:v="urn:schemas-microsoft-com:vml" xmlns:o="urn:schemas-microsoft-com:office:office" xmlns:dgm="http://schemas.openxmlformats.org/drawingml/2006/diagram" xmlns:c="http://schemas.openxmlformats.org/drawingml/2006/chart" xmlns:mv="urn:schemas-microsoft-com:mac:vml" xmlns="">
      <p:transition>
        <p:fade/>
      </p:transition>
    </mc:Fallback>
  </mc:AlternateContent>
</p:sldLayout>
</file>

<file path=ppt/slideLayouts/slideLayout15.xml><?xml version="1.0" encoding="utf-8"?>
<p:sldLayout xmlns:a="http://schemas.openxmlformats.org/drawingml/2006/main" xmlns:r="http://schemas.openxmlformats.org/officeDocument/2006/relationships" xmlns:p="http://schemas.openxmlformats.org/presentationml/2006/main" matchingName="Cover B">
  <p:cSld name="Cover B">
    <p:bg>
      <p:bgPr>
        <a:solidFill>
          <a:schemeClr val="dk2"/>
        </a:solidFill>
        <a:effectLst/>
      </p:bgPr>
    </p:bg>
    <p:spTree>
      <p:nvGrpSpPr>
        <p:cNvPr id="1" name="Shape 72"/>
        <p:cNvGrpSpPr/>
        <p:nvPr/>
      </p:nvGrpSpPr>
      <p:grpSpPr>
        <a:xfrm>
          <a:off x="0" y="0"/>
          <a:ext cx="0" cy="0"/>
          <a:chOff x="0" y="0"/>
          <a:chExt cx="0" cy="0"/>
        </a:xfrm>
      </p:grpSpPr>
      <p:sp>
        <p:nvSpPr>
          <p:cNvPr id="73" name="Google Shape;73;p17"/>
          <p:cNvSpPr txBox="1">
            <a:spLocks noGrp="1"/>
          </p:cNvSpPr>
          <p:nvPr>
            <p:ph type="body" idx="1"/>
          </p:nvPr>
        </p:nvSpPr>
        <p:spPr>
          <a:xfrm>
            <a:off x="3634833" y="493100"/>
            <a:ext cx="4572046" cy="1463040"/>
          </a:xfrm>
          <a:prstGeom prst="rect">
            <a:avLst/>
          </a:prstGeom>
          <a:noFill/>
          <a:ln>
            <a:noFill/>
          </a:ln>
        </p:spPr>
        <p:txBody>
          <a:bodyPr spcFirstLastPara="1" wrap="square" lIns="0" tIns="0" rIns="0" bIns="0" anchor="t" anchorCtr="0">
            <a:noAutofit/>
          </a:bodyPr>
          <a:lstStyle>
            <a:lvl1pPr marL="457207" lvl="0" indent="-228604" algn="l">
              <a:spcBef>
                <a:spcPts val="1800"/>
              </a:spcBef>
              <a:spcAft>
                <a:spcPts val="0"/>
              </a:spcAft>
              <a:buClr>
                <a:schemeClr val="lt1"/>
              </a:buClr>
              <a:buSzPts val="1600"/>
              <a:buFont typeface="Roboto"/>
              <a:buNone/>
              <a:defRPr sz="1600" b="0" i="0" cap="none">
                <a:solidFill>
                  <a:schemeClr val="lt1"/>
                </a:solidFill>
              </a:defRPr>
            </a:lvl1pPr>
            <a:lvl2pPr marL="914415" lvl="1" indent="-342906" algn="l">
              <a:spcBef>
                <a:spcPts val="600"/>
              </a:spcBef>
              <a:spcAft>
                <a:spcPts val="0"/>
              </a:spcAft>
              <a:buClr>
                <a:schemeClr val="dk1"/>
              </a:buClr>
              <a:buSzPts val="1800"/>
              <a:buChar char="•"/>
              <a:defRPr/>
            </a:lvl2pPr>
            <a:lvl3pPr marL="1371622" lvl="2" indent="-342906" algn="l">
              <a:spcBef>
                <a:spcPts val="600"/>
              </a:spcBef>
              <a:spcAft>
                <a:spcPts val="0"/>
              </a:spcAft>
              <a:buClr>
                <a:schemeClr val="dk1"/>
              </a:buClr>
              <a:buSzPts val="1800"/>
              <a:buChar char="−"/>
              <a:defRPr/>
            </a:lvl3pPr>
            <a:lvl4pPr marL="1828831" lvl="3" indent="-342906" algn="l">
              <a:spcBef>
                <a:spcPts val="300"/>
              </a:spcBef>
              <a:spcAft>
                <a:spcPts val="0"/>
              </a:spcAft>
              <a:buClr>
                <a:schemeClr val="dk1"/>
              </a:buClr>
              <a:buSzPts val="1800"/>
              <a:buChar char="•"/>
              <a:defRPr/>
            </a:lvl4pPr>
            <a:lvl5pPr marL="2286038" lvl="4" indent="-342906" algn="l">
              <a:spcBef>
                <a:spcPts val="300"/>
              </a:spcBef>
              <a:spcAft>
                <a:spcPts val="0"/>
              </a:spcAft>
              <a:buClr>
                <a:schemeClr val="dk1"/>
              </a:buClr>
              <a:buSzPts val="1800"/>
              <a:buChar char="−"/>
              <a:defRPr/>
            </a:lvl5pPr>
            <a:lvl6pPr marL="2743246" lvl="5" indent="-342906" algn="l">
              <a:spcBef>
                <a:spcPts val="360"/>
              </a:spcBef>
              <a:spcAft>
                <a:spcPts val="0"/>
              </a:spcAft>
              <a:buClr>
                <a:schemeClr val="dk1"/>
              </a:buClr>
              <a:buSzPts val="1800"/>
              <a:buChar char="•"/>
              <a:defRPr/>
            </a:lvl6pPr>
            <a:lvl7pPr marL="3200453" lvl="6" indent="-342906" algn="l">
              <a:spcBef>
                <a:spcPts val="360"/>
              </a:spcBef>
              <a:spcAft>
                <a:spcPts val="0"/>
              </a:spcAft>
              <a:buClr>
                <a:schemeClr val="dk1"/>
              </a:buClr>
              <a:buSzPts val="1800"/>
              <a:buChar char="•"/>
              <a:defRPr/>
            </a:lvl7pPr>
            <a:lvl8pPr marL="3657661" lvl="7" indent="-342906" algn="l">
              <a:spcBef>
                <a:spcPts val="360"/>
              </a:spcBef>
              <a:spcAft>
                <a:spcPts val="0"/>
              </a:spcAft>
              <a:buClr>
                <a:schemeClr val="dk1"/>
              </a:buClr>
              <a:buSzPts val="1800"/>
              <a:buChar char="•"/>
              <a:defRPr/>
            </a:lvl8pPr>
            <a:lvl9pPr marL="4114868" lvl="8" indent="-342906" algn="l">
              <a:spcBef>
                <a:spcPts val="360"/>
              </a:spcBef>
              <a:spcAft>
                <a:spcPts val="0"/>
              </a:spcAft>
              <a:buClr>
                <a:schemeClr val="dk1"/>
              </a:buClr>
              <a:buSzPts val="1800"/>
              <a:buChar char="•"/>
              <a:defRPr/>
            </a:lvl9pPr>
          </a:lstStyle>
          <a:p>
            <a:endParaRPr/>
          </a:p>
        </p:txBody>
      </p:sp>
      <p:sp>
        <p:nvSpPr>
          <p:cNvPr id="74" name="Google Shape;74;p17"/>
          <p:cNvSpPr txBox="1">
            <a:spLocks noGrp="1"/>
          </p:cNvSpPr>
          <p:nvPr>
            <p:ph type="body" idx="2"/>
          </p:nvPr>
        </p:nvSpPr>
        <p:spPr>
          <a:xfrm>
            <a:off x="455618" y="2436582"/>
            <a:ext cx="11277716" cy="1984839"/>
          </a:xfrm>
          <a:prstGeom prst="rect">
            <a:avLst/>
          </a:prstGeom>
          <a:noFill/>
          <a:ln>
            <a:noFill/>
          </a:ln>
        </p:spPr>
        <p:txBody>
          <a:bodyPr spcFirstLastPara="1" wrap="square" lIns="0" tIns="0" rIns="0" bIns="0" anchor="t" anchorCtr="0">
            <a:noAutofit/>
          </a:bodyPr>
          <a:lstStyle>
            <a:lvl1pPr marL="457207" lvl="0" indent="-228604" algn="l">
              <a:lnSpc>
                <a:spcPct val="70000"/>
              </a:lnSpc>
              <a:spcBef>
                <a:spcPts val="0"/>
              </a:spcBef>
              <a:spcAft>
                <a:spcPts val="0"/>
              </a:spcAft>
              <a:buClr>
                <a:schemeClr val="lt1"/>
              </a:buClr>
              <a:buSzPts val="12500"/>
              <a:buFont typeface="Roboto"/>
              <a:buNone/>
              <a:defRPr sz="12501" b="0" i="0" cap="none">
                <a:solidFill>
                  <a:schemeClr val="lt1"/>
                </a:solidFill>
                <a:latin typeface="Roboto"/>
                <a:ea typeface="Roboto"/>
                <a:cs typeface="Roboto"/>
                <a:sym typeface="Roboto"/>
              </a:defRPr>
            </a:lvl1pPr>
            <a:lvl2pPr marL="914415" lvl="1" indent="-342906" algn="l">
              <a:spcBef>
                <a:spcPts val="600"/>
              </a:spcBef>
              <a:spcAft>
                <a:spcPts val="0"/>
              </a:spcAft>
              <a:buClr>
                <a:schemeClr val="dk1"/>
              </a:buClr>
              <a:buSzPts val="1800"/>
              <a:buChar char="•"/>
              <a:defRPr/>
            </a:lvl2pPr>
            <a:lvl3pPr marL="1371622" lvl="2" indent="-342906" algn="l">
              <a:spcBef>
                <a:spcPts val="600"/>
              </a:spcBef>
              <a:spcAft>
                <a:spcPts val="0"/>
              </a:spcAft>
              <a:buClr>
                <a:schemeClr val="dk1"/>
              </a:buClr>
              <a:buSzPts val="1800"/>
              <a:buChar char="−"/>
              <a:defRPr/>
            </a:lvl3pPr>
            <a:lvl4pPr marL="1828831" lvl="3" indent="-342906" algn="l">
              <a:spcBef>
                <a:spcPts val="300"/>
              </a:spcBef>
              <a:spcAft>
                <a:spcPts val="0"/>
              </a:spcAft>
              <a:buClr>
                <a:schemeClr val="dk1"/>
              </a:buClr>
              <a:buSzPts val="1800"/>
              <a:buChar char="•"/>
              <a:defRPr/>
            </a:lvl4pPr>
            <a:lvl5pPr marL="2286038" lvl="4" indent="-342906" algn="l">
              <a:spcBef>
                <a:spcPts val="300"/>
              </a:spcBef>
              <a:spcAft>
                <a:spcPts val="0"/>
              </a:spcAft>
              <a:buClr>
                <a:schemeClr val="dk1"/>
              </a:buClr>
              <a:buSzPts val="1800"/>
              <a:buChar char="−"/>
              <a:defRPr/>
            </a:lvl5pPr>
            <a:lvl6pPr marL="2743246" lvl="5" indent="-342906" algn="l">
              <a:spcBef>
                <a:spcPts val="360"/>
              </a:spcBef>
              <a:spcAft>
                <a:spcPts val="0"/>
              </a:spcAft>
              <a:buClr>
                <a:schemeClr val="dk1"/>
              </a:buClr>
              <a:buSzPts val="1800"/>
              <a:buChar char="•"/>
              <a:defRPr/>
            </a:lvl6pPr>
            <a:lvl7pPr marL="3200453" lvl="6" indent="-342906" algn="l">
              <a:spcBef>
                <a:spcPts val="360"/>
              </a:spcBef>
              <a:spcAft>
                <a:spcPts val="0"/>
              </a:spcAft>
              <a:buClr>
                <a:schemeClr val="dk1"/>
              </a:buClr>
              <a:buSzPts val="1800"/>
              <a:buChar char="•"/>
              <a:defRPr/>
            </a:lvl7pPr>
            <a:lvl8pPr marL="3657661" lvl="7" indent="-342906" algn="l">
              <a:spcBef>
                <a:spcPts val="360"/>
              </a:spcBef>
              <a:spcAft>
                <a:spcPts val="0"/>
              </a:spcAft>
              <a:buClr>
                <a:schemeClr val="dk1"/>
              </a:buClr>
              <a:buSzPts val="1800"/>
              <a:buChar char="•"/>
              <a:defRPr/>
            </a:lvl8pPr>
            <a:lvl9pPr marL="4114868" lvl="8" indent="-342906" algn="l">
              <a:spcBef>
                <a:spcPts val="360"/>
              </a:spcBef>
              <a:spcAft>
                <a:spcPts val="0"/>
              </a:spcAft>
              <a:buClr>
                <a:schemeClr val="dk1"/>
              </a:buClr>
              <a:buSzPts val="1800"/>
              <a:buChar char="•"/>
              <a:defRPr/>
            </a:lvl9pPr>
          </a:lstStyle>
          <a:p>
            <a:endParaRPr/>
          </a:p>
        </p:txBody>
      </p:sp>
      <p:pic>
        <p:nvPicPr>
          <p:cNvPr id="75" name="Google Shape;75;p17" descr="A picture containing drawing&#10;&#10;Description automatically generated"/>
          <p:cNvPicPr preferRelativeResize="0"/>
          <p:nvPr/>
        </p:nvPicPr>
        <p:blipFill rotWithShape="1">
          <a:blip r:embed="rId2">
            <a:alphaModFix/>
          </a:blip>
          <a:srcRect/>
          <a:stretch/>
        </p:blipFill>
        <p:spPr>
          <a:xfrm>
            <a:off x="455618" y="457200"/>
            <a:ext cx="1222240" cy="914400"/>
          </a:xfrm>
          <a:prstGeom prst="rect">
            <a:avLst/>
          </a:prstGeom>
          <a:noFill/>
          <a:ln>
            <a:noFill/>
          </a:ln>
        </p:spPr>
      </p:pic>
    </p:spTree>
  </p:cSld>
  <p:clrMapOvr>
    <a:masterClrMapping/>
  </p:clrMapOvr>
  <mc:AlternateContent xmlns:mc="http://schemas.openxmlformats.org/markup-compatibility/2006" xmlns:p14="http://schemas.microsoft.com/office/powerpoint/2010/main">
    <mc:Choice Requires="p14">
      <p:transition p14:dur="250">
        <p:fade/>
      </p:transition>
    </mc:Choice>
    <mc:Fallback xmlns:ahyp="http://schemas.microsoft.com/office/drawing/2018/hyperlinkcolor" xmlns:p15="http://schemas.microsoft.com/office/powerpoint/2012/main" xmlns:com="http://schemas.openxmlformats.org/drawingml/2006/compatibility" xmlns:pvml="urn:schemas-microsoft-com:office:powerpoint" xmlns:v="urn:schemas-microsoft-com:vml" xmlns:o="urn:schemas-microsoft-com:office:office" xmlns:dgm="http://schemas.openxmlformats.org/drawingml/2006/diagram" xmlns:c="http://schemas.openxmlformats.org/drawingml/2006/chart" xmlns:mv="urn:schemas-microsoft-com:mac:vml" xmlns="">
      <p:transition>
        <p:fade/>
      </p:transition>
    </mc:Fallback>
  </mc:AlternateContent>
</p:sldLayout>
</file>

<file path=ppt/slideLayouts/slideLayout16.xml><?xml version="1.0" encoding="utf-8"?>
<p:sldLayout xmlns:a="http://schemas.openxmlformats.org/drawingml/2006/main" xmlns:r="http://schemas.openxmlformats.org/officeDocument/2006/relationships" xmlns:p="http://schemas.openxmlformats.org/presentationml/2006/main" matchingName="Cover C">
  <p:cSld name="Cover C">
    <p:bg>
      <p:bgPr>
        <a:solidFill>
          <a:srgbClr val="030A14"/>
        </a:solidFill>
        <a:effectLst/>
      </p:bgPr>
    </p:bg>
    <p:spTree>
      <p:nvGrpSpPr>
        <p:cNvPr id="1" name="Shape 76"/>
        <p:cNvGrpSpPr/>
        <p:nvPr/>
      </p:nvGrpSpPr>
      <p:grpSpPr>
        <a:xfrm>
          <a:off x="0" y="0"/>
          <a:ext cx="0" cy="0"/>
          <a:chOff x="0" y="0"/>
          <a:chExt cx="0" cy="0"/>
        </a:xfrm>
      </p:grpSpPr>
      <p:sp>
        <p:nvSpPr>
          <p:cNvPr id="77" name="Google Shape;77;p18"/>
          <p:cNvSpPr txBox="1">
            <a:spLocks noGrp="1"/>
          </p:cNvSpPr>
          <p:nvPr>
            <p:ph type="title"/>
          </p:nvPr>
        </p:nvSpPr>
        <p:spPr>
          <a:xfrm>
            <a:off x="455618" y="2364060"/>
            <a:ext cx="8915492" cy="4033258"/>
          </a:xfrm>
          <a:prstGeom prst="rect">
            <a:avLst/>
          </a:prstGeom>
          <a:noFill/>
          <a:ln>
            <a:noFill/>
          </a:ln>
        </p:spPr>
        <p:txBody>
          <a:bodyPr spcFirstLastPara="1" wrap="square" lIns="0" tIns="0" rIns="0" bIns="0" anchor="ctr" anchorCtr="0">
            <a:noAutofit/>
          </a:bodyPr>
          <a:lstStyle>
            <a:lvl1pPr lvl="0" algn="l">
              <a:lnSpc>
                <a:spcPct val="80000"/>
              </a:lnSpc>
              <a:spcBef>
                <a:spcPts val="0"/>
              </a:spcBef>
              <a:spcAft>
                <a:spcPts val="0"/>
              </a:spcAft>
              <a:buClr>
                <a:schemeClr val="lt1"/>
              </a:buClr>
              <a:buSzPts val="9600"/>
              <a:buFont typeface="Roboto"/>
              <a:buNone/>
              <a:defRPr sz="9600" b="0" i="0" cap="none">
                <a:solidFill>
                  <a:schemeClr val="lt1"/>
                </a:solidFill>
                <a:latin typeface="Roboto"/>
                <a:ea typeface="Roboto"/>
                <a:cs typeface="Roboto"/>
                <a:sym typeface="Roboto"/>
              </a:defRPr>
            </a:lvl1pPr>
            <a:lvl2pPr lvl="1">
              <a:spcBef>
                <a:spcPts val="0"/>
              </a:spcBef>
              <a:spcAft>
                <a:spcPts val="0"/>
              </a:spcAft>
              <a:buSzPts val="1400"/>
              <a:buNone/>
              <a:defRPr/>
            </a:lvl2pPr>
            <a:lvl3pPr lvl="2">
              <a:spcBef>
                <a:spcPts val="0"/>
              </a:spcBef>
              <a:spcAft>
                <a:spcPts val="0"/>
              </a:spcAft>
              <a:buSzPts val="1400"/>
              <a:buNone/>
              <a:defRPr/>
            </a:lvl3pPr>
            <a:lvl4pPr lvl="3">
              <a:spcBef>
                <a:spcPts val="0"/>
              </a:spcBef>
              <a:spcAft>
                <a:spcPts val="0"/>
              </a:spcAft>
              <a:buSzPts val="1400"/>
              <a:buNone/>
              <a:defRPr/>
            </a:lvl4pPr>
            <a:lvl5pPr lvl="4">
              <a:spcBef>
                <a:spcPts val="0"/>
              </a:spcBef>
              <a:spcAft>
                <a:spcPts val="0"/>
              </a:spcAft>
              <a:buSzPts val="1400"/>
              <a:buNone/>
              <a:defRPr/>
            </a:lvl5pPr>
            <a:lvl6pPr lvl="5">
              <a:spcBef>
                <a:spcPts val="0"/>
              </a:spcBef>
              <a:spcAft>
                <a:spcPts val="0"/>
              </a:spcAft>
              <a:buSzPts val="1400"/>
              <a:buNone/>
              <a:defRPr/>
            </a:lvl6pPr>
            <a:lvl7pPr lvl="6">
              <a:spcBef>
                <a:spcPts val="0"/>
              </a:spcBef>
              <a:spcAft>
                <a:spcPts val="0"/>
              </a:spcAft>
              <a:buSzPts val="1400"/>
              <a:buNone/>
              <a:defRPr/>
            </a:lvl7pPr>
            <a:lvl8pPr lvl="7">
              <a:spcBef>
                <a:spcPts val="0"/>
              </a:spcBef>
              <a:spcAft>
                <a:spcPts val="0"/>
              </a:spcAft>
              <a:buSzPts val="1400"/>
              <a:buNone/>
              <a:defRPr/>
            </a:lvl8pPr>
            <a:lvl9pPr lvl="8">
              <a:spcBef>
                <a:spcPts val="0"/>
              </a:spcBef>
              <a:spcAft>
                <a:spcPts val="0"/>
              </a:spcAft>
              <a:buSzPts val="1400"/>
              <a:buNone/>
              <a:defRPr/>
            </a:lvl9pPr>
          </a:lstStyle>
          <a:p>
            <a:endParaRPr/>
          </a:p>
        </p:txBody>
      </p:sp>
      <p:pic>
        <p:nvPicPr>
          <p:cNvPr id="78" name="Google Shape;78;p18" descr="A close up of a logo&#10;&#10;Description automatically generated"/>
          <p:cNvPicPr preferRelativeResize="0"/>
          <p:nvPr/>
        </p:nvPicPr>
        <p:blipFill rotWithShape="1">
          <a:blip r:embed="rId2">
            <a:alphaModFix/>
          </a:blip>
          <a:srcRect/>
          <a:stretch/>
        </p:blipFill>
        <p:spPr>
          <a:xfrm>
            <a:off x="3231420" y="18820"/>
            <a:ext cx="8501825" cy="6858000"/>
          </a:xfrm>
          <a:prstGeom prst="rect">
            <a:avLst/>
          </a:prstGeom>
          <a:noFill/>
          <a:ln>
            <a:noFill/>
          </a:ln>
        </p:spPr>
      </p:pic>
      <p:sp>
        <p:nvSpPr>
          <p:cNvPr id="79" name="Google Shape;79;p18"/>
          <p:cNvSpPr txBox="1">
            <a:spLocks noGrp="1"/>
          </p:cNvSpPr>
          <p:nvPr>
            <p:ph type="body" idx="1"/>
          </p:nvPr>
        </p:nvSpPr>
        <p:spPr>
          <a:xfrm>
            <a:off x="9747892" y="3262957"/>
            <a:ext cx="1985440" cy="332089"/>
          </a:xfrm>
          <a:prstGeom prst="rect">
            <a:avLst/>
          </a:prstGeom>
          <a:noFill/>
          <a:ln>
            <a:noFill/>
          </a:ln>
        </p:spPr>
        <p:txBody>
          <a:bodyPr spcFirstLastPara="1" wrap="square" lIns="0" tIns="0" rIns="0" bIns="0" anchor="ctr" anchorCtr="0">
            <a:noAutofit/>
          </a:bodyPr>
          <a:lstStyle>
            <a:lvl1pPr marL="457207" lvl="0" indent="-228604" algn="r">
              <a:spcBef>
                <a:spcPts val="1800"/>
              </a:spcBef>
              <a:spcAft>
                <a:spcPts val="0"/>
              </a:spcAft>
              <a:buClr>
                <a:schemeClr val="lt1"/>
              </a:buClr>
              <a:buSzPts val="1600"/>
              <a:buFont typeface="Roboto"/>
              <a:buNone/>
              <a:defRPr sz="1600" b="0" i="0" cap="none">
                <a:solidFill>
                  <a:schemeClr val="lt1"/>
                </a:solidFill>
              </a:defRPr>
            </a:lvl1pPr>
            <a:lvl2pPr marL="914415" lvl="1" indent="-342906" algn="l">
              <a:spcBef>
                <a:spcPts val="600"/>
              </a:spcBef>
              <a:spcAft>
                <a:spcPts val="0"/>
              </a:spcAft>
              <a:buClr>
                <a:schemeClr val="dk1"/>
              </a:buClr>
              <a:buSzPts val="1800"/>
              <a:buChar char="•"/>
              <a:defRPr/>
            </a:lvl2pPr>
            <a:lvl3pPr marL="1371622" lvl="2" indent="-342906" algn="l">
              <a:spcBef>
                <a:spcPts val="600"/>
              </a:spcBef>
              <a:spcAft>
                <a:spcPts val="0"/>
              </a:spcAft>
              <a:buClr>
                <a:schemeClr val="dk1"/>
              </a:buClr>
              <a:buSzPts val="1800"/>
              <a:buChar char="−"/>
              <a:defRPr/>
            </a:lvl3pPr>
            <a:lvl4pPr marL="1828831" lvl="3" indent="-342906" algn="l">
              <a:spcBef>
                <a:spcPts val="300"/>
              </a:spcBef>
              <a:spcAft>
                <a:spcPts val="0"/>
              </a:spcAft>
              <a:buClr>
                <a:schemeClr val="dk1"/>
              </a:buClr>
              <a:buSzPts val="1800"/>
              <a:buChar char="•"/>
              <a:defRPr/>
            </a:lvl4pPr>
            <a:lvl5pPr marL="2286038" lvl="4" indent="-342906" algn="l">
              <a:spcBef>
                <a:spcPts val="300"/>
              </a:spcBef>
              <a:spcAft>
                <a:spcPts val="0"/>
              </a:spcAft>
              <a:buClr>
                <a:schemeClr val="dk1"/>
              </a:buClr>
              <a:buSzPts val="1800"/>
              <a:buChar char="−"/>
              <a:defRPr/>
            </a:lvl5pPr>
            <a:lvl6pPr marL="2743246" lvl="5" indent="-342906" algn="l">
              <a:spcBef>
                <a:spcPts val="360"/>
              </a:spcBef>
              <a:spcAft>
                <a:spcPts val="0"/>
              </a:spcAft>
              <a:buClr>
                <a:schemeClr val="dk1"/>
              </a:buClr>
              <a:buSzPts val="1800"/>
              <a:buChar char="•"/>
              <a:defRPr/>
            </a:lvl6pPr>
            <a:lvl7pPr marL="3200453" lvl="6" indent="-342906" algn="l">
              <a:spcBef>
                <a:spcPts val="360"/>
              </a:spcBef>
              <a:spcAft>
                <a:spcPts val="0"/>
              </a:spcAft>
              <a:buClr>
                <a:schemeClr val="dk1"/>
              </a:buClr>
              <a:buSzPts val="1800"/>
              <a:buChar char="•"/>
              <a:defRPr/>
            </a:lvl7pPr>
            <a:lvl8pPr marL="3657661" lvl="7" indent="-342906" algn="l">
              <a:spcBef>
                <a:spcPts val="360"/>
              </a:spcBef>
              <a:spcAft>
                <a:spcPts val="0"/>
              </a:spcAft>
              <a:buClr>
                <a:schemeClr val="dk1"/>
              </a:buClr>
              <a:buSzPts val="1800"/>
              <a:buChar char="•"/>
              <a:defRPr/>
            </a:lvl8pPr>
            <a:lvl9pPr marL="4114868" lvl="8" indent="-342906" algn="l">
              <a:spcBef>
                <a:spcPts val="360"/>
              </a:spcBef>
              <a:spcAft>
                <a:spcPts val="0"/>
              </a:spcAft>
              <a:buClr>
                <a:schemeClr val="dk1"/>
              </a:buClr>
              <a:buSzPts val="1800"/>
              <a:buChar char="•"/>
              <a:defRPr/>
            </a:lvl9pPr>
          </a:lstStyle>
          <a:p>
            <a:endParaRPr/>
          </a:p>
        </p:txBody>
      </p:sp>
      <p:pic>
        <p:nvPicPr>
          <p:cNvPr id="80" name="Google Shape;80;p18" descr="A picture containing drawing&#10;&#10;Description automatically generated"/>
          <p:cNvPicPr preferRelativeResize="0"/>
          <p:nvPr/>
        </p:nvPicPr>
        <p:blipFill rotWithShape="1">
          <a:blip r:embed="rId3">
            <a:alphaModFix/>
          </a:blip>
          <a:srcRect/>
          <a:stretch/>
        </p:blipFill>
        <p:spPr>
          <a:xfrm>
            <a:off x="455618" y="457200"/>
            <a:ext cx="1222240" cy="914400"/>
          </a:xfrm>
          <a:prstGeom prst="rect">
            <a:avLst/>
          </a:prstGeom>
          <a:noFill/>
          <a:ln>
            <a:noFill/>
          </a:ln>
        </p:spPr>
      </p:pic>
    </p:spTree>
  </p:cSld>
  <p:clrMapOvr>
    <a:masterClrMapping/>
  </p:clrMapOvr>
  <mc:AlternateContent xmlns:mc="http://schemas.openxmlformats.org/markup-compatibility/2006" xmlns:p14="http://schemas.microsoft.com/office/powerpoint/2010/main">
    <mc:Choice Requires="p14">
      <p:transition p14:dur="250">
        <p:fade/>
      </p:transition>
    </mc:Choice>
    <mc:Fallback xmlns:ahyp="http://schemas.microsoft.com/office/drawing/2018/hyperlinkcolor" xmlns:p15="http://schemas.microsoft.com/office/powerpoint/2012/main" xmlns:com="http://schemas.openxmlformats.org/drawingml/2006/compatibility" xmlns:pvml="urn:schemas-microsoft-com:office:powerpoint" xmlns:v="urn:schemas-microsoft-com:vml" xmlns:o="urn:schemas-microsoft-com:office:office" xmlns:dgm="http://schemas.openxmlformats.org/drawingml/2006/diagram" xmlns:c="http://schemas.openxmlformats.org/drawingml/2006/chart" xmlns:mv="urn:schemas-microsoft-com:mac:vml" xmlns="">
      <p:transition>
        <p:fade/>
      </p:transition>
    </mc:Fallback>
  </mc:AlternateContent>
</p:sldLayout>
</file>

<file path=ppt/slideLayouts/slideLayout17.xml><?xml version="1.0" encoding="utf-8"?>
<p:sldLayout xmlns:a="http://schemas.openxmlformats.org/drawingml/2006/main" xmlns:r="http://schemas.openxmlformats.org/officeDocument/2006/relationships" xmlns:p="http://schemas.openxmlformats.org/presentationml/2006/main" matchingName="Cover D">
  <p:cSld name="Cover D">
    <p:bg>
      <p:bgPr>
        <a:solidFill>
          <a:schemeClr val="lt2"/>
        </a:solidFill>
        <a:effectLst/>
      </p:bgPr>
    </p:bg>
    <p:spTree>
      <p:nvGrpSpPr>
        <p:cNvPr id="1" name="Shape 81"/>
        <p:cNvGrpSpPr/>
        <p:nvPr/>
      </p:nvGrpSpPr>
      <p:grpSpPr>
        <a:xfrm>
          <a:off x="0" y="0"/>
          <a:ext cx="0" cy="0"/>
          <a:chOff x="0" y="0"/>
          <a:chExt cx="0" cy="0"/>
        </a:xfrm>
      </p:grpSpPr>
      <p:sp>
        <p:nvSpPr>
          <p:cNvPr id="82" name="Google Shape;82;p19"/>
          <p:cNvSpPr txBox="1">
            <a:spLocks noGrp="1"/>
          </p:cNvSpPr>
          <p:nvPr>
            <p:ph type="title"/>
          </p:nvPr>
        </p:nvSpPr>
        <p:spPr>
          <a:xfrm>
            <a:off x="1636729" y="2586976"/>
            <a:ext cx="8915492" cy="1684051"/>
          </a:xfrm>
          <a:prstGeom prst="rect">
            <a:avLst/>
          </a:prstGeom>
          <a:noFill/>
          <a:ln>
            <a:noFill/>
          </a:ln>
        </p:spPr>
        <p:txBody>
          <a:bodyPr spcFirstLastPara="1" wrap="square" lIns="0" tIns="0" rIns="0" bIns="0" anchor="ctr" anchorCtr="0">
            <a:noAutofit/>
          </a:bodyPr>
          <a:lstStyle>
            <a:lvl1pPr lvl="0" algn="ctr">
              <a:lnSpc>
                <a:spcPct val="70000"/>
              </a:lnSpc>
              <a:spcBef>
                <a:spcPts val="0"/>
              </a:spcBef>
              <a:spcAft>
                <a:spcPts val="0"/>
              </a:spcAft>
              <a:buClr>
                <a:schemeClr val="accent2"/>
              </a:buClr>
              <a:buSzPts val="11500"/>
              <a:buFont typeface="Roboto Light"/>
              <a:buNone/>
              <a:defRPr sz="11500" b="0" i="0" cap="none">
                <a:solidFill>
                  <a:schemeClr val="accent2"/>
                </a:solidFill>
                <a:latin typeface="Roboto Light"/>
                <a:ea typeface="Roboto Light"/>
                <a:cs typeface="Roboto Light"/>
                <a:sym typeface="Roboto Light"/>
              </a:defRPr>
            </a:lvl1pPr>
            <a:lvl2pPr lvl="1">
              <a:spcBef>
                <a:spcPts val="0"/>
              </a:spcBef>
              <a:spcAft>
                <a:spcPts val="0"/>
              </a:spcAft>
              <a:buSzPts val="1400"/>
              <a:buNone/>
              <a:defRPr/>
            </a:lvl2pPr>
            <a:lvl3pPr lvl="2">
              <a:spcBef>
                <a:spcPts val="0"/>
              </a:spcBef>
              <a:spcAft>
                <a:spcPts val="0"/>
              </a:spcAft>
              <a:buSzPts val="1400"/>
              <a:buNone/>
              <a:defRPr/>
            </a:lvl3pPr>
            <a:lvl4pPr lvl="3">
              <a:spcBef>
                <a:spcPts val="0"/>
              </a:spcBef>
              <a:spcAft>
                <a:spcPts val="0"/>
              </a:spcAft>
              <a:buSzPts val="1400"/>
              <a:buNone/>
              <a:defRPr/>
            </a:lvl4pPr>
            <a:lvl5pPr lvl="4">
              <a:spcBef>
                <a:spcPts val="0"/>
              </a:spcBef>
              <a:spcAft>
                <a:spcPts val="0"/>
              </a:spcAft>
              <a:buSzPts val="1400"/>
              <a:buNone/>
              <a:defRPr/>
            </a:lvl5pPr>
            <a:lvl6pPr lvl="5">
              <a:spcBef>
                <a:spcPts val="0"/>
              </a:spcBef>
              <a:spcAft>
                <a:spcPts val="0"/>
              </a:spcAft>
              <a:buSzPts val="1400"/>
              <a:buNone/>
              <a:defRPr/>
            </a:lvl6pPr>
            <a:lvl7pPr lvl="6">
              <a:spcBef>
                <a:spcPts val="0"/>
              </a:spcBef>
              <a:spcAft>
                <a:spcPts val="0"/>
              </a:spcAft>
              <a:buSzPts val="1400"/>
              <a:buNone/>
              <a:defRPr/>
            </a:lvl7pPr>
            <a:lvl8pPr lvl="7">
              <a:spcBef>
                <a:spcPts val="0"/>
              </a:spcBef>
              <a:spcAft>
                <a:spcPts val="0"/>
              </a:spcAft>
              <a:buSzPts val="1400"/>
              <a:buNone/>
              <a:defRPr/>
            </a:lvl8pPr>
            <a:lvl9pPr lvl="8">
              <a:spcBef>
                <a:spcPts val="0"/>
              </a:spcBef>
              <a:spcAft>
                <a:spcPts val="0"/>
              </a:spcAft>
              <a:buSzPts val="1400"/>
              <a:buNone/>
              <a:defRPr/>
            </a:lvl9pPr>
          </a:lstStyle>
          <a:p>
            <a:endParaRPr/>
          </a:p>
        </p:txBody>
      </p:sp>
      <p:pic>
        <p:nvPicPr>
          <p:cNvPr id="83" name="Google Shape;83;p19" descr="A picture containing drawing&#10;&#10;Description automatically generated"/>
          <p:cNvPicPr preferRelativeResize="0"/>
          <p:nvPr/>
        </p:nvPicPr>
        <p:blipFill rotWithShape="1">
          <a:blip r:embed="rId2">
            <a:alphaModFix/>
          </a:blip>
          <a:srcRect/>
          <a:stretch/>
        </p:blipFill>
        <p:spPr>
          <a:xfrm>
            <a:off x="455618" y="457200"/>
            <a:ext cx="1222240" cy="914400"/>
          </a:xfrm>
          <a:prstGeom prst="rect">
            <a:avLst/>
          </a:prstGeom>
          <a:noFill/>
          <a:ln>
            <a:noFill/>
          </a:ln>
        </p:spPr>
      </p:pic>
      <p:sp>
        <p:nvSpPr>
          <p:cNvPr id="84" name="Google Shape;84;p19"/>
          <p:cNvSpPr txBox="1">
            <a:spLocks noGrp="1"/>
          </p:cNvSpPr>
          <p:nvPr>
            <p:ph type="body" idx="1"/>
          </p:nvPr>
        </p:nvSpPr>
        <p:spPr>
          <a:xfrm>
            <a:off x="8990106" y="6123247"/>
            <a:ext cx="2743228" cy="332089"/>
          </a:xfrm>
          <a:prstGeom prst="rect">
            <a:avLst/>
          </a:prstGeom>
          <a:noFill/>
          <a:ln>
            <a:noFill/>
          </a:ln>
        </p:spPr>
        <p:txBody>
          <a:bodyPr spcFirstLastPara="1" wrap="square" lIns="0" tIns="0" rIns="0" bIns="0" anchor="b" anchorCtr="0">
            <a:noAutofit/>
          </a:bodyPr>
          <a:lstStyle>
            <a:lvl1pPr marL="457207" lvl="0" indent="-228604" algn="r">
              <a:spcBef>
                <a:spcPts val="1800"/>
              </a:spcBef>
              <a:spcAft>
                <a:spcPts val="0"/>
              </a:spcAft>
              <a:buClr>
                <a:schemeClr val="lt1"/>
              </a:buClr>
              <a:buSzPts val="1600"/>
              <a:buFont typeface="Roboto"/>
              <a:buNone/>
              <a:defRPr sz="1600" b="0" i="0" cap="none">
                <a:solidFill>
                  <a:schemeClr val="lt1"/>
                </a:solidFill>
              </a:defRPr>
            </a:lvl1pPr>
            <a:lvl2pPr marL="914415" lvl="1" indent="-342906" algn="l">
              <a:spcBef>
                <a:spcPts val="600"/>
              </a:spcBef>
              <a:spcAft>
                <a:spcPts val="0"/>
              </a:spcAft>
              <a:buClr>
                <a:schemeClr val="dk1"/>
              </a:buClr>
              <a:buSzPts val="1800"/>
              <a:buChar char="•"/>
              <a:defRPr/>
            </a:lvl2pPr>
            <a:lvl3pPr marL="1371622" lvl="2" indent="-342906" algn="l">
              <a:spcBef>
                <a:spcPts val="600"/>
              </a:spcBef>
              <a:spcAft>
                <a:spcPts val="0"/>
              </a:spcAft>
              <a:buClr>
                <a:schemeClr val="dk1"/>
              </a:buClr>
              <a:buSzPts val="1800"/>
              <a:buChar char="−"/>
              <a:defRPr/>
            </a:lvl3pPr>
            <a:lvl4pPr marL="1828831" lvl="3" indent="-342906" algn="l">
              <a:spcBef>
                <a:spcPts val="300"/>
              </a:spcBef>
              <a:spcAft>
                <a:spcPts val="0"/>
              </a:spcAft>
              <a:buClr>
                <a:schemeClr val="dk1"/>
              </a:buClr>
              <a:buSzPts val="1800"/>
              <a:buChar char="•"/>
              <a:defRPr/>
            </a:lvl4pPr>
            <a:lvl5pPr marL="2286038" lvl="4" indent="-342906" algn="l">
              <a:spcBef>
                <a:spcPts val="300"/>
              </a:spcBef>
              <a:spcAft>
                <a:spcPts val="0"/>
              </a:spcAft>
              <a:buClr>
                <a:schemeClr val="dk1"/>
              </a:buClr>
              <a:buSzPts val="1800"/>
              <a:buChar char="−"/>
              <a:defRPr/>
            </a:lvl5pPr>
            <a:lvl6pPr marL="2743246" lvl="5" indent="-342906" algn="l">
              <a:spcBef>
                <a:spcPts val="360"/>
              </a:spcBef>
              <a:spcAft>
                <a:spcPts val="0"/>
              </a:spcAft>
              <a:buClr>
                <a:schemeClr val="dk1"/>
              </a:buClr>
              <a:buSzPts val="1800"/>
              <a:buChar char="•"/>
              <a:defRPr/>
            </a:lvl6pPr>
            <a:lvl7pPr marL="3200453" lvl="6" indent="-342906" algn="l">
              <a:spcBef>
                <a:spcPts val="360"/>
              </a:spcBef>
              <a:spcAft>
                <a:spcPts val="0"/>
              </a:spcAft>
              <a:buClr>
                <a:schemeClr val="dk1"/>
              </a:buClr>
              <a:buSzPts val="1800"/>
              <a:buChar char="•"/>
              <a:defRPr/>
            </a:lvl7pPr>
            <a:lvl8pPr marL="3657661" lvl="7" indent="-342906" algn="l">
              <a:spcBef>
                <a:spcPts val="360"/>
              </a:spcBef>
              <a:spcAft>
                <a:spcPts val="0"/>
              </a:spcAft>
              <a:buClr>
                <a:schemeClr val="dk1"/>
              </a:buClr>
              <a:buSzPts val="1800"/>
              <a:buChar char="•"/>
              <a:defRPr/>
            </a:lvl8pPr>
            <a:lvl9pPr marL="4114868" lvl="8" indent="-342906" algn="l">
              <a:spcBef>
                <a:spcPts val="360"/>
              </a:spcBef>
              <a:spcAft>
                <a:spcPts val="0"/>
              </a:spcAft>
              <a:buClr>
                <a:schemeClr val="dk1"/>
              </a:buClr>
              <a:buSzPts val="1800"/>
              <a:buChar char="•"/>
              <a:defRPr/>
            </a:lvl9pPr>
          </a:lstStyle>
          <a:p>
            <a:endParaRPr/>
          </a:p>
        </p:txBody>
      </p:sp>
    </p:spTree>
  </p:cSld>
  <p:clrMapOvr>
    <a:masterClrMapping/>
  </p:clrMapOvr>
  <mc:AlternateContent xmlns:mc="http://schemas.openxmlformats.org/markup-compatibility/2006" xmlns:p14="http://schemas.microsoft.com/office/powerpoint/2010/main">
    <mc:Choice Requires="p14">
      <p:transition p14:dur="250">
        <p:fade/>
      </p:transition>
    </mc:Choice>
    <mc:Fallback xmlns:ahyp="http://schemas.microsoft.com/office/drawing/2018/hyperlinkcolor" xmlns:p15="http://schemas.microsoft.com/office/powerpoint/2012/main" xmlns:com="http://schemas.openxmlformats.org/drawingml/2006/compatibility" xmlns:pvml="urn:schemas-microsoft-com:office:powerpoint" xmlns:v="urn:schemas-microsoft-com:vml" xmlns:o="urn:schemas-microsoft-com:office:office" xmlns:dgm="http://schemas.openxmlformats.org/drawingml/2006/diagram" xmlns:c="http://schemas.openxmlformats.org/drawingml/2006/chart" xmlns:mv="urn:schemas-microsoft-com:mac:vml" xmlns="">
      <p:transition>
        <p:fade/>
      </p:transition>
    </mc:Fallback>
  </mc:AlternateContent>
</p:sldLayout>
</file>

<file path=ppt/slideLayouts/slideLayout18.xml><?xml version="1.0" encoding="utf-8"?>
<p:sldLayout xmlns:a="http://schemas.openxmlformats.org/drawingml/2006/main" xmlns:r="http://schemas.openxmlformats.org/officeDocument/2006/relationships" xmlns:p="http://schemas.openxmlformats.org/presentationml/2006/main" matchingName="Cover E">
  <p:cSld name="Cover E">
    <p:spTree>
      <p:nvGrpSpPr>
        <p:cNvPr id="1" name="Shape 85"/>
        <p:cNvGrpSpPr/>
        <p:nvPr/>
      </p:nvGrpSpPr>
      <p:grpSpPr>
        <a:xfrm>
          <a:off x="0" y="0"/>
          <a:ext cx="0" cy="0"/>
          <a:chOff x="0" y="0"/>
          <a:chExt cx="0" cy="0"/>
        </a:xfrm>
      </p:grpSpPr>
      <p:sp>
        <p:nvSpPr>
          <p:cNvPr id="86" name="Google Shape;86;p20"/>
          <p:cNvSpPr>
            <a:spLocks noGrp="1"/>
          </p:cNvSpPr>
          <p:nvPr>
            <p:ph type="pic" idx="2"/>
          </p:nvPr>
        </p:nvSpPr>
        <p:spPr>
          <a:xfrm>
            <a:off x="1" y="0"/>
            <a:ext cx="12188950" cy="6858000"/>
          </a:xfrm>
          <a:prstGeom prst="rect">
            <a:avLst/>
          </a:prstGeom>
          <a:solidFill>
            <a:srgbClr val="F2F2F2"/>
          </a:solidFill>
          <a:ln>
            <a:noFill/>
          </a:ln>
        </p:spPr>
        <p:txBody>
          <a:bodyPr spcFirstLastPara="1" wrap="square" lIns="0" tIns="0" rIns="0" bIns="0" anchor="ctr" anchorCtr="0">
            <a:noAutofit/>
          </a:bodyPr>
          <a:lstStyle>
            <a:lvl1pPr marR="0" lvl="0" algn="ctr" rtl="0">
              <a:spcBef>
                <a:spcPts val="1800"/>
              </a:spcBef>
              <a:spcAft>
                <a:spcPts val="0"/>
              </a:spcAft>
              <a:buClr>
                <a:srgbClr val="D8D8D8"/>
              </a:buClr>
              <a:buSzPts val="2000"/>
              <a:buFont typeface="Roboto"/>
              <a:buNone/>
              <a:defRPr sz="2000" b="0" i="0" u="none" strike="noStrike" cap="none">
                <a:solidFill>
                  <a:srgbClr val="D8D8D8"/>
                </a:solidFill>
                <a:latin typeface="Roboto"/>
                <a:ea typeface="Roboto"/>
                <a:cs typeface="Roboto"/>
                <a:sym typeface="Roboto"/>
              </a:defRPr>
            </a:lvl1pPr>
            <a:lvl2pPr marR="0" lvl="1" algn="l" rtl="0">
              <a:spcBef>
                <a:spcPts val="600"/>
              </a:spcBef>
              <a:spcAft>
                <a:spcPts val="0"/>
              </a:spcAft>
              <a:buClr>
                <a:schemeClr val="dk1"/>
              </a:buClr>
              <a:buSzPts val="1800"/>
              <a:buFont typeface="Arial"/>
              <a:buChar char="•"/>
              <a:defRPr sz="1800" b="0" i="0" u="none" strike="noStrike" cap="none">
                <a:solidFill>
                  <a:schemeClr val="dk1"/>
                </a:solidFill>
                <a:latin typeface="Roboto"/>
                <a:ea typeface="Roboto"/>
                <a:cs typeface="Roboto"/>
                <a:sym typeface="Roboto"/>
              </a:defRPr>
            </a:lvl2pPr>
            <a:lvl3pPr marR="0" lvl="2" algn="l" rtl="0">
              <a:spcBef>
                <a:spcPts val="600"/>
              </a:spcBef>
              <a:spcAft>
                <a:spcPts val="0"/>
              </a:spcAft>
              <a:buClr>
                <a:schemeClr val="dk1"/>
              </a:buClr>
              <a:buSzPts val="1600"/>
              <a:buFont typeface="Merriweather Sans"/>
              <a:buChar char="−"/>
              <a:defRPr sz="1600" b="0" i="0" u="none" strike="noStrike" cap="none">
                <a:solidFill>
                  <a:schemeClr val="dk1"/>
                </a:solidFill>
                <a:latin typeface="Roboto"/>
                <a:ea typeface="Roboto"/>
                <a:cs typeface="Roboto"/>
                <a:sym typeface="Roboto"/>
              </a:defRPr>
            </a:lvl3pPr>
            <a:lvl4pPr marR="0" lvl="3" algn="l" rtl="0">
              <a:spcBef>
                <a:spcPts val="300"/>
              </a:spcBef>
              <a:spcAft>
                <a:spcPts val="0"/>
              </a:spcAft>
              <a:buClr>
                <a:schemeClr val="dk1"/>
              </a:buClr>
              <a:buSzPts val="1400"/>
              <a:buFont typeface="Arial"/>
              <a:buChar char="•"/>
              <a:defRPr sz="1400" b="0" i="0" u="none" strike="noStrike" cap="none">
                <a:solidFill>
                  <a:schemeClr val="dk1"/>
                </a:solidFill>
                <a:latin typeface="Roboto"/>
                <a:ea typeface="Roboto"/>
                <a:cs typeface="Roboto"/>
                <a:sym typeface="Roboto"/>
              </a:defRPr>
            </a:lvl4pPr>
            <a:lvl5pPr marR="0" lvl="4" algn="l" rtl="0">
              <a:spcBef>
                <a:spcPts val="300"/>
              </a:spcBef>
              <a:spcAft>
                <a:spcPts val="0"/>
              </a:spcAft>
              <a:buClr>
                <a:schemeClr val="dk1"/>
              </a:buClr>
              <a:buSzPts val="1200"/>
              <a:buFont typeface="Merriweather Sans"/>
              <a:buChar char="−"/>
              <a:defRPr sz="1200" b="0" i="0" u="none" strike="noStrike" cap="none">
                <a:solidFill>
                  <a:schemeClr val="dk1"/>
                </a:solidFill>
                <a:latin typeface="Roboto"/>
                <a:ea typeface="Roboto"/>
                <a:cs typeface="Roboto"/>
                <a:sym typeface="Roboto"/>
              </a:defRPr>
            </a:lvl5pPr>
            <a:lvl6pPr marR="0" lvl="5" algn="l" rtl="0">
              <a:spcBef>
                <a:spcPts val="533"/>
              </a:spcBef>
              <a:spcAft>
                <a:spcPts val="0"/>
              </a:spcAft>
              <a:buClr>
                <a:schemeClr val="dk1"/>
              </a:buClr>
              <a:buSzPts val="2666"/>
              <a:buFont typeface="Arial"/>
              <a:buChar char="•"/>
              <a:defRPr sz="2666" b="0" i="0" u="none" strike="noStrike" cap="none">
                <a:solidFill>
                  <a:schemeClr val="dk1"/>
                </a:solidFill>
                <a:latin typeface="Poppins Medium"/>
                <a:ea typeface="Poppins Medium"/>
                <a:cs typeface="Poppins Medium"/>
                <a:sym typeface="Poppins Medium"/>
              </a:defRPr>
            </a:lvl6pPr>
            <a:lvl7pPr marR="0" lvl="6" algn="l" rtl="0">
              <a:spcBef>
                <a:spcPts val="533"/>
              </a:spcBef>
              <a:spcAft>
                <a:spcPts val="0"/>
              </a:spcAft>
              <a:buClr>
                <a:schemeClr val="dk1"/>
              </a:buClr>
              <a:buSzPts val="2666"/>
              <a:buFont typeface="Arial"/>
              <a:buChar char="•"/>
              <a:defRPr sz="2666" b="0" i="0" u="none" strike="noStrike" cap="none">
                <a:solidFill>
                  <a:schemeClr val="dk1"/>
                </a:solidFill>
                <a:latin typeface="Poppins Medium"/>
                <a:ea typeface="Poppins Medium"/>
                <a:cs typeface="Poppins Medium"/>
                <a:sym typeface="Poppins Medium"/>
              </a:defRPr>
            </a:lvl7pPr>
            <a:lvl8pPr marR="0" lvl="7" algn="l" rtl="0">
              <a:spcBef>
                <a:spcPts val="533"/>
              </a:spcBef>
              <a:spcAft>
                <a:spcPts val="0"/>
              </a:spcAft>
              <a:buClr>
                <a:schemeClr val="dk1"/>
              </a:buClr>
              <a:buSzPts val="2666"/>
              <a:buFont typeface="Arial"/>
              <a:buChar char="•"/>
              <a:defRPr sz="2666" b="0" i="0" u="none" strike="noStrike" cap="none">
                <a:solidFill>
                  <a:schemeClr val="dk1"/>
                </a:solidFill>
                <a:latin typeface="Poppins Medium"/>
                <a:ea typeface="Poppins Medium"/>
                <a:cs typeface="Poppins Medium"/>
                <a:sym typeface="Poppins Medium"/>
              </a:defRPr>
            </a:lvl8pPr>
            <a:lvl9pPr marR="0" lvl="8" algn="l" rtl="0">
              <a:spcBef>
                <a:spcPts val="533"/>
              </a:spcBef>
              <a:spcAft>
                <a:spcPts val="0"/>
              </a:spcAft>
              <a:buClr>
                <a:schemeClr val="dk1"/>
              </a:buClr>
              <a:buSzPts val="2666"/>
              <a:buFont typeface="Arial"/>
              <a:buChar char="•"/>
              <a:defRPr sz="2666" b="0" i="0" u="none" strike="noStrike" cap="none">
                <a:solidFill>
                  <a:schemeClr val="dk1"/>
                </a:solidFill>
                <a:latin typeface="Poppins Medium"/>
                <a:ea typeface="Poppins Medium"/>
                <a:cs typeface="Poppins Medium"/>
                <a:sym typeface="Poppins Medium"/>
              </a:defRPr>
            </a:lvl9pPr>
          </a:lstStyle>
          <a:p>
            <a:endParaRPr/>
          </a:p>
        </p:txBody>
      </p:sp>
      <p:sp>
        <p:nvSpPr>
          <p:cNvPr id="87" name="Google Shape;87;p20"/>
          <p:cNvSpPr txBox="1">
            <a:spLocks noGrp="1"/>
          </p:cNvSpPr>
          <p:nvPr>
            <p:ph type="title"/>
          </p:nvPr>
        </p:nvSpPr>
        <p:spPr>
          <a:xfrm>
            <a:off x="3390006" y="2921624"/>
            <a:ext cx="8343325" cy="3021976"/>
          </a:xfrm>
          <a:prstGeom prst="rect">
            <a:avLst/>
          </a:prstGeom>
          <a:noFill/>
          <a:ln>
            <a:noFill/>
          </a:ln>
        </p:spPr>
        <p:txBody>
          <a:bodyPr spcFirstLastPara="1" wrap="square" lIns="0" tIns="0" rIns="0" bIns="0" anchor="b" anchorCtr="0">
            <a:noAutofit/>
          </a:bodyPr>
          <a:lstStyle>
            <a:lvl1pPr lvl="0" algn="r">
              <a:lnSpc>
                <a:spcPct val="80000"/>
              </a:lnSpc>
              <a:spcBef>
                <a:spcPts val="0"/>
              </a:spcBef>
              <a:spcAft>
                <a:spcPts val="0"/>
              </a:spcAft>
              <a:buClr>
                <a:schemeClr val="lt1"/>
              </a:buClr>
              <a:buSzPts val="11000"/>
              <a:buFont typeface="Roboto Light"/>
              <a:buNone/>
              <a:defRPr sz="11000" b="0" i="0" cap="none">
                <a:solidFill>
                  <a:schemeClr val="lt1"/>
                </a:solidFill>
                <a:latin typeface="Roboto Light"/>
                <a:ea typeface="Roboto Light"/>
                <a:cs typeface="Roboto Light"/>
                <a:sym typeface="Roboto Light"/>
              </a:defRPr>
            </a:lvl1pPr>
            <a:lvl2pPr lvl="1">
              <a:spcBef>
                <a:spcPts val="0"/>
              </a:spcBef>
              <a:spcAft>
                <a:spcPts val="0"/>
              </a:spcAft>
              <a:buSzPts val="1400"/>
              <a:buNone/>
              <a:defRPr/>
            </a:lvl2pPr>
            <a:lvl3pPr lvl="2">
              <a:spcBef>
                <a:spcPts val="0"/>
              </a:spcBef>
              <a:spcAft>
                <a:spcPts val="0"/>
              </a:spcAft>
              <a:buSzPts val="1400"/>
              <a:buNone/>
              <a:defRPr/>
            </a:lvl3pPr>
            <a:lvl4pPr lvl="3">
              <a:spcBef>
                <a:spcPts val="0"/>
              </a:spcBef>
              <a:spcAft>
                <a:spcPts val="0"/>
              </a:spcAft>
              <a:buSzPts val="1400"/>
              <a:buNone/>
              <a:defRPr/>
            </a:lvl4pPr>
            <a:lvl5pPr lvl="4">
              <a:spcBef>
                <a:spcPts val="0"/>
              </a:spcBef>
              <a:spcAft>
                <a:spcPts val="0"/>
              </a:spcAft>
              <a:buSzPts val="1400"/>
              <a:buNone/>
              <a:defRPr/>
            </a:lvl5pPr>
            <a:lvl6pPr lvl="5">
              <a:spcBef>
                <a:spcPts val="0"/>
              </a:spcBef>
              <a:spcAft>
                <a:spcPts val="0"/>
              </a:spcAft>
              <a:buSzPts val="1400"/>
              <a:buNone/>
              <a:defRPr/>
            </a:lvl6pPr>
            <a:lvl7pPr lvl="6">
              <a:spcBef>
                <a:spcPts val="0"/>
              </a:spcBef>
              <a:spcAft>
                <a:spcPts val="0"/>
              </a:spcAft>
              <a:buSzPts val="1400"/>
              <a:buNone/>
              <a:defRPr/>
            </a:lvl7pPr>
            <a:lvl8pPr lvl="7">
              <a:spcBef>
                <a:spcPts val="0"/>
              </a:spcBef>
              <a:spcAft>
                <a:spcPts val="0"/>
              </a:spcAft>
              <a:buSzPts val="1400"/>
              <a:buNone/>
              <a:defRPr/>
            </a:lvl8pPr>
            <a:lvl9pPr lvl="8">
              <a:spcBef>
                <a:spcPts val="0"/>
              </a:spcBef>
              <a:spcAft>
                <a:spcPts val="0"/>
              </a:spcAft>
              <a:buSzPts val="1400"/>
              <a:buNone/>
              <a:defRPr/>
            </a:lvl9pPr>
          </a:lstStyle>
          <a:p>
            <a:endParaRPr/>
          </a:p>
        </p:txBody>
      </p:sp>
      <p:sp>
        <p:nvSpPr>
          <p:cNvPr id="88" name="Google Shape;88;p20"/>
          <p:cNvSpPr txBox="1">
            <a:spLocks noGrp="1"/>
          </p:cNvSpPr>
          <p:nvPr>
            <p:ph type="body" idx="1"/>
          </p:nvPr>
        </p:nvSpPr>
        <p:spPr>
          <a:xfrm>
            <a:off x="8990106" y="6123247"/>
            <a:ext cx="2743228" cy="332089"/>
          </a:xfrm>
          <a:prstGeom prst="rect">
            <a:avLst/>
          </a:prstGeom>
          <a:noFill/>
          <a:ln>
            <a:noFill/>
          </a:ln>
        </p:spPr>
        <p:txBody>
          <a:bodyPr spcFirstLastPara="1" wrap="square" lIns="0" tIns="0" rIns="0" bIns="0" anchor="b" anchorCtr="0">
            <a:noAutofit/>
          </a:bodyPr>
          <a:lstStyle>
            <a:lvl1pPr marL="457207" lvl="0" indent="-228604" algn="r">
              <a:spcBef>
                <a:spcPts val="1800"/>
              </a:spcBef>
              <a:spcAft>
                <a:spcPts val="0"/>
              </a:spcAft>
              <a:buClr>
                <a:schemeClr val="lt1"/>
              </a:buClr>
              <a:buSzPts val="1600"/>
              <a:buFont typeface="Roboto"/>
              <a:buNone/>
              <a:defRPr sz="1600" b="0" i="0" cap="none">
                <a:solidFill>
                  <a:schemeClr val="lt1"/>
                </a:solidFill>
              </a:defRPr>
            </a:lvl1pPr>
            <a:lvl2pPr marL="914415" lvl="1" indent="-342906" algn="l">
              <a:spcBef>
                <a:spcPts val="600"/>
              </a:spcBef>
              <a:spcAft>
                <a:spcPts val="0"/>
              </a:spcAft>
              <a:buClr>
                <a:schemeClr val="dk1"/>
              </a:buClr>
              <a:buSzPts val="1800"/>
              <a:buChar char="•"/>
              <a:defRPr/>
            </a:lvl2pPr>
            <a:lvl3pPr marL="1371622" lvl="2" indent="-342906" algn="l">
              <a:spcBef>
                <a:spcPts val="600"/>
              </a:spcBef>
              <a:spcAft>
                <a:spcPts val="0"/>
              </a:spcAft>
              <a:buClr>
                <a:schemeClr val="dk1"/>
              </a:buClr>
              <a:buSzPts val="1800"/>
              <a:buChar char="−"/>
              <a:defRPr/>
            </a:lvl3pPr>
            <a:lvl4pPr marL="1828831" lvl="3" indent="-342906" algn="l">
              <a:spcBef>
                <a:spcPts val="300"/>
              </a:spcBef>
              <a:spcAft>
                <a:spcPts val="0"/>
              </a:spcAft>
              <a:buClr>
                <a:schemeClr val="dk1"/>
              </a:buClr>
              <a:buSzPts val="1800"/>
              <a:buChar char="•"/>
              <a:defRPr/>
            </a:lvl4pPr>
            <a:lvl5pPr marL="2286038" lvl="4" indent="-342906" algn="l">
              <a:spcBef>
                <a:spcPts val="300"/>
              </a:spcBef>
              <a:spcAft>
                <a:spcPts val="0"/>
              </a:spcAft>
              <a:buClr>
                <a:schemeClr val="dk1"/>
              </a:buClr>
              <a:buSzPts val="1800"/>
              <a:buChar char="−"/>
              <a:defRPr/>
            </a:lvl5pPr>
            <a:lvl6pPr marL="2743246" lvl="5" indent="-342906" algn="l">
              <a:spcBef>
                <a:spcPts val="360"/>
              </a:spcBef>
              <a:spcAft>
                <a:spcPts val="0"/>
              </a:spcAft>
              <a:buClr>
                <a:schemeClr val="dk1"/>
              </a:buClr>
              <a:buSzPts val="1800"/>
              <a:buChar char="•"/>
              <a:defRPr/>
            </a:lvl6pPr>
            <a:lvl7pPr marL="3200453" lvl="6" indent="-342906" algn="l">
              <a:spcBef>
                <a:spcPts val="360"/>
              </a:spcBef>
              <a:spcAft>
                <a:spcPts val="0"/>
              </a:spcAft>
              <a:buClr>
                <a:schemeClr val="dk1"/>
              </a:buClr>
              <a:buSzPts val="1800"/>
              <a:buChar char="•"/>
              <a:defRPr/>
            </a:lvl7pPr>
            <a:lvl8pPr marL="3657661" lvl="7" indent="-342906" algn="l">
              <a:spcBef>
                <a:spcPts val="360"/>
              </a:spcBef>
              <a:spcAft>
                <a:spcPts val="0"/>
              </a:spcAft>
              <a:buClr>
                <a:schemeClr val="dk1"/>
              </a:buClr>
              <a:buSzPts val="1800"/>
              <a:buChar char="•"/>
              <a:defRPr/>
            </a:lvl8pPr>
            <a:lvl9pPr marL="4114868" lvl="8" indent="-342906" algn="l">
              <a:spcBef>
                <a:spcPts val="360"/>
              </a:spcBef>
              <a:spcAft>
                <a:spcPts val="0"/>
              </a:spcAft>
              <a:buClr>
                <a:schemeClr val="dk1"/>
              </a:buClr>
              <a:buSzPts val="1800"/>
              <a:buChar char="•"/>
              <a:defRPr/>
            </a:lvl9pPr>
          </a:lstStyle>
          <a:p>
            <a:endParaRPr/>
          </a:p>
        </p:txBody>
      </p:sp>
      <p:sp>
        <p:nvSpPr>
          <p:cNvPr id="89" name="Google Shape;89;p20"/>
          <p:cNvSpPr txBox="1">
            <a:spLocks noGrp="1"/>
          </p:cNvSpPr>
          <p:nvPr>
            <p:ph type="body" idx="3"/>
          </p:nvPr>
        </p:nvSpPr>
        <p:spPr>
          <a:xfrm>
            <a:off x="455617" y="5613708"/>
            <a:ext cx="5164657" cy="419100"/>
          </a:xfrm>
          <a:prstGeom prst="rect">
            <a:avLst/>
          </a:prstGeom>
          <a:noFill/>
          <a:ln>
            <a:noFill/>
          </a:ln>
        </p:spPr>
        <p:txBody>
          <a:bodyPr spcFirstLastPara="1" wrap="square" lIns="0" tIns="0" rIns="0" bIns="0" anchor="b" anchorCtr="0">
            <a:noAutofit/>
          </a:bodyPr>
          <a:lstStyle>
            <a:lvl1pPr marL="457207" lvl="0" indent="-228604" algn="l">
              <a:spcBef>
                <a:spcPts val="0"/>
              </a:spcBef>
              <a:spcAft>
                <a:spcPts val="0"/>
              </a:spcAft>
              <a:buClr>
                <a:schemeClr val="lt1"/>
              </a:buClr>
              <a:buSzPts val="2000"/>
              <a:buFont typeface="Roboto"/>
              <a:buNone/>
              <a:defRPr sz="2000" b="0" i="0">
                <a:solidFill>
                  <a:schemeClr val="lt1"/>
                </a:solidFill>
                <a:latin typeface="Roboto"/>
                <a:ea typeface="Roboto"/>
                <a:cs typeface="Roboto"/>
                <a:sym typeface="Roboto"/>
              </a:defRPr>
            </a:lvl1pPr>
            <a:lvl2pPr marL="914415" lvl="1" indent="-228604" algn="l">
              <a:spcBef>
                <a:spcPts val="600"/>
              </a:spcBef>
              <a:spcAft>
                <a:spcPts val="0"/>
              </a:spcAft>
              <a:buClr>
                <a:schemeClr val="dk1"/>
              </a:buClr>
              <a:buSzPts val="1800"/>
              <a:buNone/>
              <a:defRPr/>
            </a:lvl2pPr>
            <a:lvl3pPr marL="1371622" lvl="2" indent="-342906" algn="l">
              <a:spcBef>
                <a:spcPts val="600"/>
              </a:spcBef>
              <a:spcAft>
                <a:spcPts val="0"/>
              </a:spcAft>
              <a:buClr>
                <a:schemeClr val="dk1"/>
              </a:buClr>
              <a:buSzPts val="1800"/>
              <a:buChar char="−"/>
              <a:defRPr/>
            </a:lvl3pPr>
            <a:lvl4pPr marL="1828831" lvl="3" indent="-342906" algn="l">
              <a:spcBef>
                <a:spcPts val="300"/>
              </a:spcBef>
              <a:spcAft>
                <a:spcPts val="0"/>
              </a:spcAft>
              <a:buClr>
                <a:schemeClr val="dk1"/>
              </a:buClr>
              <a:buSzPts val="1800"/>
              <a:buChar char="•"/>
              <a:defRPr/>
            </a:lvl4pPr>
            <a:lvl5pPr marL="2286038" lvl="4" indent="-342906" algn="l">
              <a:spcBef>
                <a:spcPts val="300"/>
              </a:spcBef>
              <a:spcAft>
                <a:spcPts val="0"/>
              </a:spcAft>
              <a:buClr>
                <a:schemeClr val="dk1"/>
              </a:buClr>
              <a:buSzPts val="1800"/>
              <a:buChar char="−"/>
              <a:defRPr/>
            </a:lvl5pPr>
            <a:lvl6pPr marL="2743246" lvl="5" indent="-342906" algn="l">
              <a:spcBef>
                <a:spcPts val="360"/>
              </a:spcBef>
              <a:spcAft>
                <a:spcPts val="0"/>
              </a:spcAft>
              <a:buClr>
                <a:schemeClr val="dk1"/>
              </a:buClr>
              <a:buSzPts val="1800"/>
              <a:buChar char="•"/>
              <a:defRPr/>
            </a:lvl6pPr>
            <a:lvl7pPr marL="3200453" lvl="6" indent="-342906" algn="l">
              <a:spcBef>
                <a:spcPts val="360"/>
              </a:spcBef>
              <a:spcAft>
                <a:spcPts val="0"/>
              </a:spcAft>
              <a:buClr>
                <a:schemeClr val="dk1"/>
              </a:buClr>
              <a:buSzPts val="1800"/>
              <a:buChar char="•"/>
              <a:defRPr/>
            </a:lvl7pPr>
            <a:lvl8pPr marL="3657661" lvl="7" indent="-342906" algn="l">
              <a:spcBef>
                <a:spcPts val="360"/>
              </a:spcBef>
              <a:spcAft>
                <a:spcPts val="0"/>
              </a:spcAft>
              <a:buClr>
                <a:schemeClr val="dk1"/>
              </a:buClr>
              <a:buSzPts val="1800"/>
              <a:buChar char="•"/>
              <a:defRPr/>
            </a:lvl8pPr>
            <a:lvl9pPr marL="4114868" lvl="8" indent="-342906" algn="l">
              <a:spcBef>
                <a:spcPts val="360"/>
              </a:spcBef>
              <a:spcAft>
                <a:spcPts val="0"/>
              </a:spcAft>
              <a:buClr>
                <a:schemeClr val="dk1"/>
              </a:buClr>
              <a:buSzPts val="1800"/>
              <a:buChar char="•"/>
              <a:defRPr/>
            </a:lvl9pPr>
          </a:lstStyle>
          <a:p>
            <a:endParaRPr/>
          </a:p>
        </p:txBody>
      </p:sp>
      <p:pic>
        <p:nvPicPr>
          <p:cNvPr id="90" name="Google Shape;90;p20" descr="A picture containing drawing&#10;&#10;Description automatically generated"/>
          <p:cNvPicPr preferRelativeResize="0"/>
          <p:nvPr/>
        </p:nvPicPr>
        <p:blipFill rotWithShape="1">
          <a:blip r:embed="rId2">
            <a:alphaModFix/>
          </a:blip>
          <a:srcRect b="31356"/>
          <a:stretch/>
        </p:blipFill>
        <p:spPr>
          <a:xfrm>
            <a:off x="455618" y="457202"/>
            <a:ext cx="1222254" cy="627681"/>
          </a:xfrm>
          <a:prstGeom prst="rect">
            <a:avLst/>
          </a:prstGeom>
          <a:noFill/>
          <a:ln>
            <a:noFill/>
          </a:ln>
        </p:spPr>
      </p:pic>
    </p:spTree>
  </p:cSld>
  <p:clrMapOvr>
    <a:masterClrMapping/>
  </p:clrMapOvr>
  <mc:AlternateContent xmlns:mc="http://schemas.openxmlformats.org/markup-compatibility/2006" xmlns:p14="http://schemas.microsoft.com/office/powerpoint/2010/main">
    <mc:Choice Requires="p14">
      <p:transition p14:dur="250">
        <p:fade/>
      </p:transition>
    </mc:Choice>
    <mc:Fallback xmlns:ahyp="http://schemas.microsoft.com/office/drawing/2018/hyperlinkcolor" xmlns:p15="http://schemas.microsoft.com/office/powerpoint/2012/main" xmlns:com="http://schemas.openxmlformats.org/drawingml/2006/compatibility" xmlns:pvml="urn:schemas-microsoft-com:office:powerpoint" xmlns:v="urn:schemas-microsoft-com:vml" xmlns:o="urn:schemas-microsoft-com:office:office" xmlns:dgm="http://schemas.openxmlformats.org/drawingml/2006/diagram" xmlns:c="http://schemas.openxmlformats.org/drawingml/2006/chart" xmlns:mv="urn:schemas-microsoft-com:mac:vml" xmlns="">
      <p:transition>
        <p:fade/>
      </p:transition>
    </mc:Fallback>
  </mc:AlternateContent>
</p:sldLayout>
</file>

<file path=ppt/slideLayouts/slideLayout19.xml><?xml version="1.0" encoding="utf-8"?>
<p:sldLayout xmlns:a="http://schemas.openxmlformats.org/drawingml/2006/main" xmlns:r="http://schemas.openxmlformats.org/officeDocument/2006/relationships" xmlns:p="http://schemas.openxmlformats.org/presentationml/2006/main" matchingName="Divider A Image">
  <p:cSld name="Divider A Image">
    <p:spTree>
      <p:nvGrpSpPr>
        <p:cNvPr id="1" name="Shape 91"/>
        <p:cNvGrpSpPr/>
        <p:nvPr/>
      </p:nvGrpSpPr>
      <p:grpSpPr>
        <a:xfrm>
          <a:off x="0" y="0"/>
          <a:ext cx="0" cy="0"/>
          <a:chOff x="0" y="0"/>
          <a:chExt cx="0" cy="0"/>
        </a:xfrm>
      </p:grpSpPr>
      <p:sp>
        <p:nvSpPr>
          <p:cNvPr id="92" name="Google Shape;92;p21"/>
          <p:cNvSpPr>
            <a:spLocks noGrp="1"/>
          </p:cNvSpPr>
          <p:nvPr>
            <p:ph type="pic" idx="2"/>
          </p:nvPr>
        </p:nvSpPr>
        <p:spPr>
          <a:xfrm>
            <a:off x="1" y="0"/>
            <a:ext cx="12188950" cy="6858000"/>
          </a:xfrm>
          <a:prstGeom prst="rect">
            <a:avLst/>
          </a:prstGeom>
          <a:solidFill>
            <a:srgbClr val="F2F2F2"/>
          </a:solidFill>
          <a:ln>
            <a:noFill/>
          </a:ln>
        </p:spPr>
        <p:txBody>
          <a:bodyPr spcFirstLastPara="1" wrap="square" lIns="0" tIns="0" rIns="0" bIns="0" anchor="ctr" anchorCtr="0">
            <a:noAutofit/>
          </a:bodyPr>
          <a:lstStyle>
            <a:lvl1pPr marR="0" lvl="0" algn="ctr" rtl="0">
              <a:spcBef>
                <a:spcPts val="1800"/>
              </a:spcBef>
              <a:spcAft>
                <a:spcPts val="0"/>
              </a:spcAft>
              <a:buClr>
                <a:srgbClr val="D8D8D8"/>
              </a:buClr>
              <a:buSzPts val="2000"/>
              <a:buFont typeface="Roboto"/>
              <a:buNone/>
              <a:defRPr sz="2000" b="0" i="0" u="none" strike="noStrike" cap="none">
                <a:solidFill>
                  <a:srgbClr val="D8D8D8"/>
                </a:solidFill>
                <a:latin typeface="Roboto"/>
                <a:ea typeface="Roboto"/>
                <a:cs typeface="Roboto"/>
                <a:sym typeface="Roboto"/>
              </a:defRPr>
            </a:lvl1pPr>
            <a:lvl2pPr marR="0" lvl="1" algn="l" rtl="0">
              <a:spcBef>
                <a:spcPts val="600"/>
              </a:spcBef>
              <a:spcAft>
                <a:spcPts val="0"/>
              </a:spcAft>
              <a:buClr>
                <a:schemeClr val="dk1"/>
              </a:buClr>
              <a:buSzPts val="1800"/>
              <a:buFont typeface="Arial"/>
              <a:buChar char="•"/>
              <a:defRPr sz="1800" b="0" i="0" u="none" strike="noStrike" cap="none">
                <a:solidFill>
                  <a:schemeClr val="dk1"/>
                </a:solidFill>
                <a:latin typeface="Roboto"/>
                <a:ea typeface="Roboto"/>
                <a:cs typeface="Roboto"/>
                <a:sym typeface="Roboto"/>
              </a:defRPr>
            </a:lvl2pPr>
            <a:lvl3pPr marR="0" lvl="2" algn="l" rtl="0">
              <a:spcBef>
                <a:spcPts val="600"/>
              </a:spcBef>
              <a:spcAft>
                <a:spcPts val="0"/>
              </a:spcAft>
              <a:buClr>
                <a:schemeClr val="dk1"/>
              </a:buClr>
              <a:buSzPts val="1600"/>
              <a:buFont typeface="Merriweather Sans"/>
              <a:buChar char="−"/>
              <a:defRPr sz="1600" b="0" i="0" u="none" strike="noStrike" cap="none">
                <a:solidFill>
                  <a:schemeClr val="dk1"/>
                </a:solidFill>
                <a:latin typeface="Roboto"/>
                <a:ea typeface="Roboto"/>
                <a:cs typeface="Roboto"/>
                <a:sym typeface="Roboto"/>
              </a:defRPr>
            </a:lvl3pPr>
            <a:lvl4pPr marR="0" lvl="3" algn="l" rtl="0">
              <a:spcBef>
                <a:spcPts val="300"/>
              </a:spcBef>
              <a:spcAft>
                <a:spcPts val="0"/>
              </a:spcAft>
              <a:buClr>
                <a:schemeClr val="dk1"/>
              </a:buClr>
              <a:buSzPts val="1400"/>
              <a:buFont typeface="Arial"/>
              <a:buChar char="•"/>
              <a:defRPr sz="1400" b="0" i="0" u="none" strike="noStrike" cap="none">
                <a:solidFill>
                  <a:schemeClr val="dk1"/>
                </a:solidFill>
                <a:latin typeface="Roboto"/>
                <a:ea typeface="Roboto"/>
                <a:cs typeface="Roboto"/>
                <a:sym typeface="Roboto"/>
              </a:defRPr>
            </a:lvl4pPr>
            <a:lvl5pPr marR="0" lvl="4" algn="l" rtl="0">
              <a:spcBef>
                <a:spcPts val="300"/>
              </a:spcBef>
              <a:spcAft>
                <a:spcPts val="0"/>
              </a:spcAft>
              <a:buClr>
                <a:schemeClr val="dk1"/>
              </a:buClr>
              <a:buSzPts val="1200"/>
              <a:buFont typeface="Merriweather Sans"/>
              <a:buChar char="−"/>
              <a:defRPr sz="1200" b="0" i="0" u="none" strike="noStrike" cap="none">
                <a:solidFill>
                  <a:schemeClr val="dk1"/>
                </a:solidFill>
                <a:latin typeface="Roboto"/>
                <a:ea typeface="Roboto"/>
                <a:cs typeface="Roboto"/>
                <a:sym typeface="Roboto"/>
              </a:defRPr>
            </a:lvl5pPr>
            <a:lvl6pPr marR="0" lvl="5" algn="l" rtl="0">
              <a:spcBef>
                <a:spcPts val="533"/>
              </a:spcBef>
              <a:spcAft>
                <a:spcPts val="0"/>
              </a:spcAft>
              <a:buClr>
                <a:schemeClr val="dk1"/>
              </a:buClr>
              <a:buSzPts val="2666"/>
              <a:buFont typeface="Arial"/>
              <a:buChar char="•"/>
              <a:defRPr sz="2666" b="0" i="0" u="none" strike="noStrike" cap="none">
                <a:solidFill>
                  <a:schemeClr val="dk1"/>
                </a:solidFill>
                <a:latin typeface="Poppins Medium"/>
                <a:ea typeface="Poppins Medium"/>
                <a:cs typeface="Poppins Medium"/>
                <a:sym typeface="Poppins Medium"/>
              </a:defRPr>
            </a:lvl6pPr>
            <a:lvl7pPr marR="0" lvl="6" algn="l" rtl="0">
              <a:spcBef>
                <a:spcPts val="533"/>
              </a:spcBef>
              <a:spcAft>
                <a:spcPts val="0"/>
              </a:spcAft>
              <a:buClr>
                <a:schemeClr val="dk1"/>
              </a:buClr>
              <a:buSzPts val="2666"/>
              <a:buFont typeface="Arial"/>
              <a:buChar char="•"/>
              <a:defRPr sz="2666" b="0" i="0" u="none" strike="noStrike" cap="none">
                <a:solidFill>
                  <a:schemeClr val="dk1"/>
                </a:solidFill>
                <a:latin typeface="Poppins Medium"/>
                <a:ea typeface="Poppins Medium"/>
                <a:cs typeface="Poppins Medium"/>
                <a:sym typeface="Poppins Medium"/>
              </a:defRPr>
            </a:lvl7pPr>
            <a:lvl8pPr marR="0" lvl="7" algn="l" rtl="0">
              <a:spcBef>
                <a:spcPts val="533"/>
              </a:spcBef>
              <a:spcAft>
                <a:spcPts val="0"/>
              </a:spcAft>
              <a:buClr>
                <a:schemeClr val="dk1"/>
              </a:buClr>
              <a:buSzPts val="2666"/>
              <a:buFont typeface="Arial"/>
              <a:buChar char="•"/>
              <a:defRPr sz="2666" b="0" i="0" u="none" strike="noStrike" cap="none">
                <a:solidFill>
                  <a:schemeClr val="dk1"/>
                </a:solidFill>
                <a:latin typeface="Poppins Medium"/>
                <a:ea typeface="Poppins Medium"/>
                <a:cs typeface="Poppins Medium"/>
                <a:sym typeface="Poppins Medium"/>
              </a:defRPr>
            </a:lvl8pPr>
            <a:lvl9pPr marR="0" lvl="8" algn="l" rtl="0">
              <a:spcBef>
                <a:spcPts val="533"/>
              </a:spcBef>
              <a:spcAft>
                <a:spcPts val="0"/>
              </a:spcAft>
              <a:buClr>
                <a:schemeClr val="dk1"/>
              </a:buClr>
              <a:buSzPts val="2666"/>
              <a:buFont typeface="Arial"/>
              <a:buChar char="•"/>
              <a:defRPr sz="2666" b="0" i="0" u="none" strike="noStrike" cap="none">
                <a:solidFill>
                  <a:schemeClr val="dk1"/>
                </a:solidFill>
                <a:latin typeface="Poppins Medium"/>
                <a:ea typeface="Poppins Medium"/>
                <a:cs typeface="Poppins Medium"/>
                <a:sym typeface="Poppins Medium"/>
              </a:defRPr>
            </a:lvl9pPr>
          </a:lstStyle>
          <a:p>
            <a:endParaRPr/>
          </a:p>
        </p:txBody>
      </p:sp>
      <p:sp>
        <p:nvSpPr>
          <p:cNvPr id="93" name="Google Shape;93;p21"/>
          <p:cNvSpPr txBox="1">
            <a:spLocks noGrp="1"/>
          </p:cNvSpPr>
          <p:nvPr>
            <p:ph type="title"/>
          </p:nvPr>
        </p:nvSpPr>
        <p:spPr>
          <a:xfrm>
            <a:off x="455618" y="3166730"/>
            <a:ext cx="8915492" cy="524543"/>
          </a:xfrm>
          <a:prstGeom prst="rect">
            <a:avLst/>
          </a:prstGeom>
          <a:noFill/>
          <a:ln>
            <a:noFill/>
          </a:ln>
        </p:spPr>
        <p:txBody>
          <a:bodyPr spcFirstLastPara="1" wrap="square" lIns="0" tIns="0" rIns="0" bIns="0" anchor="ctr" anchorCtr="0">
            <a:noAutofit/>
          </a:bodyPr>
          <a:lstStyle>
            <a:lvl1pPr lvl="0" algn="l">
              <a:lnSpc>
                <a:spcPct val="80000"/>
              </a:lnSpc>
              <a:spcBef>
                <a:spcPts val="0"/>
              </a:spcBef>
              <a:spcAft>
                <a:spcPts val="0"/>
              </a:spcAft>
              <a:buClr>
                <a:schemeClr val="lt1"/>
              </a:buClr>
              <a:buSzPts val="4000"/>
              <a:buFont typeface="Roboto Medium"/>
              <a:buNone/>
              <a:defRPr sz="4000" b="0">
                <a:solidFill>
                  <a:schemeClr val="lt1"/>
                </a:solidFill>
              </a:defRPr>
            </a:lvl1pPr>
            <a:lvl2pPr lvl="1">
              <a:spcBef>
                <a:spcPts val="0"/>
              </a:spcBef>
              <a:spcAft>
                <a:spcPts val="0"/>
              </a:spcAft>
              <a:buSzPts val="1400"/>
              <a:buNone/>
              <a:defRPr/>
            </a:lvl2pPr>
            <a:lvl3pPr lvl="2">
              <a:spcBef>
                <a:spcPts val="0"/>
              </a:spcBef>
              <a:spcAft>
                <a:spcPts val="0"/>
              </a:spcAft>
              <a:buSzPts val="1400"/>
              <a:buNone/>
              <a:defRPr/>
            </a:lvl3pPr>
            <a:lvl4pPr lvl="3">
              <a:spcBef>
                <a:spcPts val="0"/>
              </a:spcBef>
              <a:spcAft>
                <a:spcPts val="0"/>
              </a:spcAft>
              <a:buSzPts val="1400"/>
              <a:buNone/>
              <a:defRPr/>
            </a:lvl4pPr>
            <a:lvl5pPr lvl="4">
              <a:spcBef>
                <a:spcPts val="0"/>
              </a:spcBef>
              <a:spcAft>
                <a:spcPts val="0"/>
              </a:spcAft>
              <a:buSzPts val="1400"/>
              <a:buNone/>
              <a:defRPr/>
            </a:lvl5pPr>
            <a:lvl6pPr lvl="5">
              <a:spcBef>
                <a:spcPts val="0"/>
              </a:spcBef>
              <a:spcAft>
                <a:spcPts val="0"/>
              </a:spcAft>
              <a:buSzPts val="1400"/>
              <a:buNone/>
              <a:defRPr/>
            </a:lvl6pPr>
            <a:lvl7pPr lvl="6">
              <a:spcBef>
                <a:spcPts val="0"/>
              </a:spcBef>
              <a:spcAft>
                <a:spcPts val="0"/>
              </a:spcAft>
              <a:buSzPts val="1400"/>
              <a:buNone/>
              <a:defRPr/>
            </a:lvl7pPr>
            <a:lvl8pPr lvl="7">
              <a:spcBef>
                <a:spcPts val="0"/>
              </a:spcBef>
              <a:spcAft>
                <a:spcPts val="0"/>
              </a:spcAft>
              <a:buSzPts val="1400"/>
              <a:buNone/>
              <a:defRPr/>
            </a:lvl8pPr>
            <a:lvl9pPr lvl="8">
              <a:spcBef>
                <a:spcPts val="0"/>
              </a:spcBef>
              <a:spcAft>
                <a:spcPts val="0"/>
              </a:spcAft>
              <a:buSzPts val="1400"/>
              <a:buNone/>
              <a:defRPr/>
            </a:lvl9pPr>
          </a:lstStyle>
          <a:p>
            <a:endParaRPr/>
          </a:p>
        </p:txBody>
      </p:sp>
      <p:sp>
        <p:nvSpPr>
          <p:cNvPr id="94" name="Google Shape;94;p21"/>
          <p:cNvSpPr txBox="1">
            <a:spLocks noGrp="1"/>
          </p:cNvSpPr>
          <p:nvPr>
            <p:ph type="body" idx="1"/>
          </p:nvPr>
        </p:nvSpPr>
        <p:spPr>
          <a:xfrm>
            <a:off x="7508953" y="6432334"/>
            <a:ext cx="4224381" cy="228601"/>
          </a:xfrm>
          <a:prstGeom prst="rect">
            <a:avLst/>
          </a:prstGeom>
          <a:noFill/>
          <a:ln>
            <a:noFill/>
          </a:ln>
        </p:spPr>
        <p:txBody>
          <a:bodyPr spcFirstLastPara="1" wrap="square" lIns="0" tIns="0" rIns="0" bIns="0" anchor="b" anchorCtr="0">
            <a:noAutofit/>
          </a:bodyPr>
          <a:lstStyle>
            <a:lvl1pPr marL="457207" lvl="0" indent="-228604" algn="r">
              <a:spcBef>
                <a:spcPts val="1800"/>
              </a:spcBef>
              <a:spcAft>
                <a:spcPts val="0"/>
              </a:spcAft>
              <a:buClr>
                <a:schemeClr val="lt1"/>
              </a:buClr>
              <a:buSzPts val="1000"/>
              <a:buFont typeface="Roboto Medium"/>
              <a:buNone/>
              <a:defRPr sz="1000" b="0" i="0">
                <a:solidFill>
                  <a:schemeClr val="lt1"/>
                </a:solidFill>
                <a:latin typeface="Roboto Medium"/>
                <a:ea typeface="Roboto Medium"/>
                <a:cs typeface="Roboto Medium"/>
                <a:sym typeface="Roboto Medium"/>
              </a:defRPr>
            </a:lvl1pPr>
            <a:lvl2pPr marL="914415" lvl="1" indent="-228604" algn="l">
              <a:spcBef>
                <a:spcPts val="600"/>
              </a:spcBef>
              <a:spcAft>
                <a:spcPts val="0"/>
              </a:spcAft>
              <a:buClr>
                <a:schemeClr val="dk1"/>
              </a:buClr>
              <a:buSzPts val="1800"/>
              <a:buNone/>
              <a:defRPr/>
            </a:lvl2pPr>
            <a:lvl3pPr marL="1371622" lvl="2" indent="-342906" algn="l">
              <a:spcBef>
                <a:spcPts val="600"/>
              </a:spcBef>
              <a:spcAft>
                <a:spcPts val="0"/>
              </a:spcAft>
              <a:buClr>
                <a:schemeClr val="dk1"/>
              </a:buClr>
              <a:buSzPts val="1800"/>
              <a:buChar char="−"/>
              <a:defRPr/>
            </a:lvl3pPr>
            <a:lvl4pPr marL="1828831" lvl="3" indent="-342906" algn="l">
              <a:spcBef>
                <a:spcPts val="300"/>
              </a:spcBef>
              <a:spcAft>
                <a:spcPts val="0"/>
              </a:spcAft>
              <a:buClr>
                <a:schemeClr val="dk1"/>
              </a:buClr>
              <a:buSzPts val="1800"/>
              <a:buChar char="•"/>
              <a:defRPr/>
            </a:lvl4pPr>
            <a:lvl5pPr marL="2286038" lvl="4" indent="-342906" algn="l">
              <a:spcBef>
                <a:spcPts val="300"/>
              </a:spcBef>
              <a:spcAft>
                <a:spcPts val="0"/>
              </a:spcAft>
              <a:buClr>
                <a:schemeClr val="dk1"/>
              </a:buClr>
              <a:buSzPts val="1800"/>
              <a:buChar char="−"/>
              <a:defRPr/>
            </a:lvl5pPr>
            <a:lvl6pPr marL="2743246" lvl="5" indent="-342906" algn="l">
              <a:spcBef>
                <a:spcPts val="360"/>
              </a:spcBef>
              <a:spcAft>
                <a:spcPts val="0"/>
              </a:spcAft>
              <a:buClr>
                <a:schemeClr val="dk1"/>
              </a:buClr>
              <a:buSzPts val="1800"/>
              <a:buChar char="•"/>
              <a:defRPr/>
            </a:lvl6pPr>
            <a:lvl7pPr marL="3200453" lvl="6" indent="-342906" algn="l">
              <a:spcBef>
                <a:spcPts val="360"/>
              </a:spcBef>
              <a:spcAft>
                <a:spcPts val="0"/>
              </a:spcAft>
              <a:buClr>
                <a:schemeClr val="dk1"/>
              </a:buClr>
              <a:buSzPts val="1800"/>
              <a:buChar char="•"/>
              <a:defRPr/>
            </a:lvl7pPr>
            <a:lvl8pPr marL="3657661" lvl="7" indent="-342906" algn="l">
              <a:spcBef>
                <a:spcPts val="360"/>
              </a:spcBef>
              <a:spcAft>
                <a:spcPts val="0"/>
              </a:spcAft>
              <a:buClr>
                <a:schemeClr val="dk1"/>
              </a:buClr>
              <a:buSzPts val="1800"/>
              <a:buChar char="•"/>
              <a:defRPr/>
            </a:lvl8pPr>
            <a:lvl9pPr marL="4114868" lvl="8" indent="-342906" algn="l">
              <a:spcBef>
                <a:spcPts val="360"/>
              </a:spcBef>
              <a:spcAft>
                <a:spcPts val="0"/>
              </a:spcAft>
              <a:buClr>
                <a:schemeClr val="dk1"/>
              </a:buClr>
              <a:buSzPts val="1800"/>
              <a:buChar char="•"/>
              <a:defRPr/>
            </a:lvl9pPr>
          </a:lstStyle>
          <a:p>
            <a:endParaRPr/>
          </a:p>
        </p:txBody>
      </p:sp>
      <p:pic>
        <p:nvPicPr>
          <p:cNvPr id="95" name="Google Shape;95;p21" descr="A picture containing drawing&#10;&#10;Description automatically generated"/>
          <p:cNvPicPr preferRelativeResize="0"/>
          <p:nvPr/>
        </p:nvPicPr>
        <p:blipFill rotWithShape="1">
          <a:blip r:embed="rId2">
            <a:alphaModFix/>
          </a:blip>
          <a:srcRect b="31356"/>
          <a:stretch/>
        </p:blipFill>
        <p:spPr>
          <a:xfrm>
            <a:off x="455619" y="6277208"/>
            <a:ext cx="685807" cy="352192"/>
          </a:xfrm>
          <a:prstGeom prst="rect">
            <a:avLst/>
          </a:prstGeom>
          <a:noFill/>
          <a:ln>
            <a:noFill/>
          </a:ln>
        </p:spPr>
      </p:pic>
    </p:spTree>
  </p:cSld>
  <p:clrMapOvr>
    <a:masterClrMapping/>
  </p:clrMapOvr>
  <mc:AlternateContent xmlns:mc="http://schemas.openxmlformats.org/markup-compatibility/2006" xmlns:p14="http://schemas.microsoft.com/office/powerpoint/2010/main">
    <mc:Choice Requires="p14">
      <p:transition p14:dur="250">
        <p:fade/>
      </p:transition>
    </mc:Choice>
    <mc:Fallback xmlns:ahyp="http://schemas.microsoft.com/office/drawing/2018/hyperlinkcolor" xmlns:p15="http://schemas.microsoft.com/office/powerpoint/2012/main" xmlns:com="http://schemas.openxmlformats.org/drawingml/2006/compatibility" xmlns:pvml="urn:schemas-microsoft-com:office:powerpoint" xmlns:v="urn:schemas-microsoft-com:vml" xmlns:o="urn:schemas-microsoft-com:office:office" xmlns:dgm="http://schemas.openxmlformats.org/drawingml/2006/diagram" xmlns:c="http://schemas.openxmlformats.org/drawingml/2006/chart" xmlns:mv="urn:schemas-microsoft-com:mac:vml" xmlns="">
      <p:transition>
        <p:fade/>
      </p:transition>
    </mc:Fallback>
  </mc:AlternateContent>
</p:sldLayout>
</file>

<file path=ppt/slideLayouts/slideLayout20.xml><?xml version="1.0" encoding="utf-8"?>
<p:sldLayout xmlns:a="http://schemas.openxmlformats.org/drawingml/2006/main" xmlns:r="http://schemas.openxmlformats.org/officeDocument/2006/relationships" xmlns:p="http://schemas.openxmlformats.org/presentationml/2006/main" matchingName="Divider B">
  <p:cSld name="Divider B">
    <p:bg>
      <p:bgPr>
        <a:solidFill>
          <a:schemeClr val="lt2"/>
        </a:solidFill>
        <a:effectLst/>
      </p:bgPr>
    </p:bg>
    <p:spTree>
      <p:nvGrpSpPr>
        <p:cNvPr id="1" name="Shape 96"/>
        <p:cNvGrpSpPr/>
        <p:nvPr/>
      </p:nvGrpSpPr>
      <p:grpSpPr>
        <a:xfrm>
          <a:off x="0" y="0"/>
          <a:ext cx="0" cy="0"/>
          <a:chOff x="0" y="0"/>
          <a:chExt cx="0" cy="0"/>
        </a:xfrm>
      </p:grpSpPr>
      <p:pic>
        <p:nvPicPr>
          <p:cNvPr id="97" name="Google Shape;97;p22" descr="A close up of a logo&#10;&#10;Description automatically generated"/>
          <p:cNvPicPr preferRelativeResize="0"/>
          <p:nvPr/>
        </p:nvPicPr>
        <p:blipFill rotWithShape="1">
          <a:blip r:embed="rId2">
            <a:alphaModFix/>
          </a:blip>
          <a:srcRect l="956" t="1279" r="624" b="279"/>
          <a:stretch/>
        </p:blipFill>
        <p:spPr>
          <a:xfrm>
            <a:off x="0" y="0"/>
            <a:ext cx="12188825" cy="6858000"/>
          </a:xfrm>
          <a:prstGeom prst="rect">
            <a:avLst/>
          </a:prstGeom>
          <a:noFill/>
          <a:ln>
            <a:noFill/>
          </a:ln>
        </p:spPr>
      </p:pic>
      <p:sp>
        <p:nvSpPr>
          <p:cNvPr id="98" name="Google Shape;98;p22"/>
          <p:cNvSpPr txBox="1">
            <a:spLocks noGrp="1"/>
          </p:cNvSpPr>
          <p:nvPr>
            <p:ph type="title"/>
          </p:nvPr>
        </p:nvSpPr>
        <p:spPr>
          <a:xfrm>
            <a:off x="455618" y="3166730"/>
            <a:ext cx="8915492" cy="524543"/>
          </a:xfrm>
          <a:prstGeom prst="rect">
            <a:avLst/>
          </a:prstGeom>
          <a:noFill/>
          <a:ln>
            <a:noFill/>
          </a:ln>
        </p:spPr>
        <p:txBody>
          <a:bodyPr spcFirstLastPara="1" wrap="square" lIns="0" tIns="0" rIns="0" bIns="0" anchor="ctr" anchorCtr="0">
            <a:noAutofit/>
          </a:bodyPr>
          <a:lstStyle>
            <a:lvl1pPr lvl="0" algn="l">
              <a:lnSpc>
                <a:spcPct val="80000"/>
              </a:lnSpc>
              <a:spcBef>
                <a:spcPts val="0"/>
              </a:spcBef>
              <a:spcAft>
                <a:spcPts val="0"/>
              </a:spcAft>
              <a:buClr>
                <a:schemeClr val="lt1"/>
              </a:buClr>
              <a:buSzPts val="4000"/>
              <a:buFont typeface="Roboto Medium"/>
              <a:buNone/>
              <a:defRPr sz="4000" b="0">
                <a:solidFill>
                  <a:schemeClr val="lt1"/>
                </a:solidFill>
              </a:defRPr>
            </a:lvl1pPr>
            <a:lvl2pPr lvl="1">
              <a:spcBef>
                <a:spcPts val="0"/>
              </a:spcBef>
              <a:spcAft>
                <a:spcPts val="0"/>
              </a:spcAft>
              <a:buSzPts val="1400"/>
              <a:buNone/>
              <a:defRPr/>
            </a:lvl2pPr>
            <a:lvl3pPr lvl="2">
              <a:spcBef>
                <a:spcPts val="0"/>
              </a:spcBef>
              <a:spcAft>
                <a:spcPts val="0"/>
              </a:spcAft>
              <a:buSzPts val="1400"/>
              <a:buNone/>
              <a:defRPr/>
            </a:lvl3pPr>
            <a:lvl4pPr lvl="3">
              <a:spcBef>
                <a:spcPts val="0"/>
              </a:spcBef>
              <a:spcAft>
                <a:spcPts val="0"/>
              </a:spcAft>
              <a:buSzPts val="1400"/>
              <a:buNone/>
              <a:defRPr/>
            </a:lvl4pPr>
            <a:lvl5pPr lvl="4">
              <a:spcBef>
                <a:spcPts val="0"/>
              </a:spcBef>
              <a:spcAft>
                <a:spcPts val="0"/>
              </a:spcAft>
              <a:buSzPts val="1400"/>
              <a:buNone/>
              <a:defRPr/>
            </a:lvl5pPr>
            <a:lvl6pPr lvl="5">
              <a:spcBef>
                <a:spcPts val="0"/>
              </a:spcBef>
              <a:spcAft>
                <a:spcPts val="0"/>
              </a:spcAft>
              <a:buSzPts val="1400"/>
              <a:buNone/>
              <a:defRPr/>
            </a:lvl6pPr>
            <a:lvl7pPr lvl="6">
              <a:spcBef>
                <a:spcPts val="0"/>
              </a:spcBef>
              <a:spcAft>
                <a:spcPts val="0"/>
              </a:spcAft>
              <a:buSzPts val="1400"/>
              <a:buNone/>
              <a:defRPr/>
            </a:lvl7pPr>
            <a:lvl8pPr lvl="7">
              <a:spcBef>
                <a:spcPts val="0"/>
              </a:spcBef>
              <a:spcAft>
                <a:spcPts val="0"/>
              </a:spcAft>
              <a:buSzPts val="1400"/>
              <a:buNone/>
              <a:defRPr/>
            </a:lvl8pPr>
            <a:lvl9pPr lvl="8">
              <a:spcBef>
                <a:spcPts val="0"/>
              </a:spcBef>
              <a:spcAft>
                <a:spcPts val="0"/>
              </a:spcAft>
              <a:buSzPts val="1400"/>
              <a:buNone/>
              <a:defRPr/>
            </a:lvl9pPr>
          </a:lstStyle>
          <a:p>
            <a:endParaRPr/>
          </a:p>
        </p:txBody>
      </p:sp>
      <p:pic>
        <p:nvPicPr>
          <p:cNvPr id="99" name="Google Shape;99;p22" descr="A picture containing drawing&#10;&#10;Description automatically generated"/>
          <p:cNvPicPr preferRelativeResize="0"/>
          <p:nvPr/>
        </p:nvPicPr>
        <p:blipFill rotWithShape="1">
          <a:blip r:embed="rId3">
            <a:alphaModFix/>
          </a:blip>
          <a:srcRect/>
          <a:stretch/>
        </p:blipFill>
        <p:spPr>
          <a:xfrm>
            <a:off x="455619" y="6267099"/>
            <a:ext cx="685800" cy="353616"/>
          </a:xfrm>
          <a:prstGeom prst="rect">
            <a:avLst/>
          </a:prstGeom>
          <a:noFill/>
          <a:ln>
            <a:noFill/>
          </a:ln>
        </p:spPr>
      </p:pic>
      <p:sp>
        <p:nvSpPr>
          <p:cNvPr id="100" name="Google Shape;100;p22"/>
          <p:cNvSpPr txBox="1">
            <a:spLocks noGrp="1"/>
          </p:cNvSpPr>
          <p:nvPr>
            <p:ph type="body" idx="1"/>
          </p:nvPr>
        </p:nvSpPr>
        <p:spPr>
          <a:xfrm>
            <a:off x="7508953" y="6432334"/>
            <a:ext cx="4224381" cy="228601"/>
          </a:xfrm>
          <a:prstGeom prst="rect">
            <a:avLst/>
          </a:prstGeom>
          <a:noFill/>
          <a:ln>
            <a:noFill/>
          </a:ln>
        </p:spPr>
        <p:txBody>
          <a:bodyPr spcFirstLastPara="1" wrap="square" lIns="0" tIns="0" rIns="0" bIns="0" anchor="b" anchorCtr="0">
            <a:noAutofit/>
          </a:bodyPr>
          <a:lstStyle>
            <a:lvl1pPr marL="457207" lvl="0" indent="-228604" algn="r">
              <a:spcBef>
                <a:spcPts val="1800"/>
              </a:spcBef>
              <a:spcAft>
                <a:spcPts val="0"/>
              </a:spcAft>
              <a:buClr>
                <a:schemeClr val="lt1"/>
              </a:buClr>
              <a:buSzPts val="1000"/>
              <a:buFont typeface="Roboto Medium"/>
              <a:buNone/>
              <a:defRPr sz="1000" b="0" i="0">
                <a:solidFill>
                  <a:schemeClr val="lt1"/>
                </a:solidFill>
                <a:latin typeface="Roboto Medium"/>
                <a:ea typeface="Roboto Medium"/>
                <a:cs typeface="Roboto Medium"/>
                <a:sym typeface="Roboto Medium"/>
              </a:defRPr>
            </a:lvl1pPr>
            <a:lvl2pPr marL="914415" lvl="1" indent="-228604" algn="l">
              <a:spcBef>
                <a:spcPts val="600"/>
              </a:spcBef>
              <a:spcAft>
                <a:spcPts val="0"/>
              </a:spcAft>
              <a:buClr>
                <a:schemeClr val="dk1"/>
              </a:buClr>
              <a:buSzPts val="1800"/>
              <a:buNone/>
              <a:defRPr/>
            </a:lvl2pPr>
            <a:lvl3pPr marL="1371622" lvl="2" indent="-342906" algn="l">
              <a:spcBef>
                <a:spcPts val="600"/>
              </a:spcBef>
              <a:spcAft>
                <a:spcPts val="0"/>
              </a:spcAft>
              <a:buClr>
                <a:schemeClr val="dk1"/>
              </a:buClr>
              <a:buSzPts val="1800"/>
              <a:buChar char="−"/>
              <a:defRPr/>
            </a:lvl3pPr>
            <a:lvl4pPr marL="1828831" lvl="3" indent="-342906" algn="l">
              <a:spcBef>
                <a:spcPts val="300"/>
              </a:spcBef>
              <a:spcAft>
                <a:spcPts val="0"/>
              </a:spcAft>
              <a:buClr>
                <a:schemeClr val="dk1"/>
              </a:buClr>
              <a:buSzPts val="1800"/>
              <a:buChar char="•"/>
              <a:defRPr/>
            </a:lvl4pPr>
            <a:lvl5pPr marL="2286038" lvl="4" indent="-342906" algn="l">
              <a:spcBef>
                <a:spcPts val="300"/>
              </a:spcBef>
              <a:spcAft>
                <a:spcPts val="0"/>
              </a:spcAft>
              <a:buClr>
                <a:schemeClr val="dk1"/>
              </a:buClr>
              <a:buSzPts val="1800"/>
              <a:buChar char="−"/>
              <a:defRPr/>
            </a:lvl5pPr>
            <a:lvl6pPr marL="2743246" lvl="5" indent="-342906" algn="l">
              <a:spcBef>
                <a:spcPts val="360"/>
              </a:spcBef>
              <a:spcAft>
                <a:spcPts val="0"/>
              </a:spcAft>
              <a:buClr>
                <a:schemeClr val="dk1"/>
              </a:buClr>
              <a:buSzPts val="1800"/>
              <a:buChar char="•"/>
              <a:defRPr/>
            </a:lvl6pPr>
            <a:lvl7pPr marL="3200453" lvl="6" indent="-342906" algn="l">
              <a:spcBef>
                <a:spcPts val="360"/>
              </a:spcBef>
              <a:spcAft>
                <a:spcPts val="0"/>
              </a:spcAft>
              <a:buClr>
                <a:schemeClr val="dk1"/>
              </a:buClr>
              <a:buSzPts val="1800"/>
              <a:buChar char="•"/>
              <a:defRPr/>
            </a:lvl7pPr>
            <a:lvl8pPr marL="3657661" lvl="7" indent="-342906" algn="l">
              <a:spcBef>
                <a:spcPts val="360"/>
              </a:spcBef>
              <a:spcAft>
                <a:spcPts val="0"/>
              </a:spcAft>
              <a:buClr>
                <a:schemeClr val="dk1"/>
              </a:buClr>
              <a:buSzPts val="1800"/>
              <a:buChar char="•"/>
              <a:defRPr/>
            </a:lvl8pPr>
            <a:lvl9pPr marL="4114868" lvl="8" indent="-342906" algn="l">
              <a:spcBef>
                <a:spcPts val="360"/>
              </a:spcBef>
              <a:spcAft>
                <a:spcPts val="0"/>
              </a:spcAft>
              <a:buClr>
                <a:schemeClr val="dk1"/>
              </a:buClr>
              <a:buSzPts val="1800"/>
              <a:buChar char="•"/>
              <a:defRPr/>
            </a:lvl9pPr>
          </a:lstStyle>
          <a:p>
            <a:endParaRPr/>
          </a:p>
        </p:txBody>
      </p:sp>
    </p:spTree>
  </p:cSld>
  <p:clrMapOvr>
    <a:masterClrMapping/>
  </p:clrMapOvr>
  <mc:AlternateContent xmlns:mc="http://schemas.openxmlformats.org/markup-compatibility/2006" xmlns:p14="http://schemas.microsoft.com/office/powerpoint/2010/main">
    <mc:Choice Requires="p14">
      <p:transition p14:dur="250">
        <p:fade/>
      </p:transition>
    </mc:Choice>
    <mc:Fallback xmlns:ahyp="http://schemas.microsoft.com/office/drawing/2018/hyperlinkcolor" xmlns:p15="http://schemas.microsoft.com/office/powerpoint/2012/main" xmlns:com="http://schemas.openxmlformats.org/drawingml/2006/compatibility" xmlns:pvml="urn:schemas-microsoft-com:office:powerpoint" xmlns:v="urn:schemas-microsoft-com:vml" xmlns:o="urn:schemas-microsoft-com:office:office" xmlns:dgm="http://schemas.openxmlformats.org/drawingml/2006/diagram" xmlns:c="http://schemas.openxmlformats.org/drawingml/2006/chart" xmlns:mv="urn:schemas-microsoft-com:mac:vml" xmlns="">
      <p:transition>
        <p:fade/>
      </p:transition>
    </mc:Fallback>
  </mc:AlternateContent>
</p:sldLayout>
</file>

<file path=ppt/slideLayouts/slideLayout21.xml><?xml version="1.0" encoding="utf-8"?>
<p:sldLayout xmlns:a="http://schemas.openxmlformats.org/drawingml/2006/main" xmlns:r="http://schemas.openxmlformats.org/officeDocument/2006/relationships" xmlns:p="http://schemas.openxmlformats.org/presentationml/2006/main" matchingName="Divider C">
  <p:cSld name="Divider C">
    <p:spTree>
      <p:nvGrpSpPr>
        <p:cNvPr id="1" name="Shape 101"/>
        <p:cNvGrpSpPr/>
        <p:nvPr/>
      </p:nvGrpSpPr>
      <p:grpSpPr>
        <a:xfrm>
          <a:off x="0" y="0"/>
          <a:ext cx="0" cy="0"/>
          <a:chOff x="0" y="0"/>
          <a:chExt cx="0" cy="0"/>
        </a:xfrm>
      </p:grpSpPr>
      <p:sp>
        <p:nvSpPr>
          <p:cNvPr id="102" name="Google Shape;102;p23"/>
          <p:cNvSpPr/>
          <p:nvPr/>
        </p:nvSpPr>
        <p:spPr>
          <a:xfrm>
            <a:off x="0" y="0"/>
            <a:ext cx="12188950" cy="6858000"/>
          </a:xfrm>
          <a:prstGeom prst="rect">
            <a:avLst/>
          </a:prstGeom>
          <a:gradFill>
            <a:gsLst>
              <a:gs pos="0">
                <a:schemeClr val="accent1"/>
              </a:gs>
              <a:gs pos="63000">
                <a:srgbClr val="9299F4"/>
              </a:gs>
              <a:gs pos="100000">
                <a:schemeClr val="lt2"/>
              </a:gs>
            </a:gsLst>
            <a:lin ang="13800001" scaled="0"/>
          </a:gradFill>
          <a:ln>
            <a:noFill/>
          </a:ln>
        </p:spPr>
        <p:txBody>
          <a:bodyPr spcFirstLastPara="1" wrap="square" lIns="91426" tIns="45700" rIns="91426" bIns="45700" anchor="ctr" anchorCtr="0">
            <a:noAutofit/>
          </a:bodyPr>
          <a:lstStyle/>
          <a:p>
            <a:pPr marL="0" marR="0" lvl="0" indent="0" algn="ctr" rtl="0">
              <a:spcBef>
                <a:spcPts val="0"/>
              </a:spcBef>
              <a:spcAft>
                <a:spcPts val="0"/>
              </a:spcAft>
              <a:buNone/>
            </a:pPr>
            <a:endParaRPr sz="1800" b="0" i="0">
              <a:solidFill>
                <a:schemeClr val="lt1"/>
              </a:solidFill>
              <a:latin typeface="Roboto"/>
              <a:ea typeface="Roboto"/>
              <a:cs typeface="Roboto"/>
              <a:sym typeface="Roboto"/>
            </a:endParaRPr>
          </a:p>
        </p:txBody>
      </p:sp>
      <p:sp>
        <p:nvSpPr>
          <p:cNvPr id="103" name="Google Shape;103;p23"/>
          <p:cNvSpPr txBox="1">
            <a:spLocks noGrp="1"/>
          </p:cNvSpPr>
          <p:nvPr>
            <p:ph type="title"/>
          </p:nvPr>
        </p:nvSpPr>
        <p:spPr>
          <a:xfrm>
            <a:off x="455618" y="460683"/>
            <a:ext cx="8915492" cy="4869600"/>
          </a:xfrm>
          <a:prstGeom prst="rect">
            <a:avLst/>
          </a:prstGeom>
          <a:noFill/>
          <a:ln>
            <a:noFill/>
          </a:ln>
        </p:spPr>
        <p:txBody>
          <a:bodyPr spcFirstLastPara="1" wrap="square" lIns="0" tIns="0" rIns="0" bIns="0" anchor="t" anchorCtr="0">
            <a:noAutofit/>
          </a:bodyPr>
          <a:lstStyle>
            <a:lvl1pPr lvl="0" algn="l">
              <a:lnSpc>
                <a:spcPct val="80000"/>
              </a:lnSpc>
              <a:spcBef>
                <a:spcPts val="0"/>
              </a:spcBef>
              <a:spcAft>
                <a:spcPts val="0"/>
              </a:spcAft>
              <a:buClr>
                <a:schemeClr val="lt1"/>
              </a:buClr>
              <a:buSzPts val="9800"/>
              <a:buFont typeface="Roboto Light"/>
              <a:buNone/>
              <a:defRPr sz="9800" b="0" i="0">
                <a:solidFill>
                  <a:schemeClr val="lt1"/>
                </a:solidFill>
                <a:latin typeface="Roboto Light"/>
                <a:ea typeface="Roboto Light"/>
                <a:cs typeface="Roboto Light"/>
                <a:sym typeface="Roboto Light"/>
              </a:defRPr>
            </a:lvl1pPr>
            <a:lvl2pPr lvl="1">
              <a:spcBef>
                <a:spcPts val="0"/>
              </a:spcBef>
              <a:spcAft>
                <a:spcPts val="0"/>
              </a:spcAft>
              <a:buSzPts val="1400"/>
              <a:buNone/>
              <a:defRPr/>
            </a:lvl2pPr>
            <a:lvl3pPr lvl="2">
              <a:spcBef>
                <a:spcPts val="0"/>
              </a:spcBef>
              <a:spcAft>
                <a:spcPts val="0"/>
              </a:spcAft>
              <a:buSzPts val="1400"/>
              <a:buNone/>
              <a:defRPr/>
            </a:lvl3pPr>
            <a:lvl4pPr lvl="3">
              <a:spcBef>
                <a:spcPts val="0"/>
              </a:spcBef>
              <a:spcAft>
                <a:spcPts val="0"/>
              </a:spcAft>
              <a:buSzPts val="1400"/>
              <a:buNone/>
              <a:defRPr/>
            </a:lvl4pPr>
            <a:lvl5pPr lvl="4">
              <a:spcBef>
                <a:spcPts val="0"/>
              </a:spcBef>
              <a:spcAft>
                <a:spcPts val="0"/>
              </a:spcAft>
              <a:buSzPts val="1400"/>
              <a:buNone/>
              <a:defRPr/>
            </a:lvl5pPr>
            <a:lvl6pPr lvl="5">
              <a:spcBef>
                <a:spcPts val="0"/>
              </a:spcBef>
              <a:spcAft>
                <a:spcPts val="0"/>
              </a:spcAft>
              <a:buSzPts val="1400"/>
              <a:buNone/>
              <a:defRPr/>
            </a:lvl6pPr>
            <a:lvl7pPr lvl="6">
              <a:spcBef>
                <a:spcPts val="0"/>
              </a:spcBef>
              <a:spcAft>
                <a:spcPts val="0"/>
              </a:spcAft>
              <a:buSzPts val="1400"/>
              <a:buNone/>
              <a:defRPr/>
            </a:lvl7pPr>
            <a:lvl8pPr lvl="7">
              <a:spcBef>
                <a:spcPts val="0"/>
              </a:spcBef>
              <a:spcAft>
                <a:spcPts val="0"/>
              </a:spcAft>
              <a:buSzPts val="1400"/>
              <a:buNone/>
              <a:defRPr/>
            </a:lvl8pPr>
            <a:lvl9pPr lvl="8">
              <a:spcBef>
                <a:spcPts val="0"/>
              </a:spcBef>
              <a:spcAft>
                <a:spcPts val="0"/>
              </a:spcAft>
              <a:buSzPts val="1400"/>
              <a:buNone/>
              <a:defRPr/>
            </a:lvl9pPr>
          </a:lstStyle>
          <a:p>
            <a:endParaRPr/>
          </a:p>
        </p:txBody>
      </p:sp>
      <p:pic>
        <p:nvPicPr>
          <p:cNvPr id="104" name="Google Shape;104;p23" descr="A picture containing drawing&#10;&#10;Description automatically generated"/>
          <p:cNvPicPr preferRelativeResize="0"/>
          <p:nvPr/>
        </p:nvPicPr>
        <p:blipFill rotWithShape="1">
          <a:blip r:embed="rId2">
            <a:alphaModFix/>
          </a:blip>
          <a:srcRect/>
          <a:stretch/>
        </p:blipFill>
        <p:spPr>
          <a:xfrm>
            <a:off x="455619" y="6264209"/>
            <a:ext cx="685800" cy="353616"/>
          </a:xfrm>
          <a:prstGeom prst="rect">
            <a:avLst/>
          </a:prstGeom>
          <a:noFill/>
          <a:ln>
            <a:noFill/>
          </a:ln>
        </p:spPr>
      </p:pic>
      <p:sp>
        <p:nvSpPr>
          <p:cNvPr id="105" name="Google Shape;105;p23"/>
          <p:cNvSpPr txBox="1">
            <a:spLocks noGrp="1"/>
          </p:cNvSpPr>
          <p:nvPr>
            <p:ph type="body" idx="1"/>
          </p:nvPr>
        </p:nvSpPr>
        <p:spPr>
          <a:xfrm>
            <a:off x="7508953" y="6432334"/>
            <a:ext cx="4224381" cy="228601"/>
          </a:xfrm>
          <a:prstGeom prst="rect">
            <a:avLst/>
          </a:prstGeom>
          <a:noFill/>
          <a:ln>
            <a:noFill/>
          </a:ln>
        </p:spPr>
        <p:txBody>
          <a:bodyPr spcFirstLastPara="1" wrap="square" lIns="0" tIns="0" rIns="0" bIns="0" anchor="b" anchorCtr="0">
            <a:noAutofit/>
          </a:bodyPr>
          <a:lstStyle>
            <a:lvl1pPr marL="457207" lvl="0" indent="-228604" algn="r">
              <a:spcBef>
                <a:spcPts val="1800"/>
              </a:spcBef>
              <a:spcAft>
                <a:spcPts val="0"/>
              </a:spcAft>
              <a:buClr>
                <a:schemeClr val="lt1"/>
              </a:buClr>
              <a:buSzPts val="1000"/>
              <a:buFont typeface="Roboto Medium"/>
              <a:buNone/>
              <a:defRPr sz="1000" b="0" i="0">
                <a:solidFill>
                  <a:schemeClr val="lt1"/>
                </a:solidFill>
                <a:latin typeface="Roboto Medium"/>
                <a:ea typeface="Roboto Medium"/>
                <a:cs typeface="Roboto Medium"/>
                <a:sym typeface="Roboto Medium"/>
              </a:defRPr>
            </a:lvl1pPr>
            <a:lvl2pPr marL="914415" lvl="1" indent="-228604" algn="l">
              <a:spcBef>
                <a:spcPts val="600"/>
              </a:spcBef>
              <a:spcAft>
                <a:spcPts val="0"/>
              </a:spcAft>
              <a:buClr>
                <a:schemeClr val="dk1"/>
              </a:buClr>
              <a:buSzPts val="1800"/>
              <a:buNone/>
              <a:defRPr/>
            </a:lvl2pPr>
            <a:lvl3pPr marL="1371622" lvl="2" indent="-342906" algn="l">
              <a:spcBef>
                <a:spcPts val="600"/>
              </a:spcBef>
              <a:spcAft>
                <a:spcPts val="0"/>
              </a:spcAft>
              <a:buClr>
                <a:schemeClr val="dk1"/>
              </a:buClr>
              <a:buSzPts val="1800"/>
              <a:buChar char="−"/>
              <a:defRPr/>
            </a:lvl3pPr>
            <a:lvl4pPr marL="1828831" lvl="3" indent="-342906" algn="l">
              <a:spcBef>
                <a:spcPts val="300"/>
              </a:spcBef>
              <a:spcAft>
                <a:spcPts val="0"/>
              </a:spcAft>
              <a:buClr>
                <a:schemeClr val="dk1"/>
              </a:buClr>
              <a:buSzPts val="1800"/>
              <a:buChar char="•"/>
              <a:defRPr/>
            </a:lvl4pPr>
            <a:lvl5pPr marL="2286038" lvl="4" indent="-342906" algn="l">
              <a:spcBef>
                <a:spcPts val="300"/>
              </a:spcBef>
              <a:spcAft>
                <a:spcPts val="0"/>
              </a:spcAft>
              <a:buClr>
                <a:schemeClr val="dk1"/>
              </a:buClr>
              <a:buSzPts val="1800"/>
              <a:buChar char="−"/>
              <a:defRPr/>
            </a:lvl5pPr>
            <a:lvl6pPr marL="2743246" lvl="5" indent="-342906" algn="l">
              <a:spcBef>
                <a:spcPts val="360"/>
              </a:spcBef>
              <a:spcAft>
                <a:spcPts val="0"/>
              </a:spcAft>
              <a:buClr>
                <a:schemeClr val="dk1"/>
              </a:buClr>
              <a:buSzPts val="1800"/>
              <a:buChar char="•"/>
              <a:defRPr/>
            </a:lvl6pPr>
            <a:lvl7pPr marL="3200453" lvl="6" indent="-342906" algn="l">
              <a:spcBef>
                <a:spcPts val="360"/>
              </a:spcBef>
              <a:spcAft>
                <a:spcPts val="0"/>
              </a:spcAft>
              <a:buClr>
                <a:schemeClr val="dk1"/>
              </a:buClr>
              <a:buSzPts val="1800"/>
              <a:buChar char="•"/>
              <a:defRPr/>
            </a:lvl7pPr>
            <a:lvl8pPr marL="3657661" lvl="7" indent="-342906" algn="l">
              <a:spcBef>
                <a:spcPts val="360"/>
              </a:spcBef>
              <a:spcAft>
                <a:spcPts val="0"/>
              </a:spcAft>
              <a:buClr>
                <a:schemeClr val="dk1"/>
              </a:buClr>
              <a:buSzPts val="1800"/>
              <a:buChar char="•"/>
              <a:defRPr/>
            </a:lvl8pPr>
            <a:lvl9pPr marL="4114868" lvl="8" indent="-342906" algn="l">
              <a:spcBef>
                <a:spcPts val="360"/>
              </a:spcBef>
              <a:spcAft>
                <a:spcPts val="0"/>
              </a:spcAft>
              <a:buClr>
                <a:schemeClr val="dk1"/>
              </a:buClr>
              <a:buSzPts val="1800"/>
              <a:buChar char="•"/>
              <a:defRPr/>
            </a:lvl9pPr>
          </a:lstStyle>
          <a:p>
            <a:endParaRPr/>
          </a:p>
        </p:txBody>
      </p:sp>
    </p:spTree>
  </p:cSld>
  <p:clrMapOvr>
    <a:masterClrMapping/>
  </p:clrMapOvr>
  <mc:AlternateContent xmlns:mc="http://schemas.openxmlformats.org/markup-compatibility/2006" xmlns:p14="http://schemas.microsoft.com/office/powerpoint/2010/main">
    <mc:Choice Requires="p14">
      <p:transition p14:dur="250">
        <p:fade/>
      </p:transition>
    </mc:Choice>
    <mc:Fallback xmlns:ahyp="http://schemas.microsoft.com/office/drawing/2018/hyperlinkcolor" xmlns:p15="http://schemas.microsoft.com/office/powerpoint/2012/main" xmlns:com="http://schemas.openxmlformats.org/drawingml/2006/compatibility" xmlns:pvml="urn:schemas-microsoft-com:office:powerpoint" xmlns:v="urn:schemas-microsoft-com:vml" xmlns:o="urn:schemas-microsoft-com:office:office" xmlns:dgm="http://schemas.openxmlformats.org/drawingml/2006/diagram" xmlns:c="http://schemas.openxmlformats.org/drawingml/2006/chart" xmlns:mv="urn:schemas-microsoft-com:mac:vml" xmlns="">
      <p:transition>
        <p:fade/>
      </p:transition>
    </mc:Fallback>
  </mc:AlternateContent>
</p:sldLayout>
</file>

<file path=ppt/slideLayouts/slideLayout22.xml><?xml version="1.0" encoding="utf-8"?>
<p:sldLayout xmlns:a="http://schemas.openxmlformats.org/drawingml/2006/main" xmlns:r="http://schemas.openxmlformats.org/officeDocument/2006/relationships" xmlns:p="http://schemas.openxmlformats.org/presentationml/2006/main" matchingName="WHITE 1Col Title | Text">
  <p:cSld name="WHITE 1Col Title | Text">
    <p:spTree>
      <p:nvGrpSpPr>
        <p:cNvPr id="1" name="Shape 106"/>
        <p:cNvGrpSpPr/>
        <p:nvPr/>
      </p:nvGrpSpPr>
      <p:grpSpPr>
        <a:xfrm>
          <a:off x="0" y="0"/>
          <a:ext cx="0" cy="0"/>
          <a:chOff x="0" y="0"/>
          <a:chExt cx="0" cy="0"/>
        </a:xfrm>
      </p:grpSpPr>
      <p:sp>
        <p:nvSpPr>
          <p:cNvPr id="107" name="Google Shape;107;p24"/>
          <p:cNvSpPr txBox="1">
            <a:spLocks noGrp="1"/>
          </p:cNvSpPr>
          <p:nvPr>
            <p:ph type="title"/>
          </p:nvPr>
        </p:nvSpPr>
        <p:spPr>
          <a:xfrm>
            <a:off x="455618" y="460685"/>
            <a:ext cx="8915492" cy="524543"/>
          </a:xfrm>
          <a:prstGeom prst="rect">
            <a:avLst/>
          </a:prstGeom>
          <a:noFill/>
          <a:ln>
            <a:noFill/>
          </a:ln>
        </p:spPr>
        <p:txBody>
          <a:bodyPr spcFirstLastPara="1" wrap="square" lIns="0" tIns="0" rIns="0" bIns="0" anchor="t" anchorCtr="0">
            <a:noAutofit/>
          </a:bodyPr>
          <a:lstStyle>
            <a:lvl1pPr lvl="0" algn="l">
              <a:lnSpc>
                <a:spcPct val="80000"/>
              </a:lnSpc>
              <a:spcBef>
                <a:spcPts val="0"/>
              </a:spcBef>
              <a:spcAft>
                <a:spcPts val="0"/>
              </a:spcAft>
              <a:buClr>
                <a:schemeClr val="dk1"/>
              </a:buClr>
              <a:buSzPts val="3200"/>
              <a:buFont typeface="Roboto Medium"/>
              <a:buNone/>
              <a:defRPr b="0"/>
            </a:lvl1pPr>
            <a:lvl2pPr lvl="1">
              <a:spcBef>
                <a:spcPts val="0"/>
              </a:spcBef>
              <a:spcAft>
                <a:spcPts val="0"/>
              </a:spcAft>
              <a:buSzPts val="1400"/>
              <a:buNone/>
              <a:defRPr/>
            </a:lvl2pPr>
            <a:lvl3pPr lvl="2">
              <a:spcBef>
                <a:spcPts val="0"/>
              </a:spcBef>
              <a:spcAft>
                <a:spcPts val="0"/>
              </a:spcAft>
              <a:buSzPts val="1400"/>
              <a:buNone/>
              <a:defRPr/>
            </a:lvl3pPr>
            <a:lvl4pPr lvl="3">
              <a:spcBef>
                <a:spcPts val="0"/>
              </a:spcBef>
              <a:spcAft>
                <a:spcPts val="0"/>
              </a:spcAft>
              <a:buSzPts val="1400"/>
              <a:buNone/>
              <a:defRPr/>
            </a:lvl4pPr>
            <a:lvl5pPr lvl="4">
              <a:spcBef>
                <a:spcPts val="0"/>
              </a:spcBef>
              <a:spcAft>
                <a:spcPts val="0"/>
              </a:spcAft>
              <a:buSzPts val="1400"/>
              <a:buNone/>
              <a:defRPr/>
            </a:lvl5pPr>
            <a:lvl6pPr lvl="5">
              <a:spcBef>
                <a:spcPts val="0"/>
              </a:spcBef>
              <a:spcAft>
                <a:spcPts val="0"/>
              </a:spcAft>
              <a:buSzPts val="1400"/>
              <a:buNone/>
              <a:defRPr/>
            </a:lvl6pPr>
            <a:lvl7pPr lvl="6">
              <a:spcBef>
                <a:spcPts val="0"/>
              </a:spcBef>
              <a:spcAft>
                <a:spcPts val="0"/>
              </a:spcAft>
              <a:buSzPts val="1400"/>
              <a:buNone/>
              <a:defRPr/>
            </a:lvl7pPr>
            <a:lvl8pPr lvl="7">
              <a:spcBef>
                <a:spcPts val="0"/>
              </a:spcBef>
              <a:spcAft>
                <a:spcPts val="0"/>
              </a:spcAft>
              <a:buSzPts val="1400"/>
              <a:buNone/>
              <a:defRPr/>
            </a:lvl8pPr>
            <a:lvl9pPr lvl="8">
              <a:spcBef>
                <a:spcPts val="0"/>
              </a:spcBef>
              <a:spcAft>
                <a:spcPts val="0"/>
              </a:spcAft>
              <a:buSzPts val="1400"/>
              <a:buNone/>
              <a:defRPr/>
            </a:lvl9pPr>
          </a:lstStyle>
          <a:p>
            <a:endParaRPr/>
          </a:p>
        </p:txBody>
      </p:sp>
      <p:sp>
        <p:nvSpPr>
          <p:cNvPr id="108" name="Google Shape;108;p24"/>
          <p:cNvSpPr txBox="1">
            <a:spLocks noGrp="1"/>
          </p:cNvSpPr>
          <p:nvPr>
            <p:ph type="body" idx="1"/>
          </p:nvPr>
        </p:nvSpPr>
        <p:spPr>
          <a:xfrm>
            <a:off x="455618" y="2971800"/>
            <a:ext cx="8915492" cy="2971800"/>
          </a:xfrm>
          <a:prstGeom prst="rect">
            <a:avLst/>
          </a:prstGeom>
          <a:noFill/>
          <a:ln>
            <a:noFill/>
          </a:ln>
        </p:spPr>
        <p:txBody>
          <a:bodyPr spcFirstLastPara="1" wrap="square" lIns="0" tIns="0" rIns="0" bIns="0" anchor="t" anchorCtr="0">
            <a:noAutofit/>
          </a:bodyPr>
          <a:lstStyle>
            <a:lvl1pPr marL="457207" lvl="0" indent="-228604" algn="l">
              <a:spcBef>
                <a:spcPts val="1800"/>
              </a:spcBef>
              <a:spcAft>
                <a:spcPts val="0"/>
              </a:spcAft>
              <a:buClr>
                <a:schemeClr val="dk1"/>
              </a:buClr>
              <a:buSzPts val="2000"/>
              <a:buFont typeface="Roboto"/>
              <a:buNone/>
              <a:defRPr b="0" i="0">
                <a:latin typeface="Roboto"/>
                <a:ea typeface="Roboto"/>
                <a:cs typeface="Roboto"/>
                <a:sym typeface="Roboto"/>
              </a:defRPr>
            </a:lvl1pPr>
            <a:lvl2pPr marL="914415" lvl="1" indent="-342906" algn="l">
              <a:spcBef>
                <a:spcPts val="600"/>
              </a:spcBef>
              <a:spcAft>
                <a:spcPts val="0"/>
              </a:spcAft>
              <a:buClr>
                <a:schemeClr val="dk1"/>
              </a:buClr>
              <a:buSzPts val="1800"/>
              <a:buChar char="•"/>
              <a:defRPr b="0" i="0">
                <a:latin typeface="Roboto"/>
                <a:ea typeface="Roboto"/>
                <a:cs typeface="Roboto"/>
                <a:sym typeface="Roboto"/>
              </a:defRPr>
            </a:lvl2pPr>
            <a:lvl3pPr marL="1371622" lvl="2" indent="-330205" algn="l">
              <a:spcBef>
                <a:spcPts val="600"/>
              </a:spcBef>
              <a:spcAft>
                <a:spcPts val="0"/>
              </a:spcAft>
              <a:buClr>
                <a:schemeClr val="dk1"/>
              </a:buClr>
              <a:buSzPts val="1600"/>
              <a:buChar char="−"/>
              <a:defRPr b="0" i="0">
                <a:latin typeface="Roboto"/>
                <a:ea typeface="Roboto"/>
                <a:cs typeface="Roboto"/>
                <a:sym typeface="Roboto"/>
              </a:defRPr>
            </a:lvl3pPr>
            <a:lvl4pPr marL="1828831" lvl="3" indent="-317506" algn="l">
              <a:spcBef>
                <a:spcPts val="300"/>
              </a:spcBef>
              <a:spcAft>
                <a:spcPts val="0"/>
              </a:spcAft>
              <a:buClr>
                <a:schemeClr val="dk1"/>
              </a:buClr>
              <a:buSzPts val="1400"/>
              <a:buChar char="•"/>
              <a:defRPr b="0" i="0">
                <a:latin typeface="Roboto"/>
                <a:ea typeface="Roboto"/>
                <a:cs typeface="Roboto"/>
                <a:sym typeface="Roboto"/>
              </a:defRPr>
            </a:lvl4pPr>
            <a:lvl5pPr marL="2286038" lvl="4" indent="-304805" algn="l">
              <a:spcBef>
                <a:spcPts val="300"/>
              </a:spcBef>
              <a:spcAft>
                <a:spcPts val="0"/>
              </a:spcAft>
              <a:buClr>
                <a:schemeClr val="dk1"/>
              </a:buClr>
              <a:buSzPts val="1200"/>
              <a:buChar char="−"/>
              <a:defRPr b="0" i="0">
                <a:latin typeface="Roboto"/>
                <a:ea typeface="Roboto"/>
                <a:cs typeface="Roboto"/>
                <a:sym typeface="Roboto"/>
              </a:defRPr>
            </a:lvl5pPr>
            <a:lvl6pPr marL="2743246" lvl="5" indent="-342906" algn="l">
              <a:spcBef>
                <a:spcPts val="360"/>
              </a:spcBef>
              <a:spcAft>
                <a:spcPts val="0"/>
              </a:spcAft>
              <a:buClr>
                <a:schemeClr val="dk1"/>
              </a:buClr>
              <a:buSzPts val="1800"/>
              <a:buChar char="•"/>
              <a:defRPr/>
            </a:lvl6pPr>
            <a:lvl7pPr marL="3200453" lvl="6" indent="-342906" algn="l">
              <a:spcBef>
                <a:spcPts val="360"/>
              </a:spcBef>
              <a:spcAft>
                <a:spcPts val="0"/>
              </a:spcAft>
              <a:buClr>
                <a:schemeClr val="dk1"/>
              </a:buClr>
              <a:buSzPts val="1800"/>
              <a:buChar char="•"/>
              <a:defRPr/>
            </a:lvl7pPr>
            <a:lvl8pPr marL="3657661" lvl="7" indent="-342906" algn="l">
              <a:spcBef>
                <a:spcPts val="360"/>
              </a:spcBef>
              <a:spcAft>
                <a:spcPts val="0"/>
              </a:spcAft>
              <a:buClr>
                <a:schemeClr val="dk1"/>
              </a:buClr>
              <a:buSzPts val="1800"/>
              <a:buChar char="•"/>
              <a:defRPr/>
            </a:lvl8pPr>
            <a:lvl9pPr marL="4114868" lvl="8" indent="-342906" algn="l">
              <a:spcBef>
                <a:spcPts val="360"/>
              </a:spcBef>
              <a:spcAft>
                <a:spcPts val="0"/>
              </a:spcAft>
              <a:buClr>
                <a:schemeClr val="dk1"/>
              </a:buClr>
              <a:buSzPts val="1800"/>
              <a:buChar char="•"/>
              <a:defRPr/>
            </a:lvl9pPr>
          </a:lstStyle>
          <a:p>
            <a:endParaRPr/>
          </a:p>
        </p:txBody>
      </p:sp>
      <p:sp>
        <p:nvSpPr>
          <p:cNvPr id="109" name="Google Shape;109;p24"/>
          <p:cNvSpPr txBox="1">
            <a:spLocks noGrp="1"/>
          </p:cNvSpPr>
          <p:nvPr>
            <p:ph type="body" idx="2"/>
          </p:nvPr>
        </p:nvSpPr>
        <p:spPr>
          <a:xfrm>
            <a:off x="7508953" y="6432334"/>
            <a:ext cx="4224381" cy="228601"/>
          </a:xfrm>
          <a:prstGeom prst="rect">
            <a:avLst/>
          </a:prstGeom>
          <a:noFill/>
          <a:ln>
            <a:noFill/>
          </a:ln>
        </p:spPr>
        <p:txBody>
          <a:bodyPr spcFirstLastPara="1" wrap="square" lIns="0" tIns="0" rIns="0" bIns="0" anchor="b" anchorCtr="0">
            <a:noAutofit/>
          </a:bodyPr>
          <a:lstStyle>
            <a:lvl1pPr marL="457207" lvl="0" indent="-228604" algn="r">
              <a:spcBef>
                <a:spcPts val="1800"/>
              </a:spcBef>
              <a:spcAft>
                <a:spcPts val="0"/>
              </a:spcAft>
              <a:buClr>
                <a:schemeClr val="dk1"/>
              </a:buClr>
              <a:buSzPts val="1000"/>
              <a:buFont typeface="Roboto Medium"/>
              <a:buNone/>
              <a:defRPr sz="1000" b="0" i="0">
                <a:solidFill>
                  <a:schemeClr val="dk1"/>
                </a:solidFill>
                <a:latin typeface="Roboto Medium"/>
                <a:ea typeface="Roboto Medium"/>
                <a:cs typeface="Roboto Medium"/>
                <a:sym typeface="Roboto Medium"/>
              </a:defRPr>
            </a:lvl1pPr>
            <a:lvl2pPr marL="914415" lvl="1" indent="-228604" algn="l">
              <a:spcBef>
                <a:spcPts val="600"/>
              </a:spcBef>
              <a:spcAft>
                <a:spcPts val="0"/>
              </a:spcAft>
              <a:buClr>
                <a:schemeClr val="dk1"/>
              </a:buClr>
              <a:buSzPts val="1800"/>
              <a:buNone/>
              <a:defRPr/>
            </a:lvl2pPr>
            <a:lvl3pPr marL="1371622" lvl="2" indent="-342906" algn="l">
              <a:spcBef>
                <a:spcPts val="600"/>
              </a:spcBef>
              <a:spcAft>
                <a:spcPts val="0"/>
              </a:spcAft>
              <a:buClr>
                <a:schemeClr val="dk1"/>
              </a:buClr>
              <a:buSzPts val="1800"/>
              <a:buChar char="−"/>
              <a:defRPr/>
            </a:lvl3pPr>
            <a:lvl4pPr marL="1828831" lvl="3" indent="-342906" algn="l">
              <a:spcBef>
                <a:spcPts val="300"/>
              </a:spcBef>
              <a:spcAft>
                <a:spcPts val="0"/>
              </a:spcAft>
              <a:buClr>
                <a:schemeClr val="dk1"/>
              </a:buClr>
              <a:buSzPts val="1800"/>
              <a:buChar char="•"/>
              <a:defRPr/>
            </a:lvl4pPr>
            <a:lvl5pPr marL="2286038" lvl="4" indent="-342906" algn="l">
              <a:spcBef>
                <a:spcPts val="300"/>
              </a:spcBef>
              <a:spcAft>
                <a:spcPts val="0"/>
              </a:spcAft>
              <a:buClr>
                <a:schemeClr val="dk1"/>
              </a:buClr>
              <a:buSzPts val="1800"/>
              <a:buChar char="−"/>
              <a:defRPr/>
            </a:lvl5pPr>
            <a:lvl6pPr marL="2743246" lvl="5" indent="-342906" algn="l">
              <a:spcBef>
                <a:spcPts val="360"/>
              </a:spcBef>
              <a:spcAft>
                <a:spcPts val="0"/>
              </a:spcAft>
              <a:buClr>
                <a:schemeClr val="dk1"/>
              </a:buClr>
              <a:buSzPts val="1800"/>
              <a:buChar char="•"/>
              <a:defRPr/>
            </a:lvl6pPr>
            <a:lvl7pPr marL="3200453" lvl="6" indent="-342906" algn="l">
              <a:spcBef>
                <a:spcPts val="360"/>
              </a:spcBef>
              <a:spcAft>
                <a:spcPts val="0"/>
              </a:spcAft>
              <a:buClr>
                <a:schemeClr val="dk1"/>
              </a:buClr>
              <a:buSzPts val="1800"/>
              <a:buChar char="•"/>
              <a:defRPr/>
            </a:lvl7pPr>
            <a:lvl8pPr marL="3657661" lvl="7" indent="-342906" algn="l">
              <a:spcBef>
                <a:spcPts val="360"/>
              </a:spcBef>
              <a:spcAft>
                <a:spcPts val="0"/>
              </a:spcAft>
              <a:buClr>
                <a:schemeClr val="dk1"/>
              </a:buClr>
              <a:buSzPts val="1800"/>
              <a:buChar char="•"/>
              <a:defRPr/>
            </a:lvl8pPr>
            <a:lvl9pPr marL="4114868" lvl="8" indent="-342906" algn="l">
              <a:spcBef>
                <a:spcPts val="360"/>
              </a:spcBef>
              <a:spcAft>
                <a:spcPts val="0"/>
              </a:spcAft>
              <a:buClr>
                <a:schemeClr val="dk1"/>
              </a:buClr>
              <a:buSzPts val="1800"/>
              <a:buChar char="•"/>
              <a:defRPr/>
            </a:lvl9pPr>
          </a:lstStyle>
          <a:p>
            <a:endParaRPr/>
          </a:p>
        </p:txBody>
      </p:sp>
      <p:pic>
        <p:nvPicPr>
          <p:cNvPr id="110" name="Google Shape;110;p24" descr="A picture containing drawing&#10;&#10;Description automatically generated"/>
          <p:cNvPicPr preferRelativeResize="0"/>
          <p:nvPr/>
        </p:nvPicPr>
        <p:blipFill rotWithShape="1">
          <a:blip r:embed="rId2">
            <a:alphaModFix/>
          </a:blip>
          <a:srcRect b="31356"/>
          <a:stretch/>
        </p:blipFill>
        <p:spPr>
          <a:xfrm>
            <a:off x="455619" y="6277208"/>
            <a:ext cx="685807" cy="352192"/>
          </a:xfrm>
          <a:prstGeom prst="rect">
            <a:avLst/>
          </a:prstGeom>
          <a:noFill/>
          <a:ln>
            <a:noFill/>
          </a:ln>
        </p:spPr>
      </p:pic>
    </p:spTree>
  </p:cSld>
  <p:clrMapOvr>
    <a:masterClrMapping/>
  </p:clrMapOvr>
  <mc:AlternateContent xmlns:mc="http://schemas.openxmlformats.org/markup-compatibility/2006" xmlns:p14="http://schemas.microsoft.com/office/powerpoint/2010/main">
    <mc:Choice Requires="p14">
      <p:transition p14:dur="250">
        <p:fade/>
      </p:transition>
    </mc:Choice>
    <mc:Fallback xmlns:ahyp="http://schemas.microsoft.com/office/drawing/2018/hyperlinkcolor" xmlns:p15="http://schemas.microsoft.com/office/powerpoint/2012/main" xmlns:com="http://schemas.openxmlformats.org/drawingml/2006/compatibility" xmlns:pvml="urn:schemas-microsoft-com:office:powerpoint" xmlns:v="urn:schemas-microsoft-com:vml" xmlns:o="urn:schemas-microsoft-com:office:office" xmlns:dgm="http://schemas.openxmlformats.org/drawingml/2006/diagram" xmlns:c="http://schemas.openxmlformats.org/drawingml/2006/chart" xmlns:mv="urn:schemas-microsoft-com:mac:vml" xmlns="">
      <p:transition>
        <p:fade/>
      </p:transition>
    </mc:Fallback>
  </mc:AlternateContent>
</p:sldLayout>
</file>

<file path=ppt/slideLayouts/slideLayout23.xml><?xml version="1.0" encoding="utf-8"?>
<p:sldLayout xmlns:a="http://schemas.openxmlformats.org/drawingml/2006/main" xmlns:r="http://schemas.openxmlformats.org/officeDocument/2006/relationships" xmlns:p="http://schemas.openxmlformats.org/presentationml/2006/main" matchingName="WHITE 2Col Title | Text">
  <p:cSld name="WHITE 2Col Title | Text">
    <p:spTree>
      <p:nvGrpSpPr>
        <p:cNvPr id="1" name="Shape 111"/>
        <p:cNvGrpSpPr/>
        <p:nvPr/>
      </p:nvGrpSpPr>
      <p:grpSpPr>
        <a:xfrm>
          <a:off x="0" y="0"/>
          <a:ext cx="0" cy="0"/>
          <a:chOff x="0" y="0"/>
          <a:chExt cx="0" cy="0"/>
        </a:xfrm>
      </p:grpSpPr>
      <p:sp>
        <p:nvSpPr>
          <p:cNvPr id="112" name="Google Shape;112;p25"/>
          <p:cNvSpPr txBox="1">
            <a:spLocks noGrp="1"/>
          </p:cNvSpPr>
          <p:nvPr>
            <p:ph type="title"/>
          </p:nvPr>
        </p:nvSpPr>
        <p:spPr>
          <a:xfrm>
            <a:off x="455618" y="460685"/>
            <a:ext cx="8915492" cy="524543"/>
          </a:xfrm>
          <a:prstGeom prst="rect">
            <a:avLst/>
          </a:prstGeom>
          <a:noFill/>
          <a:ln>
            <a:noFill/>
          </a:ln>
        </p:spPr>
        <p:txBody>
          <a:bodyPr spcFirstLastPara="1" wrap="square" lIns="0" tIns="0" rIns="0" bIns="0" anchor="t" anchorCtr="0">
            <a:noAutofit/>
          </a:bodyPr>
          <a:lstStyle>
            <a:lvl1pPr lvl="0" algn="l">
              <a:lnSpc>
                <a:spcPct val="80000"/>
              </a:lnSpc>
              <a:spcBef>
                <a:spcPts val="0"/>
              </a:spcBef>
              <a:spcAft>
                <a:spcPts val="0"/>
              </a:spcAft>
              <a:buClr>
                <a:schemeClr val="dk1"/>
              </a:buClr>
              <a:buSzPts val="3200"/>
              <a:buFont typeface="Roboto Medium"/>
              <a:buNone/>
              <a:defRPr b="0"/>
            </a:lvl1pPr>
            <a:lvl2pPr lvl="1">
              <a:spcBef>
                <a:spcPts val="0"/>
              </a:spcBef>
              <a:spcAft>
                <a:spcPts val="0"/>
              </a:spcAft>
              <a:buSzPts val="1400"/>
              <a:buNone/>
              <a:defRPr/>
            </a:lvl2pPr>
            <a:lvl3pPr lvl="2">
              <a:spcBef>
                <a:spcPts val="0"/>
              </a:spcBef>
              <a:spcAft>
                <a:spcPts val="0"/>
              </a:spcAft>
              <a:buSzPts val="1400"/>
              <a:buNone/>
              <a:defRPr/>
            </a:lvl3pPr>
            <a:lvl4pPr lvl="3">
              <a:spcBef>
                <a:spcPts val="0"/>
              </a:spcBef>
              <a:spcAft>
                <a:spcPts val="0"/>
              </a:spcAft>
              <a:buSzPts val="1400"/>
              <a:buNone/>
              <a:defRPr/>
            </a:lvl4pPr>
            <a:lvl5pPr lvl="4">
              <a:spcBef>
                <a:spcPts val="0"/>
              </a:spcBef>
              <a:spcAft>
                <a:spcPts val="0"/>
              </a:spcAft>
              <a:buSzPts val="1400"/>
              <a:buNone/>
              <a:defRPr/>
            </a:lvl5pPr>
            <a:lvl6pPr lvl="5">
              <a:spcBef>
                <a:spcPts val="0"/>
              </a:spcBef>
              <a:spcAft>
                <a:spcPts val="0"/>
              </a:spcAft>
              <a:buSzPts val="1400"/>
              <a:buNone/>
              <a:defRPr/>
            </a:lvl6pPr>
            <a:lvl7pPr lvl="6">
              <a:spcBef>
                <a:spcPts val="0"/>
              </a:spcBef>
              <a:spcAft>
                <a:spcPts val="0"/>
              </a:spcAft>
              <a:buSzPts val="1400"/>
              <a:buNone/>
              <a:defRPr/>
            </a:lvl7pPr>
            <a:lvl8pPr lvl="7">
              <a:spcBef>
                <a:spcPts val="0"/>
              </a:spcBef>
              <a:spcAft>
                <a:spcPts val="0"/>
              </a:spcAft>
              <a:buSzPts val="1400"/>
              <a:buNone/>
              <a:defRPr/>
            </a:lvl8pPr>
            <a:lvl9pPr lvl="8">
              <a:spcBef>
                <a:spcPts val="0"/>
              </a:spcBef>
              <a:spcAft>
                <a:spcPts val="0"/>
              </a:spcAft>
              <a:buSzPts val="1400"/>
              <a:buNone/>
              <a:defRPr/>
            </a:lvl9pPr>
          </a:lstStyle>
          <a:p>
            <a:endParaRPr/>
          </a:p>
        </p:txBody>
      </p:sp>
      <p:sp>
        <p:nvSpPr>
          <p:cNvPr id="113" name="Google Shape;113;p25"/>
          <p:cNvSpPr txBox="1">
            <a:spLocks noGrp="1"/>
          </p:cNvSpPr>
          <p:nvPr>
            <p:ph type="body" idx="1"/>
          </p:nvPr>
        </p:nvSpPr>
        <p:spPr>
          <a:xfrm>
            <a:off x="455617" y="2971800"/>
            <a:ext cx="5486456" cy="2971800"/>
          </a:xfrm>
          <a:prstGeom prst="rect">
            <a:avLst/>
          </a:prstGeom>
          <a:noFill/>
          <a:ln>
            <a:noFill/>
          </a:ln>
        </p:spPr>
        <p:txBody>
          <a:bodyPr spcFirstLastPara="1" wrap="square" lIns="0" tIns="0" rIns="0" bIns="0" anchor="t" anchorCtr="0">
            <a:noAutofit/>
          </a:bodyPr>
          <a:lstStyle>
            <a:lvl1pPr marL="457207" lvl="0" indent="-228604" algn="l">
              <a:lnSpc>
                <a:spcPct val="100000"/>
              </a:lnSpc>
              <a:spcBef>
                <a:spcPts val="1800"/>
              </a:spcBef>
              <a:spcAft>
                <a:spcPts val="0"/>
              </a:spcAft>
              <a:buClr>
                <a:schemeClr val="dk1"/>
              </a:buClr>
              <a:buSzPts val="2000"/>
              <a:buFont typeface="Roboto"/>
              <a:buNone/>
              <a:defRPr b="0" i="0">
                <a:latin typeface="Roboto"/>
                <a:ea typeface="Roboto"/>
                <a:cs typeface="Roboto"/>
                <a:sym typeface="Roboto"/>
              </a:defRPr>
            </a:lvl1pPr>
            <a:lvl2pPr marL="914415" lvl="1" indent="-342906" algn="l">
              <a:spcBef>
                <a:spcPts val="600"/>
              </a:spcBef>
              <a:spcAft>
                <a:spcPts val="0"/>
              </a:spcAft>
              <a:buClr>
                <a:schemeClr val="dk1"/>
              </a:buClr>
              <a:buSzPts val="1800"/>
              <a:buChar char="•"/>
              <a:defRPr b="0" i="0">
                <a:latin typeface="Roboto"/>
                <a:ea typeface="Roboto"/>
                <a:cs typeface="Roboto"/>
                <a:sym typeface="Roboto"/>
              </a:defRPr>
            </a:lvl2pPr>
            <a:lvl3pPr marL="1371622" lvl="2" indent="-330205" algn="l">
              <a:spcBef>
                <a:spcPts val="600"/>
              </a:spcBef>
              <a:spcAft>
                <a:spcPts val="0"/>
              </a:spcAft>
              <a:buClr>
                <a:schemeClr val="dk1"/>
              </a:buClr>
              <a:buSzPts val="1600"/>
              <a:buChar char="−"/>
              <a:defRPr b="0" i="0">
                <a:latin typeface="Roboto"/>
                <a:ea typeface="Roboto"/>
                <a:cs typeface="Roboto"/>
                <a:sym typeface="Roboto"/>
              </a:defRPr>
            </a:lvl3pPr>
            <a:lvl4pPr marL="1828831" lvl="3" indent="-317506" algn="l">
              <a:spcBef>
                <a:spcPts val="300"/>
              </a:spcBef>
              <a:spcAft>
                <a:spcPts val="0"/>
              </a:spcAft>
              <a:buClr>
                <a:schemeClr val="dk1"/>
              </a:buClr>
              <a:buSzPts val="1400"/>
              <a:buChar char="•"/>
              <a:defRPr b="0" i="0">
                <a:latin typeface="Roboto"/>
                <a:ea typeface="Roboto"/>
                <a:cs typeface="Roboto"/>
                <a:sym typeface="Roboto"/>
              </a:defRPr>
            </a:lvl4pPr>
            <a:lvl5pPr marL="2286038" lvl="4" indent="-304805" algn="l">
              <a:spcBef>
                <a:spcPts val="300"/>
              </a:spcBef>
              <a:spcAft>
                <a:spcPts val="0"/>
              </a:spcAft>
              <a:buClr>
                <a:schemeClr val="dk1"/>
              </a:buClr>
              <a:buSzPts val="1200"/>
              <a:buChar char="−"/>
              <a:defRPr b="0" i="0">
                <a:latin typeface="Roboto"/>
                <a:ea typeface="Roboto"/>
                <a:cs typeface="Roboto"/>
                <a:sym typeface="Roboto"/>
              </a:defRPr>
            </a:lvl5pPr>
            <a:lvl6pPr marL="2743246" lvl="5" indent="-342906" algn="l">
              <a:spcBef>
                <a:spcPts val="360"/>
              </a:spcBef>
              <a:spcAft>
                <a:spcPts val="0"/>
              </a:spcAft>
              <a:buClr>
                <a:schemeClr val="dk1"/>
              </a:buClr>
              <a:buSzPts val="1800"/>
              <a:buChar char="•"/>
              <a:defRPr/>
            </a:lvl6pPr>
            <a:lvl7pPr marL="3200453" lvl="6" indent="-342906" algn="l">
              <a:spcBef>
                <a:spcPts val="360"/>
              </a:spcBef>
              <a:spcAft>
                <a:spcPts val="0"/>
              </a:spcAft>
              <a:buClr>
                <a:schemeClr val="dk1"/>
              </a:buClr>
              <a:buSzPts val="1800"/>
              <a:buChar char="•"/>
              <a:defRPr/>
            </a:lvl7pPr>
            <a:lvl8pPr marL="3657661" lvl="7" indent="-342906" algn="l">
              <a:spcBef>
                <a:spcPts val="360"/>
              </a:spcBef>
              <a:spcAft>
                <a:spcPts val="0"/>
              </a:spcAft>
              <a:buClr>
                <a:schemeClr val="dk1"/>
              </a:buClr>
              <a:buSzPts val="1800"/>
              <a:buChar char="•"/>
              <a:defRPr/>
            </a:lvl8pPr>
            <a:lvl9pPr marL="4114868" lvl="8" indent="-342906" algn="l">
              <a:spcBef>
                <a:spcPts val="360"/>
              </a:spcBef>
              <a:spcAft>
                <a:spcPts val="0"/>
              </a:spcAft>
              <a:buClr>
                <a:schemeClr val="dk1"/>
              </a:buClr>
              <a:buSzPts val="1800"/>
              <a:buChar char="•"/>
              <a:defRPr/>
            </a:lvl9pPr>
          </a:lstStyle>
          <a:p>
            <a:endParaRPr/>
          </a:p>
        </p:txBody>
      </p:sp>
      <p:sp>
        <p:nvSpPr>
          <p:cNvPr id="114" name="Google Shape;114;p25"/>
          <p:cNvSpPr txBox="1">
            <a:spLocks noGrp="1"/>
          </p:cNvSpPr>
          <p:nvPr>
            <p:ph type="body" idx="2"/>
          </p:nvPr>
        </p:nvSpPr>
        <p:spPr>
          <a:xfrm>
            <a:off x="7508953" y="6432334"/>
            <a:ext cx="4224381" cy="228601"/>
          </a:xfrm>
          <a:prstGeom prst="rect">
            <a:avLst/>
          </a:prstGeom>
          <a:noFill/>
          <a:ln>
            <a:noFill/>
          </a:ln>
        </p:spPr>
        <p:txBody>
          <a:bodyPr spcFirstLastPara="1" wrap="square" lIns="0" tIns="0" rIns="0" bIns="0" anchor="b" anchorCtr="0">
            <a:noAutofit/>
          </a:bodyPr>
          <a:lstStyle>
            <a:lvl1pPr marL="457207" lvl="0" indent="-228604" algn="r">
              <a:spcBef>
                <a:spcPts val="1800"/>
              </a:spcBef>
              <a:spcAft>
                <a:spcPts val="0"/>
              </a:spcAft>
              <a:buClr>
                <a:schemeClr val="dk1"/>
              </a:buClr>
              <a:buSzPts val="1000"/>
              <a:buFont typeface="Roboto Medium"/>
              <a:buNone/>
              <a:defRPr sz="1000" b="0" i="0">
                <a:solidFill>
                  <a:schemeClr val="dk1"/>
                </a:solidFill>
                <a:latin typeface="Roboto Medium"/>
                <a:ea typeface="Roboto Medium"/>
                <a:cs typeface="Roboto Medium"/>
                <a:sym typeface="Roboto Medium"/>
              </a:defRPr>
            </a:lvl1pPr>
            <a:lvl2pPr marL="914415" lvl="1" indent="-228604" algn="l">
              <a:spcBef>
                <a:spcPts val="600"/>
              </a:spcBef>
              <a:spcAft>
                <a:spcPts val="0"/>
              </a:spcAft>
              <a:buClr>
                <a:schemeClr val="dk1"/>
              </a:buClr>
              <a:buSzPts val="1800"/>
              <a:buNone/>
              <a:defRPr/>
            </a:lvl2pPr>
            <a:lvl3pPr marL="1371622" lvl="2" indent="-342906" algn="l">
              <a:spcBef>
                <a:spcPts val="600"/>
              </a:spcBef>
              <a:spcAft>
                <a:spcPts val="0"/>
              </a:spcAft>
              <a:buClr>
                <a:schemeClr val="dk1"/>
              </a:buClr>
              <a:buSzPts val="1800"/>
              <a:buChar char="−"/>
              <a:defRPr/>
            </a:lvl3pPr>
            <a:lvl4pPr marL="1828831" lvl="3" indent="-342906" algn="l">
              <a:spcBef>
                <a:spcPts val="300"/>
              </a:spcBef>
              <a:spcAft>
                <a:spcPts val="0"/>
              </a:spcAft>
              <a:buClr>
                <a:schemeClr val="dk1"/>
              </a:buClr>
              <a:buSzPts val="1800"/>
              <a:buChar char="•"/>
              <a:defRPr/>
            </a:lvl4pPr>
            <a:lvl5pPr marL="2286038" lvl="4" indent="-342906" algn="l">
              <a:spcBef>
                <a:spcPts val="300"/>
              </a:spcBef>
              <a:spcAft>
                <a:spcPts val="0"/>
              </a:spcAft>
              <a:buClr>
                <a:schemeClr val="dk1"/>
              </a:buClr>
              <a:buSzPts val="1800"/>
              <a:buChar char="−"/>
              <a:defRPr/>
            </a:lvl5pPr>
            <a:lvl6pPr marL="2743246" lvl="5" indent="-342906" algn="l">
              <a:spcBef>
                <a:spcPts val="360"/>
              </a:spcBef>
              <a:spcAft>
                <a:spcPts val="0"/>
              </a:spcAft>
              <a:buClr>
                <a:schemeClr val="dk1"/>
              </a:buClr>
              <a:buSzPts val="1800"/>
              <a:buChar char="•"/>
              <a:defRPr/>
            </a:lvl6pPr>
            <a:lvl7pPr marL="3200453" lvl="6" indent="-342906" algn="l">
              <a:spcBef>
                <a:spcPts val="360"/>
              </a:spcBef>
              <a:spcAft>
                <a:spcPts val="0"/>
              </a:spcAft>
              <a:buClr>
                <a:schemeClr val="dk1"/>
              </a:buClr>
              <a:buSzPts val="1800"/>
              <a:buChar char="•"/>
              <a:defRPr/>
            </a:lvl7pPr>
            <a:lvl8pPr marL="3657661" lvl="7" indent="-342906" algn="l">
              <a:spcBef>
                <a:spcPts val="360"/>
              </a:spcBef>
              <a:spcAft>
                <a:spcPts val="0"/>
              </a:spcAft>
              <a:buClr>
                <a:schemeClr val="dk1"/>
              </a:buClr>
              <a:buSzPts val="1800"/>
              <a:buChar char="•"/>
              <a:defRPr/>
            </a:lvl8pPr>
            <a:lvl9pPr marL="4114868" lvl="8" indent="-342906" algn="l">
              <a:spcBef>
                <a:spcPts val="360"/>
              </a:spcBef>
              <a:spcAft>
                <a:spcPts val="0"/>
              </a:spcAft>
              <a:buClr>
                <a:schemeClr val="dk1"/>
              </a:buClr>
              <a:buSzPts val="1800"/>
              <a:buChar char="•"/>
              <a:defRPr/>
            </a:lvl9pPr>
          </a:lstStyle>
          <a:p>
            <a:endParaRPr/>
          </a:p>
        </p:txBody>
      </p:sp>
      <p:sp>
        <p:nvSpPr>
          <p:cNvPr id="115" name="Google Shape;115;p25"/>
          <p:cNvSpPr txBox="1">
            <a:spLocks noGrp="1"/>
          </p:cNvSpPr>
          <p:nvPr>
            <p:ph type="body" idx="3"/>
          </p:nvPr>
        </p:nvSpPr>
        <p:spPr>
          <a:xfrm>
            <a:off x="6246876" y="2971801"/>
            <a:ext cx="5486456" cy="2971800"/>
          </a:xfrm>
          <a:prstGeom prst="rect">
            <a:avLst/>
          </a:prstGeom>
          <a:noFill/>
          <a:ln>
            <a:noFill/>
          </a:ln>
        </p:spPr>
        <p:txBody>
          <a:bodyPr spcFirstLastPara="1" wrap="square" lIns="0" tIns="0" rIns="0" bIns="0" anchor="t" anchorCtr="0">
            <a:noAutofit/>
          </a:bodyPr>
          <a:lstStyle>
            <a:lvl1pPr marL="457207" lvl="0" indent="-228604" algn="l">
              <a:spcBef>
                <a:spcPts val="1800"/>
              </a:spcBef>
              <a:spcAft>
                <a:spcPts val="0"/>
              </a:spcAft>
              <a:buClr>
                <a:schemeClr val="dk1"/>
              </a:buClr>
              <a:buSzPts val="1800"/>
              <a:buNone/>
              <a:defRPr/>
            </a:lvl1pPr>
            <a:lvl2pPr marL="914415" lvl="1" indent="-342906" algn="l">
              <a:spcBef>
                <a:spcPts val="600"/>
              </a:spcBef>
              <a:spcAft>
                <a:spcPts val="0"/>
              </a:spcAft>
              <a:buClr>
                <a:schemeClr val="dk1"/>
              </a:buClr>
              <a:buSzPts val="1800"/>
              <a:buChar char="•"/>
              <a:defRPr/>
            </a:lvl2pPr>
            <a:lvl3pPr marL="1371622" lvl="2" indent="-342906" algn="l">
              <a:spcBef>
                <a:spcPts val="600"/>
              </a:spcBef>
              <a:spcAft>
                <a:spcPts val="0"/>
              </a:spcAft>
              <a:buClr>
                <a:schemeClr val="dk1"/>
              </a:buClr>
              <a:buSzPts val="1800"/>
              <a:buChar char="−"/>
              <a:defRPr/>
            </a:lvl3pPr>
            <a:lvl4pPr marL="1828831" lvl="3" indent="-342906" algn="l">
              <a:spcBef>
                <a:spcPts val="300"/>
              </a:spcBef>
              <a:spcAft>
                <a:spcPts val="0"/>
              </a:spcAft>
              <a:buClr>
                <a:schemeClr val="dk1"/>
              </a:buClr>
              <a:buSzPts val="1800"/>
              <a:buChar char="•"/>
              <a:defRPr/>
            </a:lvl4pPr>
            <a:lvl5pPr marL="2286038" lvl="4" indent="-342906" algn="l">
              <a:spcBef>
                <a:spcPts val="300"/>
              </a:spcBef>
              <a:spcAft>
                <a:spcPts val="0"/>
              </a:spcAft>
              <a:buClr>
                <a:schemeClr val="dk1"/>
              </a:buClr>
              <a:buSzPts val="1800"/>
              <a:buChar char="−"/>
              <a:defRPr/>
            </a:lvl5pPr>
            <a:lvl6pPr marL="2743246" lvl="5" indent="-342906" algn="l">
              <a:spcBef>
                <a:spcPts val="360"/>
              </a:spcBef>
              <a:spcAft>
                <a:spcPts val="0"/>
              </a:spcAft>
              <a:buClr>
                <a:schemeClr val="dk1"/>
              </a:buClr>
              <a:buSzPts val="1800"/>
              <a:buChar char="•"/>
              <a:defRPr/>
            </a:lvl6pPr>
            <a:lvl7pPr marL="3200453" lvl="6" indent="-342906" algn="l">
              <a:spcBef>
                <a:spcPts val="360"/>
              </a:spcBef>
              <a:spcAft>
                <a:spcPts val="0"/>
              </a:spcAft>
              <a:buClr>
                <a:schemeClr val="dk1"/>
              </a:buClr>
              <a:buSzPts val="1800"/>
              <a:buChar char="•"/>
              <a:defRPr/>
            </a:lvl7pPr>
            <a:lvl8pPr marL="3657661" lvl="7" indent="-342906" algn="l">
              <a:spcBef>
                <a:spcPts val="360"/>
              </a:spcBef>
              <a:spcAft>
                <a:spcPts val="0"/>
              </a:spcAft>
              <a:buClr>
                <a:schemeClr val="dk1"/>
              </a:buClr>
              <a:buSzPts val="1800"/>
              <a:buChar char="•"/>
              <a:defRPr/>
            </a:lvl8pPr>
            <a:lvl9pPr marL="4114868" lvl="8" indent="-342906" algn="l">
              <a:spcBef>
                <a:spcPts val="360"/>
              </a:spcBef>
              <a:spcAft>
                <a:spcPts val="0"/>
              </a:spcAft>
              <a:buClr>
                <a:schemeClr val="dk1"/>
              </a:buClr>
              <a:buSzPts val="1800"/>
              <a:buChar char="•"/>
              <a:defRPr/>
            </a:lvl9pPr>
          </a:lstStyle>
          <a:p>
            <a:endParaRPr/>
          </a:p>
        </p:txBody>
      </p:sp>
      <p:pic>
        <p:nvPicPr>
          <p:cNvPr id="116" name="Google Shape;116;p25" descr="A picture containing drawing&#10;&#10;Description automatically generated"/>
          <p:cNvPicPr preferRelativeResize="0"/>
          <p:nvPr/>
        </p:nvPicPr>
        <p:blipFill rotWithShape="1">
          <a:blip r:embed="rId2">
            <a:alphaModFix/>
          </a:blip>
          <a:srcRect b="31356"/>
          <a:stretch/>
        </p:blipFill>
        <p:spPr>
          <a:xfrm>
            <a:off x="455619" y="6277208"/>
            <a:ext cx="685807" cy="352192"/>
          </a:xfrm>
          <a:prstGeom prst="rect">
            <a:avLst/>
          </a:prstGeom>
          <a:noFill/>
          <a:ln>
            <a:noFill/>
          </a:ln>
        </p:spPr>
      </p:pic>
    </p:spTree>
  </p:cSld>
  <p:clrMapOvr>
    <a:masterClrMapping/>
  </p:clrMapOvr>
  <mc:AlternateContent xmlns:mc="http://schemas.openxmlformats.org/markup-compatibility/2006" xmlns:p14="http://schemas.microsoft.com/office/powerpoint/2010/main">
    <mc:Choice Requires="p14">
      <p:transition p14:dur="250">
        <p:fade/>
      </p:transition>
    </mc:Choice>
    <mc:Fallback xmlns:ahyp="http://schemas.microsoft.com/office/drawing/2018/hyperlinkcolor" xmlns:p15="http://schemas.microsoft.com/office/powerpoint/2012/main" xmlns:com="http://schemas.openxmlformats.org/drawingml/2006/compatibility" xmlns:pvml="urn:schemas-microsoft-com:office:powerpoint" xmlns:v="urn:schemas-microsoft-com:vml" xmlns:o="urn:schemas-microsoft-com:office:office" xmlns:dgm="http://schemas.openxmlformats.org/drawingml/2006/diagram" xmlns:c="http://schemas.openxmlformats.org/drawingml/2006/chart" xmlns:mv="urn:schemas-microsoft-com:mac:vml" xmlns="">
      <p:transition>
        <p:fade/>
      </p:transition>
    </mc:Fallback>
  </mc:AlternateContent>
</p:sldLayout>
</file>

<file path=ppt/slideLayouts/slideLayout24.xml><?xml version="1.0" encoding="utf-8"?>
<p:sldLayout xmlns:a="http://schemas.openxmlformats.org/drawingml/2006/main" xmlns:r="http://schemas.openxmlformats.org/officeDocument/2006/relationships" xmlns:p="http://schemas.openxmlformats.org/presentationml/2006/main" matchingName="WHITE 1Col Title | Text | Small Image">
  <p:cSld name="WHITE 1Col Title | Text | Small Image">
    <p:spTree>
      <p:nvGrpSpPr>
        <p:cNvPr id="1" name="Shape 117"/>
        <p:cNvGrpSpPr/>
        <p:nvPr/>
      </p:nvGrpSpPr>
      <p:grpSpPr>
        <a:xfrm>
          <a:off x="0" y="0"/>
          <a:ext cx="0" cy="0"/>
          <a:chOff x="0" y="0"/>
          <a:chExt cx="0" cy="0"/>
        </a:xfrm>
      </p:grpSpPr>
      <p:sp>
        <p:nvSpPr>
          <p:cNvPr id="118" name="Google Shape;118;p26"/>
          <p:cNvSpPr txBox="1">
            <a:spLocks noGrp="1"/>
          </p:cNvSpPr>
          <p:nvPr>
            <p:ph type="title"/>
          </p:nvPr>
        </p:nvSpPr>
        <p:spPr>
          <a:xfrm>
            <a:off x="455618" y="460685"/>
            <a:ext cx="8915492" cy="524543"/>
          </a:xfrm>
          <a:prstGeom prst="rect">
            <a:avLst/>
          </a:prstGeom>
          <a:noFill/>
          <a:ln>
            <a:noFill/>
          </a:ln>
        </p:spPr>
        <p:txBody>
          <a:bodyPr spcFirstLastPara="1" wrap="square" lIns="0" tIns="0" rIns="0" bIns="0" anchor="t" anchorCtr="0">
            <a:noAutofit/>
          </a:bodyPr>
          <a:lstStyle>
            <a:lvl1pPr lvl="0" algn="l">
              <a:lnSpc>
                <a:spcPct val="80000"/>
              </a:lnSpc>
              <a:spcBef>
                <a:spcPts val="0"/>
              </a:spcBef>
              <a:spcAft>
                <a:spcPts val="0"/>
              </a:spcAft>
              <a:buClr>
                <a:schemeClr val="dk1"/>
              </a:buClr>
              <a:buSzPts val="3200"/>
              <a:buFont typeface="Roboto Medium"/>
              <a:buNone/>
              <a:defRPr b="0"/>
            </a:lvl1pPr>
            <a:lvl2pPr lvl="1">
              <a:spcBef>
                <a:spcPts val="0"/>
              </a:spcBef>
              <a:spcAft>
                <a:spcPts val="0"/>
              </a:spcAft>
              <a:buSzPts val="1400"/>
              <a:buNone/>
              <a:defRPr/>
            </a:lvl2pPr>
            <a:lvl3pPr lvl="2">
              <a:spcBef>
                <a:spcPts val="0"/>
              </a:spcBef>
              <a:spcAft>
                <a:spcPts val="0"/>
              </a:spcAft>
              <a:buSzPts val="1400"/>
              <a:buNone/>
              <a:defRPr/>
            </a:lvl3pPr>
            <a:lvl4pPr lvl="3">
              <a:spcBef>
                <a:spcPts val="0"/>
              </a:spcBef>
              <a:spcAft>
                <a:spcPts val="0"/>
              </a:spcAft>
              <a:buSzPts val="1400"/>
              <a:buNone/>
              <a:defRPr/>
            </a:lvl4pPr>
            <a:lvl5pPr lvl="4">
              <a:spcBef>
                <a:spcPts val="0"/>
              </a:spcBef>
              <a:spcAft>
                <a:spcPts val="0"/>
              </a:spcAft>
              <a:buSzPts val="1400"/>
              <a:buNone/>
              <a:defRPr/>
            </a:lvl5pPr>
            <a:lvl6pPr lvl="5">
              <a:spcBef>
                <a:spcPts val="0"/>
              </a:spcBef>
              <a:spcAft>
                <a:spcPts val="0"/>
              </a:spcAft>
              <a:buSzPts val="1400"/>
              <a:buNone/>
              <a:defRPr/>
            </a:lvl6pPr>
            <a:lvl7pPr lvl="6">
              <a:spcBef>
                <a:spcPts val="0"/>
              </a:spcBef>
              <a:spcAft>
                <a:spcPts val="0"/>
              </a:spcAft>
              <a:buSzPts val="1400"/>
              <a:buNone/>
              <a:defRPr/>
            </a:lvl7pPr>
            <a:lvl8pPr lvl="7">
              <a:spcBef>
                <a:spcPts val="0"/>
              </a:spcBef>
              <a:spcAft>
                <a:spcPts val="0"/>
              </a:spcAft>
              <a:buSzPts val="1400"/>
              <a:buNone/>
              <a:defRPr/>
            </a:lvl8pPr>
            <a:lvl9pPr lvl="8">
              <a:spcBef>
                <a:spcPts val="0"/>
              </a:spcBef>
              <a:spcAft>
                <a:spcPts val="0"/>
              </a:spcAft>
              <a:buSzPts val="1400"/>
              <a:buNone/>
              <a:defRPr/>
            </a:lvl9pPr>
          </a:lstStyle>
          <a:p>
            <a:endParaRPr/>
          </a:p>
        </p:txBody>
      </p:sp>
      <p:sp>
        <p:nvSpPr>
          <p:cNvPr id="119" name="Google Shape;119;p26"/>
          <p:cNvSpPr txBox="1">
            <a:spLocks noGrp="1"/>
          </p:cNvSpPr>
          <p:nvPr>
            <p:ph type="body" idx="1"/>
          </p:nvPr>
        </p:nvSpPr>
        <p:spPr>
          <a:xfrm>
            <a:off x="455616" y="2971800"/>
            <a:ext cx="5638859" cy="2971800"/>
          </a:xfrm>
          <a:prstGeom prst="rect">
            <a:avLst/>
          </a:prstGeom>
          <a:noFill/>
          <a:ln>
            <a:noFill/>
          </a:ln>
        </p:spPr>
        <p:txBody>
          <a:bodyPr spcFirstLastPara="1" wrap="square" lIns="0" tIns="0" rIns="0" bIns="0" anchor="t" anchorCtr="0">
            <a:noAutofit/>
          </a:bodyPr>
          <a:lstStyle>
            <a:lvl1pPr marL="457207" lvl="0" indent="-228604" algn="l">
              <a:lnSpc>
                <a:spcPct val="100000"/>
              </a:lnSpc>
              <a:spcBef>
                <a:spcPts val="1800"/>
              </a:spcBef>
              <a:spcAft>
                <a:spcPts val="0"/>
              </a:spcAft>
              <a:buClr>
                <a:schemeClr val="dk1"/>
              </a:buClr>
              <a:buSzPts val="2000"/>
              <a:buFont typeface="Roboto"/>
              <a:buNone/>
              <a:defRPr b="0" i="0">
                <a:latin typeface="Roboto"/>
                <a:ea typeface="Roboto"/>
                <a:cs typeface="Roboto"/>
                <a:sym typeface="Roboto"/>
              </a:defRPr>
            </a:lvl1pPr>
            <a:lvl2pPr marL="914415" lvl="1" indent="-342906" algn="l">
              <a:spcBef>
                <a:spcPts val="600"/>
              </a:spcBef>
              <a:spcAft>
                <a:spcPts val="0"/>
              </a:spcAft>
              <a:buClr>
                <a:schemeClr val="dk1"/>
              </a:buClr>
              <a:buSzPts val="1800"/>
              <a:buChar char="•"/>
              <a:defRPr b="0" i="0">
                <a:latin typeface="Roboto"/>
                <a:ea typeface="Roboto"/>
                <a:cs typeface="Roboto"/>
                <a:sym typeface="Roboto"/>
              </a:defRPr>
            </a:lvl2pPr>
            <a:lvl3pPr marL="1371622" lvl="2" indent="-330205" algn="l">
              <a:spcBef>
                <a:spcPts val="600"/>
              </a:spcBef>
              <a:spcAft>
                <a:spcPts val="0"/>
              </a:spcAft>
              <a:buClr>
                <a:schemeClr val="dk1"/>
              </a:buClr>
              <a:buSzPts val="1600"/>
              <a:buChar char="−"/>
              <a:defRPr b="0" i="0">
                <a:latin typeface="Roboto"/>
                <a:ea typeface="Roboto"/>
                <a:cs typeface="Roboto"/>
                <a:sym typeface="Roboto"/>
              </a:defRPr>
            </a:lvl3pPr>
            <a:lvl4pPr marL="1828831" lvl="3" indent="-317506" algn="l">
              <a:lnSpc>
                <a:spcPct val="100000"/>
              </a:lnSpc>
              <a:spcBef>
                <a:spcPts val="300"/>
              </a:spcBef>
              <a:spcAft>
                <a:spcPts val="0"/>
              </a:spcAft>
              <a:buClr>
                <a:schemeClr val="dk1"/>
              </a:buClr>
              <a:buSzPts val="1400"/>
              <a:buChar char="•"/>
              <a:defRPr b="0" i="0">
                <a:latin typeface="Roboto"/>
                <a:ea typeface="Roboto"/>
                <a:cs typeface="Roboto"/>
                <a:sym typeface="Roboto"/>
              </a:defRPr>
            </a:lvl4pPr>
            <a:lvl5pPr marL="2286038" lvl="4" indent="-304805" algn="l">
              <a:spcBef>
                <a:spcPts val="300"/>
              </a:spcBef>
              <a:spcAft>
                <a:spcPts val="0"/>
              </a:spcAft>
              <a:buClr>
                <a:schemeClr val="dk1"/>
              </a:buClr>
              <a:buSzPts val="1200"/>
              <a:buChar char="−"/>
              <a:defRPr b="0" i="0">
                <a:latin typeface="Roboto"/>
                <a:ea typeface="Roboto"/>
                <a:cs typeface="Roboto"/>
                <a:sym typeface="Roboto"/>
              </a:defRPr>
            </a:lvl5pPr>
            <a:lvl6pPr marL="2743246" lvl="5" indent="-342906" algn="l">
              <a:spcBef>
                <a:spcPts val="360"/>
              </a:spcBef>
              <a:spcAft>
                <a:spcPts val="0"/>
              </a:spcAft>
              <a:buClr>
                <a:schemeClr val="dk1"/>
              </a:buClr>
              <a:buSzPts val="1800"/>
              <a:buChar char="•"/>
              <a:defRPr/>
            </a:lvl6pPr>
            <a:lvl7pPr marL="3200453" lvl="6" indent="-342906" algn="l">
              <a:spcBef>
                <a:spcPts val="360"/>
              </a:spcBef>
              <a:spcAft>
                <a:spcPts val="0"/>
              </a:spcAft>
              <a:buClr>
                <a:schemeClr val="dk1"/>
              </a:buClr>
              <a:buSzPts val="1800"/>
              <a:buChar char="•"/>
              <a:defRPr/>
            </a:lvl7pPr>
            <a:lvl8pPr marL="3657661" lvl="7" indent="-342906" algn="l">
              <a:spcBef>
                <a:spcPts val="360"/>
              </a:spcBef>
              <a:spcAft>
                <a:spcPts val="0"/>
              </a:spcAft>
              <a:buClr>
                <a:schemeClr val="dk1"/>
              </a:buClr>
              <a:buSzPts val="1800"/>
              <a:buChar char="•"/>
              <a:defRPr/>
            </a:lvl8pPr>
            <a:lvl9pPr marL="4114868" lvl="8" indent="-342906" algn="l">
              <a:spcBef>
                <a:spcPts val="360"/>
              </a:spcBef>
              <a:spcAft>
                <a:spcPts val="0"/>
              </a:spcAft>
              <a:buClr>
                <a:schemeClr val="dk1"/>
              </a:buClr>
              <a:buSzPts val="1800"/>
              <a:buChar char="•"/>
              <a:defRPr/>
            </a:lvl9pPr>
          </a:lstStyle>
          <a:p>
            <a:endParaRPr/>
          </a:p>
        </p:txBody>
      </p:sp>
      <p:sp>
        <p:nvSpPr>
          <p:cNvPr id="120" name="Google Shape;120;p26"/>
          <p:cNvSpPr>
            <a:spLocks noGrp="1"/>
          </p:cNvSpPr>
          <p:nvPr>
            <p:ph type="pic" idx="2"/>
          </p:nvPr>
        </p:nvSpPr>
        <p:spPr>
          <a:xfrm>
            <a:off x="7389890" y="1371600"/>
            <a:ext cx="4343445" cy="4572000"/>
          </a:xfrm>
          <a:prstGeom prst="rect">
            <a:avLst/>
          </a:prstGeom>
          <a:solidFill>
            <a:srgbClr val="F2F2F2"/>
          </a:solidFill>
          <a:ln>
            <a:noFill/>
          </a:ln>
        </p:spPr>
        <p:txBody>
          <a:bodyPr spcFirstLastPara="1" wrap="square" lIns="0" tIns="0" rIns="0" bIns="0" anchor="ctr" anchorCtr="0">
            <a:noAutofit/>
          </a:bodyPr>
          <a:lstStyle>
            <a:lvl1pPr marR="0" lvl="0" algn="ctr" rtl="0">
              <a:spcBef>
                <a:spcPts val="1800"/>
              </a:spcBef>
              <a:spcAft>
                <a:spcPts val="0"/>
              </a:spcAft>
              <a:buClr>
                <a:srgbClr val="D8D8D8"/>
              </a:buClr>
              <a:buSzPts val="2000"/>
              <a:buFont typeface="Roboto"/>
              <a:buNone/>
              <a:defRPr sz="2000" b="0" i="0" u="none" strike="noStrike" cap="none">
                <a:solidFill>
                  <a:srgbClr val="D8D8D8"/>
                </a:solidFill>
                <a:latin typeface="Roboto"/>
                <a:ea typeface="Roboto"/>
                <a:cs typeface="Roboto"/>
                <a:sym typeface="Roboto"/>
              </a:defRPr>
            </a:lvl1pPr>
            <a:lvl2pPr marR="0" lvl="1" algn="l" rtl="0">
              <a:spcBef>
                <a:spcPts val="600"/>
              </a:spcBef>
              <a:spcAft>
                <a:spcPts val="0"/>
              </a:spcAft>
              <a:buClr>
                <a:schemeClr val="dk1"/>
              </a:buClr>
              <a:buSzPts val="1800"/>
              <a:buFont typeface="Arial"/>
              <a:buChar char="•"/>
              <a:defRPr sz="1800" b="0" i="0" u="none" strike="noStrike" cap="none">
                <a:solidFill>
                  <a:schemeClr val="dk1"/>
                </a:solidFill>
                <a:latin typeface="Roboto"/>
                <a:ea typeface="Roboto"/>
                <a:cs typeface="Roboto"/>
                <a:sym typeface="Roboto"/>
              </a:defRPr>
            </a:lvl2pPr>
            <a:lvl3pPr marR="0" lvl="2" algn="l" rtl="0">
              <a:spcBef>
                <a:spcPts val="600"/>
              </a:spcBef>
              <a:spcAft>
                <a:spcPts val="0"/>
              </a:spcAft>
              <a:buClr>
                <a:schemeClr val="dk1"/>
              </a:buClr>
              <a:buSzPts val="1600"/>
              <a:buFont typeface="Merriweather Sans"/>
              <a:buChar char="−"/>
              <a:defRPr sz="1600" b="0" i="0" u="none" strike="noStrike" cap="none">
                <a:solidFill>
                  <a:schemeClr val="dk1"/>
                </a:solidFill>
                <a:latin typeface="Roboto"/>
                <a:ea typeface="Roboto"/>
                <a:cs typeface="Roboto"/>
                <a:sym typeface="Roboto"/>
              </a:defRPr>
            </a:lvl3pPr>
            <a:lvl4pPr marR="0" lvl="3" algn="l" rtl="0">
              <a:spcBef>
                <a:spcPts val="300"/>
              </a:spcBef>
              <a:spcAft>
                <a:spcPts val="0"/>
              </a:spcAft>
              <a:buClr>
                <a:schemeClr val="dk1"/>
              </a:buClr>
              <a:buSzPts val="1400"/>
              <a:buFont typeface="Arial"/>
              <a:buChar char="•"/>
              <a:defRPr sz="1400" b="0" i="0" u="none" strike="noStrike" cap="none">
                <a:solidFill>
                  <a:schemeClr val="dk1"/>
                </a:solidFill>
                <a:latin typeface="Roboto"/>
                <a:ea typeface="Roboto"/>
                <a:cs typeface="Roboto"/>
                <a:sym typeface="Roboto"/>
              </a:defRPr>
            </a:lvl4pPr>
            <a:lvl5pPr marR="0" lvl="4" algn="l" rtl="0">
              <a:spcBef>
                <a:spcPts val="300"/>
              </a:spcBef>
              <a:spcAft>
                <a:spcPts val="0"/>
              </a:spcAft>
              <a:buClr>
                <a:schemeClr val="dk1"/>
              </a:buClr>
              <a:buSzPts val="1200"/>
              <a:buFont typeface="Merriweather Sans"/>
              <a:buChar char="−"/>
              <a:defRPr sz="1200" b="0" i="0" u="none" strike="noStrike" cap="none">
                <a:solidFill>
                  <a:schemeClr val="dk1"/>
                </a:solidFill>
                <a:latin typeface="Roboto"/>
                <a:ea typeface="Roboto"/>
                <a:cs typeface="Roboto"/>
                <a:sym typeface="Roboto"/>
              </a:defRPr>
            </a:lvl5pPr>
            <a:lvl6pPr marR="0" lvl="5" algn="l" rtl="0">
              <a:spcBef>
                <a:spcPts val="533"/>
              </a:spcBef>
              <a:spcAft>
                <a:spcPts val="0"/>
              </a:spcAft>
              <a:buClr>
                <a:schemeClr val="dk1"/>
              </a:buClr>
              <a:buSzPts val="2666"/>
              <a:buFont typeface="Arial"/>
              <a:buChar char="•"/>
              <a:defRPr sz="2666" b="0" i="0" u="none" strike="noStrike" cap="none">
                <a:solidFill>
                  <a:schemeClr val="dk1"/>
                </a:solidFill>
                <a:latin typeface="Poppins Medium"/>
                <a:ea typeface="Poppins Medium"/>
                <a:cs typeface="Poppins Medium"/>
                <a:sym typeface="Poppins Medium"/>
              </a:defRPr>
            </a:lvl6pPr>
            <a:lvl7pPr marR="0" lvl="6" algn="l" rtl="0">
              <a:spcBef>
                <a:spcPts val="533"/>
              </a:spcBef>
              <a:spcAft>
                <a:spcPts val="0"/>
              </a:spcAft>
              <a:buClr>
                <a:schemeClr val="dk1"/>
              </a:buClr>
              <a:buSzPts val="2666"/>
              <a:buFont typeface="Arial"/>
              <a:buChar char="•"/>
              <a:defRPr sz="2666" b="0" i="0" u="none" strike="noStrike" cap="none">
                <a:solidFill>
                  <a:schemeClr val="dk1"/>
                </a:solidFill>
                <a:latin typeface="Poppins Medium"/>
                <a:ea typeface="Poppins Medium"/>
                <a:cs typeface="Poppins Medium"/>
                <a:sym typeface="Poppins Medium"/>
              </a:defRPr>
            </a:lvl7pPr>
            <a:lvl8pPr marR="0" lvl="7" algn="l" rtl="0">
              <a:spcBef>
                <a:spcPts val="533"/>
              </a:spcBef>
              <a:spcAft>
                <a:spcPts val="0"/>
              </a:spcAft>
              <a:buClr>
                <a:schemeClr val="dk1"/>
              </a:buClr>
              <a:buSzPts val="2666"/>
              <a:buFont typeface="Arial"/>
              <a:buChar char="•"/>
              <a:defRPr sz="2666" b="0" i="0" u="none" strike="noStrike" cap="none">
                <a:solidFill>
                  <a:schemeClr val="dk1"/>
                </a:solidFill>
                <a:latin typeface="Poppins Medium"/>
                <a:ea typeface="Poppins Medium"/>
                <a:cs typeface="Poppins Medium"/>
                <a:sym typeface="Poppins Medium"/>
              </a:defRPr>
            </a:lvl8pPr>
            <a:lvl9pPr marR="0" lvl="8" algn="l" rtl="0">
              <a:spcBef>
                <a:spcPts val="533"/>
              </a:spcBef>
              <a:spcAft>
                <a:spcPts val="0"/>
              </a:spcAft>
              <a:buClr>
                <a:schemeClr val="dk1"/>
              </a:buClr>
              <a:buSzPts val="2666"/>
              <a:buFont typeface="Arial"/>
              <a:buChar char="•"/>
              <a:defRPr sz="2666" b="0" i="0" u="none" strike="noStrike" cap="none">
                <a:solidFill>
                  <a:schemeClr val="dk1"/>
                </a:solidFill>
                <a:latin typeface="Poppins Medium"/>
                <a:ea typeface="Poppins Medium"/>
                <a:cs typeface="Poppins Medium"/>
                <a:sym typeface="Poppins Medium"/>
              </a:defRPr>
            </a:lvl9pPr>
          </a:lstStyle>
          <a:p>
            <a:endParaRPr/>
          </a:p>
        </p:txBody>
      </p:sp>
      <p:sp>
        <p:nvSpPr>
          <p:cNvPr id="121" name="Google Shape;121;p26"/>
          <p:cNvSpPr txBox="1">
            <a:spLocks noGrp="1"/>
          </p:cNvSpPr>
          <p:nvPr>
            <p:ph type="body" idx="3"/>
          </p:nvPr>
        </p:nvSpPr>
        <p:spPr>
          <a:xfrm>
            <a:off x="7508953" y="6432334"/>
            <a:ext cx="4224381" cy="228601"/>
          </a:xfrm>
          <a:prstGeom prst="rect">
            <a:avLst/>
          </a:prstGeom>
          <a:noFill/>
          <a:ln>
            <a:noFill/>
          </a:ln>
        </p:spPr>
        <p:txBody>
          <a:bodyPr spcFirstLastPara="1" wrap="square" lIns="0" tIns="0" rIns="0" bIns="0" anchor="b" anchorCtr="0">
            <a:noAutofit/>
          </a:bodyPr>
          <a:lstStyle>
            <a:lvl1pPr marL="457207" lvl="0" indent="-228604" algn="r">
              <a:spcBef>
                <a:spcPts val="1800"/>
              </a:spcBef>
              <a:spcAft>
                <a:spcPts val="0"/>
              </a:spcAft>
              <a:buClr>
                <a:schemeClr val="dk1"/>
              </a:buClr>
              <a:buSzPts val="1000"/>
              <a:buFont typeface="Roboto Medium"/>
              <a:buNone/>
              <a:defRPr sz="1000" b="0" i="0">
                <a:solidFill>
                  <a:schemeClr val="dk1"/>
                </a:solidFill>
                <a:latin typeface="Roboto Medium"/>
                <a:ea typeface="Roboto Medium"/>
                <a:cs typeface="Roboto Medium"/>
                <a:sym typeface="Roboto Medium"/>
              </a:defRPr>
            </a:lvl1pPr>
            <a:lvl2pPr marL="914415" lvl="1" indent="-228604" algn="l">
              <a:spcBef>
                <a:spcPts val="600"/>
              </a:spcBef>
              <a:spcAft>
                <a:spcPts val="0"/>
              </a:spcAft>
              <a:buClr>
                <a:schemeClr val="dk1"/>
              </a:buClr>
              <a:buSzPts val="1800"/>
              <a:buNone/>
              <a:defRPr/>
            </a:lvl2pPr>
            <a:lvl3pPr marL="1371622" lvl="2" indent="-342906" algn="l">
              <a:spcBef>
                <a:spcPts val="600"/>
              </a:spcBef>
              <a:spcAft>
                <a:spcPts val="0"/>
              </a:spcAft>
              <a:buClr>
                <a:schemeClr val="dk1"/>
              </a:buClr>
              <a:buSzPts val="1800"/>
              <a:buChar char="−"/>
              <a:defRPr/>
            </a:lvl3pPr>
            <a:lvl4pPr marL="1828831" lvl="3" indent="-342906" algn="l">
              <a:spcBef>
                <a:spcPts val="300"/>
              </a:spcBef>
              <a:spcAft>
                <a:spcPts val="0"/>
              </a:spcAft>
              <a:buClr>
                <a:schemeClr val="dk1"/>
              </a:buClr>
              <a:buSzPts val="1800"/>
              <a:buChar char="•"/>
              <a:defRPr/>
            </a:lvl4pPr>
            <a:lvl5pPr marL="2286038" lvl="4" indent="-342906" algn="l">
              <a:spcBef>
                <a:spcPts val="300"/>
              </a:spcBef>
              <a:spcAft>
                <a:spcPts val="0"/>
              </a:spcAft>
              <a:buClr>
                <a:schemeClr val="dk1"/>
              </a:buClr>
              <a:buSzPts val="1800"/>
              <a:buChar char="−"/>
              <a:defRPr/>
            </a:lvl5pPr>
            <a:lvl6pPr marL="2743246" lvl="5" indent="-342906" algn="l">
              <a:spcBef>
                <a:spcPts val="360"/>
              </a:spcBef>
              <a:spcAft>
                <a:spcPts val="0"/>
              </a:spcAft>
              <a:buClr>
                <a:schemeClr val="dk1"/>
              </a:buClr>
              <a:buSzPts val="1800"/>
              <a:buChar char="•"/>
              <a:defRPr/>
            </a:lvl6pPr>
            <a:lvl7pPr marL="3200453" lvl="6" indent="-342906" algn="l">
              <a:spcBef>
                <a:spcPts val="360"/>
              </a:spcBef>
              <a:spcAft>
                <a:spcPts val="0"/>
              </a:spcAft>
              <a:buClr>
                <a:schemeClr val="dk1"/>
              </a:buClr>
              <a:buSzPts val="1800"/>
              <a:buChar char="•"/>
              <a:defRPr/>
            </a:lvl7pPr>
            <a:lvl8pPr marL="3657661" lvl="7" indent="-342906" algn="l">
              <a:spcBef>
                <a:spcPts val="360"/>
              </a:spcBef>
              <a:spcAft>
                <a:spcPts val="0"/>
              </a:spcAft>
              <a:buClr>
                <a:schemeClr val="dk1"/>
              </a:buClr>
              <a:buSzPts val="1800"/>
              <a:buChar char="•"/>
              <a:defRPr/>
            </a:lvl8pPr>
            <a:lvl9pPr marL="4114868" lvl="8" indent="-342906" algn="l">
              <a:spcBef>
                <a:spcPts val="360"/>
              </a:spcBef>
              <a:spcAft>
                <a:spcPts val="0"/>
              </a:spcAft>
              <a:buClr>
                <a:schemeClr val="dk1"/>
              </a:buClr>
              <a:buSzPts val="1800"/>
              <a:buChar char="•"/>
              <a:defRPr/>
            </a:lvl9pPr>
          </a:lstStyle>
          <a:p>
            <a:endParaRPr/>
          </a:p>
        </p:txBody>
      </p:sp>
      <p:pic>
        <p:nvPicPr>
          <p:cNvPr id="122" name="Google Shape;122;p26" descr="A picture containing drawing&#10;&#10;Description automatically generated"/>
          <p:cNvPicPr preferRelativeResize="0"/>
          <p:nvPr/>
        </p:nvPicPr>
        <p:blipFill rotWithShape="1">
          <a:blip r:embed="rId2">
            <a:alphaModFix/>
          </a:blip>
          <a:srcRect b="31356"/>
          <a:stretch/>
        </p:blipFill>
        <p:spPr>
          <a:xfrm>
            <a:off x="455619" y="6277208"/>
            <a:ext cx="685807" cy="352192"/>
          </a:xfrm>
          <a:prstGeom prst="rect">
            <a:avLst/>
          </a:prstGeom>
          <a:noFill/>
          <a:ln>
            <a:noFill/>
          </a:ln>
        </p:spPr>
      </p:pic>
    </p:spTree>
  </p:cSld>
  <p:clrMapOvr>
    <a:masterClrMapping/>
  </p:clrMapOvr>
  <mc:AlternateContent xmlns:mc="http://schemas.openxmlformats.org/markup-compatibility/2006" xmlns:p14="http://schemas.microsoft.com/office/powerpoint/2010/main">
    <mc:Choice Requires="p14">
      <p:transition p14:dur="250">
        <p:fade/>
      </p:transition>
    </mc:Choice>
    <mc:Fallback xmlns:ahyp="http://schemas.microsoft.com/office/drawing/2018/hyperlinkcolor" xmlns:p15="http://schemas.microsoft.com/office/powerpoint/2012/main" xmlns:com="http://schemas.openxmlformats.org/drawingml/2006/compatibility" xmlns:pvml="urn:schemas-microsoft-com:office:powerpoint" xmlns:v="urn:schemas-microsoft-com:vml" xmlns:o="urn:schemas-microsoft-com:office:office" xmlns:dgm="http://schemas.openxmlformats.org/drawingml/2006/diagram" xmlns:c="http://schemas.openxmlformats.org/drawingml/2006/chart" xmlns:mv="urn:schemas-microsoft-com:mac:vml" xmlns="">
      <p:transition>
        <p:fade/>
      </p:transition>
    </mc:Fallback>
  </mc:AlternateContent>
</p:sldLayout>
</file>

<file path=ppt/slideLayouts/slideLayout25.xml><?xml version="1.0" encoding="utf-8"?>
<p:sldLayout xmlns:a="http://schemas.openxmlformats.org/drawingml/2006/main" xmlns:r="http://schemas.openxmlformats.org/officeDocument/2006/relationships" xmlns:p="http://schemas.openxmlformats.org/presentationml/2006/main" matchingName="WHITE 1Col Title | Text | HP Image">
  <p:cSld name="WHITE 1Col Title | Text | HP Image">
    <p:spTree>
      <p:nvGrpSpPr>
        <p:cNvPr id="1" name="Shape 123"/>
        <p:cNvGrpSpPr/>
        <p:nvPr/>
      </p:nvGrpSpPr>
      <p:grpSpPr>
        <a:xfrm>
          <a:off x="0" y="0"/>
          <a:ext cx="0" cy="0"/>
          <a:chOff x="0" y="0"/>
          <a:chExt cx="0" cy="0"/>
        </a:xfrm>
      </p:grpSpPr>
      <p:sp>
        <p:nvSpPr>
          <p:cNvPr id="124" name="Google Shape;124;p27"/>
          <p:cNvSpPr>
            <a:spLocks noGrp="1"/>
          </p:cNvSpPr>
          <p:nvPr>
            <p:ph type="pic" idx="2"/>
          </p:nvPr>
        </p:nvSpPr>
        <p:spPr>
          <a:xfrm>
            <a:off x="6094473" y="0"/>
            <a:ext cx="6094476" cy="6858000"/>
          </a:xfrm>
          <a:prstGeom prst="rect">
            <a:avLst/>
          </a:prstGeom>
          <a:solidFill>
            <a:srgbClr val="F2F2F2"/>
          </a:solidFill>
          <a:ln>
            <a:noFill/>
          </a:ln>
        </p:spPr>
        <p:txBody>
          <a:bodyPr spcFirstLastPara="1" wrap="square" lIns="0" tIns="0" rIns="0" bIns="0" anchor="ctr" anchorCtr="0">
            <a:noAutofit/>
          </a:bodyPr>
          <a:lstStyle>
            <a:lvl1pPr marR="0" lvl="0" algn="ctr" rtl="0">
              <a:spcBef>
                <a:spcPts val="1800"/>
              </a:spcBef>
              <a:spcAft>
                <a:spcPts val="0"/>
              </a:spcAft>
              <a:buClr>
                <a:srgbClr val="D8D8D8"/>
              </a:buClr>
              <a:buSzPts val="2000"/>
              <a:buFont typeface="Roboto"/>
              <a:buNone/>
              <a:defRPr sz="2000" b="0" i="0" u="none" strike="noStrike" cap="none">
                <a:solidFill>
                  <a:srgbClr val="D8D8D8"/>
                </a:solidFill>
                <a:latin typeface="Roboto"/>
                <a:ea typeface="Roboto"/>
                <a:cs typeface="Roboto"/>
                <a:sym typeface="Roboto"/>
              </a:defRPr>
            </a:lvl1pPr>
            <a:lvl2pPr marR="0" lvl="1" algn="l" rtl="0">
              <a:spcBef>
                <a:spcPts val="600"/>
              </a:spcBef>
              <a:spcAft>
                <a:spcPts val="0"/>
              </a:spcAft>
              <a:buClr>
                <a:schemeClr val="dk1"/>
              </a:buClr>
              <a:buSzPts val="1800"/>
              <a:buFont typeface="Arial"/>
              <a:buChar char="•"/>
              <a:defRPr sz="1800" b="0" i="0" u="none" strike="noStrike" cap="none">
                <a:solidFill>
                  <a:schemeClr val="dk1"/>
                </a:solidFill>
                <a:latin typeface="Roboto"/>
                <a:ea typeface="Roboto"/>
                <a:cs typeface="Roboto"/>
                <a:sym typeface="Roboto"/>
              </a:defRPr>
            </a:lvl2pPr>
            <a:lvl3pPr marR="0" lvl="2" algn="l" rtl="0">
              <a:spcBef>
                <a:spcPts val="600"/>
              </a:spcBef>
              <a:spcAft>
                <a:spcPts val="0"/>
              </a:spcAft>
              <a:buClr>
                <a:schemeClr val="dk1"/>
              </a:buClr>
              <a:buSzPts val="1600"/>
              <a:buFont typeface="Merriweather Sans"/>
              <a:buChar char="−"/>
              <a:defRPr sz="1600" b="0" i="0" u="none" strike="noStrike" cap="none">
                <a:solidFill>
                  <a:schemeClr val="dk1"/>
                </a:solidFill>
                <a:latin typeface="Roboto"/>
                <a:ea typeface="Roboto"/>
                <a:cs typeface="Roboto"/>
                <a:sym typeface="Roboto"/>
              </a:defRPr>
            </a:lvl3pPr>
            <a:lvl4pPr marR="0" lvl="3" algn="l" rtl="0">
              <a:spcBef>
                <a:spcPts val="300"/>
              </a:spcBef>
              <a:spcAft>
                <a:spcPts val="0"/>
              </a:spcAft>
              <a:buClr>
                <a:schemeClr val="dk1"/>
              </a:buClr>
              <a:buSzPts val="1400"/>
              <a:buFont typeface="Arial"/>
              <a:buChar char="•"/>
              <a:defRPr sz="1400" b="0" i="0" u="none" strike="noStrike" cap="none">
                <a:solidFill>
                  <a:schemeClr val="dk1"/>
                </a:solidFill>
                <a:latin typeface="Roboto"/>
                <a:ea typeface="Roboto"/>
                <a:cs typeface="Roboto"/>
                <a:sym typeface="Roboto"/>
              </a:defRPr>
            </a:lvl4pPr>
            <a:lvl5pPr marR="0" lvl="4" algn="l" rtl="0">
              <a:spcBef>
                <a:spcPts val="300"/>
              </a:spcBef>
              <a:spcAft>
                <a:spcPts val="0"/>
              </a:spcAft>
              <a:buClr>
                <a:schemeClr val="dk1"/>
              </a:buClr>
              <a:buSzPts val="1200"/>
              <a:buFont typeface="Merriweather Sans"/>
              <a:buChar char="−"/>
              <a:defRPr sz="1200" b="0" i="0" u="none" strike="noStrike" cap="none">
                <a:solidFill>
                  <a:schemeClr val="dk1"/>
                </a:solidFill>
                <a:latin typeface="Roboto"/>
                <a:ea typeface="Roboto"/>
                <a:cs typeface="Roboto"/>
                <a:sym typeface="Roboto"/>
              </a:defRPr>
            </a:lvl5pPr>
            <a:lvl6pPr marR="0" lvl="5" algn="l" rtl="0">
              <a:spcBef>
                <a:spcPts val="533"/>
              </a:spcBef>
              <a:spcAft>
                <a:spcPts val="0"/>
              </a:spcAft>
              <a:buClr>
                <a:schemeClr val="dk1"/>
              </a:buClr>
              <a:buSzPts val="2666"/>
              <a:buFont typeface="Arial"/>
              <a:buChar char="•"/>
              <a:defRPr sz="2666" b="0" i="0" u="none" strike="noStrike" cap="none">
                <a:solidFill>
                  <a:schemeClr val="dk1"/>
                </a:solidFill>
                <a:latin typeface="Poppins Medium"/>
                <a:ea typeface="Poppins Medium"/>
                <a:cs typeface="Poppins Medium"/>
                <a:sym typeface="Poppins Medium"/>
              </a:defRPr>
            </a:lvl6pPr>
            <a:lvl7pPr marR="0" lvl="6" algn="l" rtl="0">
              <a:spcBef>
                <a:spcPts val="533"/>
              </a:spcBef>
              <a:spcAft>
                <a:spcPts val="0"/>
              </a:spcAft>
              <a:buClr>
                <a:schemeClr val="dk1"/>
              </a:buClr>
              <a:buSzPts val="2666"/>
              <a:buFont typeface="Arial"/>
              <a:buChar char="•"/>
              <a:defRPr sz="2666" b="0" i="0" u="none" strike="noStrike" cap="none">
                <a:solidFill>
                  <a:schemeClr val="dk1"/>
                </a:solidFill>
                <a:latin typeface="Poppins Medium"/>
                <a:ea typeface="Poppins Medium"/>
                <a:cs typeface="Poppins Medium"/>
                <a:sym typeface="Poppins Medium"/>
              </a:defRPr>
            </a:lvl7pPr>
            <a:lvl8pPr marR="0" lvl="7" algn="l" rtl="0">
              <a:spcBef>
                <a:spcPts val="533"/>
              </a:spcBef>
              <a:spcAft>
                <a:spcPts val="0"/>
              </a:spcAft>
              <a:buClr>
                <a:schemeClr val="dk1"/>
              </a:buClr>
              <a:buSzPts val="2666"/>
              <a:buFont typeface="Arial"/>
              <a:buChar char="•"/>
              <a:defRPr sz="2666" b="0" i="0" u="none" strike="noStrike" cap="none">
                <a:solidFill>
                  <a:schemeClr val="dk1"/>
                </a:solidFill>
                <a:latin typeface="Poppins Medium"/>
                <a:ea typeface="Poppins Medium"/>
                <a:cs typeface="Poppins Medium"/>
                <a:sym typeface="Poppins Medium"/>
              </a:defRPr>
            </a:lvl8pPr>
            <a:lvl9pPr marR="0" lvl="8" algn="l" rtl="0">
              <a:spcBef>
                <a:spcPts val="533"/>
              </a:spcBef>
              <a:spcAft>
                <a:spcPts val="0"/>
              </a:spcAft>
              <a:buClr>
                <a:schemeClr val="dk1"/>
              </a:buClr>
              <a:buSzPts val="2666"/>
              <a:buFont typeface="Arial"/>
              <a:buChar char="•"/>
              <a:defRPr sz="2666" b="0" i="0" u="none" strike="noStrike" cap="none">
                <a:solidFill>
                  <a:schemeClr val="dk1"/>
                </a:solidFill>
                <a:latin typeface="Poppins Medium"/>
                <a:ea typeface="Poppins Medium"/>
                <a:cs typeface="Poppins Medium"/>
                <a:sym typeface="Poppins Medium"/>
              </a:defRPr>
            </a:lvl9pPr>
          </a:lstStyle>
          <a:p>
            <a:endParaRPr/>
          </a:p>
        </p:txBody>
      </p:sp>
      <p:sp>
        <p:nvSpPr>
          <p:cNvPr id="125" name="Google Shape;125;p27"/>
          <p:cNvSpPr txBox="1">
            <a:spLocks noGrp="1"/>
          </p:cNvSpPr>
          <p:nvPr>
            <p:ph type="title"/>
          </p:nvPr>
        </p:nvSpPr>
        <p:spPr>
          <a:xfrm>
            <a:off x="455619" y="481652"/>
            <a:ext cx="5029251" cy="524543"/>
          </a:xfrm>
          <a:prstGeom prst="rect">
            <a:avLst/>
          </a:prstGeom>
          <a:noFill/>
          <a:ln>
            <a:noFill/>
          </a:ln>
        </p:spPr>
        <p:txBody>
          <a:bodyPr spcFirstLastPara="1" wrap="square" lIns="0" tIns="0" rIns="0" bIns="0" anchor="t" anchorCtr="0">
            <a:noAutofit/>
          </a:bodyPr>
          <a:lstStyle>
            <a:lvl1pPr lvl="0" algn="l">
              <a:lnSpc>
                <a:spcPct val="80000"/>
              </a:lnSpc>
              <a:spcBef>
                <a:spcPts val="0"/>
              </a:spcBef>
              <a:spcAft>
                <a:spcPts val="0"/>
              </a:spcAft>
              <a:buClr>
                <a:schemeClr val="dk1"/>
              </a:buClr>
              <a:buSzPts val="3200"/>
              <a:buFont typeface="Roboto Medium"/>
              <a:buNone/>
              <a:defRPr b="0"/>
            </a:lvl1pPr>
            <a:lvl2pPr lvl="1">
              <a:spcBef>
                <a:spcPts val="0"/>
              </a:spcBef>
              <a:spcAft>
                <a:spcPts val="0"/>
              </a:spcAft>
              <a:buSzPts val="1400"/>
              <a:buNone/>
              <a:defRPr/>
            </a:lvl2pPr>
            <a:lvl3pPr lvl="2">
              <a:spcBef>
                <a:spcPts val="0"/>
              </a:spcBef>
              <a:spcAft>
                <a:spcPts val="0"/>
              </a:spcAft>
              <a:buSzPts val="1400"/>
              <a:buNone/>
              <a:defRPr/>
            </a:lvl3pPr>
            <a:lvl4pPr lvl="3">
              <a:spcBef>
                <a:spcPts val="0"/>
              </a:spcBef>
              <a:spcAft>
                <a:spcPts val="0"/>
              </a:spcAft>
              <a:buSzPts val="1400"/>
              <a:buNone/>
              <a:defRPr/>
            </a:lvl4pPr>
            <a:lvl5pPr lvl="4">
              <a:spcBef>
                <a:spcPts val="0"/>
              </a:spcBef>
              <a:spcAft>
                <a:spcPts val="0"/>
              </a:spcAft>
              <a:buSzPts val="1400"/>
              <a:buNone/>
              <a:defRPr/>
            </a:lvl5pPr>
            <a:lvl6pPr lvl="5">
              <a:spcBef>
                <a:spcPts val="0"/>
              </a:spcBef>
              <a:spcAft>
                <a:spcPts val="0"/>
              </a:spcAft>
              <a:buSzPts val="1400"/>
              <a:buNone/>
              <a:defRPr/>
            </a:lvl6pPr>
            <a:lvl7pPr lvl="6">
              <a:spcBef>
                <a:spcPts val="0"/>
              </a:spcBef>
              <a:spcAft>
                <a:spcPts val="0"/>
              </a:spcAft>
              <a:buSzPts val="1400"/>
              <a:buNone/>
              <a:defRPr/>
            </a:lvl7pPr>
            <a:lvl8pPr lvl="7">
              <a:spcBef>
                <a:spcPts val="0"/>
              </a:spcBef>
              <a:spcAft>
                <a:spcPts val="0"/>
              </a:spcAft>
              <a:buSzPts val="1400"/>
              <a:buNone/>
              <a:defRPr/>
            </a:lvl8pPr>
            <a:lvl9pPr lvl="8">
              <a:spcBef>
                <a:spcPts val="0"/>
              </a:spcBef>
              <a:spcAft>
                <a:spcPts val="0"/>
              </a:spcAft>
              <a:buSzPts val="1400"/>
              <a:buNone/>
              <a:defRPr/>
            </a:lvl9pPr>
          </a:lstStyle>
          <a:p>
            <a:endParaRPr/>
          </a:p>
        </p:txBody>
      </p:sp>
      <p:sp>
        <p:nvSpPr>
          <p:cNvPr id="126" name="Google Shape;126;p27"/>
          <p:cNvSpPr txBox="1">
            <a:spLocks noGrp="1"/>
          </p:cNvSpPr>
          <p:nvPr>
            <p:ph type="body" idx="1"/>
          </p:nvPr>
        </p:nvSpPr>
        <p:spPr>
          <a:xfrm>
            <a:off x="455618" y="2971800"/>
            <a:ext cx="5029251" cy="2971800"/>
          </a:xfrm>
          <a:prstGeom prst="rect">
            <a:avLst/>
          </a:prstGeom>
          <a:noFill/>
          <a:ln>
            <a:noFill/>
          </a:ln>
        </p:spPr>
        <p:txBody>
          <a:bodyPr spcFirstLastPara="1" wrap="square" lIns="0" tIns="0" rIns="0" bIns="0" anchor="t" anchorCtr="0">
            <a:noAutofit/>
          </a:bodyPr>
          <a:lstStyle>
            <a:lvl1pPr marL="457207" lvl="0" indent="-228604" algn="l">
              <a:lnSpc>
                <a:spcPct val="100000"/>
              </a:lnSpc>
              <a:spcBef>
                <a:spcPts val="1800"/>
              </a:spcBef>
              <a:spcAft>
                <a:spcPts val="0"/>
              </a:spcAft>
              <a:buClr>
                <a:schemeClr val="dk1"/>
              </a:buClr>
              <a:buSzPts val="2000"/>
              <a:buFont typeface="Roboto"/>
              <a:buNone/>
              <a:defRPr b="0" i="0">
                <a:latin typeface="Roboto"/>
                <a:ea typeface="Roboto"/>
                <a:cs typeface="Roboto"/>
                <a:sym typeface="Roboto"/>
              </a:defRPr>
            </a:lvl1pPr>
            <a:lvl2pPr marL="914415" lvl="1" indent="-342906" algn="l">
              <a:spcBef>
                <a:spcPts val="600"/>
              </a:spcBef>
              <a:spcAft>
                <a:spcPts val="0"/>
              </a:spcAft>
              <a:buClr>
                <a:schemeClr val="dk1"/>
              </a:buClr>
              <a:buSzPts val="1800"/>
              <a:buChar char="•"/>
              <a:defRPr b="0" i="0">
                <a:latin typeface="Roboto"/>
                <a:ea typeface="Roboto"/>
                <a:cs typeface="Roboto"/>
                <a:sym typeface="Roboto"/>
              </a:defRPr>
            </a:lvl2pPr>
            <a:lvl3pPr marL="1371622" lvl="2" indent="-330205" algn="l">
              <a:spcBef>
                <a:spcPts val="600"/>
              </a:spcBef>
              <a:spcAft>
                <a:spcPts val="0"/>
              </a:spcAft>
              <a:buClr>
                <a:schemeClr val="dk1"/>
              </a:buClr>
              <a:buSzPts val="1600"/>
              <a:buChar char="−"/>
              <a:defRPr b="0" i="0">
                <a:latin typeface="Roboto"/>
                <a:ea typeface="Roboto"/>
                <a:cs typeface="Roboto"/>
                <a:sym typeface="Roboto"/>
              </a:defRPr>
            </a:lvl3pPr>
            <a:lvl4pPr marL="1828831" lvl="3" indent="-317506" algn="l">
              <a:lnSpc>
                <a:spcPct val="100000"/>
              </a:lnSpc>
              <a:spcBef>
                <a:spcPts val="300"/>
              </a:spcBef>
              <a:spcAft>
                <a:spcPts val="0"/>
              </a:spcAft>
              <a:buClr>
                <a:schemeClr val="dk1"/>
              </a:buClr>
              <a:buSzPts val="1400"/>
              <a:buChar char="•"/>
              <a:defRPr b="0" i="0">
                <a:latin typeface="Roboto"/>
                <a:ea typeface="Roboto"/>
                <a:cs typeface="Roboto"/>
                <a:sym typeface="Roboto"/>
              </a:defRPr>
            </a:lvl4pPr>
            <a:lvl5pPr marL="2286038" lvl="4" indent="-304805" algn="l">
              <a:spcBef>
                <a:spcPts val="300"/>
              </a:spcBef>
              <a:spcAft>
                <a:spcPts val="0"/>
              </a:spcAft>
              <a:buClr>
                <a:schemeClr val="dk1"/>
              </a:buClr>
              <a:buSzPts val="1200"/>
              <a:buChar char="−"/>
              <a:defRPr b="0" i="0">
                <a:latin typeface="Roboto"/>
                <a:ea typeface="Roboto"/>
                <a:cs typeface="Roboto"/>
                <a:sym typeface="Roboto"/>
              </a:defRPr>
            </a:lvl5pPr>
            <a:lvl6pPr marL="2743246" lvl="5" indent="-342906" algn="l">
              <a:spcBef>
                <a:spcPts val="360"/>
              </a:spcBef>
              <a:spcAft>
                <a:spcPts val="0"/>
              </a:spcAft>
              <a:buClr>
                <a:schemeClr val="dk1"/>
              </a:buClr>
              <a:buSzPts val="1800"/>
              <a:buChar char="•"/>
              <a:defRPr/>
            </a:lvl6pPr>
            <a:lvl7pPr marL="3200453" lvl="6" indent="-342906" algn="l">
              <a:spcBef>
                <a:spcPts val="360"/>
              </a:spcBef>
              <a:spcAft>
                <a:spcPts val="0"/>
              </a:spcAft>
              <a:buClr>
                <a:schemeClr val="dk1"/>
              </a:buClr>
              <a:buSzPts val="1800"/>
              <a:buChar char="•"/>
              <a:defRPr/>
            </a:lvl7pPr>
            <a:lvl8pPr marL="3657661" lvl="7" indent="-342906" algn="l">
              <a:spcBef>
                <a:spcPts val="360"/>
              </a:spcBef>
              <a:spcAft>
                <a:spcPts val="0"/>
              </a:spcAft>
              <a:buClr>
                <a:schemeClr val="dk1"/>
              </a:buClr>
              <a:buSzPts val="1800"/>
              <a:buChar char="•"/>
              <a:defRPr/>
            </a:lvl8pPr>
            <a:lvl9pPr marL="4114868" lvl="8" indent="-342906" algn="l">
              <a:spcBef>
                <a:spcPts val="360"/>
              </a:spcBef>
              <a:spcAft>
                <a:spcPts val="0"/>
              </a:spcAft>
              <a:buClr>
                <a:schemeClr val="dk1"/>
              </a:buClr>
              <a:buSzPts val="1800"/>
              <a:buChar char="•"/>
              <a:defRPr/>
            </a:lvl9pPr>
          </a:lstStyle>
          <a:p>
            <a:endParaRPr/>
          </a:p>
        </p:txBody>
      </p:sp>
      <p:sp>
        <p:nvSpPr>
          <p:cNvPr id="127" name="Google Shape;127;p27"/>
          <p:cNvSpPr txBox="1">
            <a:spLocks noGrp="1"/>
          </p:cNvSpPr>
          <p:nvPr>
            <p:ph type="body" idx="3"/>
          </p:nvPr>
        </p:nvSpPr>
        <p:spPr>
          <a:xfrm>
            <a:off x="7508953" y="6432334"/>
            <a:ext cx="4224381" cy="228601"/>
          </a:xfrm>
          <a:prstGeom prst="rect">
            <a:avLst/>
          </a:prstGeom>
          <a:noFill/>
          <a:ln>
            <a:noFill/>
          </a:ln>
        </p:spPr>
        <p:txBody>
          <a:bodyPr spcFirstLastPara="1" wrap="square" lIns="0" tIns="0" rIns="0" bIns="0" anchor="b" anchorCtr="0">
            <a:noAutofit/>
          </a:bodyPr>
          <a:lstStyle>
            <a:lvl1pPr marL="457207" lvl="0" indent="-228604" algn="r">
              <a:spcBef>
                <a:spcPts val="1800"/>
              </a:spcBef>
              <a:spcAft>
                <a:spcPts val="0"/>
              </a:spcAft>
              <a:buClr>
                <a:schemeClr val="dk1"/>
              </a:buClr>
              <a:buSzPts val="1000"/>
              <a:buFont typeface="Roboto Medium"/>
              <a:buNone/>
              <a:defRPr sz="1000" b="0" i="0">
                <a:solidFill>
                  <a:schemeClr val="dk1"/>
                </a:solidFill>
                <a:latin typeface="Roboto Medium"/>
                <a:ea typeface="Roboto Medium"/>
                <a:cs typeface="Roboto Medium"/>
                <a:sym typeface="Roboto Medium"/>
              </a:defRPr>
            </a:lvl1pPr>
            <a:lvl2pPr marL="914415" lvl="1" indent="-228604" algn="l">
              <a:spcBef>
                <a:spcPts val="600"/>
              </a:spcBef>
              <a:spcAft>
                <a:spcPts val="0"/>
              </a:spcAft>
              <a:buClr>
                <a:schemeClr val="dk1"/>
              </a:buClr>
              <a:buSzPts val="1800"/>
              <a:buNone/>
              <a:defRPr/>
            </a:lvl2pPr>
            <a:lvl3pPr marL="1371622" lvl="2" indent="-342906" algn="l">
              <a:spcBef>
                <a:spcPts val="600"/>
              </a:spcBef>
              <a:spcAft>
                <a:spcPts val="0"/>
              </a:spcAft>
              <a:buClr>
                <a:schemeClr val="dk1"/>
              </a:buClr>
              <a:buSzPts val="1800"/>
              <a:buChar char="−"/>
              <a:defRPr/>
            </a:lvl3pPr>
            <a:lvl4pPr marL="1828831" lvl="3" indent="-342906" algn="l">
              <a:spcBef>
                <a:spcPts val="300"/>
              </a:spcBef>
              <a:spcAft>
                <a:spcPts val="0"/>
              </a:spcAft>
              <a:buClr>
                <a:schemeClr val="dk1"/>
              </a:buClr>
              <a:buSzPts val="1800"/>
              <a:buChar char="•"/>
              <a:defRPr/>
            </a:lvl4pPr>
            <a:lvl5pPr marL="2286038" lvl="4" indent="-342906" algn="l">
              <a:spcBef>
                <a:spcPts val="300"/>
              </a:spcBef>
              <a:spcAft>
                <a:spcPts val="0"/>
              </a:spcAft>
              <a:buClr>
                <a:schemeClr val="dk1"/>
              </a:buClr>
              <a:buSzPts val="1800"/>
              <a:buChar char="−"/>
              <a:defRPr/>
            </a:lvl5pPr>
            <a:lvl6pPr marL="2743246" lvl="5" indent="-342906" algn="l">
              <a:spcBef>
                <a:spcPts val="360"/>
              </a:spcBef>
              <a:spcAft>
                <a:spcPts val="0"/>
              </a:spcAft>
              <a:buClr>
                <a:schemeClr val="dk1"/>
              </a:buClr>
              <a:buSzPts val="1800"/>
              <a:buChar char="•"/>
              <a:defRPr/>
            </a:lvl6pPr>
            <a:lvl7pPr marL="3200453" lvl="6" indent="-342906" algn="l">
              <a:spcBef>
                <a:spcPts val="360"/>
              </a:spcBef>
              <a:spcAft>
                <a:spcPts val="0"/>
              </a:spcAft>
              <a:buClr>
                <a:schemeClr val="dk1"/>
              </a:buClr>
              <a:buSzPts val="1800"/>
              <a:buChar char="•"/>
              <a:defRPr/>
            </a:lvl7pPr>
            <a:lvl8pPr marL="3657661" lvl="7" indent="-342906" algn="l">
              <a:spcBef>
                <a:spcPts val="360"/>
              </a:spcBef>
              <a:spcAft>
                <a:spcPts val="0"/>
              </a:spcAft>
              <a:buClr>
                <a:schemeClr val="dk1"/>
              </a:buClr>
              <a:buSzPts val="1800"/>
              <a:buChar char="•"/>
              <a:defRPr/>
            </a:lvl8pPr>
            <a:lvl9pPr marL="4114868" lvl="8" indent="-342906" algn="l">
              <a:spcBef>
                <a:spcPts val="360"/>
              </a:spcBef>
              <a:spcAft>
                <a:spcPts val="0"/>
              </a:spcAft>
              <a:buClr>
                <a:schemeClr val="dk1"/>
              </a:buClr>
              <a:buSzPts val="1800"/>
              <a:buChar char="•"/>
              <a:defRPr/>
            </a:lvl9pPr>
          </a:lstStyle>
          <a:p>
            <a:endParaRPr/>
          </a:p>
        </p:txBody>
      </p:sp>
      <p:pic>
        <p:nvPicPr>
          <p:cNvPr id="128" name="Google Shape;128;p27" descr="A picture containing drawing&#10;&#10;Description automatically generated"/>
          <p:cNvPicPr preferRelativeResize="0"/>
          <p:nvPr/>
        </p:nvPicPr>
        <p:blipFill rotWithShape="1">
          <a:blip r:embed="rId2">
            <a:alphaModFix/>
          </a:blip>
          <a:srcRect b="31356"/>
          <a:stretch/>
        </p:blipFill>
        <p:spPr>
          <a:xfrm>
            <a:off x="455619" y="6277208"/>
            <a:ext cx="685807" cy="352192"/>
          </a:xfrm>
          <a:prstGeom prst="rect">
            <a:avLst/>
          </a:prstGeom>
          <a:noFill/>
          <a:ln>
            <a:noFill/>
          </a:ln>
        </p:spPr>
      </p:pic>
    </p:spTree>
  </p:cSld>
  <p:clrMapOvr>
    <a:masterClrMapping/>
  </p:clrMapOvr>
  <mc:AlternateContent xmlns:mc="http://schemas.openxmlformats.org/markup-compatibility/2006" xmlns:p14="http://schemas.microsoft.com/office/powerpoint/2010/main">
    <mc:Choice Requires="p14">
      <p:transition p14:dur="250">
        <p:fade/>
      </p:transition>
    </mc:Choice>
    <mc:Fallback xmlns:ahyp="http://schemas.microsoft.com/office/drawing/2018/hyperlinkcolor" xmlns:p15="http://schemas.microsoft.com/office/powerpoint/2012/main" xmlns:com="http://schemas.openxmlformats.org/drawingml/2006/compatibility" xmlns:pvml="urn:schemas-microsoft-com:office:powerpoint" xmlns:v="urn:schemas-microsoft-com:vml" xmlns:o="urn:schemas-microsoft-com:office:office" xmlns:dgm="http://schemas.openxmlformats.org/drawingml/2006/diagram" xmlns:c="http://schemas.openxmlformats.org/drawingml/2006/chart" xmlns:mv="urn:schemas-microsoft-com:mac:vml" xmlns="">
      <p:transition>
        <p:fade/>
      </p:transition>
    </mc:Fallback>
  </mc:AlternateContent>
</p:sldLayout>
</file>

<file path=ppt/slideLayouts/slideLayout26.xml><?xml version="1.0" encoding="utf-8"?>
<p:sldLayout xmlns:a="http://schemas.openxmlformats.org/drawingml/2006/main" xmlns:r="http://schemas.openxmlformats.org/officeDocument/2006/relationships" xmlns:p="http://schemas.openxmlformats.org/presentationml/2006/main" matchingName="WHITE Title">
  <p:cSld name="WHITE Title">
    <p:spTree>
      <p:nvGrpSpPr>
        <p:cNvPr id="1" name="Shape 129"/>
        <p:cNvGrpSpPr/>
        <p:nvPr/>
      </p:nvGrpSpPr>
      <p:grpSpPr>
        <a:xfrm>
          <a:off x="0" y="0"/>
          <a:ext cx="0" cy="0"/>
          <a:chOff x="0" y="0"/>
          <a:chExt cx="0" cy="0"/>
        </a:xfrm>
      </p:grpSpPr>
      <p:sp>
        <p:nvSpPr>
          <p:cNvPr id="130" name="Google Shape;130;p28"/>
          <p:cNvSpPr txBox="1">
            <a:spLocks noGrp="1"/>
          </p:cNvSpPr>
          <p:nvPr>
            <p:ph type="title"/>
          </p:nvPr>
        </p:nvSpPr>
        <p:spPr>
          <a:xfrm>
            <a:off x="455618" y="480449"/>
            <a:ext cx="8915492" cy="524543"/>
          </a:xfrm>
          <a:prstGeom prst="rect">
            <a:avLst/>
          </a:prstGeom>
          <a:noFill/>
          <a:ln>
            <a:noFill/>
          </a:ln>
        </p:spPr>
        <p:txBody>
          <a:bodyPr spcFirstLastPara="1" wrap="square" lIns="0" tIns="0" rIns="0" bIns="0" anchor="t" anchorCtr="0">
            <a:noAutofit/>
          </a:bodyPr>
          <a:lstStyle>
            <a:lvl1pPr lvl="0" algn="l">
              <a:lnSpc>
                <a:spcPct val="80000"/>
              </a:lnSpc>
              <a:spcBef>
                <a:spcPts val="0"/>
              </a:spcBef>
              <a:spcAft>
                <a:spcPts val="0"/>
              </a:spcAft>
              <a:buClr>
                <a:schemeClr val="dk1"/>
              </a:buClr>
              <a:buSzPts val="1800"/>
              <a:buNone/>
              <a:defRPr/>
            </a:lvl1pPr>
            <a:lvl2pPr lvl="1">
              <a:spcBef>
                <a:spcPts val="0"/>
              </a:spcBef>
              <a:spcAft>
                <a:spcPts val="0"/>
              </a:spcAft>
              <a:buSzPts val="1400"/>
              <a:buNone/>
              <a:defRPr/>
            </a:lvl2pPr>
            <a:lvl3pPr lvl="2">
              <a:spcBef>
                <a:spcPts val="0"/>
              </a:spcBef>
              <a:spcAft>
                <a:spcPts val="0"/>
              </a:spcAft>
              <a:buSzPts val="1400"/>
              <a:buNone/>
              <a:defRPr/>
            </a:lvl3pPr>
            <a:lvl4pPr lvl="3">
              <a:spcBef>
                <a:spcPts val="0"/>
              </a:spcBef>
              <a:spcAft>
                <a:spcPts val="0"/>
              </a:spcAft>
              <a:buSzPts val="1400"/>
              <a:buNone/>
              <a:defRPr/>
            </a:lvl4pPr>
            <a:lvl5pPr lvl="4">
              <a:spcBef>
                <a:spcPts val="0"/>
              </a:spcBef>
              <a:spcAft>
                <a:spcPts val="0"/>
              </a:spcAft>
              <a:buSzPts val="1400"/>
              <a:buNone/>
              <a:defRPr/>
            </a:lvl5pPr>
            <a:lvl6pPr lvl="5">
              <a:spcBef>
                <a:spcPts val="0"/>
              </a:spcBef>
              <a:spcAft>
                <a:spcPts val="0"/>
              </a:spcAft>
              <a:buSzPts val="1400"/>
              <a:buNone/>
              <a:defRPr/>
            </a:lvl6pPr>
            <a:lvl7pPr lvl="6">
              <a:spcBef>
                <a:spcPts val="0"/>
              </a:spcBef>
              <a:spcAft>
                <a:spcPts val="0"/>
              </a:spcAft>
              <a:buSzPts val="1400"/>
              <a:buNone/>
              <a:defRPr/>
            </a:lvl7pPr>
            <a:lvl8pPr lvl="7">
              <a:spcBef>
                <a:spcPts val="0"/>
              </a:spcBef>
              <a:spcAft>
                <a:spcPts val="0"/>
              </a:spcAft>
              <a:buSzPts val="1400"/>
              <a:buNone/>
              <a:defRPr/>
            </a:lvl8pPr>
            <a:lvl9pPr lvl="8">
              <a:spcBef>
                <a:spcPts val="0"/>
              </a:spcBef>
              <a:spcAft>
                <a:spcPts val="0"/>
              </a:spcAft>
              <a:buSzPts val="1400"/>
              <a:buNone/>
              <a:defRPr/>
            </a:lvl9pPr>
          </a:lstStyle>
          <a:p>
            <a:endParaRPr/>
          </a:p>
        </p:txBody>
      </p:sp>
      <p:sp>
        <p:nvSpPr>
          <p:cNvPr id="131" name="Google Shape;131;p28"/>
          <p:cNvSpPr txBox="1">
            <a:spLocks noGrp="1"/>
          </p:cNvSpPr>
          <p:nvPr>
            <p:ph type="body" idx="1"/>
          </p:nvPr>
        </p:nvSpPr>
        <p:spPr>
          <a:xfrm>
            <a:off x="7508953" y="6432334"/>
            <a:ext cx="4224381" cy="228601"/>
          </a:xfrm>
          <a:prstGeom prst="rect">
            <a:avLst/>
          </a:prstGeom>
          <a:noFill/>
          <a:ln>
            <a:noFill/>
          </a:ln>
        </p:spPr>
        <p:txBody>
          <a:bodyPr spcFirstLastPara="1" wrap="square" lIns="0" tIns="0" rIns="0" bIns="0" anchor="b" anchorCtr="0">
            <a:noAutofit/>
          </a:bodyPr>
          <a:lstStyle>
            <a:lvl1pPr marL="457207" lvl="0" indent="-228604" algn="r">
              <a:spcBef>
                <a:spcPts val="1800"/>
              </a:spcBef>
              <a:spcAft>
                <a:spcPts val="0"/>
              </a:spcAft>
              <a:buClr>
                <a:schemeClr val="dk1"/>
              </a:buClr>
              <a:buSzPts val="1000"/>
              <a:buFont typeface="Roboto Medium"/>
              <a:buNone/>
              <a:defRPr sz="1000" b="0" i="0">
                <a:solidFill>
                  <a:schemeClr val="dk1"/>
                </a:solidFill>
                <a:latin typeface="Roboto Medium"/>
                <a:ea typeface="Roboto Medium"/>
                <a:cs typeface="Roboto Medium"/>
                <a:sym typeface="Roboto Medium"/>
              </a:defRPr>
            </a:lvl1pPr>
            <a:lvl2pPr marL="914415" lvl="1" indent="-228604" algn="l">
              <a:spcBef>
                <a:spcPts val="600"/>
              </a:spcBef>
              <a:spcAft>
                <a:spcPts val="0"/>
              </a:spcAft>
              <a:buClr>
                <a:schemeClr val="dk1"/>
              </a:buClr>
              <a:buSzPts val="1800"/>
              <a:buNone/>
              <a:defRPr/>
            </a:lvl2pPr>
            <a:lvl3pPr marL="1371622" lvl="2" indent="-342906" algn="l">
              <a:spcBef>
                <a:spcPts val="600"/>
              </a:spcBef>
              <a:spcAft>
                <a:spcPts val="0"/>
              </a:spcAft>
              <a:buClr>
                <a:schemeClr val="dk1"/>
              </a:buClr>
              <a:buSzPts val="1800"/>
              <a:buChar char="−"/>
              <a:defRPr/>
            </a:lvl3pPr>
            <a:lvl4pPr marL="1828831" lvl="3" indent="-342906" algn="l">
              <a:spcBef>
                <a:spcPts val="300"/>
              </a:spcBef>
              <a:spcAft>
                <a:spcPts val="0"/>
              </a:spcAft>
              <a:buClr>
                <a:schemeClr val="dk1"/>
              </a:buClr>
              <a:buSzPts val="1800"/>
              <a:buChar char="•"/>
              <a:defRPr/>
            </a:lvl4pPr>
            <a:lvl5pPr marL="2286038" lvl="4" indent="-342906" algn="l">
              <a:spcBef>
                <a:spcPts val="300"/>
              </a:spcBef>
              <a:spcAft>
                <a:spcPts val="0"/>
              </a:spcAft>
              <a:buClr>
                <a:schemeClr val="dk1"/>
              </a:buClr>
              <a:buSzPts val="1800"/>
              <a:buChar char="−"/>
              <a:defRPr/>
            </a:lvl5pPr>
            <a:lvl6pPr marL="2743246" lvl="5" indent="-342906" algn="l">
              <a:spcBef>
                <a:spcPts val="360"/>
              </a:spcBef>
              <a:spcAft>
                <a:spcPts val="0"/>
              </a:spcAft>
              <a:buClr>
                <a:schemeClr val="dk1"/>
              </a:buClr>
              <a:buSzPts val="1800"/>
              <a:buChar char="•"/>
              <a:defRPr/>
            </a:lvl6pPr>
            <a:lvl7pPr marL="3200453" lvl="6" indent="-342906" algn="l">
              <a:spcBef>
                <a:spcPts val="360"/>
              </a:spcBef>
              <a:spcAft>
                <a:spcPts val="0"/>
              </a:spcAft>
              <a:buClr>
                <a:schemeClr val="dk1"/>
              </a:buClr>
              <a:buSzPts val="1800"/>
              <a:buChar char="•"/>
              <a:defRPr/>
            </a:lvl7pPr>
            <a:lvl8pPr marL="3657661" lvl="7" indent="-342906" algn="l">
              <a:spcBef>
                <a:spcPts val="360"/>
              </a:spcBef>
              <a:spcAft>
                <a:spcPts val="0"/>
              </a:spcAft>
              <a:buClr>
                <a:schemeClr val="dk1"/>
              </a:buClr>
              <a:buSzPts val="1800"/>
              <a:buChar char="•"/>
              <a:defRPr/>
            </a:lvl8pPr>
            <a:lvl9pPr marL="4114868" lvl="8" indent="-342906" algn="l">
              <a:spcBef>
                <a:spcPts val="360"/>
              </a:spcBef>
              <a:spcAft>
                <a:spcPts val="0"/>
              </a:spcAft>
              <a:buClr>
                <a:schemeClr val="dk1"/>
              </a:buClr>
              <a:buSzPts val="1800"/>
              <a:buChar char="•"/>
              <a:defRPr/>
            </a:lvl9pPr>
          </a:lstStyle>
          <a:p>
            <a:endParaRPr/>
          </a:p>
        </p:txBody>
      </p:sp>
      <p:pic>
        <p:nvPicPr>
          <p:cNvPr id="132" name="Google Shape;132;p28" descr="A picture containing drawing&#10;&#10;Description automatically generated"/>
          <p:cNvPicPr preferRelativeResize="0"/>
          <p:nvPr/>
        </p:nvPicPr>
        <p:blipFill rotWithShape="1">
          <a:blip r:embed="rId2">
            <a:alphaModFix/>
          </a:blip>
          <a:srcRect b="31356"/>
          <a:stretch/>
        </p:blipFill>
        <p:spPr>
          <a:xfrm>
            <a:off x="455619" y="6277208"/>
            <a:ext cx="685807" cy="352192"/>
          </a:xfrm>
          <a:prstGeom prst="rect">
            <a:avLst/>
          </a:prstGeom>
          <a:noFill/>
          <a:ln>
            <a:noFill/>
          </a:ln>
        </p:spPr>
      </p:pic>
    </p:spTree>
  </p:cSld>
  <p:clrMapOvr>
    <a:masterClrMapping/>
  </p:clrMapOvr>
  <mc:AlternateContent xmlns:mc="http://schemas.openxmlformats.org/markup-compatibility/2006" xmlns:p14="http://schemas.microsoft.com/office/powerpoint/2010/main">
    <mc:Choice Requires="p14">
      <p:transition p14:dur="250">
        <p:fade/>
      </p:transition>
    </mc:Choice>
    <mc:Fallback xmlns:ahyp="http://schemas.microsoft.com/office/drawing/2018/hyperlinkcolor" xmlns:p15="http://schemas.microsoft.com/office/powerpoint/2012/main" xmlns:com="http://schemas.openxmlformats.org/drawingml/2006/compatibility" xmlns:pvml="urn:schemas-microsoft-com:office:powerpoint" xmlns:v="urn:schemas-microsoft-com:vml" xmlns:o="urn:schemas-microsoft-com:office:office" xmlns:dgm="http://schemas.openxmlformats.org/drawingml/2006/diagram" xmlns:c="http://schemas.openxmlformats.org/drawingml/2006/chart" xmlns:mv="urn:schemas-microsoft-com:mac:vml" xmlns="">
      <p:transition>
        <p:fade/>
      </p:transition>
    </mc:Fallback>
  </mc:AlternateContent>
</p:sldLayout>
</file>

<file path=ppt/slideLayouts/slideLayout27.xml><?xml version="1.0" encoding="utf-8"?>
<p:sldLayout xmlns:a="http://schemas.openxmlformats.org/drawingml/2006/main" xmlns:r="http://schemas.openxmlformats.org/officeDocument/2006/relationships" xmlns:p="http://schemas.openxmlformats.org/presentationml/2006/main" matchingName="WHITE 1Col Subhead | Title | Text">
  <p:cSld name="WHITE 1Col Subhead | Title | Text">
    <p:spTree>
      <p:nvGrpSpPr>
        <p:cNvPr id="1" name="Shape 133"/>
        <p:cNvGrpSpPr/>
        <p:nvPr/>
      </p:nvGrpSpPr>
      <p:grpSpPr>
        <a:xfrm>
          <a:off x="0" y="0"/>
          <a:ext cx="0" cy="0"/>
          <a:chOff x="0" y="0"/>
          <a:chExt cx="0" cy="0"/>
        </a:xfrm>
      </p:grpSpPr>
      <p:sp>
        <p:nvSpPr>
          <p:cNvPr id="134" name="Google Shape;134;p29"/>
          <p:cNvSpPr txBox="1">
            <a:spLocks noGrp="1"/>
          </p:cNvSpPr>
          <p:nvPr>
            <p:ph type="title"/>
          </p:nvPr>
        </p:nvSpPr>
        <p:spPr>
          <a:xfrm>
            <a:off x="455618" y="731522"/>
            <a:ext cx="8915492" cy="524543"/>
          </a:xfrm>
          <a:prstGeom prst="rect">
            <a:avLst/>
          </a:prstGeom>
          <a:noFill/>
          <a:ln>
            <a:noFill/>
          </a:ln>
        </p:spPr>
        <p:txBody>
          <a:bodyPr spcFirstLastPara="1" wrap="square" lIns="0" tIns="0" rIns="0" bIns="0" anchor="t" anchorCtr="0">
            <a:noAutofit/>
          </a:bodyPr>
          <a:lstStyle>
            <a:lvl1pPr lvl="0" algn="l">
              <a:lnSpc>
                <a:spcPct val="80000"/>
              </a:lnSpc>
              <a:spcBef>
                <a:spcPts val="0"/>
              </a:spcBef>
              <a:spcAft>
                <a:spcPts val="0"/>
              </a:spcAft>
              <a:buClr>
                <a:schemeClr val="dk1"/>
              </a:buClr>
              <a:buSzPts val="3200"/>
              <a:buFont typeface="Roboto Medium"/>
              <a:buNone/>
              <a:defRPr b="0"/>
            </a:lvl1pPr>
            <a:lvl2pPr lvl="1">
              <a:spcBef>
                <a:spcPts val="0"/>
              </a:spcBef>
              <a:spcAft>
                <a:spcPts val="0"/>
              </a:spcAft>
              <a:buSzPts val="1400"/>
              <a:buNone/>
              <a:defRPr/>
            </a:lvl2pPr>
            <a:lvl3pPr lvl="2">
              <a:spcBef>
                <a:spcPts val="0"/>
              </a:spcBef>
              <a:spcAft>
                <a:spcPts val="0"/>
              </a:spcAft>
              <a:buSzPts val="1400"/>
              <a:buNone/>
              <a:defRPr/>
            </a:lvl3pPr>
            <a:lvl4pPr lvl="3">
              <a:spcBef>
                <a:spcPts val="0"/>
              </a:spcBef>
              <a:spcAft>
                <a:spcPts val="0"/>
              </a:spcAft>
              <a:buSzPts val="1400"/>
              <a:buNone/>
              <a:defRPr/>
            </a:lvl4pPr>
            <a:lvl5pPr lvl="4">
              <a:spcBef>
                <a:spcPts val="0"/>
              </a:spcBef>
              <a:spcAft>
                <a:spcPts val="0"/>
              </a:spcAft>
              <a:buSzPts val="1400"/>
              <a:buNone/>
              <a:defRPr/>
            </a:lvl5pPr>
            <a:lvl6pPr lvl="5">
              <a:spcBef>
                <a:spcPts val="0"/>
              </a:spcBef>
              <a:spcAft>
                <a:spcPts val="0"/>
              </a:spcAft>
              <a:buSzPts val="1400"/>
              <a:buNone/>
              <a:defRPr/>
            </a:lvl6pPr>
            <a:lvl7pPr lvl="6">
              <a:spcBef>
                <a:spcPts val="0"/>
              </a:spcBef>
              <a:spcAft>
                <a:spcPts val="0"/>
              </a:spcAft>
              <a:buSzPts val="1400"/>
              <a:buNone/>
              <a:defRPr/>
            </a:lvl7pPr>
            <a:lvl8pPr lvl="7">
              <a:spcBef>
                <a:spcPts val="0"/>
              </a:spcBef>
              <a:spcAft>
                <a:spcPts val="0"/>
              </a:spcAft>
              <a:buSzPts val="1400"/>
              <a:buNone/>
              <a:defRPr/>
            </a:lvl8pPr>
            <a:lvl9pPr lvl="8">
              <a:spcBef>
                <a:spcPts val="0"/>
              </a:spcBef>
              <a:spcAft>
                <a:spcPts val="0"/>
              </a:spcAft>
              <a:buSzPts val="1400"/>
              <a:buNone/>
              <a:defRPr/>
            </a:lvl9pPr>
          </a:lstStyle>
          <a:p>
            <a:endParaRPr/>
          </a:p>
        </p:txBody>
      </p:sp>
      <p:sp>
        <p:nvSpPr>
          <p:cNvPr id="135" name="Google Shape;135;p29"/>
          <p:cNvSpPr txBox="1">
            <a:spLocks noGrp="1"/>
          </p:cNvSpPr>
          <p:nvPr>
            <p:ph type="body" idx="1"/>
          </p:nvPr>
        </p:nvSpPr>
        <p:spPr>
          <a:xfrm>
            <a:off x="455618" y="2971800"/>
            <a:ext cx="8915492" cy="2971800"/>
          </a:xfrm>
          <a:prstGeom prst="rect">
            <a:avLst/>
          </a:prstGeom>
          <a:noFill/>
          <a:ln>
            <a:noFill/>
          </a:ln>
        </p:spPr>
        <p:txBody>
          <a:bodyPr spcFirstLastPara="1" wrap="square" lIns="0" tIns="0" rIns="0" bIns="0" anchor="t" anchorCtr="0">
            <a:noAutofit/>
          </a:bodyPr>
          <a:lstStyle>
            <a:lvl1pPr marL="457207" lvl="0" indent="-228604" algn="l">
              <a:spcBef>
                <a:spcPts val="1800"/>
              </a:spcBef>
              <a:spcAft>
                <a:spcPts val="0"/>
              </a:spcAft>
              <a:buClr>
                <a:schemeClr val="dk1"/>
              </a:buClr>
              <a:buSzPts val="2000"/>
              <a:buFont typeface="Roboto"/>
              <a:buNone/>
              <a:defRPr b="0" i="0">
                <a:latin typeface="Roboto"/>
                <a:ea typeface="Roboto"/>
                <a:cs typeface="Roboto"/>
                <a:sym typeface="Roboto"/>
              </a:defRPr>
            </a:lvl1pPr>
            <a:lvl2pPr marL="914415" lvl="1" indent="-342906" algn="l">
              <a:spcBef>
                <a:spcPts val="600"/>
              </a:spcBef>
              <a:spcAft>
                <a:spcPts val="0"/>
              </a:spcAft>
              <a:buClr>
                <a:schemeClr val="dk1"/>
              </a:buClr>
              <a:buSzPts val="1800"/>
              <a:buChar char="•"/>
              <a:defRPr b="0" i="0">
                <a:latin typeface="Roboto"/>
                <a:ea typeface="Roboto"/>
                <a:cs typeface="Roboto"/>
                <a:sym typeface="Roboto"/>
              </a:defRPr>
            </a:lvl2pPr>
            <a:lvl3pPr marL="1371622" lvl="2" indent="-330205" algn="l">
              <a:spcBef>
                <a:spcPts val="600"/>
              </a:spcBef>
              <a:spcAft>
                <a:spcPts val="0"/>
              </a:spcAft>
              <a:buClr>
                <a:schemeClr val="dk1"/>
              </a:buClr>
              <a:buSzPts val="1600"/>
              <a:buChar char="−"/>
              <a:defRPr b="0" i="0">
                <a:latin typeface="Roboto"/>
                <a:ea typeface="Roboto"/>
                <a:cs typeface="Roboto"/>
                <a:sym typeface="Roboto"/>
              </a:defRPr>
            </a:lvl3pPr>
            <a:lvl4pPr marL="1828831" lvl="3" indent="-317506" algn="l">
              <a:spcBef>
                <a:spcPts val="300"/>
              </a:spcBef>
              <a:spcAft>
                <a:spcPts val="0"/>
              </a:spcAft>
              <a:buClr>
                <a:schemeClr val="dk1"/>
              </a:buClr>
              <a:buSzPts val="1400"/>
              <a:buChar char="•"/>
              <a:defRPr b="0" i="0">
                <a:latin typeface="Roboto"/>
                <a:ea typeface="Roboto"/>
                <a:cs typeface="Roboto"/>
                <a:sym typeface="Roboto"/>
              </a:defRPr>
            </a:lvl4pPr>
            <a:lvl5pPr marL="2286038" lvl="4" indent="-304805" algn="l">
              <a:spcBef>
                <a:spcPts val="300"/>
              </a:spcBef>
              <a:spcAft>
                <a:spcPts val="0"/>
              </a:spcAft>
              <a:buClr>
                <a:schemeClr val="dk1"/>
              </a:buClr>
              <a:buSzPts val="1200"/>
              <a:buChar char="−"/>
              <a:defRPr b="0" i="0">
                <a:latin typeface="Roboto"/>
                <a:ea typeface="Roboto"/>
                <a:cs typeface="Roboto"/>
                <a:sym typeface="Roboto"/>
              </a:defRPr>
            </a:lvl5pPr>
            <a:lvl6pPr marL="2743246" lvl="5" indent="-342906" algn="l">
              <a:spcBef>
                <a:spcPts val="360"/>
              </a:spcBef>
              <a:spcAft>
                <a:spcPts val="0"/>
              </a:spcAft>
              <a:buClr>
                <a:schemeClr val="dk1"/>
              </a:buClr>
              <a:buSzPts val="1800"/>
              <a:buChar char="•"/>
              <a:defRPr/>
            </a:lvl6pPr>
            <a:lvl7pPr marL="3200453" lvl="6" indent="-342906" algn="l">
              <a:spcBef>
                <a:spcPts val="360"/>
              </a:spcBef>
              <a:spcAft>
                <a:spcPts val="0"/>
              </a:spcAft>
              <a:buClr>
                <a:schemeClr val="dk1"/>
              </a:buClr>
              <a:buSzPts val="1800"/>
              <a:buChar char="•"/>
              <a:defRPr/>
            </a:lvl7pPr>
            <a:lvl8pPr marL="3657661" lvl="7" indent="-342906" algn="l">
              <a:spcBef>
                <a:spcPts val="360"/>
              </a:spcBef>
              <a:spcAft>
                <a:spcPts val="0"/>
              </a:spcAft>
              <a:buClr>
                <a:schemeClr val="dk1"/>
              </a:buClr>
              <a:buSzPts val="1800"/>
              <a:buChar char="•"/>
              <a:defRPr/>
            </a:lvl8pPr>
            <a:lvl9pPr marL="4114868" lvl="8" indent="-342906" algn="l">
              <a:spcBef>
                <a:spcPts val="360"/>
              </a:spcBef>
              <a:spcAft>
                <a:spcPts val="0"/>
              </a:spcAft>
              <a:buClr>
                <a:schemeClr val="dk1"/>
              </a:buClr>
              <a:buSzPts val="1800"/>
              <a:buChar char="•"/>
              <a:defRPr/>
            </a:lvl9pPr>
          </a:lstStyle>
          <a:p>
            <a:endParaRPr/>
          </a:p>
        </p:txBody>
      </p:sp>
      <p:sp>
        <p:nvSpPr>
          <p:cNvPr id="136" name="Google Shape;136;p29"/>
          <p:cNvSpPr txBox="1">
            <a:spLocks noGrp="1"/>
          </p:cNvSpPr>
          <p:nvPr>
            <p:ph type="body" idx="2"/>
          </p:nvPr>
        </p:nvSpPr>
        <p:spPr>
          <a:xfrm>
            <a:off x="455618" y="460685"/>
            <a:ext cx="8915492" cy="229235"/>
          </a:xfrm>
          <a:prstGeom prst="rect">
            <a:avLst/>
          </a:prstGeom>
          <a:noFill/>
          <a:ln>
            <a:noFill/>
          </a:ln>
        </p:spPr>
        <p:txBody>
          <a:bodyPr spcFirstLastPara="1" wrap="square" lIns="0" tIns="0" rIns="0" bIns="0" anchor="t" anchorCtr="0">
            <a:noAutofit/>
          </a:bodyPr>
          <a:lstStyle>
            <a:lvl1pPr marL="457207" lvl="0" indent="-228604" algn="l">
              <a:spcBef>
                <a:spcPts val="1800"/>
              </a:spcBef>
              <a:spcAft>
                <a:spcPts val="0"/>
              </a:spcAft>
              <a:buClr>
                <a:schemeClr val="lt2"/>
              </a:buClr>
              <a:buSzPts val="1400"/>
              <a:buFont typeface="Roboto Medium"/>
              <a:buNone/>
              <a:defRPr sz="1400" b="0" i="0">
                <a:solidFill>
                  <a:schemeClr val="lt2"/>
                </a:solidFill>
                <a:latin typeface="Roboto Medium"/>
                <a:ea typeface="Roboto Medium"/>
                <a:cs typeface="Roboto Medium"/>
                <a:sym typeface="Roboto Medium"/>
              </a:defRPr>
            </a:lvl1pPr>
            <a:lvl2pPr marL="914415" lvl="1" indent="-228604" algn="l">
              <a:spcBef>
                <a:spcPts val="600"/>
              </a:spcBef>
              <a:spcAft>
                <a:spcPts val="0"/>
              </a:spcAft>
              <a:buClr>
                <a:schemeClr val="dk1"/>
              </a:buClr>
              <a:buSzPts val="1800"/>
              <a:buNone/>
              <a:defRPr/>
            </a:lvl2pPr>
            <a:lvl3pPr marL="1371622" lvl="2" indent="-342906" algn="l">
              <a:spcBef>
                <a:spcPts val="600"/>
              </a:spcBef>
              <a:spcAft>
                <a:spcPts val="0"/>
              </a:spcAft>
              <a:buClr>
                <a:schemeClr val="dk1"/>
              </a:buClr>
              <a:buSzPts val="1800"/>
              <a:buChar char="−"/>
              <a:defRPr/>
            </a:lvl3pPr>
            <a:lvl4pPr marL="1828831" lvl="3" indent="-342906" algn="l">
              <a:spcBef>
                <a:spcPts val="300"/>
              </a:spcBef>
              <a:spcAft>
                <a:spcPts val="0"/>
              </a:spcAft>
              <a:buClr>
                <a:schemeClr val="dk1"/>
              </a:buClr>
              <a:buSzPts val="1800"/>
              <a:buChar char="•"/>
              <a:defRPr/>
            </a:lvl4pPr>
            <a:lvl5pPr marL="2286038" lvl="4" indent="-342906" algn="l">
              <a:spcBef>
                <a:spcPts val="300"/>
              </a:spcBef>
              <a:spcAft>
                <a:spcPts val="0"/>
              </a:spcAft>
              <a:buClr>
                <a:schemeClr val="dk1"/>
              </a:buClr>
              <a:buSzPts val="1800"/>
              <a:buChar char="−"/>
              <a:defRPr/>
            </a:lvl5pPr>
            <a:lvl6pPr marL="2743246" lvl="5" indent="-342906" algn="l">
              <a:spcBef>
                <a:spcPts val="360"/>
              </a:spcBef>
              <a:spcAft>
                <a:spcPts val="0"/>
              </a:spcAft>
              <a:buClr>
                <a:schemeClr val="dk1"/>
              </a:buClr>
              <a:buSzPts val="1800"/>
              <a:buChar char="•"/>
              <a:defRPr/>
            </a:lvl6pPr>
            <a:lvl7pPr marL="3200453" lvl="6" indent="-342906" algn="l">
              <a:spcBef>
                <a:spcPts val="360"/>
              </a:spcBef>
              <a:spcAft>
                <a:spcPts val="0"/>
              </a:spcAft>
              <a:buClr>
                <a:schemeClr val="dk1"/>
              </a:buClr>
              <a:buSzPts val="1800"/>
              <a:buChar char="•"/>
              <a:defRPr/>
            </a:lvl7pPr>
            <a:lvl8pPr marL="3657661" lvl="7" indent="-342906" algn="l">
              <a:spcBef>
                <a:spcPts val="360"/>
              </a:spcBef>
              <a:spcAft>
                <a:spcPts val="0"/>
              </a:spcAft>
              <a:buClr>
                <a:schemeClr val="dk1"/>
              </a:buClr>
              <a:buSzPts val="1800"/>
              <a:buChar char="•"/>
              <a:defRPr/>
            </a:lvl8pPr>
            <a:lvl9pPr marL="4114868" lvl="8" indent="-342906" algn="l">
              <a:spcBef>
                <a:spcPts val="360"/>
              </a:spcBef>
              <a:spcAft>
                <a:spcPts val="0"/>
              </a:spcAft>
              <a:buClr>
                <a:schemeClr val="dk1"/>
              </a:buClr>
              <a:buSzPts val="1800"/>
              <a:buChar char="•"/>
              <a:defRPr/>
            </a:lvl9pPr>
          </a:lstStyle>
          <a:p>
            <a:endParaRPr/>
          </a:p>
        </p:txBody>
      </p:sp>
      <p:sp>
        <p:nvSpPr>
          <p:cNvPr id="137" name="Google Shape;137;p29"/>
          <p:cNvSpPr txBox="1">
            <a:spLocks noGrp="1"/>
          </p:cNvSpPr>
          <p:nvPr>
            <p:ph type="body" idx="3"/>
          </p:nvPr>
        </p:nvSpPr>
        <p:spPr>
          <a:xfrm>
            <a:off x="7508953" y="6432334"/>
            <a:ext cx="4224381" cy="228601"/>
          </a:xfrm>
          <a:prstGeom prst="rect">
            <a:avLst/>
          </a:prstGeom>
          <a:noFill/>
          <a:ln>
            <a:noFill/>
          </a:ln>
        </p:spPr>
        <p:txBody>
          <a:bodyPr spcFirstLastPara="1" wrap="square" lIns="0" tIns="0" rIns="0" bIns="0" anchor="b" anchorCtr="0">
            <a:noAutofit/>
          </a:bodyPr>
          <a:lstStyle>
            <a:lvl1pPr marL="457207" lvl="0" indent="-228604" algn="r">
              <a:spcBef>
                <a:spcPts val="1800"/>
              </a:spcBef>
              <a:spcAft>
                <a:spcPts val="0"/>
              </a:spcAft>
              <a:buClr>
                <a:schemeClr val="dk1"/>
              </a:buClr>
              <a:buSzPts val="1000"/>
              <a:buFont typeface="Roboto Medium"/>
              <a:buNone/>
              <a:defRPr sz="1000" b="0" i="0">
                <a:solidFill>
                  <a:schemeClr val="dk1"/>
                </a:solidFill>
                <a:latin typeface="Roboto Medium"/>
                <a:ea typeface="Roboto Medium"/>
                <a:cs typeface="Roboto Medium"/>
                <a:sym typeface="Roboto Medium"/>
              </a:defRPr>
            </a:lvl1pPr>
            <a:lvl2pPr marL="914415" lvl="1" indent="-228604" algn="l">
              <a:spcBef>
                <a:spcPts val="600"/>
              </a:spcBef>
              <a:spcAft>
                <a:spcPts val="0"/>
              </a:spcAft>
              <a:buClr>
                <a:schemeClr val="dk1"/>
              </a:buClr>
              <a:buSzPts val="1800"/>
              <a:buNone/>
              <a:defRPr/>
            </a:lvl2pPr>
            <a:lvl3pPr marL="1371622" lvl="2" indent="-342906" algn="l">
              <a:spcBef>
                <a:spcPts val="600"/>
              </a:spcBef>
              <a:spcAft>
                <a:spcPts val="0"/>
              </a:spcAft>
              <a:buClr>
                <a:schemeClr val="dk1"/>
              </a:buClr>
              <a:buSzPts val="1800"/>
              <a:buChar char="−"/>
              <a:defRPr/>
            </a:lvl3pPr>
            <a:lvl4pPr marL="1828831" lvl="3" indent="-342906" algn="l">
              <a:spcBef>
                <a:spcPts val="300"/>
              </a:spcBef>
              <a:spcAft>
                <a:spcPts val="0"/>
              </a:spcAft>
              <a:buClr>
                <a:schemeClr val="dk1"/>
              </a:buClr>
              <a:buSzPts val="1800"/>
              <a:buChar char="•"/>
              <a:defRPr/>
            </a:lvl4pPr>
            <a:lvl5pPr marL="2286038" lvl="4" indent="-342906" algn="l">
              <a:spcBef>
                <a:spcPts val="300"/>
              </a:spcBef>
              <a:spcAft>
                <a:spcPts val="0"/>
              </a:spcAft>
              <a:buClr>
                <a:schemeClr val="dk1"/>
              </a:buClr>
              <a:buSzPts val="1800"/>
              <a:buChar char="−"/>
              <a:defRPr/>
            </a:lvl5pPr>
            <a:lvl6pPr marL="2743246" lvl="5" indent="-342906" algn="l">
              <a:spcBef>
                <a:spcPts val="360"/>
              </a:spcBef>
              <a:spcAft>
                <a:spcPts val="0"/>
              </a:spcAft>
              <a:buClr>
                <a:schemeClr val="dk1"/>
              </a:buClr>
              <a:buSzPts val="1800"/>
              <a:buChar char="•"/>
              <a:defRPr/>
            </a:lvl6pPr>
            <a:lvl7pPr marL="3200453" lvl="6" indent="-342906" algn="l">
              <a:spcBef>
                <a:spcPts val="360"/>
              </a:spcBef>
              <a:spcAft>
                <a:spcPts val="0"/>
              </a:spcAft>
              <a:buClr>
                <a:schemeClr val="dk1"/>
              </a:buClr>
              <a:buSzPts val="1800"/>
              <a:buChar char="•"/>
              <a:defRPr/>
            </a:lvl7pPr>
            <a:lvl8pPr marL="3657661" lvl="7" indent="-342906" algn="l">
              <a:spcBef>
                <a:spcPts val="360"/>
              </a:spcBef>
              <a:spcAft>
                <a:spcPts val="0"/>
              </a:spcAft>
              <a:buClr>
                <a:schemeClr val="dk1"/>
              </a:buClr>
              <a:buSzPts val="1800"/>
              <a:buChar char="•"/>
              <a:defRPr/>
            </a:lvl8pPr>
            <a:lvl9pPr marL="4114868" lvl="8" indent="-342906" algn="l">
              <a:spcBef>
                <a:spcPts val="360"/>
              </a:spcBef>
              <a:spcAft>
                <a:spcPts val="0"/>
              </a:spcAft>
              <a:buClr>
                <a:schemeClr val="dk1"/>
              </a:buClr>
              <a:buSzPts val="1800"/>
              <a:buChar char="•"/>
              <a:defRPr/>
            </a:lvl9pPr>
          </a:lstStyle>
          <a:p>
            <a:endParaRPr/>
          </a:p>
        </p:txBody>
      </p:sp>
      <p:pic>
        <p:nvPicPr>
          <p:cNvPr id="138" name="Google Shape;138;p29" descr="A picture containing drawing&#10;&#10;Description automatically generated"/>
          <p:cNvPicPr preferRelativeResize="0"/>
          <p:nvPr/>
        </p:nvPicPr>
        <p:blipFill rotWithShape="1">
          <a:blip r:embed="rId2">
            <a:alphaModFix/>
          </a:blip>
          <a:srcRect b="31356"/>
          <a:stretch/>
        </p:blipFill>
        <p:spPr>
          <a:xfrm>
            <a:off x="455619" y="6277208"/>
            <a:ext cx="685807" cy="352192"/>
          </a:xfrm>
          <a:prstGeom prst="rect">
            <a:avLst/>
          </a:prstGeom>
          <a:noFill/>
          <a:ln>
            <a:noFill/>
          </a:ln>
        </p:spPr>
      </p:pic>
    </p:spTree>
  </p:cSld>
  <p:clrMapOvr>
    <a:masterClrMapping/>
  </p:clrMapOvr>
  <mc:AlternateContent xmlns:mc="http://schemas.openxmlformats.org/markup-compatibility/2006" xmlns:p14="http://schemas.microsoft.com/office/powerpoint/2010/main">
    <mc:Choice Requires="p14">
      <p:transition p14:dur="250">
        <p:fade/>
      </p:transition>
    </mc:Choice>
    <mc:Fallback xmlns:ahyp="http://schemas.microsoft.com/office/drawing/2018/hyperlinkcolor" xmlns:p15="http://schemas.microsoft.com/office/powerpoint/2012/main" xmlns:com="http://schemas.openxmlformats.org/drawingml/2006/compatibility" xmlns:pvml="urn:schemas-microsoft-com:office:powerpoint" xmlns:v="urn:schemas-microsoft-com:vml" xmlns:o="urn:schemas-microsoft-com:office:office" xmlns:dgm="http://schemas.openxmlformats.org/drawingml/2006/diagram" xmlns:c="http://schemas.openxmlformats.org/drawingml/2006/chart" xmlns:mv="urn:schemas-microsoft-com:mac:vml" xmlns="">
      <p:transition>
        <p:fade/>
      </p:transition>
    </mc:Fallback>
  </mc:AlternateContent>
</p:sldLayout>
</file>

<file path=ppt/slideLayouts/slideLayout28.xml><?xml version="1.0" encoding="utf-8"?>
<p:sldLayout xmlns:a="http://schemas.openxmlformats.org/drawingml/2006/main" xmlns:r="http://schemas.openxmlformats.org/officeDocument/2006/relationships" xmlns:p="http://schemas.openxmlformats.org/presentationml/2006/main" matchingName="WHITE 2Col Subhead | Title | Text">
  <p:cSld name="WHITE 2Col Subhead | Title | Text">
    <p:spTree>
      <p:nvGrpSpPr>
        <p:cNvPr id="1" name="Shape 139"/>
        <p:cNvGrpSpPr/>
        <p:nvPr/>
      </p:nvGrpSpPr>
      <p:grpSpPr>
        <a:xfrm>
          <a:off x="0" y="0"/>
          <a:ext cx="0" cy="0"/>
          <a:chOff x="0" y="0"/>
          <a:chExt cx="0" cy="0"/>
        </a:xfrm>
      </p:grpSpPr>
      <p:sp>
        <p:nvSpPr>
          <p:cNvPr id="140" name="Google Shape;140;p30"/>
          <p:cNvSpPr txBox="1">
            <a:spLocks noGrp="1"/>
          </p:cNvSpPr>
          <p:nvPr>
            <p:ph type="title"/>
          </p:nvPr>
        </p:nvSpPr>
        <p:spPr>
          <a:xfrm>
            <a:off x="455618" y="731522"/>
            <a:ext cx="8915492" cy="524543"/>
          </a:xfrm>
          <a:prstGeom prst="rect">
            <a:avLst/>
          </a:prstGeom>
          <a:noFill/>
          <a:ln>
            <a:noFill/>
          </a:ln>
        </p:spPr>
        <p:txBody>
          <a:bodyPr spcFirstLastPara="1" wrap="square" lIns="0" tIns="0" rIns="0" bIns="0" anchor="t" anchorCtr="0">
            <a:noAutofit/>
          </a:bodyPr>
          <a:lstStyle>
            <a:lvl1pPr lvl="0" algn="l">
              <a:lnSpc>
                <a:spcPct val="80000"/>
              </a:lnSpc>
              <a:spcBef>
                <a:spcPts val="0"/>
              </a:spcBef>
              <a:spcAft>
                <a:spcPts val="0"/>
              </a:spcAft>
              <a:buClr>
                <a:schemeClr val="dk1"/>
              </a:buClr>
              <a:buSzPts val="3200"/>
              <a:buFont typeface="Roboto Medium"/>
              <a:buNone/>
              <a:defRPr b="0"/>
            </a:lvl1pPr>
            <a:lvl2pPr lvl="1">
              <a:spcBef>
                <a:spcPts val="0"/>
              </a:spcBef>
              <a:spcAft>
                <a:spcPts val="0"/>
              </a:spcAft>
              <a:buSzPts val="1400"/>
              <a:buNone/>
              <a:defRPr/>
            </a:lvl2pPr>
            <a:lvl3pPr lvl="2">
              <a:spcBef>
                <a:spcPts val="0"/>
              </a:spcBef>
              <a:spcAft>
                <a:spcPts val="0"/>
              </a:spcAft>
              <a:buSzPts val="1400"/>
              <a:buNone/>
              <a:defRPr/>
            </a:lvl3pPr>
            <a:lvl4pPr lvl="3">
              <a:spcBef>
                <a:spcPts val="0"/>
              </a:spcBef>
              <a:spcAft>
                <a:spcPts val="0"/>
              </a:spcAft>
              <a:buSzPts val="1400"/>
              <a:buNone/>
              <a:defRPr/>
            </a:lvl4pPr>
            <a:lvl5pPr lvl="4">
              <a:spcBef>
                <a:spcPts val="0"/>
              </a:spcBef>
              <a:spcAft>
                <a:spcPts val="0"/>
              </a:spcAft>
              <a:buSzPts val="1400"/>
              <a:buNone/>
              <a:defRPr/>
            </a:lvl5pPr>
            <a:lvl6pPr lvl="5">
              <a:spcBef>
                <a:spcPts val="0"/>
              </a:spcBef>
              <a:spcAft>
                <a:spcPts val="0"/>
              </a:spcAft>
              <a:buSzPts val="1400"/>
              <a:buNone/>
              <a:defRPr/>
            </a:lvl6pPr>
            <a:lvl7pPr lvl="6">
              <a:spcBef>
                <a:spcPts val="0"/>
              </a:spcBef>
              <a:spcAft>
                <a:spcPts val="0"/>
              </a:spcAft>
              <a:buSzPts val="1400"/>
              <a:buNone/>
              <a:defRPr/>
            </a:lvl7pPr>
            <a:lvl8pPr lvl="7">
              <a:spcBef>
                <a:spcPts val="0"/>
              </a:spcBef>
              <a:spcAft>
                <a:spcPts val="0"/>
              </a:spcAft>
              <a:buSzPts val="1400"/>
              <a:buNone/>
              <a:defRPr/>
            </a:lvl8pPr>
            <a:lvl9pPr lvl="8">
              <a:spcBef>
                <a:spcPts val="0"/>
              </a:spcBef>
              <a:spcAft>
                <a:spcPts val="0"/>
              </a:spcAft>
              <a:buSzPts val="1400"/>
              <a:buNone/>
              <a:defRPr/>
            </a:lvl9pPr>
          </a:lstStyle>
          <a:p>
            <a:endParaRPr/>
          </a:p>
        </p:txBody>
      </p:sp>
      <p:sp>
        <p:nvSpPr>
          <p:cNvPr id="141" name="Google Shape;141;p30"/>
          <p:cNvSpPr txBox="1">
            <a:spLocks noGrp="1"/>
          </p:cNvSpPr>
          <p:nvPr>
            <p:ph type="body" idx="1"/>
          </p:nvPr>
        </p:nvSpPr>
        <p:spPr>
          <a:xfrm>
            <a:off x="455617" y="2971800"/>
            <a:ext cx="5486456" cy="2971800"/>
          </a:xfrm>
          <a:prstGeom prst="rect">
            <a:avLst/>
          </a:prstGeom>
          <a:noFill/>
          <a:ln>
            <a:noFill/>
          </a:ln>
        </p:spPr>
        <p:txBody>
          <a:bodyPr spcFirstLastPara="1" wrap="square" lIns="0" tIns="0" rIns="0" bIns="0" anchor="t" anchorCtr="0">
            <a:noAutofit/>
          </a:bodyPr>
          <a:lstStyle>
            <a:lvl1pPr marL="457207" lvl="0" indent="-228604" algn="l">
              <a:lnSpc>
                <a:spcPct val="100000"/>
              </a:lnSpc>
              <a:spcBef>
                <a:spcPts val="1800"/>
              </a:spcBef>
              <a:spcAft>
                <a:spcPts val="0"/>
              </a:spcAft>
              <a:buClr>
                <a:schemeClr val="dk1"/>
              </a:buClr>
              <a:buSzPts val="2000"/>
              <a:buFont typeface="Roboto"/>
              <a:buNone/>
              <a:defRPr b="0" i="0">
                <a:latin typeface="Roboto"/>
                <a:ea typeface="Roboto"/>
                <a:cs typeface="Roboto"/>
                <a:sym typeface="Roboto"/>
              </a:defRPr>
            </a:lvl1pPr>
            <a:lvl2pPr marL="914415" lvl="1" indent="-342906" algn="l">
              <a:spcBef>
                <a:spcPts val="600"/>
              </a:spcBef>
              <a:spcAft>
                <a:spcPts val="0"/>
              </a:spcAft>
              <a:buClr>
                <a:schemeClr val="dk1"/>
              </a:buClr>
              <a:buSzPts val="1800"/>
              <a:buChar char="•"/>
              <a:defRPr b="0" i="0">
                <a:latin typeface="Roboto"/>
                <a:ea typeface="Roboto"/>
                <a:cs typeface="Roboto"/>
                <a:sym typeface="Roboto"/>
              </a:defRPr>
            </a:lvl2pPr>
            <a:lvl3pPr marL="1371622" lvl="2" indent="-330205" algn="l">
              <a:spcBef>
                <a:spcPts val="600"/>
              </a:spcBef>
              <a:spcAft>
                <a:spcPts val="0"/>
              </a:spcAft>
              <a:buClr>
                <a:schemeClr val="dk1"/>
              </a:buClr>
              <a:buSzPts val="1600"/>
              <a:buChar char="−"/>
              <a:defRPr b="0" i="0">
                <a:latin typeface="Roboto"/>
                <a:ea typeface="Roboto"/>
                <a:cs typeface="Roboto"/>
                <a:sym typeface="Roboto"/>
              </a:defRPr>
            </a:lvl3pPr>
            <a:lvl4pPr marL="1828831" lvl="3" indent="-317506" algn="l">
              <a:spcBef>
                <a:spcPts val="300"/>
              </a:spcBef>
              <a:spcAft>
                <a:spcPts val="0"/>
              </a:spcAft>
              <a:buClr>
                <a:schemeClr val="dk1"/>
              </a:buClr>
              <a:buSzPts val="1400"/>
              <a:buChar char="•"/>
              <a:defRPr b="0" i="0">
                <a:latin typeface="Roboto"/>
                <a:ea typeface="Roboto"/>
                <a:cs typeface="Roboto"/>
                <a:sym typeface="Roboto"/>
              </a:defRPr>
            </a:lvl4pPr>
            <a:lvl5pPr marL="2286038" lvl="4" indent="-304805" algn="l">
              <a:spcBef>
                <a:spcPts val="300"/>
              </a:spcBef>
              <a:spcAft>
                <a:spcPts val="0"/>
              </a:spcAft>
              <a:buClr>
                <a:schemeClr val="dk1"/>
              </a:buClr>
              <a:buSzPts val="1200"/>
              <a:buChar char="−"/>
              <a:defRPr b="0" i="0">
                <a:latin typeface="Roboto"/>
                <a:ea typeface="Roboto"/>
                <a:cs typeface="Roboto"/>
                <a:sym typeface="Roboto"/>
              </a:defRPr>
            </a:lvl5pPr>
            <a:lvl6pPr marL="2743246" lvl="5" indent="-342906" algn="l">
              <a:spcBef>
                <a:spcPts val="360"/>
              </a:spcBef>
              <a:spcAft>
                <a:spcPts val="0"/>
              </a:spcAft>
              <a:buClr>
                <a:schemeClr val="dk1"/>
              </a:buClr>
              <a:buSzPts val="1800"/>
              <a:buChar char="•"/>
              <a:defRPr/>
            </a:lvl6pPr>
            <a:lvl7pPr marL="3200453" lvl="6" indent="-342906" algn="l">
              <a:spcBef>
                <a:spcPts val="360"/>
              </a:spcBef>
              <a:spcAft>
                <a:spcPts val="0"/>
              </a:spcAft>
              <a:buClr>
                <a:schemeClr val="dk1"/>
              </a:buClr>
              <a:buSzPts val="1800"/>
              <a:buChar char="•"/>
              <a:defRPr/>
            </a:lvl7pPr>
            <a:lvl8pPr marL="3657661" lvl="7" indent="-342906" algn="l">
              <a:spcBef>
                <a:spcPts val="360"/>
              </a:spcBef>
              <a:spcAft>
                <a:spcPts val="0"/>
              </a:spcAft>
              <a:buClr>
                <a:schemeClr val="dk1"/>
              </a:buClr>
              <a:buSzPts val="1800"/>
              <a:buChar char="•"/>
              <a:defRPr/>
            </a:lvl8pPr>
            <a:lvl9pPr marL="4114868" lvl="8" indent="-342906" algn="l">
              <a:spcBef>
                <a:spcPts val="360"/>
              </a:spcBef>
              <a:spcAft>
                <a:spcPts val="0"/>
              </a:spcAft>
              <a:buClr>
                <a:schemeClr val="dk1"/>
              </a:buClr>
              <a:buSzPts val="1800"/>
              <a:buChar char="•"/>
              <a:defRPr/>
            </a:lvl9pPr>
          </a:lstStyle>
          <a:p>
            <a:endParaRPr/>
          </a:p>
        </p:txBody>
      </p:sp>
      <p:sp>
        <p:nvSpPr>
          <p:cNvPr id="142" name="Google Shape;142;p30"/>
          <p:cNvSpPr txBox="1">
            <a:spLocks noGrp="1"/>
          </p:cNvSpPr>
          <p:nvPr>
            <p:ph type="body" idx="2"/>
          </p:nvPr>
        </p:nvSpPr>
        <p:spPr>
          <a:xfrm>
            <a:off x="455618" y="460685"/>
            <a:ext cx="8915492" cy="229235"/>
          </a:xfrm>
          <a:prstGeom prst="rect">
            <a:avLst/>
          </a:prstGeom>
          <a:noFill/>
          <a:ln>
            <a:noFill/>
          </a:ln>
        </p:spPr>
        <p:txBody>
          <a:bodyPr spcFirstLastPara="1" wrap="square" lIns="0" tIns="0" rIns="0" bIns="0" anchor="t" anchorCtr="0">
            <a:noAutofit/>
          </a:bodyPr>
          <a:lstStyle>
            <a:lvl1pPr marL="457207" lvl="0" indent="-228604" algn="l">
              <a:spcBef>
                <a:spcPts val="1800"/>
              </a:spcBef>
              <a:spcAft>
                <a:spcPts val="0"/>
              </a:spcAft>
              <a:buClr>
                <a:schemeClr val="lt2"/>
              </a:buClr>
              <a:buSzPts val="1400"/>
              <a:buFont typeface="Roboto Medium"/>
              <a:buNone/>
              <a:defRPr sz="1400" b="0" i="0">
                <a:solidFill>
                  <a:schemeClr val="lt2"/>
                </a:solidFill>
                <a:latin typeface="Roboto Medium"/>
                <a:ea typeface="Roboto Medium"/>
                <a:cs typeface="Roboto Medium"/>
                <a:sym typeface="Roboto Medium"/>
              </a:defRPr>
            </a:lvl1pPr>
            <a:lvl2pPr marL="914415" lvl="1" indent="-228604" algn="l">
              <a:spcBef>
                <a:spcPts val="600"/>
              </a:spcBef>
              <a:spcAft>
                <a:spcPts val="0"/>
              </a:spcAft>
              <a:buClr>
                <a:schemeClr val="dk1"/>
              </a:buClr>
              <a:buSzPts val="1800"/>
              <a:buNone/>
              <a:defRPr/>
            </a:lvl2pPr>
            <a:lvl3pPr marL="1371622" lvl="2" indent="-342906" algn="l">
              <a:spcBef>
                <a:spcPts val="600"/>
              </a:spcBef>
              <a:spcAft>
                <a:spcPts val="0"/>
              </a:spcAft>
              <a:buClr>
                <a:schemeClr val="dk1"/>
              </a:buClr>
              <a:buSzPts val="1800"/>
              <a:buChar char="−"/>
              <a:defRPr/>
            </a:lvl3pPr>
            <a:lvl4pPr marL="1828831" lvl="3" indent="-342906" algn="l">
              <a:spcBef>
                <a:spcPts val="300"/>
              </a:spcBef>
              <a:spcAft>
                <a:spcPts val="0"/>
              </a:spcAft>
              <a:buClr>
                <a:schemeClr val="dk1"/>
              </a:buClr>
              <a:buSzPts val="1800"/>
              <a:buChar char="•"/>
              <a:defRPr/>
            </a:lvl4pPr>
            <a:lvl5pPr marL="2286038" lvl="4" indent="-342906" algn="l">
              <a:spcBef>
                <a:spcPts val="300"/>
              </a:spcBef>
              <a:spcAft>
                <a:spcPts val="0"/>
              </a:spcAft>
              <a:buClr>
                <a:schemeClr val="dk1"/>
              </a:buClr>
              <a:buSzPts val="1800"/>
              <a:buChar char="−"/>
              <a:defRPr/>
            </a:lvl5pPr>
            <a:lvl6pPr marL="2743246" lvl="5" indent="-342906" algn="l">
              <a:spcBef>
                <a:spcPts val="360"/>
              </a:spcBef>
              <a:spcAft>
                <a:spcPts val="0"/>
              </a:spcAft>
              <a:buClr>
                <a:schemeClr val="dk1"/>
              </a:buClr>
              <a:buSzPts val="1800"/>
              <a:buChar char="•"/>
              <a:defRPr/>
            </a:lvl6pPr>
            <a:lvl7pPr marL="3200453" lvl="6" indent="-342906" algn="l">
              <a:spcBef>
                <a:spcPts val="360"/>
              </a:spcBef>
              <a:spcAft>
                <a:spcPts val="0"/>
              </a:spcAft>
              <a:buClr>
                <a:schemeClr val="dk1"/>
              </a:buClr>
              <a:buSzPts val="1800"/>
              <a:buChar char="•"/>
              <a:defRPr/>
            </a:lvl7pPr>
            <a:lvl8pPr marL="3657661" lvl="7" indent="-342906" algn="l">
              <a:spcBef>
                <a:spcPts val="360"/>
              </a:spcBef>
              <a:spcAft>
                <a:spcPts val="0"/>
              </a:spcAft>
              <a:buClr>
                <a:schemeClr val="dk1"/>
              </a:buClr>
              <a:buSzPts val="1800"/>
              <a:buChar char="•"/>
              <a:defRPr/>
            </a:lvl8pPr>
            <a:lvl9pPr marL="4114868" lvl="8" indent="-342906" algn="l">
              <a:spcBef>
                <a:spcPts val="360"/>
              </a:spcBef>
              <a:spcAft>
                <a:spcPts val="0"/>
              </a:spcAft>
              <a:buClr>
                <a:schemeClr val="dk1"/>
              </a:buClr>
              <a:buSzPts val="1800"/>
              <a:buChar char="•"/>
              <a:defRPr/>
            </a:lvl9pPr>
          </a:lstStyle>
          <a:p>
            <a:endParaRPr/>
          </a:p>
        </p:txBody>
      </p:sp>
      <p:sp>
        <p:nvSpPr>
          <p:cNvPr id="143" name="Google Shape;143;p30"/>
          <p:cNvSpPr txBox="1">
            <a:spLocks noGrp="1"/>
          </p:cNvSpPr>
          <p:nvPr>
            <p:ph type="body" idx="3"/>
          </p:nvPr>
        </p:nvSpPr>
        <p:spPr>
          <a:xfrm>
            <a:off x="7508953" y="6432334"/>
            <a:ext cx="4224381" cy="228601"/>
          </a:xfrm>
          <a:prstGeom prst="rect">
            <a:avLst/>
          </a:prstGeom>
          <a:noFill/>
          <a:ln>
            <a:noFill/>
          </a:ln>
        </p:spPr>
        <p:txBody>
          <a:bodyPr spcFirstLastPara="1" wrap="square" lIns="0" tIns="0" rIns="0" bIns="0" anchor="b" anchorCtr="0">
            <a:noAutofit/>
          </a:bodyPr>
          <a:lstStyle>
            <a:lvl1pPr marL="457207" lvl="0" indent="-228604" algn="r">
              <a:spcBef>
                <a:spcPts val="1800"/>
              </a:spcBef>
              <a:spcAft>
                <a:spcPts val="0"/>
              </a:spcAft>
              <a:buClr>
                <a:schemeClr val="dk1"/>
              </a:buClr>
              <a:buSzPts val="1000"/>
              <a:buFont typeface="Roboto Medium"/>
              <a:buNone/>
              <a:defRPr sz="1000" b="0" i="0">
                <a:solidFill>
                  <a:schemeClr val="dk1"/>
                </a:solidFill>
                <a:latin typeface="Roboto Medium"/>
                <a:ea typeface="Roboto Medium"/>
                <a:cs typeface="Roboto Medium"/>
                <a:sym typeface="Roboto Medium"/>
              </a:defRPr>
            </a:lvl1pPr>
            <a:lvl2pPr marL="914415" lvl="1" indent="-228604" algn="l">
              <a:spcBef>
                <a:spcPts val="600"/>
              </a:spcBef>
              <a:spcAft>
                <a:spcPts val="0"/>
              </a:spcAft>
              <a:buClr>
                <a:schemeClr val="dk1"/>
              </a:buClr>
              <a:buSzPts val="1800"/>
              <a:buNone/>
              <a:defRPr/>
            </a:lvl2pPr>
            <a:lvl3pPr marL="1371622" lvl="2" indent="-342906" algn="l">
              <a:spcBef>
                <a:spcPts val="600"/>
              </a:spcBef>
              <a:spcAft>
                <a:spcPts val="0"/>
              </a:spcAft>
              <a:buClr>
                <a:schemeClr val="dk1"/>
              </a:buClr>
              <a:buSzPts val="1800"/>
              <a:buChar char="−"/>
              <a:defRPr/>
            </a:lvl3pPr>
            <a:lvl4pPr marL="1828831" lvl="3" indent="-342906" algn="l">
              <a:spcBef>
                <a:spcPts val="300"/>
              </a:spcBef>
              <a:spcAft>
                <a:spcPts val="0"/>
              </a:spcAft>
              <a:buClr>
                <a:schemeClr val="dk1"/>
              </a:buClr>
              <a:buSzPts val="1800"/>
              <a:buChar char="•"/>
              <a:defRPr/>
            </a:lvl4pPr>
            <a:lvl5pPr marL="2286038" lvl="4" indent="-342906" algn="l">
              <a:spcBef>
                <a:spcPts val="300"/>
              </a:spcBef>
              <a:spcAft>
                <a:spcPts val="0"/>
              </a:spcAft>
              <a:buClr>
                <a:schemeClr val="dk1"/>
              </a:buClr>
              <a:buSzPts val="1800"/>
              <a:buChar char="−"/>
              <a:defRPr/>
            </a:lvl5pPr>
            <a:lvl6pPr marL="2743246" lvl="5" indent="-342906" algn="l">
              <a:spcBef>
                <a:spcPts val="360"/>
              </a:spcBef>
              <a:spcAft>
                <a:spcPts val="0"/>
              </a:spcAft>
              <a:buClr>
                <a:schemeClr val="dk1"/>
              </a:buClr>
              <a:buSzPts val="1800"/>
              <a:buChar char="•"/>
              <a:defRPr/>
            </a:lvl6pPr>
            <a:lvl7pPr marL="3200453" lvl="6" indent="-342906" algn="l">
              <a:spcBef>
                <a:spcPts val="360"/>
              </a:spcBef>
              <a:spcAft>
                <a:spcPts val="0"/>
              </a:spcAft>
              <a:buClr>
                <a:schemeClr val="dk1"/>
              </a:buClr>
              <a:buSzPts val="1800"/>
              <a:buChar char="•"/>
              <a:defRPr/>
            </a:lvl7pPr>
            <a:lvl8pPr marL="3657661" lvl="7" indent="-342906" algn="l">
              <a:spcBef>
                <a:spcPts val="360"/>
              </a:spcBef>
              <a:spcAft>
                <a:spcPts val="0"/>
              </a:spcAft>
              <a:buClr>
                <a:schemeClr val="dk1"/>
              </a:buClr>
              <a:buSzPts val="1800"/>
              <a:buChar char="•"/>
              <a:defRPr/>
            </a:lvl8pPr>
            <a:lvl9pPr marL="4114868" lvl="8" indent="-342906" algn="l">
              <a:spcBef>
                <a:spcPts val="360"/>
              </a:spcBef>
              <a:spcAft>
                <a:spcPts val="0"/>
              </a:spcAft>
              <a:buClr>
                <a:schemeClr val="dk1"/>
              </a:buClr>
              <a:buSzPts val="1800"/>
              <a:buChar char="•"/>
              <a:defRPr/>
            </a:lvl9pPr>
          </a:lstStyle>
          <a:p>
            <a:endParaRPr/>
          </a:p>
        </p:txBody>
      </p:sp>
      <p:sp>
        <p:nvSpPr>
          <p:cNvPr id="144" name="Google Shape;144;p30"/>
          <p:cNvSpPr txBox="1">
            <a:spLocks noGrp="1"/>
          </p:cNvSpPr>
          <p:nvPr>
            <p:ph type="body" idx="4"/>
          </p:nvPr>
        </p:nvSpPr>
        <p:spPr>
          <a:xfrm>
            <a:off x="6246876" y="2971801"/>
            <a:ext cx="5486456" cy="2971800"/>
          </a:xfrm>
          <a:prstGeom prst="rect">
            <a:avLst/>
          </a:prstGeom>
          <a:noFill/>
          <a:ln>
            <a:noFill/>
          </a:ln>
        </p:spPr>
        <p:txBody>
          <a:bodyPr spcFirstLastPara="1" wrap="square" lIns="0" tIns="0" rIns="0" bIns="0" anchor="t" anchorCtr="0">
            <a:noAutofit/>
          </a:bodyPr>
          <a:lstStyle>
            <a:lvl1pPr marL="457207" lvl="0" indent="-228604" algn="l">
              <a:spcBef>
                <a:spcPts val="1800"/>
              </a:spcBef>
              <a:spcAft>
                <a:spcPts val="0"/>
              </a:spcAft>
              <a:buClr>
                <a:schemeClr val="dk1"/>
              </a:buClr>
              <a:buSzPts val="1800"/>
              <a:buNone/>
              <a:defRPr/>
            </a:lvl1pPr>
            <a:lvl2pPr marL="914415" lvl="1" indent="-342906" algn="l">
              <a:spcBef>
                <a:spcPts val="600"/>
              </a:spcBef>
              <a:spcAft>
                <a:spcPts val="0"/>
              </a:spcAft>
              <a:buClr>
                <a:schemeClr val="dk1"/>
              </a:buClr>
              <a:buSzPts val="1800"/>
              <a:buChar char="•"/>
              <a:defRPr/>
            </a:lvl2pPr>
            <a:lvl3pPr marL="1371622" lvl="2" indent="-342906" algn="l">
              <a:spcBef>
                <a:spcPts val="600"/>
              </a:spcBef>
              <a:spcAft>
                <a:spcPts val="0"/>
              </a:spcAft>
              <a:buClr>
                <a:schemeClr val="dk1"/>
              </a:buClr>
              <a:buSzPts val="1800"/>
              <a:buChar char="−"/>
              <a:defRPr/>
            </a:lvl3pPr>
            <a:lvl4pPr marL="1828831" lvl="3" indent="-342906" algn="l">
              <a:spcBef>
                <a:spcPts val="300"/>
              </a:spcBef>
              <a:spcAft>
                <a:spcPts val="0"/>
              </a:spcAft>
              <a:buClr>
                <a:schemeClr val="dk1"/>
              </a:buClr>
              <a:buSzPts val="1800"/>
              <a:buChar char="•"/>
              <a:defRPr/>
            </a:lvl4pPr>
            <a:lvl5pPr marL="2286038" lvl="4" indent="-342906" algn="l">
              <a:spcBef>
                <a:spcPts val="300"/>
              </a:spcBef>
              <a:spcAft>
                <a:spcPts val="0"/>
              </a:spcAft>
              <a:buClr>
                <a:schemeClr val="dk1"/>
              </a:buClr>
              <a:buSzPts val="1800"/>
              <a:buChar char="−"/>
              <a:defRPr/>
            </a:lvl5pPr>
            <a:lvl6pPr marL="2743246" lvl="5" indent="-342906" algn="l">
              <a:spcBef>
                <a:spcPts val="360"/>
              </a:spcBef>
              <a:spcAft>
                <a:spcPts val="0"/>
              </a:spcAft>
              <a:buClr>
                <a:schemeClr val="dk1"/>
              </a:buClr>
              <a:buSzPts val="1800"/>
              <a:buChar char="•"/>
              <a:defRPr/>
            </a:lvl6pPr>
            <a:lvl7pPr marL="3200453" lvl="6" indent="-342906" algn="l">
              <a:spcBef>
                <a:spcPts val="360"/>
              </a:spcBef>
              <a:spcAft>
                <a:spcPts val="0"/>
              </a:spcAft>
              <a:buClr>
                <a:schemeClr val="dk1"/>
              </a:buClr>
              <a:buSzPts val="1800"/>
              <a:buChar char="•"/>
              <a:defRPr/>
            </a:lvl7pPr>
            <a:lvl8pPr marL="3657661" lvl="7" indent="-342906" algn="l">
              <a:spcBef>
                <a:spcPts val="360"/>
              </a:spcBef>
              <a:spcAft>
                <a:spcPts val="0"/>
              </a:spcAft>
              <a:buClr>
                <a:schemeClr val="dk1"/>
              </a:buClr>
              <a:buSzPts val="1800"/>
              <a:buChar char="•"/>
              <a:defRPr/>
            </a:lvl8pPr>
            <a:lvl9pPr marL="4114868" lvl="8" indent="-342906" algn="l">
              <a:spcBef>
                <a:spcPts val="360"/>
              </a:spcBef>
              <a:spcAft>
                <a:spcPts val="0"/>
              </a:spcAft>
              <a:buClr>
                <a:schemeClr val="dk1"/>
              </a:buClr>
              <a:buSzPts val="1800"/>
              <a:buChar char="•"/>
              <a:defRPr/>
            </a:lvl9pPr>
          </a:lstStyle>
          <a:p>
            <a:endParaRPr/>
          </a:p>
        </p:txBody>
      </p:sp>
      <p:pic>
        <p:nvPicPr>
          <p:cNvPr id="145" name="Google Shape;145;p30" descr="A picture containing drawing&#10;&#10;Description automatically generated"/>
          <p:cNvPicPr preferRelativeResize="0"/>
          <p:nvPr/>
        </p:nvPicPr>
        <p:blipFill rotWithShape="1">
          <a:blip r:embed="rId2">
            <a:alphaModFix/>
          </a:blip>
          <a:srcRect b="31356"/>
          <a:stretch/>
        </p:blipFill>
        <p:spPr>
          <a:xfrm>
            <a:off x="455619" y="6277208"/>
            <a:ext cx="685807" cy="352192"/>
          </a:xfrm>
          <a:prstGeom prst="rect">
            <a:avLst/>
          </a:prstGeom>
          <a:noFill/>
          <a:ln>
            <a:noFill/>
          </a:ln>
        </p:spPr>
      </p:pic>
    </p:spTree>
  </p:cSld>
  <p:clrMapOvr>
    <a:masterClrMapping/>
  </p:clrMapOvr>
  <mc:AlternateContent xmlns:mc="http://schemas.openxmlformats.org/markup-compatibility/2006" xmlns:p14="http://schemas.microsoft.com/office/powerpoint/2010/main">
    <mc:Choice Requires="p14">
      <p:transition p14:dur="250">
        <p:fade/>
      </p:transition>
    </mc:Choice>
    <mc:Fallback xmlns:ahyp="http://schemas.microsoft.com/office/drawing/2018/hyperlinkcolor" xmlns:p15="http://schemas.microsoft.com/office/powerpoint/2012/main" xmlns:com="http://schemas.openxmlformats.org/drawingml/2006/compatibility" xmlns:pvml="urn:schemas-microsoft-com:office:powerpoint" xmlns:v="urn:schemas-microsoft-com:vml" xmlns:o="urn:schemas-microsoft-com:office:office" xmlns:dgm="http://schemas.openxmlformats.org/drawingml/2006/diagram" xmlns:c="http://schemas.openxmlformats.org/drawingml/2006/chart" xmlns:mv="urn:schemas-microsoft-com:mac:vml" xmlns="">
      <p:transition>
        <p:fade/>
      </p:transition>
    </mc:Fallback>
  </mc:AlternateContent>
</p:sldLayout>
</file>

<file path=ppt/slideLayouts/slideLayout29.xml><?xml version="1.0" encoding="utf-8"?>
<p:sldLayout xmlns:a="http://schemas.openxmlformats.org/drawingml/2006/main" xmlns:r="http://schemas.openxmlformats.org/officeDocument/2006/relationships" xmlns:p="http://schemas.openxmlformats.org/presentationml/2006/main" matchingName="WHITE Subhead | Title | Text | Image">
  <p:cSld name="WHITE Subhead | Title | Text | Image">
    <p:spTree>
      <p:nvGrpSpPr>
        <p:cNvPr id="1" name="Shape 146"/>
        <p:cNvGrpSpPr/>
        <p:nvPr/>
      </p:nvGrpSpPr>
      <p:grpSpPr>
        <a:xfrm>
          <a:off x="0" y="0"/>
          <a:ext cx="0" cy="0"/>
          <a:chOff x="0" y="0"/>
          <a:chExt cx="0" cy="0"/>
        </a:xfrm>
      </p:grpSpPr>
      <p:sp>
        <p:nvSpPr>
          <p:cNvPr id="147" name="Google Shape;147;p31"/>
          <p:cNvSpPr txBox="1">
            <a:spLocks noGrp="1"/>
          </p:cNvSpPr>
          <p:nvPr>
            <p:ph type="title"/>
          </p:nvPr>
        </p:nvSpPr>
        <p:spPr>
          <a:xfrm>
            <a:off x="455618" y="731522"/>
            <a:ext cx="8915492" cy="524543"/>
          </a:xfrm>
          <a:prstGeom prst="rect">
            <a:avLst/>
          </a:prstGeom>
          <a:noFill/>
          <a:ln>
            <a:noFill/>
          </a:ln>
        </p:spPr>
        <p:txBody>
          <a:bodyPr spcFirstLastPara="1" wrap="square" lIns="0" tIns="0" rIns="0" bIns="0" anchor="t" anchorCtr="0">
            <a:noAutofit/>
          </a:bodyPr>
          <a:lstStyle>
            <a:lvl1pPr lvl="0" algn="l">
              <a:lnSpc>
                <a:spcPct val="80000"/>
              </a:lnSpc>
              <a:spcBef>
                <a:spcPts val="0"/>
              </a:spcBef>
              <a:spcAft>
                <a:spcPts val="0"/>
              </a:spcAft>
              <a:buClr>
                <a:schemeClr val="dk1"/>
              </a:buClr>
              <a:buSzPts val="3200"/>
              <a:buFont typeface="Roboto Medium"/>
              <a:buNone/>
              <a:defRPr b="0"/>
            </a:lvl1pPr>
            <a:lvl2pPr lvl="1">
              <a:spcBef>
                <a:spcPts val="0"/>
              </a:spcBef>
              <a:spcAft>
                <a:spcPts val="0"/>
              </a:spcAft>
              <a:buSzPts val="1400"/>
              <a:buNone/>
              <a:defRPr/>
            </a:lvl2pPr>
            <a:lvl3pPr lvl="2">
              <a:spcBef>
                <a:spcPts val="0"/>
              </a:spcBef>
              <a:spcAft>
                <a:spcPts val="0"/>
              </a:spcAft>
              <a:buSzPts val="1400"/>
              <a:buNone/>
              <a:defRPr/>
            </a:lvl3pPr>
            <a:lvl4pPr lvl="3">
              <a:spcBef>
                <a:spcPts val="0"/>
              </a:spcBef>
              <a:spcAft>
                <a:spcPts val="0"/>
              </a:spcAft>
              <a:buSzPts val="1400"/>
              <a:buNone/>
              <a:defRPr/>
            </a:lvl4pPr>
            <a:lvl5pPr lvl="4">
              <a:spcBef>
                <a:spcPts val="0"/>
              </a:spcBef>
              <a:spcAft>
                <a:spcPts val="0"/>
              </a:spcAft>
              <a:buSzPts val="1400"/>
              <a:buNone/>
              <a:defRPr/>
            </a:lvl5pPr>
            <a:lvl6pPr lvl="5">
              <a:spcBef>
                <a:spcPts val="0"/>
              </a:spcBef>
              <a:spcAft>
                <a:spcPts val="0"/>
              </a:spcAft>
              <a:buSzPts val="1400"/>
              <a:buNone/>
              <a:defRPr/>
            </a:lvl6pPr>
            <a:lvl7pPr lvl="6">
              <a:spcBef>
                <a:spcPts val="0"/>
              </a:spcBef>
              <a:spcAft>
                <a:spcPts val="0"/>
              </a:spcAft>
              <a:buSzPts val="1400"/>
              <a:buNone/>
              <a:defRPr/>
            </a:lvl7pPr>
            <a:lvl8pPr lvl="7">
              <a:spcBef>
                <a:spcPts val="0"/>
              </a:spcBef>
              <a:spcAft>
                <a:spcPts val="0"/>
              </a:spcAft>
              <a:buSzPts val="1400"/>
              <a:buNone/>
              <a:defRPr/>
            </a:lvl8pPr>
            <a:lvl9pPr lvl="8">
              <a:spcBef>
                <a:spcPts val="0"/>
              </a:spcBef>
              <a:spcAft>
                <a:spcPts val="0"/>
              </a:spcAft>
              <a:buSzPts val="1400"/>
              <a:buNone/>
              <a:defRPr/>
            </a:lvl9pPr>
          </a:lstStyle>
          <a:p>
            <a:endParaRPr/>
          </a:p>
        </p:txBody>
      </p:sp>
      <p:sp>
        <p:nvSpPr>
          <p:cNvPr id="148" name="Google Shape;148;p31"/>
          <p:cNvSpPr txBox="1">
            <a:spLocks noGrp="1"/>
          </p:cNvSpPr>
          <p:nvPr>
            <p:ph type="body" idx="1"/>
          </p:nvPr>
        </p:nvSpPr>
        <p:spPr>
          <a:xfrm>
            <a:off x="455618" y="2971800"/>
            <a:ext cx="5638858" cy="2971800"/>
          </a:xfrm>
          <a:prstGeom prst="rect">
            <a:avLst/>
          </a:prstGeom>
          <a:noFill/>
          <a:ln>
            <a:noFill/>
          </a:ln>
        </p:spPr>
        <p:txBody>
          <a:bodyPr spcFirstLastPara="1" wrap="square" lIns="0" tIns="0" rIns="0" bIns="0" anchor="t" anchorCtr="0">
            <a:noAutofit/>
          </a:bodyPr>
          <a:lstStyle>
            <a:lvl1pPr marL="457207" lvl="0" indent="-228604" algn="l">
              <a:lnSpc>
                <a:spcPct val="100000"/>
              </a:lnSpc>
              <a:spcBef>
                <a:spcPts val="1800"/>
              </a:spcBef>
              <a:spcAft>
                <a:spcPts val="0"/>
              </a:spcAft>
              <a:buClr>
                <a:schemeClr val="dk1"/>
              </a:buClr>
              <a:buSzPts val="2000"/>
              <a:buFont typeface="Roboto"/>
              <a:buNone/>
              <a:defRPr b="0" i="0">
                <a:latin typeface="Roboto"/>
                <a:ea typeface="Roboto"/>
                <a:cs typeface="Roboto"/>
                <a:sym typeface="Roboto"/>
              </a:defRPr>
            </a:lvl1pPr>
            <a:lvl2pPr marL="914415" lvl="1" indent="-342906" algn="l">
              <a:spcBef>
                <a:spcPts val="600"/>
              </a:spcBef>
              <a:spcAft>
                <a:spcPts val="0"/>
              </a:spcAft>
              <a:buClr>
                <a:schemeClr val="dk1"/>
              </a:buClr>
              <a:buSzPts val="1800"/>
              <a:buChar char="•"/>
              <a:defRPr b="0" i="0">
                <a:latin typeface="Roboto"/>
                <a:ea typeface="Roboto"/>
                <a:cs typeface="Roboto"/>
                <a:sym typeface="Roboto"/>
              </a:defRPr>
            </a:lvl2pPr>
            <a:lvl3pPr marL="1371622" lvl="2" indent="-330205" algn="l">
              <a:spcBef>
                <a:spcPts val="600"/>
              </a:spcBef>
              <a:spcAft>
                <a:spcPts val="0"/>
              </a:spcAft>
              <a:buClr>
                <a:schemeClr val="dk1"/>
              </a:buClr>
              <a:buSzPts val="1600"/>
              <a:buChar char="−"/>
              <a:defRPr b="0" i="0">
                <a:latin typeface="Roboto"/>
                <a:ea typeface="Roboto"/>
                <a:cs typeface="Roboto"/>
                <a:sym typeface="Roboto"/>
              </a:defRPr>
            </a:lvl3pPr>
            <a:lvl4pPr marL="1828831" lvl="3" indent="-317506" algn="l">
              <a:lnSpc>
                <a:spcPct val="100000"/>
              </a:lnSpc>
              <a:spcBef>
                <a:spcPts val="300"/>
              </a:spcBef>
              <a:spcAft>
                <a:spcPts val="0"/>
              </a:spcAft>
              <a:buClr>
                <a:schemeClr val="dk1"/>
              </a:buClr>
              <a:buSzPts val="1400"/>
              <a:buChar char="•"/>
              <a:defRPr b="0" i="0">
                <a:latin typeface="Roboto"/>
                <a:ea typeface="Roboto"/>
                <a:cs typeface="Roboto"/>
                <a:sym typeface="Roboto"/>
              </a:defRPr>
            </a:lvl4pPr>
            <a:lvl5pPr marL="2286038" lvl="4" indent="-304805" algn="l">
              <a:spcBef>
                <a:spcPts val="300"/>
              </a:spcBef>
              <a:spcAft>
                <a:spcPts val="0"/>
              </a:spcAft>
              <a:buClr>
                <a:schemeClr val="dk1"/>
              </a:buClr>
              <a:buSzPts val="1200"/>
              <a:buChar char="−"/>
              <a:defRPr b="0" i="0">
                <a:latin typeface="Roboto"/>
                <a:ea typeface="Roboto"/>
                <a:cs typeface="Roboto"/>
                <a:sym typeface="Roboto"/>
              </a:defRPr>
            </a:lvl5pPr>
            <a:lvl6pPr marL="2743246" lvl="5" indent="-342906" algn="l">
              <a:spcBef>
                <a:spcPts val="360"/>
              </a:spcBef>
              <a:spcAft>
                <a:spcPts val="0"/>
              </a:spcAft>
              <a:buClr>
                <a:schemeClr val="dk1"/>
              </a:buClr>
              <a:buSzPts val="1800"/>
              <a:buChar char="•"/>
              <a:defRPr/>
            </a:lvl6pPr>
            <a:lvl7pPr marL="3200453" lvl="6" indent="-342906" algn="l">
              <a:spcBef>
                <a:spcPts val="360"/>
              </a:spcBef>
              <a:spcAft>
                <a:spcPts val="0"/>
              </a:spcAft>
              <a:buClr>
                <a:schemeClr val="dk1"/>
              </a:buClr>
              <a:buSzPts val="1800"/>
              <a:buChar char="•"/>
              <a:defRPr/>
            </a:lvl7pPr>
            <a:lvl8pPr marL="3657661" lvl="7" indent="-342906" algn="l">
              <a:spcBef>
                <a:spcPts val="360"/>
              </a:spcBef>
              <a:spcAft>
                <a:spcPts val="0"/>
              </a:spcAft>
              <a:buClr>
                <a:schemeClr val="dk1"/>
              </a:buClr>
              <a:buSzPts val="1800"/>
              <a:buChar char="•"/>
              <a:defRPr/>
            </a:lvl8pPr>
            <a:lvl9pPr marL="4114868" lvl="8" indent="-342906" algn="l">
              <a:spcBef>
                <a:spcPts val="360"/>
              </a:spcBef>
              <a:spcAft>
                <a:spcPts val="0"/>
              </a:spcAft>
              <a:buClr>
                <a:schemeClr val="dk1"/>
              </a:buClr>
              <a:buSzPts val="1800"/>
              <a:buChar char="•"/>
              <a:defRPr/>
            </a:lvl9pPr>
          </a:lstStyle>
          <a:p>
            <a:endParaRPr/>
          </a:p>
        </p:txBody>
      </p:sp>
      <p:sp>
        <p:nvSpPr>
          <p:cNvPr id="149" name="Google Shape;149;p31"/>
          <p:cNvSpPr>
            <a:spLocks noGrp="1"/>
          </p:cNvSpPr>
          <p:nvPr>
            <p:ph type="pic" idx="2"/>
          </p:nvPr>
        </p:nvSpPr>
        <p:spPr>
          <a:xfrm>
            <a:off x="7389890" y="1371600"/>
            <a:ext cx="4343445" cy="4572000"/>
          </a:xfrm>
          <a:prstGeom prst="rect">
            <a:avLst/>
          </a:prstGeom>
          <a:solidFill>
            <a:srgbClr val="F2F2F2"/>
          </a:solidFill>
          <a:ln>
            <a:noFill/>
          </a:ln>
        </p:spPr>
        <p:txBody>
          <a:bodyPr spcFirstLastPara="1" wrap="square" lIns="0" tIns="0" rIns="0" bIns="0" anchor="ctr" anchorCtr="0">
            <a:noAutofit/>
          </a:bodyPr>
          <a:lstStyle>
            <a:lvl1pPr marR="0" lvl="0" algn="ctr" rtl="0">
              <a:spcBef>
                <a:spcPts val="1800"/>
              </a:spcBef>
              <a:spcAft>
                <a:spcPts val="0"/>
              </a:spcAft>
              <a:buClr>
                <a:srgbClr val="D8D8D8"/>
              </a:buClr>
              <a:buSzPts val="2000"/>
              <a:buFont typeface="Roboto"/>
              <a:buNone/>
              <a:defRPr sz="2000" b="0" i="0" u="none" strike="noStrike" cap="none">
                <a:solidFill>
                  <a:srgbClr val="D8D8D8"/>
                </a:solidFill>
                <a:latin typeface="Roboto"/>
                <a:ea typeface="Roboto"/>
                <a:cs typeface="Roboto"/>
                <a:sym typeface="Roboto"/>
              </a:defRPr>
            </a:lvl1pPr>
            <a:lvl2pPr marR="0" lvl="1" algn="l" rtl="0">
              <a:spcBef>
                <a:spcPts val="600"/>
              </a:spcBef>
              <a:spcAft>
                <a:spcPts val="0"/>
              </a:spcAft>
              <a:buClr>
                <a:schemeClr val="dk1"/>
              </a:buClr>
              <a:buSzPts val="1800"/>
              <a:buFont typeface="Arial"/>
              <a:buChar char="•"/>
              <a:defRPr sz="1800" b="0" i="0" u="none" strike="noStrike" cap="none">
                <a:solidFill>
                  <a:schemeClr val="dk1"/>
                </a:solidFill>
                <a:latin typeface="Roboto"/>
                <a:ea typeface="Roboto"/>
                <a:cs typeface="Roboto"/>
                <a:sym typeface="Roboto"/>
              </a:defRPr>
            </a:lvl2pPr>
            <a:lvl3pPr marR="0" lvl="2" algn="l" rtl="0">
              <a:spcBef>
                <a:spcPts val="600"/>
              </a:spcBef>
              <a:spcAft>
                <a:spcPts val="0"/>
              </a:spcAft>
              <a:buClr>
                <a:schemeClr val="dk1"/>
              </a:buClr>
              <a:buSzPts val="1600"/>
              <a:buFont typeface="Merriweather Sans"/>
              <a:buChar char="−"/>
              <a:defRPr sz="1600" b="0" i="0" u="none" strike="noStrike" cap="none">
                <a:solidFill>
                  <a:schemeClr val="dk1"/>
                </a:solidFill>
                <a:latin typeface="Roboto"/>
                <a:ea typeface="Roboto"/>
                <a:cs typeface="Roboto"/>
                <a:sym typeface="Roboto"/>
              </a:defRPr>
            </a:lvl3pPr>
            <a:lvl4pPr marR="0" lvl="3" algn="l" rtl="0">
              <a:spcBef>
                <a:spcPts val="300"/>
              </a:spcBef>
              <a:spcAft>
                <a:spcPts val="0"/>
              </a:spcAft>
              <a:buClr>
                <a:schemeClr val="dk1"/>
              </a:buClr>
              <a:buSzPts val="1400"/>
              <a:buFont typeface="Arial"/>
              <a:buChar char="•"/>
              <a:defRPr sz="1400" b="0" i="0" u="none" strike="noStrike" cap="none">
                <a:solidFill>
                  <a:schemeClr val="dk1"/>
                </a:solidFill>
                <a:latin typeface="Roboto"/>
                <a:ea typeface="Roboto"/>
                <a:cs typeface="Roboto"/>
                <a:sym typeface="Roboto"/>
              </a:defRPr>
            </a:lvl4pPr>
            <a:lvl5pPr marR="0" lvl="4" algn="l" rtl="0">
              <a:spcBef>
                <a:spcPts val="300"/>
              </a:spcBef>
              <a:spcAft>
                <a:spcPts val="0"/>
              </a:spcAft>
              <a:buClr>
                <a:schemeClr val="dk1"/>
              </a:buClr>
              <a:buSzPts val="1200"/>
              <a:buFont typeface="Merriweather Sans"/>
              <a:buChar char="−"/>
              <a:defRPr sz="1200" b="0" i="0" u="none" strike="noStrike" cap="none">
                <a:solidFill>
                  <a:schemeClr val="dk1"/>
                </a:solidFill>
                <a:latin typeface="Roboto"/>
                <a:ea typeface="Roboto"/>
                <a:cs typeface="Roboto"/>
                <a:sym typeface="Roboto"/>
              </a:defRPr>
            </a:lvl5pPr>
            <a:lvl6pPr marR="0" lvl="5" algn="l" rtl="0">
              <a:spcBef>
                <a:spcPts val="533"/>
              </a:spcBef>
              <a:spcAft>
                <a:spcPts val="0"/>
              </a:spcAft>
              <a:buClr>
                <a:schemeClr val="dk1"/>
              </a:buClr>
              <a:buSzPts val="2666"/>
              <a:buFont typeface="Arial"/>
              <a:buChar char="•"/>
              <a:defRPr sz="2666" b="0" i="0" u="none" strike="noStrike" cap="none">
                <a:solidFill>
                  <a:schemeClr val="dk1"/>
                </a:solidFill>
                <a:latin typeface="Poppins Medium"/>
                <a:ea typeface="Poppins Medium"/>
                <a:cs typeface="Poppins Medium"/>
                <a:sym typeface="Poppins Medium"/>
              </a:defRPr>
            </a:lvl6pPr>
            <a:lvl7pPr marR="0" lvl="6" algn="l" rtl="0">
              <a:spcBef>
                <a:spcPts val="533"/>
              </a:spcBef>
              <a:spcAft>
                <a:spcPts val="0"/>
              </a:spcAft>
              <a:buClr>
                <a:schemeClr val="dk1"/>
              </a:buClr>
              <a:buSzPts val="2666"/>
              <a:buFont typeface="Arial"/>
              <a:buChar char="•"/>
              <a:defRPr sz="2666" b="0" i="0" u="none" strike="noStrike" cap="none">
                <a:solidFill>
                  <a:schemeClr val="dk1"/>
                </a:solidFill>
                <a:latin typeface="Poppins Medium"/>
                <a:ea typeface="Poppins Medium"/>
                <a:cs typeface="Poppins Medium"/>
                <a:sym typeface="Poppins Medium"/>
              </a:defRPr>
            </a:lvl7pPr>
            <a:lvl8pPr marR="0" lvl="7" algn="l" rtl="0">
              <a:spcBef>
                <a:spcPts val="533"/>
              </a:spcBef>
              <a:spcAft>
                <a:spcPts val="0"/>
              </a:spcAft>
              <a:buClr>
                <a:schemeClr val="dk1"/>
              </a:buClr>
              <a:buSzPts val="2666"/>
              <a:buFont typeface="Arial"/>
              <a:buChar char="•"/>
              <a:defRPr sz="2666" b="0" i="0" u="none" strike="noStrike" cap="none">
                <a:solidFill>
                  <a:schemeClr val="dk1"/>
                </a:solidFill>
                <a:latin typeface="Poppins Medium"/>
                <a:ea typeface="Poppins Medium"/>
                <a:cs typeface="Poppins Medium"/>
                <a:sym typeface="Poppins Medium"/>
              </a:defRPr>
            </a:lvl8pPr>
            <a:lvl9pPr marR="0" lvl="8" algn="l" rtl="0">
              <a:spcBef>
                <a:spcPts val="533"/>
              </a:spcBef>
              <a:spcAft>
                <a:spcPts val="0"/>
              </a:spcAft>
              <a:buClr>
                <a:schemeClr val="dk1"/>
              </a:buClr>
              <a:buSzPts val="2666"/>
              <a:buFont typeface="Arial"/>
              <a:buChar char="•"/>
              <a:defRPr sz="2666" b="0" i="0" u="none" strike="noStrike" cap="none">
                <a:solidFill>
                  <a:schemeClr val="dk1"/>
                </a:solidFill>
                <a:latin typeface="Poppins Medium"/>
                <a:ea typeface="Poppins Medium"/>
                <a:cs typeface="Poppins Medium"/>
                <a:sym typeface="Poppins Medium"/>
              </a:defRPr>
            </a:lvl9pPr>
          </a:lstStyle>
          <a:p>
            <a:endParaRPr/>
          </a:p>
        </p:txBody>
      </p:sp>
      <p:sp>
        <p:nvSpPr>
          <p:cNvPr id="150" name="Google Shape;150;p31"/>
          <p:cNvSpPr txBox="1">
            <a:spLocks noGrp="1"/>
          </p:cNvSpPr>
          <p:nvPr>
            <p:ph type="body" idx="3"/>
          </p:nvPr>
        </p:nvSpPr>
        <p:spPr>
          <a:xfrm>
            <a:off x="455618" y="460685"/>
            <a:ext cx="8915492" cy="229235"/>
          </a:xfrm>
          <a:prstGeom prst="rect">
            <a:avLst/>
          </a:prstGeom>
          <a:noFill/>
          <a:ln>
            <a:noFill/>
          </a:ln>
        </p:spPr>
        <p:txBody>
          <a:bodyPr spcFirstLastPara="1" wrap="square" lIns="0" tIns="0" rIns="0" bIns="0" anchor="t" anchorCtr="0">
            <a:noAutofit/>
          </a:bodyPr>
          <a:lstStyle>
            <a:lvl1pPr marL="457207" lvl="0" indent="-228604" algn="l">
              <a:spcBef>
                <a:spcPts val="1800"/>
              </a:spcBef>
              <a:spcAft>
                <a:spcPts val="0"/>
              </a:spcAft>
              <a:buClr>
                <a:schemeClr val="lt2"/>
              </a:buClr>
              <a:buSzPts val="1400"/>
              <a:buFont typeface="Roboto Medium"/>
              <a:buNone/>
              <a:defRPr sz="1400" b="0" i="0">
                <a:solidFill>
                  <a:schemeClr val="lt2"/>
                </a:solidFill>
                <a:latin typeface="Roboto Medium"/>
                <a:ea typeface="Roboto Medium"/>
                <a:cs typeface="Roboto Medium"/>
                <a:sym typeface="Roboto Medium"/>
              </a:defRPr>
            </a:lvl1pPr>
            <a:lvl2pPr marL="914415" lvl="1" indent="-228604" algn="l">
              <a:spcBef>
                <a:spcPts val="600"/>
              </a:spcBef>
              <a:spcAft>
                <a:spcPts val="0"/>
              </a:spcAft>
              <a:buClr>
                <a:schemeClr val="dk1"/>
              </a:buClr>
              <a:buSzPts val="1800"/>
              <a:buNone/>
              <a:defRPr/>
            </a:lvl2pPr>
            <a:lvl3pPr marL="1371622" lvl="2" indent="-342906" algn="l">
              <a:spcBef>
                <a:spcPts val="600"/>
              </a:spcBef>
              <a:spcAft>
                <a:spcPts val="0"/>
              </a:spcAft>
              <a:buClr>
                <a:schemeClr val="dk1"/>
              </a:buClr>
              <a:buSzPts val="1800"/>
              <a:buChar char="−"/>
              <a:defRPr/>
            </a:lvl3pPr>
            <a:lvl4pPr marL="1828831" lvl="3" indent="-342906" algn="l">
              <a:spcBef>
                <a:spcPts val="300"/>
              </a:spcBef>
              <a:spcAft>
                <a:spcPts val="0"/>
              </a:spcAft>
              <a:buClr>
                <a:schemeClr val="dk1"/>
              </a:buClr>
              <a:buSzPts val="1800"/>
              <a:buChar char="•"/>
              <a:defRPr/>
            </a:lvl4pPr>
            <a:lvl5pPr marL="2286038" lvl="4" indent="-342906" algn="l">
              <a:spcBef>
                <a:spcPts val="300"/>
              </a:spcBef>
              <a:spcAft>
                <a:spcPts val="0"/>
              </a:spcAft>
              <a:buClr>
                <a:schemeClr val="dk1"/>
              </a:buClr>
              <a:buSzPts val="1800"/>
              <a:buChar char="−"/>
              <a:defRPr/>
            </a:lvl5pPr>
            <a:lvl6pPr marL="2743246" lvl="5" indent="-342906" algn="l">
              <a:spcBef>
                <a:spcPts val="360"/>
              </a:spcBef>
              <a:spcAft>
                <a:spcPts val="0"/>
              </a:spcAft>
              <a:buClr>
                <a:schemeClr val="dk1"/>
              </a:buClr>
              <a:buSzPts val="1800"/>
              <a:buChar char="•"/>
              <a:defRPr/>
            </a:lvl6pPr>
            <a:lvl7pPr marL="3200453" lvl="6" indent="-342906" algn="l">
              <a:spcBef>
                <a:spcPts val="360"/>
              </a:spcBef>
              <a:spcAft>
                <a:spcPts val="0"/>
              </a:spcAft>
              <a:buClr>
                <a:schemeClr val="dk1"/>
              </a:buClr>
              <a:buSzPts val="1800"/>
              <a:buChar char="•"/>
              <a:defRPr/>
            </a:lvl7pPr>
            <a:lvl8pPr marL="3657661" lvl="7" indent="-342906" algn="l">
              <a:spcBef>
                <a:spcPts val="360"/>
              </a:spcBef>
              <a:spcAft>
                <a:spcPts val="0"/>
              </a:spcAft>
              <a:buClr>
                <a:schemeClr val="dk1"/>
              </a:buClr>
              <a:buSzPts val="1800"/>
              <a:buChar char="•"/>
              <a:defRPr/>
            </a:lvl8pPr>
            <a:lvl9pPr marL="4114868" lvl="8" indent="-342906" algn="l">
              <a:spcBef>
                <a:spcPts val="360"/>
              </a:spcBef>
              <a:spcAft>
                <a:spcPts val="0"/>
              </a:spcAft>
              <a:buClr>
                <a:schemeClr val="dk1"/>
              </a:buClr>
              <a:buSzPts val="1800"/>
              <a:buChar char="•"/>
              <a:defRPr/>
            </a:lvl9pPr>
          </a:lstStyle>
          <a:p>
            <a:endParaRPr/>
          </a:p>
        </p:txBody>
      </p:sp>
      <p:sp>
        <p:nvSpPr>
          <p:cNvPr id="151" name="Google Shape;151;p31"/>
          <p:cNvSpPr txBox="1">
            <a:spLocks noGrp="1"/>
          </p:cNvSpPr>
          <p:nvPr>
            <p:ph type="body" idx="4"/>
          </p:nvPr>
        </p:nvSpPr>
        <p:spPr>
          <a:xfrm>
            <a:off x="7508953" y="6432334"/>
            <a:ext cx="4224381" cy="228601"/>
          </a:xfrm>
          <a:prstGeom prst="rect">
            <a:avLst/>
          </a:prstGeom>
          <a:noFill/>
          <a:ln>
            <a:noFill/>
          </a:ln>
        </p:spPr>
        <p:txBody>
          <a:bodyPr spcFirstLastPara="1" wrap="square" lIns="0" tIns="0" rIns="0" bIns="0" anchor="b" anchorCtr="0">
            <a:noAutofit/>
          </a:bodyPr>
          <a:lstStyle>
            <a:lvl1pPr marL="457207" lvl="0" indent="-228604" algn="r">
              <a:spcBef>
                <a:spcPts val="1800"/>
              </a:spcBef>
              <a:spcAft>
                <a:spcPts val="0"/>
              </a:spcAft>
              <a:buClr>
                <a:schemeClr val="dk1"/>
              </a:buClr>
              <a:buSzPts val="1000"/>
              <a:buFont typeface="Roboto Medium"/>
              <a:buNone/>
              <a:defRPr sz="1000" b="0" i="0">
                <a:solidFill>
                  <a:schemeClr val="dk1"/>
                </a:solidFill>
                <a:latin typeface="Roboto Medium"/>
                <a:ea typeface="Roboto Medium"/>
                <a:cs typeface="Roboto Medium"/>
                <a:sym typeface="Roboto Medium"/>
              </a:defRPr>
            </a:lvl1pPr>
            <a:lvl2pPr marL="914415" lvl="1" indent="-228604" algn="l">
              <a:spcBef>
                <a:spcPts val="600"/>
              </a:spcBef>
              <a:spcAft>
                <a:spcPts val="0"/>
              </a:spcAft>
              <a:buClr>
                <a:schemeClr val="dk1"/>
              </a:buClr>
              <a:buSzPts val="1800"/>
              <a:buNone/>
              <a:defRPr/>
            </a:lvl2pPr>
            <a:lvl3pPr marL="1371622" lvl="2" indent="-342906" algn="l">
              <a:spcBef>
                <a:spcPts val="600"/>
              </a:spcBef>
              <a:spcAft>
                <a:spcPts val="0"/>
              </a:spcAft>
              <a:buClr>
                <a:schemeClr val="dk1"/>
              </a:buClr>
              <a:buSzPts val="1800"/>
              <a:buChar char="−"/>
              <a:defRPr/>
            </a:lvl3pPr>
            <a:lvl4pPr marL="1828831" lvl="3" indent="-342906" algn="l">
              <a:spcBef>
                <a:spcPts val="300"/>
              </a:spcBef>
              <a:spcAft>
                <a:spcPts val="0"/>
              </a:spcAft>
              <a:buClr>
                <a:schemeClr val="dk1"/>
              </a:buClr>
              <a:buSzPts val="1800"/>
              <a:buChar char="•"/>
              <a:defRPr/>
            </a:lvl4pPr>
            <a:lvl5pPr marL="2286038" lvl="4" indent="-342906" algn="l">
              <a:spcBef>
                <a:spcPts val="300"/>
              </a:spcBef>
              <a:spcAft>
                <a:spcPts val="0"/>
              </a:spcAft>
              <a:buClr>
                <a:schemeClr val="dk1"/>
              </a:buClr>
              <a:buSzPts val="1800"/>
              <a:buChar char="−"/>
              <a:defRPr/>
            </a:lvl5pPr>
            <a:lvl6pPr marL="2743246" lvl="5" indent="-342906" algn="l">
              <a:spcBef>
                <a:spcPts val="360"/>
              </a:spcBef>
              <a:spcAft>
                <a:spcPts val="0"/>
              </a:spcAft>
              <a:buClr>
                <a:schemeClr val="dk1"/>
              </a:buClr>
              <a:buSzPts val="1800"/>
              <a:buChar char="•"/>
              <a:defRPr/>
            </a:lvl6pPr>
            <a:lvl7pPr marL="3200453" lvl="6" indent="-342906" algn="l">
              <a:spcBef>
                <a:spcPts val="360"/>
              </a:spcBef>
              <a:spcAft>
                <a:spcPts val="0"/>
              </a:spcAft>
              <a:buClr>
                <a:schemeClr val="dk1"/>
              </a:buClr>
              <a:buSzPts val="1800"/>
              <a:buChar char="•"/>
              <a:defRPr/>
            </a:lvl7pPr>
            <a:lvl8pPr marL="3657661" lvl="7" indent="-342906" algn="l">
              <a:spcBef>
                <a:spcPts val="360"/>
              </a:spcBef>
              <a:spcAft>
                <a:spcPts val="0"/>
              </a:spcAft>
              <a:buClr>
                <a:schemeClr val="dk1"/>
              </a:buClr>
              <a:buSzPts val="1800"/>
              <a:buChar char="•"/>
              <a:defRPr/>
            </a:lvl8pPr>
            <a:lvl9pPr marL="4114868" lvl="8" indent="-342906" algn="l">
              <a:spcBef>
                <a:spcPts val="360"/>
              </a:spcBef>
              <a:spcAft>
                <a:spcPts val="0"/>
              </a:spcAft>
              <a:buClr>
                <a:schemeClr val="dk1"/>
              </a:buClr>
              <a:buSzPts val="1800"/>
              <a:buChar char="•"/>
              <a:defRPr/>
            </a:lvl9pPr>
          </a:lstStyle>
          <a:p>
            <a:endParaRPr/>
          </a:p>
        </p:txBody>
      </p:sp>
      <p:pic>
        <p:nvPicPr>
          <p:cNvPr id="152" name="Google Shape;152;p31" descr="A picture containing drawing&#10;&#10;Description automatically generated"/>
          <p:cNvPicPr preferRelativeResize="0"/>
          <p:nvPr/>
        </p:nvPicPr>
        <p:blipFill rotWithShape="1">
          <a:blip r:embed="rId2">
            <a:alphaModFix/>
          </a:blip>
          <a:srcRect b="31356"/>
          <a:stretch/>
        </p:blipFill>
        <p:spPr>
          <a:xfrm>
            <a:off x="455619" y="6277208"/>
            <a:ext cx="685807" cy="352192"/>
          </a:xfrm>
          <a:prstGeom prst="rect">
            <a:avLst/>
          </a:prstGeom>
          <a:noFill/>
          <a:ln>
            <a:noFill/>
          </a:ln>
        </p:spPr>
      </p:pic>
    </p:spTree>
  </p:cSld>
  <p:clrMapOvr>
    <a:masterClrMapping/>
  </p:clrMapOvr>
  <mc:AlternateContent xmlns:mc="http://schemas.openxmlformats.org/markup-compatibility/2006" xmlns:p14="http://schemas.microsoft.com/office/powerpoint/2010/main">
    <mc:Choice Requires="p14">
      <p:transition p14:dur="250">
        <p:fade/>
      </p:transition>
    </mc:Choice>
    <mc:Fallback xmlns:ahyp="http://schemas.microsoft.com/office/drawing/2018/hyperlinkcolor" xmlns:p15="http://schemas.microsoft.com/office/powerpoint/2012/main" xmlns:com="http://schemas.openxmlformats.org/drawingml/2006/compatibility" xmlns:pvml="urn:schemas-microsoft-com:office:powerpoint" xmlns:v="urn:schemas-microsoft-com:vml" xmlns:o="urn:schemas-microsoft-com:office:office" xmlns:dgm="http://schemas.openxmlformats.org/drawingml/2006/diagram" xmlns:c="http://schemas.openxmlformats.org/drawingml/2006/chart" xmlns:mv="urn:schemas-microsoft-com:mac:vml" xmlns="">
      <p:transition>
        <p:fade/>
      </p:transition>
    </mc:Fallback>
  </mc:AlternateContent>
</p:sldLayout>
</file>

<file path=ppt/slideLayouts/slideLayout30.xml><?xml version="1.0" encoding="utf-8"?>
<p:sldLayout xmlns:a="http://schemas.openxmlformats.org/drawingml/2006/main" xmlns:r="http://schemas.openxmlformats.org/officeDocument/2006/relationships" xmlns:p="http://schemas.openxmlformats.org/presentationml/2006/main" matchingName="WHITE Subhead | Title | Text | HP Image">
  <p:cSld name="WHITE Subhead | Title | Text | HP Image">
    <p:spTree>
      <p:nvGrpSpPr>
        <p:cNvPr id="1" name="Shape 153"/>
        <p:cNvGrpSpPr/>
        <p:nvPr/>
      </p:nvGrpSpPr>
      <p:grpSpPr>
        <a:xfrm>
          <a:off x="0" y="0"/>
          <a:ext cx="0" cy="0"/>
          <a:chOff x="0" y="0"/>
          <a:chExt cx="0" cy="0"/>
        </a:xfrm>
      </p:grpSpPr>
      <p:sp>
        <p:nvSpPr>
          <p:cNvPr id="154" name="Google Shape;154;p32"/>
          <p:cNvSpPr>
            <a:spLocks noGrp="1"/>
          </p:cNvSpPr>
          <p:nvPr>
            <p:ph type="pic" idx="2"/>
          </p:nvPr>
        </p:nvSpPr>
        <p:spPr>
          <a:xfrm>
            <a:off x="6094473" y="0"/>
            <a:ext cx="6094476" cy="6858000"/>
          </a:xfrm>
          <a:prstGeom prst="rect">
            <a:avLst/>
          </a:prstGeom>
          <a:solidFill>
            <a:srgbClr val="F2F2F2"/>
          </a:solidFill>
          <a:ln>
            <a:noFill/>
          </a:ln>
        </p:spPr>
        <p:txBody>
          <a:bodyPr spcFirstLastPara="1" wrap="square" lIns="0" tIns="0" rIns="0" bIns="0" anchor="ctr" anchorCtr="0">
            <a:noAutofit/>
          </a:bodyPr>
          <a:lstStyle>
            <a:lvl1pPr marR="0" lvl="0" algn="ctr" rtl="0">
              <a:spcBef>
                <a:spcPts val="1800"/>
              </a:spcBef>
              <a:spcAft>
                <a:spcPts val="0"/>
              </a:spcAft>
              <a:buClr>
                <a:srgbClr val="D8D8D8"/>
              </a:buClr>
              <a:buSzPts val="2000"/>
              <a:buFont typeface="Roboto"/>
              <a:buNone/>
              <a:defRPr sz="2000" b="0" i="0" u="none" strike="noStrike" cap="none">
                <a:solidFill>
                  <a:srgbClr val="D8D8D8"/>
                </a:solidFill>
                <a:latin typeface="Roboto"/>
                <a:ea typeface="Roboto"/>
                <a:cs typeface="Roboto"/>
                <a:sym typeface="Roboto"/>
              </a:defRPr>
            </a:lvl1pPr>
            <a:lvl2pPr marR="0" lvl="1" algn="l" rtl="0">
              <a:spcBef>
                <a:spcPts val="600"/>
              </a:spcBef>
              <a:spcAft>
                <a:spcPts val="0"/>
              </a:spcAft>
              <a:buClr>
                <a:schemeClr val="dk1"/>
              </a:buClr>
              <a:buSzPts val="1800"/>
              <a:buFont typeface="Arial"/>
              <a:buChar char="•"/>
              <a:defRPr sz="1800" b="0" i="0" u="none" strike="noStrike" cap="none">
                <a:solidFill>
                  <a:schemeClr val="dk1"/>
                </a:solidFill>
                <a:latin typeface="Roboto"/>
                <a:ea typeface="Roboto"/>
                <a:cs typeface="Roboto"/>
                <a:sym typeface="Roboto"/>
              </a:defRPr>
            </a:lvl2pPr>
            <a:lvl3pPr marR="0" lvl="2" algn="l" rtl="0">
              <a:spcBef>
                <a:spcPts val="600"/>
              </a:spcBef>
              <a:spcAft>
                <a:spcPts val="0"/>
              </a:spcAft>
              <a:buClr>
                <a:schemeClr val="dk1"/>
              </a:buClr>
              <a:buSzPts val="1600"/>
              <a:buFont typeface="Merriweather Sans"/>
              <a:buChar char="−"/>
              <a:defRPr sz="1600" b="0" i="0" u="none" strike="noStrike" cap="none">
                <a:solidFill>
                  <a:schemeClr val="dk1"/>
                </a:solidFill>
                <a:latin typeface="Roboto"/>
                <a:ea typeface="Roboto"/>
                <a:cs typeface="Roboto"/>
                <a:sym typeface="Roboto"/>
              </a:defRPr>
            </a:lvl3pPr>
            <a:lvl4pPr marR="0" lvl="3" algn="l" rtl="0">
              <a:spcBef>
                <a:spcPts val="300"/>
              </a:spcBef>
              <a:spcAft>
                <a:spcPts val="0"/>
              </a:spcAft>
              <a:buClr>
                <a:schemeClr val="dk1"/>
              </a:buClr>
              <a:buSzPts val="1400"/>
              <a:buFont typeface="Arial"/>
              <a:buChar char="•"/>
              <a:defRPr sz="1400" b="0" i="0" u="none" strike="noStrike" cap="none">
                <a:solidFill>
                  <a:schemeClr val="dk1"/>
                </a:solidFill>
                <a:latin typeface="Roboto"/>
                <a:ea typeface="Roboto"/>
                <a:cs typeface="Roboto"/>
                <a:sym typeface="Roboto"/>
              </a:defRPr>
            </a:lvl4pPr>
            <a:lvl5pPr marR="0" lvl="4" algn="l" rtl="0">
              <a:spcBef>
                <a:spcPts val="300"/>
              </a:spcBef>
              <a:spcAft>
                <a:spcPts val="0"/>
              </a:spcAft>
              <a:buClr>
                <a:schemeClr val="dk1"/>
              </a:buClr>
              <a:buSzPts val="1200"/>
              <a:buFont typeface="Merriweather Sans"/>
              <a:buChar char="−"/>
              <a:defRPr sz="1200" b="0" i="0" u="none" strike="noStrike" cap="none">
                <a:solidFill>
                  <a:schemeClr val="dk1"/>
                </a:solidFill>
                <a:latin typeface="Roboto"/>
                <a:ea typeface="Roboto"/>
                <a:cs typeface="Roboto"/>
                <a:sym typeface="Roboto"/>
              </a:defRPr>
            </a:lvl5pPr>
            <a:lvl6pPr marR="0" lvl="5" algn="l" rtl="0">
              <a:spcBef>
                <a:spcPts val="533"/>
              </a:spcBef>
              <a:spcAft>
                <a:spcPts val="0"/>
              </a:spcAft>
              <a:buClr>
                <a:schemeClr val="dk1"/>
              </a:buClr>
              <a:buSzPts val="2666"/>
              <a:buFont typeface="Arial"/>
              <a:buChar char="•"/>
              <a:defRPr sz="2666" b="0" i="0" u="none" strike="noStrike" cap="none">
                <a:solidFill>
                  <a:schemeClr val="dk1"/>
                </a:solidFill>
                <a:latin typeface="Poppins Medium"/>
                <a:ea typeface="Poppins Medium"/>
                <a:cs typeface="Poppins Medium"/>
                <a:sym typeface="Poppins Medium"/>
              </a:defRPr>
            </a:lvl6pPr>
            <a:lvl7pPr marR="0" lvl="6" algn="l" rtl="0">
              <a:spcBef>
                <a:spcPts val="533"/>
              </a:spcBef>
              <a:spcAft>
                <a:spcPts val="0"/>
              </a:spcAft>
              <a:buClr>
                <a:schemeClr val="dk1"/>
              </a:buClr>
              <a:buSzPts val="2666"/>
              <a:buFont typeface="Arial"/>
              <a:buChar char="•"/>
              <a:defRPr sz="2666" b="0" i="0" u="none" strike="noStrike" cap="none">
                <a:solidFill>
                  <a:schemeClr val="dk1"/>
                </a:solidFill>
                <a:latin typeface="Poppins Medium"/>
                <a:ea typeface="Poppins Medium"/>
                <a:cs typeface="Poppins Medium"/>
                <a:sym typeface="Poppins Medium"/>
              </a:defRPr>
            </a:lvl7pPr>
            <a:lvl8pPr marR="0" lvl="7" algn="l" rtl="0">
              <a:spcBef>
                <a:spcPts val="533"/>
              </a:spcBef>
              <a:spcAft>
                <a:spcPts val="0"/>
              </a:spcAft>
              <a:buClr>
                <a:schemeClr val="dk1"/>
              </a:buClr>
              <a:buSzPts val="2666"/>
              <a:buFont typeface="Arial"/>
              <a:buChar char="•"/>
              <a:defRPr sz="2666" b="0" i="0" u="none" strike="noStrike" cap="none">
                <a:solidFill>
                  <a:schemeClr val="dk1"/>
                </a:solidFill>
                <a:latin typeface="Poppins Medium"/>
                <a:ea typeface="Poppins Medium"/>
                <a:cs typeface="Poppins Medium"/>
                <a:sym typeface="Poppins Medium"/>
              </a:defRPr>
            </a:lvl8pPr>
            <a:lvl9pPr marR="0" lvl="8" algn="l" rtl="0">
              <a:spcBef>
                <a:spcPts val="533"/>
              </a:spcBef>
              <a:spcAft>
                <a:spcPts val="0"/>
              </a:spcAft>
              <a:buClr>
                <a:schemeClr val="dk1"/>
              </a:buClr>
              <a:buSzPts val="2666"/>
              <a:buFont typeface="Arial"/>
              <a:buChar char="•"/>
              <a:defRPr sz="2666" b="0" i="0" u="none" strike="noStrike" cap="none">
                <a:solidFill>
                  <a:schemeClr val="dk1"/>
                </a:solidFill>
                <a:latin typeface="Poppins Medium"/>
                <a:ea typeface="Poppins Medium"/>
                <a:cs typeface="Poppins Medium"/>
                <a:sym typeface="Poppins Medium"/>
              </a:defRPr>
            </a:lvl9pPr>
          </a:lstStyle>
          <a:p>
            <a:endParaRPr/>
          </a:p>
        </p:txBody>
      </p:sp>
      <p:sp>
        <p:nvSpPr>
          <p:cNvPr id="155" name="Google Shape;155;p32"/>
          <p:cNvSpPr txBox="1">
            <a:spLocks noGrp="1"/>
          </p:cNvSpPr>
          <p:nvPr>
            <p:ph type="title"/>
          </p:nvPr>
        </p:nvSpPr>
        <p:spPr>
          <a:xfrm>
            <a:off x="455618" y="731522"/>
            <a:ext cx="5029251" cy="524543"/>
          </a:xfrm>
          <a:prstGeom prst="rect">
            <a:avLst/>
          </a:prstGeom>
          <a:noFill/>
          <a:ln>
            <a:noFill/>
          </a:ln>
        </p:spPr>
        <p:txBody>
          <a:bodyPr spcFirstLastPara="1" wrap="square" lIns="0" tIns="0" rIns="0" bIns="0" anchor="t" anchorCtr="0">
            <a:noAutofit/>
          </a:bodyPr>
          <a:lstStyle>
            <a:lvl1pPr lvl="0" algn="l">
              <a:lnSpc>
                <a:spcPct val="80000"/>
              </a:lnSpc>
              <a:spcBef>
                <a:spcPts val="0"/>
              </a:spcBef>
              <a:spcAft>
                <a:spcPts val="0"/>
              </a:spcAft>
              <a:buClr>
                <a:schemeClr val="dk1"/>
              </a:buClr>
              <a:buSzPts val="3200"/>
              <a:buFont typeface="Roboto Medium"/>
              <a:buNone/>
              <a:defRPr b="0"/>
            </a:lvl1pPr>
            <a:lvl2pPr lvl="1">
              <a:spcBef>
                <a:spcPts val="0"/>
              </a:spcBef>
              <a:spcAft>
                <a:spcPts val="0"/>
              </a:spcAft>
              <a:buSzPts val="1400"/>
              <a:buNone/>
              <a:defRPr/>
            </a:lvl2pPr>
            <a:lvl3pPr lvl="2">
              <a:spcBef>
                <a:spcPts val="0"/>
              </a:spcBef>
              <a:spcAft>
                <a:spcPts val="0"/>
              </a:spcAft>
              <a:buSzPts val="1400"/>
              <a:buNone/>
              <a:defRPr/>
            </a:lvl3pPr>
            <a:lvl4pPr lvl="3">
              <a:spcBef>
                <a:spcPts val="0"/>
              </a:spcBef>
              <a:spcAft>
                <a:spcPts val="0"/>
              </a:spcAft>
              <a:buSzPts val="1400"/>
              <a:buNone/>
              <a:defRPr/>
            </a:lvl4pPr>
            <a:lvl5pPr lvl="4">
              <a:spcBef>
                <a:spcPts val="0"/>
              </a:spcBef>
              <a:spcAft>
                <a:spcPts val="0"/>
              </a:spcAft>
              <a:buSzPts val="1400"/>
              <a:buNone/>
              <a:defRPr/>
            </a:lvl5pPr>
            <a:lvl6pPr lvl="5">
              <a:spcBef>
                <a:spcPts val="0"/>
              </a:spcBef>
              <a:spcAft>
                <a:spcPts val="0"/>
              </a:spcAft>
              <a:buSzPts val="1400"/>
              <a:buNone/>
              <a:defRPr/>
            </a:lvl6pPr>
            <a:lvl7pPr lvl="6">
              <a:spcBef>
                <a:spcPts val="0"/>
              </a:spcBef>
              <a:spcAft>
                <a:spcPts val="0"/>
              </a:spcAft>
              <a:buSzPts val="1400"/>
              <a:buNone/>
              <a:defRPr/>
            </a:lvl7pPr>
            <a:lvl8pPr lvl="7">
              <a:spcBef>
                <a:spcPts val="0"/>
              </a:spcBef>
              <a:spcAft>
                <a:spcPts val="0"/>
              </a:spcAft>
              <a:buSzPts val="1400"/>
              <a:buNone/>
              <a:defRPr/>
            </a:lvl8pPr>
            <a:lvl9pPr lvl="8">
              <a:spcBef>
                <a:spcPts val="0"/>
              </a:spcBef>
              <a:spcAft>
                <a:spcPts val="0"/>
              </a:spcAft>
              <a:buSzPts val="1400"/>
              <a:buNone/>
              <a:defRPr/>
            </a:lvl9pPr>
          </a:lstStyle>
          <a:p>
            <a:endParaRPr/>
          </a:p>
        </p:txBody>
      </p:sp>
      <p:sp>
        <p:nvSpPr>
          <p:cNvPr id="156" name="Google Shape;156;p32"/>
          <p:cNvSpPr txBox="1">
            <a:spLocks noGrp="1"/>
          </p:cNvSpPr>
          <p:nvPr>
            <p:ph type="body" idx="1"/>
          </p:nvPr>
        </p:nvSpPr>
        <p:spPr>
          <a:xfrm>
            <a:off x="455618" y="2971800"/>
            <a:ext cx="5029251" cy="2971800"/>
          </a:xfrm>
          <a:prstGeom prst="rect">
            <a:avLst/>
          </a:prstGeom>
          <a:noFill/>
          <a:ln>
            <a:noFill/>
          </a:ln>
        </p:spPr>
        <p:txBody>
          <a:bodyPr spcFirstLastPara="1" wrap="square" lIns="0" tIns="0" rIns="0" bIns="0" anchor="t" anchorCtr="0">
            <a:noAutofit/>
          </a:bodyPr>
          <a:lstStyle>
            <a:lvl1pPr marL="457207" lvl="0" indent="-228604" algn="l">
              <a:lnSpc>
                <a:spcPct val="100000"/>
              </a:lnSpc>
              <a:spcBef>
                <a:spcPts val="1800"/>
              </a:spcBef>
              <a:spcAft>
                <a:spcPts val="0"/>
              </a:spcAft>
              <a:buClr>
                <a:schemeClr val="dk1"/>
              </a:buClr>
              <a:buSzPts val="2000"/>
              <a:buFont typeface="Roboto"/>
              <a:buNone/>
              <a:defRPr b="0" i="0">
                <a:latin typeface="Roboto"/>
                <a:ea typeface="Roboto"/>
                <a:cs typeface="Roboto"/>
                <a:sym typeface="Roboto"/>
              </a:defRPr>
            </a:lvl1pPr>
            <a:lvl2pPr marL="914415" lvl="1" indent="-342906" algn="l">
              <a:spcBef>
                <a:spcPts val="600"/>
              </a:spcBef>
              <a:spcAft>
                <a:spcPts val="0"/>
              </a:spcAft>
              <a:buClr>
                <a:schemeClr val="dk1"/>
              </a:buClr>
              <a:buSzPts val="1800"/>
              <a:buChar char="•"/>
              <a:defRPr b="0" i="0">
                <a:latin typeface="Roboto"/>
                <a:ea typeface="Roboto"/>
                <a:cs typeface="Roboto"/>
                <a:sym typeface="Roboto"/>
              </a:defRPr>
            </a:lvl2pPr>
            <a:lvl3pPr marL="1371622" lvl="2" indent="-330205" algn="l">
              <a:spcBef>
                <a:spcPts val="600"/>
              </a:spcBef>
              <a:spcAft>
                <a:spcPts val="0"/>
              </a:spcAft>
              <a:buClr>
                <a:schemeClr val="dk1"/>
              </a:buClr>
              <a:buSzPts val="1600"/>
              <a:buChar char="−"/>
              <a:defRPr b="0" i="0">
                <a:latin typeface="Roboto"/>
                <a:ea typeface="Roboto"/>
                <a:cs typeface="Roboto"/>
                <a:sym typeface="Roboto"/>
              </a:defRPr>
            </a:lvl3pPr>
            <a:lvl4pPr marL="1828831" lvl="3" indent="-317506" algn="l">
              <a:lnSpc>
                <a:spcPct val="100000"/>
              </a:lnSpc>
              <a:spcBef>
                <a:spcPts val="300"/>
              </a:spcBef>
              <a:spcAft>
                <a:spcPts val="0"/>
              </a:spcAft>
              <a:buClr>
                <a:schemeClr val="dk1"/>
              </a:buClr>
              <a:buSzPts val="1400"/>
              <a:buChar char="•"/>
              <a:defRPr b="0" i="0">
                <a:latin typeface="Roboto"/>
                <a:ea typeface="Roboto"/>
                <a:cs typeface="Roboto"/>
                <a:sym typeface="Roboto"/>
              </a:defRPr>
            </a:lvl4pPr>
            <a:lvl5pPr marL="2286038" lvl="4" indent="-304805" algn="l">
              <a:spcBef>
                <a:spcPts val="300"/>
              </a:spcBef>
              <a:spcAft>
                <a:spcPts val="0"/>
              </a:spcAft>
              <a:buClr>
                <a:schemeClr val="dk1"/>
              </a:buClr>
              <a:buSzPts val="1200"/>
              <a:buChar char="−"/>
              <a:defRPr b="0" i="0">
                <a:latin typeface="Roboto"/>
                <a:ea typeface="Roboto"/>
                <a:cs typeface="Roboto"/>
                <a:sym typeface="Roboto"/>
              </a:defRPr>
            </a:lvl5pPr>
            <a:lvl6pPr marL="2743246" lvl="5" indent="-342906" algn="l">
              <a:spcBef>
                <a:spcPts val="360"/>
              </a:spcBef>
              <a:spcAft>
                <a:spcPts val="0"/>
              </a:spcAft>
              <a:buClr>
                <a:schemeClr val="dk1"/>
              </a:buClr>
              <a:buSzPts val="1800"/>
              <a:buChar char="•"/>
              <a:defRPr/>
            </a:lvl6pPr>
            <a:lvl7pPr marL="3200453" lvl="6" indent="-342906" algn="l">
              <a:spcBef>
                <a:spcPts val="360"/>
              </a:spcBef>
              <a:spcAft>
                <a:spcPts val="0"/>
              </a:spcAft>
              <a:buClr>
                <a:schemeClr val="dk1"/>
              </a:buClr>
              <a:buSzPts val="1800"/>
              <a:buChar char="•"/>
              <a:defRPr/>
            </a:lvl7pPr>
            <a:lvl8pPr marL="3657661" lvl="7" indent="-342906" algn="l">
              <a:spcBef>
                <a:spcPts val="360"/>
              </a:spcBef>
              <a:spcAft>
                <a:spcPts val="0"/>
              </a:spcAft>
              <a:buClr>
                <a:schemeClr val="dk1"/>
              </a:buClr>
              <a:buSzPts val="1800"/>
              <a:buChar char="•"/>
              <a:defRPr/>
            </a:lvl8pPr>
            <a:lvl9pPr marL="4114868" lvl="8" indent="-342906" algn="l">
              <a:spcBef>
                <a:spcPts val="360"/>
              </a:spcBef>
              <a:spcAft>
                <a:spcPts val="0"/>
              </a:spcAft>
              <a:buClr>
                <a:schemeClr val="dk1"/>
              </a:buClr>
              <a:buSzPts val="1800"/>
              <a:buChar char="•"/>
              <a:defRPr/>
            </a:lvl9pPr>
          </a:lstStyle>
          <a:p>
            <a:endParaRPr/>
          </a:p>
        </p:txBody>
      </p:sp>
      <p:sp>
        <p:nvSpPr>
          <p:cNvPr id="157" name="Google Shape;157;p32"/>
          <p:cNvSpPr txBox="1">
            <a:spLocks noGrp="1"/>
          </p:cNvSpPr>
          <p:nvPr>
            <p:ph type="body" idx="3"/>
          </p:nvPr>
        </p:nvSpPr>
        <p:spPr>
          <a:xfrm>
            <a:off x="455619" y="460685"/>
            <a:ext cx="5029251" cy="229235"/>
          </a:xfrm>
          <a:prstGeom prst="rect">
            <a:avLst/>
          </a:prstGeom>
          <a:noFill/>
          <a:ln>
            <a:noFill/>
          </a:ln>
        </p:spPr>
        <p:txBody>
          <a:bodyPr spcFirstLastPara="1" wrap="square" lIns="0" tIns="0" rIns="0" bIns="0" anchor="t" anchorCtr="0">
            <a:noAutofit/>
          </a:bodyPr>
          <a:lstStyle>
            <a:lvl1pPr marL="457207" lvl="0" indent="-228604" algn="l">
              <a:spcBef>
                <a:spcPts val="1800"/>
              </a:spcBef>
              <a:spcAft>
                <a:spcPts val="0"/>
              </a:spcAft>
              <a:buClr>
                <a:schemeClr val="lt2"/>
              </a:buClr>
              <a:buSzPts val="1400"/>
              <a:buFont typeface="Roboto Medium"/>
              <a:buNone/>
              <a:defRPr sz="1400" b="0" i="0">
                <a:solidFill>
                  <a:schemeClr val="lt2"/>
                </a:solidFill>
                <a:latin typeface="Roboto Medium"/>
                <a:ea typeface="Roboto Medium"/>
                <a:cs typeface="Roboto Medium"/>
                <a:sym typeface="Roboto Medium"/>
              </a:defRPr>
            </a:lvl1pPr>
            <a:lvl2pPr marL="914415" lvl="1" indent="-228604" algn="l">
              <a:spcBef>
                <a:spcPts val="600"/>
              </a:spcBef>
              <a:spcAft>
                <a:spcPts val="0"/>
              </a:spcAft>
              <a:buClr>
                <a:schemeClr val="dk1"/>
              </a:buClr>
              <a:buSzPts val="1800"/>
              <a:buNone/>
              <a:defRPr/>
            </a:lvl2pPr>
            <a:lvl3pPr marL="1371622" lvl="2" indent="-342906" algn="l">
              <a:spcBef>
                <a:spcPts val="600"/>
              </a:spcBef>
              <a:spcAft>
                <a:spcPts val="0"/>
              </a:spcAft>
              <a:buClr>
                <a:schemeClr val="dk1"/>
              </a:buClr>
              <a:buSzPts val="1800"/>
              <a:buChar char="−"/>
              <a:defRPr/>
            </a:lvl3pPr>
            <a:lvl4pPr marL="1828831" lvl="3" indent="-342906" algn="l">
              <a:spcBef>
                <a:spcPts val="300"/>
              </a:spcBef>
              <a:spcAft>
                <a:spcPts val="0"/>
              </a:spcAft>
              <a:buClr>
                <a:schemeClr val="dk1"/>
              </a:buClr>
              <a:buSzPts val="1800"/>
              <a:buChar char="•"/>
              <a:defRPr/>
            </a:lvl4pPr>
            <a:lvl5pPr marL="2286038" lvl="4" indent="-342906" algn="l">
              <a:spcBef>
                <a:spcPts val="300"/>
              </a:spcBef>
              <a:spcAft>
                <a:spcPts val="0"/>
              </a:spcAft>
              <a:buClr>
                <a:schemeClr val="dk1"/>
              </a:buClr>
              <a:buSzPts val="1800"/>
              <a:buChar char="−"/>
              <a:defRPr/>
            </a:lvl5pPr>
            <a:lvl6pPr marL="2743246" lvl="5" indent="-342906" algn="l">
              <a:spcBef>
                <a:spcPts val="360"/>
              </a:spcBef>
              <a:spcAft>
                <a:spcPts val="0"/>
              </a:spcAft>
              <a:buClr>
                <a:schemeClr val="dk1"/>
              </a:buClr>
              <a:buSzPts val="1800"/>
              <a:buChar char="•"/>
              <a:defRPr/>
            </a:lvl6pPr>
            <a:lvl7pPr marL="3200453" lvl="6" indent="-342906" algn="l">
              <a:spcBef>
                <a:spcPts val="360"/>
              </a:spcBef>
              <a:spcAft>
                <a:spcPts val="0"/>
              </a:spcAft>
              <a:buClr>
                <a:schemeClr val="dk1"/>
              </a:buClr>
              <a:buSzPts val="1800"/>
              <a:buChar char="•"/>
              <a:defRPr/>
            </a:lvl7pPr>
            <a:lvl8pPr marL="3657661" lvl="7" indent="-342906" algn="l">
              <a:spcBef>
                <a:spcPts val="360"/>
              </a:spcBef>
              <a:spcAft>
                <a:spcPts val="0"/>
              </a:spcAft>
              <a:buClr>
                <a:schemeClr val="dk1"/>
              </a:buClr>
              <a:buSzPts val="1800"/>
              <a:buChar char="•"/>
              <a:defRPr/>
            </a:lvl8pPr>
            <a:lvl9pPr marL="4114868" lvl="8" indent="-342906" algn="l">
              <a:spcBef>
                <a:spcPts val="360"/>
              </a:spcBef>
              <a:spcAft>
                <a:spcPts val="0"/>
              </a:spcAft>
              <a:buClr>
                <a:schemeClr val="dk1"/>
              </a:buClr>
              <a:buSzPts val="1800"/>
              <a:buChar char="•"/>
              <a:defRPr/>
            </a:lvl9pPr>
          </a:lstStyle>
          <a:p>
            <a:endParaRPr/>
          </a:p>
        </p:txBody>
      </p:sp>
      <p:sp>
        <p:nvSpPr>
          <p:cNvPr id="158" name="Google Shape;158;p32"/>
          <p:cNvSpPr txBox="1">
            <a:spLocks noGrp="1"/>
          </p:cNvSpPr>
          <p:nvPr>
            <p:ph type="body" idx="4"/>
          </p:nvPr>
        </p:nvSpPr>
        <p:spPr>
          <a:xfrm>
            <a:off x="7508953" y="6432334"/>
            <a:ext cx="4224381" cy="228601"/>
          </a:xfrm>
          <a:prstGeom prst="rect">
            <a:avLst/>
          </a:prstGeom>
          <a:noFill/>
          <a:ln>
            <a:noFill/>
          </a:ln>
        </p:spPr>
        <p:txBody>
          <a:bodyPr spcFirstLastPara="1" wrap="square" lIns="0" tIns="0" rIns="0" bIns="0" anchor="b" anchorCtr="0">
            <a:noAutofit/>
          </a:bodyPr>
          <a:lstStyle>
            <a:lvl1pPr marL="457207" lvl="0" indent="-228604" algn="r">
              <a:spcBef>
                <a:spcPts val="1800"/>
              </a:spcBef>
              <a:spcAft>
                <a:spcPts val="0"/>
              </a:spcAft>
              <a:buClr>
                <a:schemeClr val="dk1"/>
              </a:buClr>
              <a:buSzPts val="1000"/>
              <a:buFont typeface="Roboto Medium"/>
              <a:buNone/>
              <a:defRPr sz="1000" b="0" i="0">
                <a:solidFill>
                  <a:schemeClr val="dk1"/>
                </a:solidFill>
                <a:latin typeface="Roboto Medium"/>
                <a:ea typeface="Roboto Medium"/>
                <a:cs typeface="Roboto Medium"/>
                <a:sym typeface="Roboto Medium"/>
              </a:defRPr>
            </a:lvl1pPr>
            <a:lvl2pPr marL="914415" lvl="1" indent="-228604" algn="l">
              <a:spcBef>
                <a:spcPts val="600"/>
              </a:spcBef>
              <a:spcAft>
                <a:spcPts val="0"/>
              </a:spcAft>
              <a:buClr>
                <a:schemeClr val="dk1"/>
              </a:buClr>
              <a:buSzPts val="1800"/>
              <a:buNone/>
              <a:defRPr/>
            </a:lvl2pPr>
            <a:lvl3pPr marL="1371622" lvl="2" indent="-342906" algn="l">
              <a:spcBef>
                <a:spcPts val="600"/>
              </a:spcBef>
              <a:spcAft>
                <a:spcPts val="0"/>
              </a:spcAft>
              <a:buClr>
                <a:schemeClr val="dk1"/>
              </a:buClr>
              <a:buSzPts val="1800"/>
              <a:buChar char="−"/>
              <a:defRPr/>
            </a:lvl3pPr>
            <a:lvl4pPr marL="1828831" lvl="3" indent="-342906" algn="l">
              <a:spcBef>
                <a:spcPts val="300"/>
              </a:spcBef>
              <a:spcAft>
                <a:spcPts val="0"/>
              </a:spcAft>
              <a:buClr>
                <a:schemeClr val="dk1"/>
              </a:buClr>
              <a:buSzPts val="1800"/>
              <a:buChar char="•"/>
              <a:defRPr/>
            </a:lvl4pPr>
            <a:lvl5pPr marL="2286038" lvl="4" indent="-342906" algn="l">
              <a:spcBef>
                <a:spcPts val="300"/>
              </a:spcBef>
              <a:spcAft>
                <a:spcPts val="0"/>
              </a:spcAft>
              <a:buClr>
                <a:schemeClr val="dk1"/>
              </a:buClr>
              <a:buSzPts val="1800"/>
              <a:buChar char="−"/>
              <a:defRPr/>
            </a:lvl5pPr>
            <a:lvl6pPr marL="2743246" lvl="5" indent="-342906" algn="l">
              <a:spcBef>
                <a:spcPts val="360"/>
              </a:spcBef>
              <a:spcAft>
                <a:spcPts val="0"/>
              </a:spcAft>
              <a:buClr>
                <a:schemeClr val="dk1"/>
              </a:buClr>
              <a:buSzPts val="1800"/>
              <a:buChar char="•"/>
              <a:defRPr/>
            </a:lvl6pPr>
            <a:lvl7pPr marL="3200453" lvl="6" indent="-342906" algn="l">
              <a:spcBef>
                <a:spcPts val="360"/>
              </a:spcBef>
              <a:spcAft>
                <a:spcPts val="0"/>
              </a:spcAft>
              <a:buClr>
                <a:schemeClr val="dk1"/>
              </a:buClr>
              <a:buSzPts val="1800"/>
              <a:buChar char="•"/>
              <a:defRPr/>
            </a:lvl7pPr>
            <a:lvl8pPr marL="3657661" lvl="7" indent="-342906" algn="l">
              <a:spcBef>
                <a:spcPts val="360"/>
              </a:spcBef>
              <a:spcAft>
                <a:spcPts val="0"/>
              </a:spcAft>
              <a:buClr>
                <a:schemeClr val="dk1"/>
              </a:buClr>
              <a:buSzPts val="1800"/>
              <a:buChar char="•"/>
              <a:defRPr/>
            </a:lvl8pPr>
            <a:lvl9pPr marL="4114868" lvl="8" indent="-342906" algn="l">
              <a:spcBef>
                <a:spcPts val="360"/>
              </a:spcBef>
              <a:spcAft>
                <a:spcPts val="0"/>
              </a:spcAft>
              <a:buClr>
                <a:schemeClr val="dk1"/>
              </a:buClr>
              <a:buSzPts val="1800"/>
              <a:buChar char="•"/>
              <a:defRPr/>
            </a:lvl9pPr>
          </a:lstStyle>
          <a:p>
            <a:endParaRPr/>
          </a:p>
        </p:txBody>
      </p:sp>
      <p:pic>
        <p:nvPicPr>
          <p:cNvPr id="159" name="Google Shape;159;p32" descr="A picture containing drawing&#10;&#10;Description automatically generated"/>
          <p:cNvPicPr preferRelativeResize="0"/>
          <p:nvPr/>
        </p:nvPicPr>
        <p:blipFill rotWithShape="1">
          <a:blip r:embed="rId2">
            <a:alphaModFix/>
          </a:blip>
          <a:srcRect b="31356"/>
          <a:stretch/>
        </p:blipFill>
        <p:spPr>
          <a:xfrm>
            <a:off x="455619" y="6277208"/>
            <a:ext cx="685807" cy="352192"/>
          </a:xfrm>
          <a:prstGeom prst="rect">
            <a:avLst/>
          </a:prstGeom>
          <a:noFill/>
          <a:ln>
            <a:noFill/>
          </a:ln>
        </p:spPr>
      </p:pic>
    </p:spTree>
  </p:cSld>
  <p:clrMapOvr>
    <a:masterClrMapping/>
  </p:clrMapOvr>
  <mc:AlternateContent xmlns:mc="http://schemas.openxmlformats.org/markup-compatibility/2006" xmlns:p14="http://schemas.microsoft.com/office/powerpoint/2010/main">
    <mc:Choice Requires="p14">
      <p:transition p14:dur="250">
        <p:fade/>
      </p:transition>
    </mc:Choice>
    <mc:Fallback xmlns:ahyp="http://schemas.microsoft.com/office/drawing/2018/hyperlinkcolor" xmlns:p15="http://schemas.microsoft.com/office/powerpoint/2012/main" xmlns:com="http://schemas.openxmlformats.org/drawingml/2006/compatibility" xmlns:pvml="urn:schemas-microsoft-com:office:powerpoint" xmlns:v="urn:schemas-microsoft-com:vml" xmlns:o="urn:schemas-microsoft-com:office:office" xmlns:dgm="http://schemas.openxmlformats.org/drawingml/2006/diagram" xmlns:c="http://schemas.openxmlformats.org/drawingml/2006/chart" xmlns:mv="urn:schemas-microsoft-com:mac:vml" xmlns="">
      <p:transition>
        <p:fade/>
      </p:transition>
    </mc:Fallback>
  </mc:AlternateContent>
</p:sldLayout>
</file>

<file path=ppt/slideLayouts/slideLayout31.xml><?xml version="1.0" encoding="utf-8"?>
<p:sldLayout xmlns:a="http://schemas.openxmlformats.org/drawingml/2006/main" xmlns:r="http://schemas.openxmlformats.org/officeDocument/2006/relationships" xmlns:p="http://schemas.openxmlformats.org/presentationml/2006/main" matchingName="WHITE Subhead | Title">
  <p:cSld name="WHITE Subhead | Title">
    <p:spTree>
      <p:nvGrpSpPr>
        <p:cNvPr id="1" name="Shape 160"/>
        <p:cNvGrpSpPr/>
        <p:nvPr/>
      </p:nvGrpSpPr>
      <p:grpSpPr>
        <a:xfrm>
          <a:off x="0" y="0"/>
          <a:ext cx="0" cy="0"/>
          <a:chOff x="0" y="0"/>
          <a:chExt cx="0" cy="0"/>
        </a:xfrm>
      </p:grpSpPr>
      <p:sp>
        <p:nvSpPr>
          <p:cNvPr id="161" name="Google Shape;161;p33"/>
          <p:cNvSpPr txBox="1">
            <a:spLocks noGrp="1"/>
          </p:cNvSpPr>
          <p:nvPr>
            <p:ph type="title"/>
          </p:nvPr>
        </p:nvSpPr>
        <p:spPr>
          <a:xfrm>
            <a:off x="455618" y="731522"/>
            <a:ext cx="8915492" cy="524543"/>
          </a:xfrm>
          <a:prstGeom prst="rect">
            <a:avLst/>
          </a:prstGeom>
          <a:noFill/>
          <a:ln>
            <a:noFill/>
          </a:ln>
        </p:spPr>
        <p:txBody>
          <a:bodyPr spcFirstLastPara="1" wrap="square" lIns="0" tIns="0" rIns="0" bIns="0" anchor="t" anchorCtr="0">
            <a:noAutofit/>
          </a:bodyPr>
          <a:lstStyle>
            <a:lvl1pPr lvl="0" algn="l">
              <a:lnSpc>
                <a:spcPct val="80000"/>
              </a:lnSpc>
              <a:spcBef>
                <a:spcPts val="0"/>
              </a:spcBef>
              <a:spcAft>
                <a:spcPts val="0"/>
              </a:spcAft>
              <a:buClr>
                <a:schemeClr val="dk1"/>
              </a:buClr>
              <a:buSzPts val="3200"/>
              <a:buFont typeface="Roboto Medium"/>
              <a:buNone/>
              <a:defRPr/>
            </a:lvl1pPr>
            <a:lvl2pPr lvl="1">
              <a:spcBef>
                <a:spcPts val="0"/>
              </a:spcBef>
              <a:spcAft>
                <a:spcPts val="0"/>
              </a:spcAft>
              <a:buSzPts val="1400"/>
              <a:buNone/>
              <a:defRPr/>
            </a:lvl2pPr>
            <a:lvl3pPr lvl="2">
              <a:spcBef>
                <a:spcPts val="0"/>
              </a:spcBef>
              <a:spcAft>
                <a:spcPts val="0"/>
              </a:spcAft>
              <a:buSzPts val="1400"/>
              <a:buNone/>
              <a:defRPr/>
            </a:lvl3pPr>
            <a:lvl4pPr lvl="3">
              <a:spcBef>
                <a:spcPts val="0"/>
              </a:spcBef>
              <a:spcAft>
                <a:spcPts val="0"/>
              </a:spcAft>
              <a:buSzPts val="1400"/>
              <a:buNone/>
              <a:defRPr/>
            </a:lvl4pPr>
            <a:lvl5pPr lvl="4">
              <a:spcBef>
                <a:spcPts val="0"/>
              </a:spcBef>
              <a:spcAft>
                <a:spcPts val="0"/>
              </a:spcAft>
              <a:buSzPts val="1400"/>
              <a:buNone/>
              <a:defRPr/>
            </a:lvl5pPr>
            <a:lvl6pPr lvl="5">
              <a:spcBef>
                <a:spcPts val="0"/>
              </a:spcBef>
              <a:spcAft>
                <a:spcPts val="0"/>
              </a:spcAft>
              <a:buSzPts val="1400"/>
              <a:buNone/>
              <a:defRPr/>
            </a:lvl6pPr>
            <a:lvl7pPr lvl="6">
              <a:spcBef>
                <a:spcPts val="0"/>
              </a:spcBef>
              <a:spcAft>
                <a:spcPts val="0"/>
              </a:spcAft>
              <a:buSzPts val="1400"/>
              <a:buNone/>
              <a:defRPr/>
            </a:lvl7pPr>
            <a:lvl8pPr lvl="7">
              <a:spcBef>
                <a:spcPts val="0"/>
              </a:spcBef>
              <a:spcAft>
                <a:spcPts val="0"/>
              </a:spcAft>
              <a:buSzPts val="1400"/>
              <a:buNone/>
              <a:defRPr/>
            </a:lvl8pPr>
            <a:lvl9pPr lvl="8">
              <a:spcBef>
                <a:spcPts val="0"/>
              </a:spcBef>
              <a:spcAft>
                <a:spcPts val="0"/>
              </a:spcAft>
              <a:buSzPts val="1400"/>
              <a:buNone/>
              <a:defRPr/>
            </a:lvl9pPr>
          </a:lstStyle>
          <a:p>
            <a:endParaRPr/>
          </a:p>
        </p:txBody>
      </p:sp>
      <p:sp>
        <p:nvSpPr>
          <p:cNvPr id="162" name="Google Shape;162;p33"/>
          <p:cNvSpPr txBox="1">
            <a:spLocks noGrp="1"/>
          </p:cNvSpPr>
          <p:nvPr>
            <p:ph type="body" idx="1"/>
          </p:nvPr>
        </p:nvSpPr>
        <p:spPr>
          <a:xfrm>
            <a:off x="455618" y="460685"/>
            <a:ext cx="8915492" cy="229235"/>
          </a:xfrm>
          <a:prstGeom prst="rect">
            <a:avLst/>
          </a:prstGeom>
          <a:noFill/>
          <a:ln>
            <a:noFill/>
          </a:ln>
        </p:spPr>
        <p:txBody>
          <a:bodyPr spcFirstLastPara="1" wrap="square" lIns="0" tIns="0" rIns="0" bIns="0" anchor="t" anchorCtr="0">
            <a:noAutofit/>
          </a:bodyPr>
          <a:lstStyle>
            <a:lvl1pPr marL="457207" lvl="0" indent="-228604" algn="l">
              <a:spcBef>
                <a:spcPts val="1800"/>
              </a:spcBef>
              <a:spcAft>
                <a:spcPts val="0"/>
              </a:spcAft>
              <a:buClr>
                <a:schemeClr val="lt2"/>
              </a:buClr>
              <a:buSzPts val="1400"/>
              <a:buFont typeface="Roboto Medium"/>
              <a:buNone/>
              <a:defRPr sz="1400" b="0" i="0">
                <a:solidFill>
                  <a:schemeClr val="lt2"/>
                </a:solidFill>
                <a:latin typeface="Roboto Medium"/>
                <a:ea typeface="Roboto Medium"/>
                <a:cs typeface="Roboto Medium"/>
                <a:sym typeface="Roboto Medium"/>
              </a:defRPr>
            </a:lvl1pPr>
            <a:lvl2pPr marL="914415" lvl="1" indent="-228604" algn="l">
              <a:spcBef>
                <a:spcPts val="600"/>
              </a:spcBef>
              <a:spcAft>
                <a:spcPts val="0"/>
              </a:spcAft>
              <a:buClr>
                <a:schemeClr val="dk1"/>
              </a:buClr>
              <a:buSzPts val="1800"/>
              <a:buNone/>
              <a:defRPr/>
            </a:lvl2pPr>
            <a:lvl3pPr marL="1371622" lvl="2" indent="-342906" algn="l">
              <a:spcBef>
                <a:spcPts val="600"/>
              </a:spcBef>
              <a:spcAft>
                <a:spcPts val="0"/>
              </a:spcAft>
              <a:buClr>
                <a:schemeClr val="dk1"/>
              </a:buClr>
              <a:buSzPts val="1800"/>
              <a:buChar char="−"/>
              <a:defRPr/>
            </a:lvl3pPr>
            <a:lvl4pPr marL="1828831" lvl="3" indent="-342906" algn="l">
              <a:spcBef>
                <a:spcPts val="300"/>
              </a:spcBef>
              <a:spcAft>
                <a:spcPts val="0"/>
              </a:spcAft>
              <a:buClr>
                <a:schemeClr val="dk1"/>
              </a:buClr>
              <a:buSzPts val="1800"/>
              <a:buChar char="•"/>
              <a:defRPr/>
            </a:lvl4pPr>
            <a:lvl5pPr marL="2286038" lvl="4" indent="-342906" algn="l">
              <a:spcBef>
                <a:spcPts val="300"/>
              </a:spcBef>
              <a:spcAft>
                <a:spcPts val="0"/>
              </a:spcAft>
              <a:buClr>
                <a:schemeClr val="dk1"/>
              </a:buClr>
              <a:buSzPts val="1800"/>
              <a:buChar char="−"/>
              <a:defRPr/>
            </a:lvl5pPr>
            <a:lvl6pPr marL="2743246" lvl="5" indent="-342906" algn="l">
              <a:spcBef>
                <a:spcPts val="360"/>
              </a:spcBef>
              <a:spcAft>
                <a:spcPts val="0"/>
              </a:spcAft>
              <a:buClr>
                <a:schemeClr val="dk1"/>
              </a:buClr>
              <a:buSzPts val="1800"/>
              <a:buChar char="•"/>
              <a:defRPr/>
            </a:lvl6pPr>
            <a:lvl7pPr marL="3200453" lvl="6" indent="-342906" algn="l">
              <a:spcBef>
                <a:spcPts val="360"/>
              </a:spcBef>
              <a:spcAft>
                <a:spcPts val="0"/>
              </a:spcAft>
              <a:buClr>
                <a:schemeClr val="dk1"/>
              </a:buClr>
              <a:buSzPts val="1800"/>
              <a:buChar char="•"/>
              <a:defRPr/>
            </a:lvl7pPr>
            <a:lvl8pPr marL="3657661" lvl="7" indent="-342906" algn="l">
              <a:spcBef>
                <a:spcPts val="360"/>
              </a:spcBef>
              <a:spcAft>
                <a:spcPts val="0"/>
              </a:spcAft>
              <a:buClr>
                <a:schemeClr val="dk1"/>
              </a:buClr>
              <a:buSzPts val="1800"/>
              <a:buChar char="•"/>
              <a:defRPr/>
            </a:lvl8pPr>
            <a:lvl9pPr marL="4114868" lvl="8" indent="-342906" algn="l">
              <a:spcBef>
                <a:spcPts val="360"/>
              </a:spcBef>
              <a:spcAft>
                <a:spcPts val="0"/>
              </a:spcAft>
              <a:buClr>
                <a:schemeClr val="dk1"/>
              </a:buClr>
              <a:buSzPts val="1800"/>
              <a:buChar char="•"/>
              <a:defRPr/>
            </a:lvl9pPr>
          </a:lstStyle>
          <a:p>
            <a:endParaRPr/>
          </a:p>
        </p:txBody>
      </p:sp>
      <p:sp>
        <p:nvSpPr>
          <p:cNvPr id="163" name="Google Shape;163;p33"/>
          <p:cNvSpPr txBox="1">
            <a:spLocks noGrp="1"/>
          </p:cNvSpPr>
          <p:nvPr>
            <p:ph type="body" idx="2"/>
          </p:nvPr>
        </p:nvSpPr>
        <p:spPr>
          <a:xfrm>
            <a:off x="7508953" y="6432334"/>
            <a:ext cx="4224381" cy="228601"/>
          </a:xfrm>
          <a:prstGeom prst="rect">
            <a:avLst/>
          </a:prstGeom>
          <a:noFill/>
          <a:ln>
            <a:noFill/>
          </a:ln>
        </p:spPr>
        <p:txBody>
          <a:bodyPr spcFirstLastPara="1" wrap="square" lIns="0" tIns="0" rIns="0" bIns="0" anchor="b" anchorCtr="0">
            <a:noAutofit/>
          </a:bodyPr>
          <a:lstStyle>
            <a:lvl1pPr marL="457207" lvl="0" indent="-228604" algn="r">
              <a:spcBef>
                <a:spcPts val="1800"/>
              </a:spcBef>
              <a:spcAft>
                <a:spcPts val="0"/>
              </a:spcAft>
              <a:buClr>
                <a:schemeClr val="dk1"/>
              </a:buClr>
              <a:buSzPts val="1000"/>
              <a:buFont typeface="Roboto Medium"/>
              <a:buNone/>
              <a:defRPr sz="1000" b="0" i="0">
                <a:solidFill>
                  <a:schemeClr val="dk1"/>
                </a:solidFill>
                <a:latin typeface="Roboto Medium"/>
                <a:ea typeface="Roboto Medium"/>
                <a:cs typeface="Roboto Medium"/>
                <a:sym typeface="Roboto Medium"/>
              </a:defRPr>
            </a:lvl1pPr>
            <a:lvl2pPr marL="914415" lvl="1" indent="-228604" algn="l">
              <a:spcBef>
                <a:spcPts val="600"/>
              </a:spcBef>
              <a:spcAft>
                <a:spcPts val="0"/>
              </a:spcAft>
              <a:buClr>
                <a:schemeClr val="dk1"/>
              </a:buClr>
              <a:buSzPts val="1800"/>
              <a:buNone/>
              <a:defRPr/>
            </a:lvl2pPr>
            <a:lvl3pPr marL="1371622" lvl="2" indent="-342906" algn="l">
              <a:spcBef>
                <a:spcPts val="600"/>
              </a:spcBef>
              <a:spcAft>
                <a:spcPts val="0"/>
              </a:spcAft>
              <a:buClr>
                <a:schemeClr val="dk1"/>
              </a:buClr>
              <a:buSzPts val="1800"/>
              <a:buChar char="−"/>
              <a:defRPr/>
            </a:lvl3pPr>
            <a:lvl4pPr marL="1828831" lvl="3" indent="-342906" algn="l">
              <a:spcBef>
                <a:spcPts val="300"/>
              </a:spcBef>
              <a:spcAft>
                <a:spcPts val="0"/>
              </a:spcAft>
              <a:buClr>
                <a:schemeClr val="dk1"/>
              </a:buClr>
              <a:buSzPts val="1800"/>
              <a:buChar char="•"/>
              <a:defRPr/>
            </a:lvl4pPr>
            <a:lvl5pPr marL="2286038" lvl="4" indent="-342906" algn="l">
              <a:spcBef>
                <a:spcPts val="300"/>
              </a:spcBef>
              <a:spcAft>
                <a:spcPts val="0"/>
              </a:spcAft>
              <a:buClr>
                <a:schemeClr val="dk1"/>
              </a:buClr>
              <a:buSzPts val="1800"/>
              <a:buChar char="−"/>
              <a:defRPr/>
            </a:lvl5pPr>
            <a:lvl6pPr marL="2743246" lvl="5" indent="-342906" algn="l">
              <a:spcBef>
                <a:spcPts val="360"/>
              </a:spcBef>
              <a:spcAft>
                <a:spcPts val="0"/>
              </a:spcAft>
              <a:buClr>
                <a:schemeClr val="dk1"/>
              </a:buClr>
              <a:buSzPts val="1800"/>
              <a:buChar char="•"/>
              <a:defRPr/>
            </a:lvl6pPr>
            <a:lvl7pPr marL="3200453" lvl="6" indent="-342906" algn="l">
              <a:spcBef>
                <a:spcPts val="360"/>
              </a:spcBef>
              <a:spcAft>
                <a:spcPts val="0"/>
              </a:spcAft>
              <a:buClr>
                <a:schemeClr val="dk1"/>
              </a:buClr>
              <a:buSzPts val="1800"/>
              <a:buChar char="•"/>
              <a:defRPr/>
            </a:lvl7pPr>
            <a:lvl8pPr marL="3657661" lvl="7" indent="-342906" algn="l">
              <a:spcBef>
                <a:spcPts val="360"/>
              </a:spcBef>
              <a:spcAft>
                <a:spcPts val="0"/>
              </a:spcAft>
              <a:buClr>
                <a:schemeClr val="dk1"/>
              </a:buClr>
              <a:buSzPts val="1800"/>
              <a:buChar char="•"/>
              <a:defRPr/>
            </a:lvl8pPr>
            <a:lvl9pPr marL="4114868" lvl="8" indent="-342906" algn="l">
              <a:spcBef>
                <a:spcPts val="360"/>
              </a:spcBef>
              <a:spcAft>
                <a:spcPts val="0"/>
              </a:spcAft>
              <a:buClr>
                <a:schemeClr val="dk1"/>
              </a:buClr>
              <a:buSzPts val="1800"/>
              <a:buChar char="•"/>
              <a:defRPr/>
            </a:lvl9pPr>
          </a:lstStyle>
          <a:p>
            <a:endParaRPr/>
          </a:p>
        </p:txBody>
      </p:sp>
      <p:pic>
        <p:nvPicPr>
          <p:cNvPr id="164" name="Google Shape;164;p33" descr="A picture containing drawing&#10;&#10;Description automatically generated"/>
          <p:cNvPicPr preferRelativeResize="0"/>
          <p:nvPr/>
        </p:nvPicPr>
        <p:blipFill rotWithShape="1">
          <a:blip r:embed="rId2">
            <a:alphaModFix/>
          </a:blip>
          <a:srcRect b="31356"/>
          <a:stretch/>
        </p:blipFill>
        <p:spPr>
          <a:xfrm>
            <a:off x="455619" y="6277208"/>
            <a:ext cx="685807" cy="352192"/>
          </a:xfrm>
          <a:prstGeom prst="rect">
            <a:avLst/>
          </a:prstGeom>
          <a:noFill/>
          <a:ln>
            <a:noFill/>
          </a:ln>
        </p:spPr>
      </p:pic>
    </p:spTree>
  </p:cSld>
  <p:clrMapOvr>
    <a:masterClrMapping/>
  </p:clrMapOvr>
  <mc:AlternateContent xmlns:mc="http://schemas.openxmlformats.org/markup-compatibility/2006" xmlns:p14="http://schemas.microsoft.com/office/powerpoint/2010/main">
    <mc:Choice Requires="p14">
      <p:transition p14:dur="250">
        <p:fade/>
      </p:transition>
    </mc:Choice>
    <mc:Fallback xmlns:ahyp="http://schemas.microsoft.com/office/drawing/2018/hyperlinkcolor" xmlns:p15="http://schemas.microsoft.com/office/powerpoint/2012/main" xmlns:com="http://schemas.openxmlformats.org/drawingml/2006/compatibility" xmlns:pvml="urn:schemas-microsoft-com:office:powerpoint" xmlns:v="urn:schemas-microsoft-com:vml" xmlns:o="urn:schemas-microsoft-com:office:office" xmlns:dgm="http://schemas.openxmlformats.org/drawingml/2006/diagram" xmlns:c="http://schemas.openxmlformats.org/drawingml/2006/chart" xmlns:mv="urn:schemas-microsoft-com:mac:vml" xmlns="">
      <p:transition>
        <p:fade/>
      </p:transition>
    </mc:Fallback>
  </mc:AlternateContent>
</p:sldLayout>
</file>

<file path=ppt/slideLayouts/slideLayout32.xml><?xml version="1.0" encoding="utf-8"?>
<p:sldLayout xmlns:a="http://schemas.openxmlformats.org/drawingml/2006/main" xmlns:r="http://schemas.openxmlformats.org/officeDocument/2006/relationships" xmlns:p="http://schemas.openxmlformats.org/presentationml/2006/main" matchingName="WHITE 1Col Title | Subhead | Text">
  <p:cSld name="WHITE 1Col Title | Subhead | Text">
    <p:spTree>
      <p:nvGrpSpPr>
        <p:cNvPr id="1" name="Shape 165"/>
        <p:cNvGrpSpPr/>
        <p:nvPr/>
      </p:nvGrpSpPr>
      <p:grpSpPr>
        <a:xfrm>
          <a:off x="0" y="0"/>
          <a:ext cx="0" cy="0"/>
          <a:chOff x="0" y="0"/>
          <a:chExt cx="0" cy="0"/>
        </a:xfrm>
      </p:grpSpPr>
      <p:sp>
        <p:nvSpPr>
          <p:cNvPr id="166" name="Google Shape;166;p34"/>
          <p:cNvSpPr txBox="1">
            <a:spLocks noGrp="1"/>
          </p:cNvSpPr>
          <p:nvPr>
            <p:ph type="title"/>
          </p:nvPr>
        </p:nvSpPr>
        <p:spPr>
          <a:xfrm>
            <a:off x="455618" y="475490"/>
            <a:ext cx="8915492" cy="524543"/>
          </a:xfrm>
          <a:prstGeom prst="rect">
            <a:avLst/>
          </a:prstGeom>
          <a:noFill/>
          <a:ln>
            <a:noFill/>
          </a:ln>
        </p:spPr>
        <p:txBody>
          <a:bodyPr spcFirstLastPara="1" wrap="square" lIns="0" tIns="0" rIns="0" bIns="0" anchor="t" anchorCtr="0">
            <a:noAutofit/>
          </a:bodyPr>
          <a:lstStyle>
            <a:lvl1pPr lvl="0" algn="l">
              <a:lnSpc>
                <a:spcPct val="80000"/>
              </a:lnSpc>
              <a:spcBef>
                <a:spcPts val="0"/>
              </a:spcBef>
              <a:spcAft>
                <a:spcPts val="0"/>
              </a:spcAft>
              <a:buClr>
                <a:schemeClr val="dk1"/>
              </a:buClr>
              <a:buSzPts val="3200"/>
              <a:buFont typeface="Roboto Medium"/>
              <a:buNone/>
              <a:defRPr b="0"/>
            </a:lvl1pPr>
            <a:lvl2pPr lvl="1">
              <a:spcBef>
                <a:spcPts val="0"/>
              </a:spcBef>
              <a:spcAft>
                <a:spcPts val="0"/>
              </a:spcAft>
              <a:buSzPts val="1400"/>
              <a:buNone/>
              <a:defRPr/>
            </a:lvl2pPr>
            <a:lvl3pPr lvl="2">
              <a:spcBef>
                <a:spcPts val="0"/>
              </a:spcBef>
              <a:spcAft>
                <a:spcPts val="0"/>
              </a:spcAft>
              <a:buSzPts val="1400"/>
              <a:buNone/>
              <a:defRPr/>
            </a:lvl3pPr>
            <a:lvl4pPr lvl="3">
              <a:spcBef>
                <a:spcPts val="0"/>
              </a:spcBef>
              <a:spcAft>
                <a:spcPts val="0"/>
              </a:spcAft>
              <a:buSzPts val="1400"/>
              <a:buNone/>
              <a:defRPr/>
            </a:lvl4pPr>
            <a:lvl5pPr lvl="4">
              <a:spcBef>
                <a:spcPts val="0"/>
              </a:spcBef>
              <a:spcAft>
                <a:spcPts val="0"/>
              </a:spcAft>
              <a:buSzPts val="1400"/>
              <a:buNone/>
              <a:defRPr/>
            </a:lvl5pPr>
            <a:lvl6pPr lvl="5">
              <a:spcBef>
                <a:spcPts val="0"/>
              </a:spcBef>
              <a:spcAft>
                <a:spcPts val="0"/>
              </a:spcAft>
              <a:buSzPts val="1400"/>
              <a:buNone/>
              <a:defRPr/>
            </a:lvl6pPr>
            <a:lvl7pPr lvl="6">
              <a:spcBef>
                <a:spcPts val="0"/>
              </a:spcBef>
              <a:spcAft>
                <a:spcPts val="0"/>
              </a:spcAft>
              <a:buSzPts val="1400"/>
              <a:buNone/>
              <a:defRPr/>
            </a:lvl7pPr>
            <a:lvl8pPr lvl="7">
              <a:spcBef>
                <a:spcPts val="0"/>
              </a:spcBef>
              <a:spcAft>
                <a:spcPts val="0"/>
              </a:spcAft>
              <a:buSzPts val="1400"/>
              <a:buNone/>
              <a:defRPr/>
            </a:lvl8pPr>
            <a:lvl9pPr lvl="8">
              <a:spcBef>
                <a:spcPts val="0"/>
              </a:spcBef>
              <a:spcAft>
                <a:spcPts val="0"/>
              </a:spcAft>
              <a:buSzPts val="1400"/>
              <a:buNone/>
              <a:defRPr/>
            </a:lvl9pPr>
          </a:lstStyle>
          <a:p>
            <a:endParaRPr/>
          </a:p>
        </p:txBody>
      </p:sp>
      <p:sp>
        <p:nvSpPr>
          <p:cNvPr id="167" name="Google Shape;167;p34"/>
          <p:cNvSpPr txBox="1">
            <a:spLocks noGrp="1"/>
          </p:cNvSpPr>
          <p:nvPr>
            <p:ph type="body" idx="1"/>
          </p:nvPr>
        </p:nvSpPr>
        <p:spPr>
          <a:xfrm>
            <a:off x="455618" y="2971800"/>
            <a:ext cx="8915492" cy="2971800"/>
          </a:xfrm>
          <a:prstGeom prst="rect">
            <a:avLst/>
          </a:prstGeom>
          <a:noFill/>
          <a:ln>
            <a:noFill/>
          </a:ln>
        </p:spPr>
        <p:txBody>
          <a:bodyPr spcFirstLastPara="1" wrap="square" lIns="0" tIns="0" rIns="0" bIns="0" anchor="t" anchorCtr="0">
            <a:noAutofit/>
          </a:bodyPr>
          <a:lstStyle>
            <a:lvl1pPr marL="457207" lvl="0" indent="-228604" algn="l">
              <a:spcBef>
                <a:spcPts val="1800"/>
              </a:spcBef>
              <a:spcAft>
                <a:spcPts val="0"/>
              </a:spcAft>
              <a:buClr>
                <a:schemeClr val="dk1"/>
              </a:buClr>
              <a:buSzPts val="2000"/>
              <a:buFont typeface="Roboto"/>
              <a:buNone/>
              <a:defRPr b="0" i="0">
                <a:latin typeface="Roboto"/>
                <a:ea typeface="Roboto"/>
                <a:cs typeface="Roboto"/>
                <a:sym typeface="Roboto"/>
              </a:defRPr>
            </a:lvl1pPr>
            <a:lvl2pPr marL="914415" lvl="1" indent="-342906" algn="l">
              <a:spcBef>
                <a:spcPts val="600"/>
              </a:spcBef>
              <a:spcAft>
                <a:spcPts val="0"/>
              </a:spcAft>
              <a:buClr>
                <a:schemeClr val="dk1"/>
              </a:buClr>
              <a:buSzPts val="1800"/>
              <a:buChar char="•"/>
              <a:defRPr b="0" i="0">
                <a:latin typeface="Roboto"/>
                <a:ea typeface="Roboto"/>
                <a:cs typeface="Roboto"/>
                <a:sym typeface="Roboto"/>
              </a:defRPr>
            </a:lvl2pPr>
            <a:lvl3pPr marL="1371622" lvl="2" indent="-330205" algn="l">
              <a:spcBef>
                <a:spcPts val="600"/>
              </a:spcBef>
              <a:spcAft>
                <a:spcPts val="0"/>
              </a:spcAft>
              <a:buClr>
                <a:schemeClr val="dk1"/>
              </a:buClr>
              <a:buSzPts val="1600"/>
              <a:buChar char="−"/>
              <a:defRPr b="0" i="0">
                <a:latin typeface="Roboto"/>
                <a:ea typeface="Roboto"/>
                <a:cs typeface="Roboto"/>
                <a:sym typeface="Roboto"/>
              </a:defRPr>
            </a:lvl3pPr>
            <a:lvl4pPr marL="1828831" lvl="3" indent="-317506" algn="l">
              <a:spcBef>
                <a:spcPts val="300"/>
              </a:spcBef>
              <a:spcAft>
                <a:spcPts val="0"/>
              </a:spcAft>
              <a:buClr>
                <a:schemeClr val="dk1"/>
              </a:buClr>
              <a:buSzPts val="1400"/>
              <a:buChar char="•"/>
              <a:defRPr b="0" i="0">
                <a:latin typeface="Roboto"/>
                <a:ea typeface="Roboto"/>
                <a:cs typeface="Roboto"/>
                <a:sym typeface="Roboto"/>
              </a:defRPr>
            </a:lvl4pPr>
            <a:lvl5pPr marL="2286038" lvl="4" indent="-304805" algn="l">
              <a:spcBef>
                <a:spcPts val="300"/>
              </a:spcBef>
              <a:spcAft>
                <a:spcPts val="0"/>
              </a:spcAft>
              <a:buClr>
                <a:schemeClr val="dk1"/>
              </a:buClr>
              <a:buSzPts val="1200"/>
              <a:buChar char="−"/>
              <a:defRPr b="0" i="0">
                <a:latin typeface="Roboto"/>
                <a:ea typeface="Roboto"/>
                <a:cs typeface="Roboto"/>
                <a:sym typeface="Roboto"/>
              </a:defRPr>
            </a:lvl5pPr>
            <a:lvl6pPr marL="2743246" lvl="5" indent="-342906" algn="l">
              <a:spcBef>
                <a:spcPts val="360"/>
              </a:spcBef>
              <a:spcAft>
                <a:spcPts val="0"/>
              </a:spcAft>
              <a:buClr>
                <a:schemeClr val="dk1"/>
              </a:buClr>
              <a:buSzPts val="1800"/>
              <a:buChar char="•"/>
              <a:defRPr/>
            </a:lvl6pPr>
            <a:lvl7pPr marL="3200453" lvl="6" indent="-342906" algn="l">
              <a:spcBef>
                <a:spcPts val="360"/>
              </a:spcBef>
              <a:spcAft>
                <a:spcPts val="0"/>
              </a:spcAft>
              <a:buClr>
                <a:schemeClr val="dk1"/>
              </a:buClr>
              <a:buSzPts val="1800"/>
              <a:buChar char="•"/>
              <a:defRPr/>
            </a:lvl7pPr>
            <a:lvl8pPr marL="3657661" lvl="7" indent="-342906" algn="l">
              <a:spcBef>
                <a:spcPts val="360"/>
              </a:spcBef>
              <a:spcAft>
                <a:spcPts val="0"/>
              </a:spcAft>
              <a:buClr>
                <a:schemeClr val="dk1"/>
              </a:buClr>
              <a:buSzPts val="1800"/>
              <a:buChar char="•"/>
              <a:defRPr/>
            </a:lvl8pPr>
            <a:lvl9pPr marL="4114868" lvl="8" indent="-342906" algn="l">
              <a:spcBef>
                <a:spcPts val="360"/>
              </a:spcBef>
              <a:spcAft>
                <a:spcPts val="0"/>
              </a:spcAft>
              <a:buClr>
                <a:schemeClr val="dk1"/>
              </a:buClr>
              <a:buSzPts val="1800"/>
              <a:buChar char="•"/>
              <a:defRPr/>
            </a:lvl9pPr>
          </a:lstStyle>
          <a:p>
            <a:endParaRPr/>
          </a:p>
        </p:txBody>
      </p:sp>
      <p:sp>
        <p:nvSpPr>
          <p:cNvPr id="168" name="Google Shape;168;p34"/>
          <p:cNvSpPr txBox="1">
            <a:spLocks noGrp="1"/>
          </p:cNvSpPr>
          <p:nvPr>
            <p:ph type="body" idx="2"/>
          </p:nvPr>
        </p:nvSpPr>
        <p:spPr>
          <a:xfrm>
            <a:off x="455618" y="868681"/>
            <a:ext cx="8915492" cy="229235"/>
          </a:xfrm>
          <a:prstGeom prst="rect">
            <a:avLst/>
          </a:prstGeom>
          <a:noFill/>
          <a:ln>
            <a:noFill/>
          </a:ln>
        </p:spPr>
        <p:txBody>
          <a:bodyPr spcFirstLastPara="1" wrap="square" lIns="0" tIns="0" rIns="0" bIns="0" anchor="t" anchorCtr="0">
            <a:noAutofit/>
          </a:bodyPr>
          <a:lstStyle>
            <a:lvl1pPr marL="457207" lvl="0" indent="-228604" algn="l">
              <a:spcBef>
                <a:spcPts val="1800"/>
              </a:spcBef>
              <a:spcAft>
                <a:spcPts val="0"/>
              </a:spcAft>
              <a:buClr>
                <a:schemeClr val="lt2"/>
              </a:buClr>
              <a:buSzPts val="1600"/>
              <a:buFont typeface="Roboto Medium"/>
              <a:buNone/>
              <a:defRPr sz="1600" b="0" i="0">
                <a:solidFill>
                  <a:schemeClr val="lt2"/>
                </a:solidFill>
                <a:latin typeface="Roboto Medium"/>
                <a:ea typeface="Roboto Medium"/>
                <a:cs typeface="Roboto Medium"/>
                <a:sym typeface="Roboto Medium"/>
              </a:defRPr>
            </a:lvl1pPr>
            <a:lvl2pPr marL="914415" lvl="1" indent="-228604" algn="l">
              <a:spcBef>
                <a:spcPts val="600"/>
              </a:spcBef>
              <a:spcAft>
                <a:spcPts val="0"/>
              </a:spcAft>
              <a:buClr>
                <a:schemeClr val="dk1"/>
              </a:buClr>
              <a:buSzPts val="1800"/>
              <a:buNone/>
              <a:defRPr/>
            </a:lvl2pPr>
            <a:lvl3pPr marL="1371622" lvl="2" indent="-342906" algn="l">
              <a:spcBef>
                <a:spcPts val="600"/>
              </a:spcBef>
              <a:spcAft>
                <a:spcPts val="0"/>
              </a:spcAft>
              <a:buClr>
                <a:schemeClr val="dk1"/>
              </a:buClr>
              <a:buSzPts val="1800"/>
              <a:buChar char="−"/>
              <a:defRPr/>
            </a:lvl3pPr>
            <a:lvl4pPr marL="1828831" lvl="3" indent="-342906" algn="l">
              <a:spcBef>
                <a:spcPts val="300"/>
              </a:spcBef>
              <a:spcAft>
                <a:spcPts val="0"/>
              </a:spcAft>
              <a:buClr>
                <a:schemeClr val="dk1"/>
              </a:buClr>
              <a:buSzPts val="1800"/>
              <a:buChar char="•"/>
              <a:defRPr/>
            </a:lvl4pPr>
            <a:lvl5pPr marL="2286038" lvl="4" indent="-342906" algn="l">
              <a:spcBef>
                <a:spcPts val="300"/>
              </a:spcBef>
              <a:spcAft>
                <a:spcPts val="0"/>
              </a:spcAft>
              <a:buClr>
                <a:schemeClr val="dk1"/>
              </a:buClr>
              <a:buSzPts val="1800"/>
              <a:buChar char="−"/>
              <a:defRPr/>
            </a:lvl5pPr>
            <a:lvl6pPr marL="2743246" lvl="5" indent="-342906" algn="l">
              <a:spcBef>
                <a:spcPts val="360"/>
              </a:spcBef>
              <a:spcAft>
                <a:spcPts val="0"/>
              </a:spcAft>
              <a:buClr>
                <a:schemeClr val="dk1"/>
              </a:buClr>
              <a:buSzPts val="1800"/>
              <a:buChar char="•"/>
              <a:defRPr/>
            </a:lvl6pPr>
            <a:lvl7pPr marL="3200453" lvl="6" indent="-342906" algn="l">
              <a:spcBef>
                <a:spcPts val="360"/>
              </a:spcBef>
              <a:spcAft>
                <a:spcPts val="0"/>
              </a:spcAft>
              <a:buClr>
                <a:schemeClr val="dk1"/>
              </a:buClr>
              <a:buSzPts val="1800"/>
              <a:buChar char="•"/>
              <a:defRPr/>
            </a:lvl7pPr>
            <a:lvl8pPr marL="3657661" lvl="7" indent="-342906" algn="l">
              <a:spcBef>
                <a:spcPts val="360"/>
              </a:spcBef>
              <a:spcAft>
                <a:spcPts val="0"/>
              </a:spcAft>
              <a:buClr>
                <a:schemeClr val="dk1"/>
              </a:buClr>
              <a:buSzPts val="1800"/>
              <a:buChar char="•"/>
              <a:defRPr/>
            </a:lvl8pPr>
            <a:lvl9pPr marL="4114868" lvl="8" indent="-342906" algn="l">
              <a:spcBef>
                <a:spcPts val="360"/>
              </a:spcBef>
              <a:spcAft>
                <a:spcPts val="0"/>
              </a:spcAft>
              <a:buClr>
                <a:schemeClr val="dk1"/>
              </a:buClr>
              <a:buSzPts val="1800"/>
              <a:buChar char="•"/>
              <a:defRPr/>
            </a:lvl9pPr>
          </a:lstStyle>
          <a:p>
            <a:endParaRPr/>
          </a:p>
        </p:txBody>
      </p:sp>
      <p:sp>
        <p:nvSpPr>
          <p:cNvPr id="169" name="Google Shape;169;p34"/>
          <p:cNvSpPr txBox="1">
            <a:spLocks noGrp="1"/>
          </p:cNvSpPr>
          <p:nvPr>
            <p:ph type="body" idx="3"/>
          </p:nvPr>
        </p:nvSpPr>
        <p:spPr>
          <a:xfrm>
            <a:off x="7508953" y="6432334"/>
            <a:ext cx="4224381" cy="228601"/>
          </a:xfrm>
          <a:prstGeom prst="rect">
            <a:avLst/>
          </a:prstGeom>
          <a:noFill/>
          <a:ln>
            <a:noFill/>
          </a:ln>
        </p:spPr>
        <p:txBody>
          <a:bodyPr spcFirstLastPara="1" wrap="square" lIns="0" tIns="0" rIns="0" bIns="0" anchor="b" anchorCtr="0">
            <a:noAutofit/>
          </a:bodyPr>
          <a:lstStyle>
            <a:lvl1pPr marL="457207" lvl="0" indent="-228604" algn="r">
              <a:spcBef>
                <a:spcPts val="1800"/>
              </a:spcBef>
              <a:spcAft>
                <a:spcPts val="0"/>
              </a:spcAft>
              <a:buClr>
                <a:schemeClr val="dk1"/>
              </a:buClr>
              <a:buSzPts val="1000"/>
              <a:buFont typeface="Roboto Medium"/>
              <a:buNone/>
              <a:defRPr sz="1000" b="0" i="0">
                <a:solidFill>
                  <a:schemeClr val="dk1"/>
                </a:solidFill>
                <a:latin typeface="Roboto Medium"/>
                <a:ea typeface="Roboto Medium"/>
                <a:cs typeface="Roboto Medium"/>
                <a:sym typeface="Roboto Medium"/>
              </a:defRPr>
            </a:lvl1pPr>
            <a:lvl2pPr marL="914415" lvl="1" indent="-228604" algn="l">
              <a:spcBef>
                <a:spcPts val="600"/>
              </a:spcBef>
              <a:spcAft>
                <a:spcPts val="0"/>
              </a:spcAft>
              <a:buClr>
                <a:schemeClr val="dk1"/>
              </a:buClr>
              <a:buSzPts val="1800"/>
              <a:buNone/>
              <a:defRPr/>
            </a:lvl2pPr>
            <a:lvl3pPr marL="1371622" lvl="2" indent="-342906" algn="l">
              <a:spcBef>
                <a:spcPts val="600"/>
              </a:spcBef>
              <a:spcAft>
                <a:spcPts val="0"/>
              </a:spcAft>
              <a:buClr>
                <a:schemeClr val="dk1"/>
              </a:buClr>
              <a:buSzPts val="1800"/>
              <a:buChar char="−"/>
              <a:defRPr/>
            </a:lvl3pPr>
            <a:lvl4pPr marL="1828831" lvl="3" indent="-342906" algn="l">
              <a:spcBef>
                <a:spcPts val="300"/>
              </a:spcBef>
              <a:spcAft>
                <a:spcPts val="0"/>
              </a:spcAft>
              <a:buClr>
                <a:schemeClr val="dk1"/>
              </a:buClr>
              <a:buSzPts val="1800"/>
              <a:buChar char="•"/>
              <a:defRPr/>
            </a:lvl4pPr>
            <a:lvl5pPr marL="2286038" lvl="4" indent="-342906" algn="l">
              <a:spcBef>
                <a:spcPts val="300"/>
              </a:spcBef>
              <a:spcAft>
                <a:spcPts val="0"/>
              </a:spcAft>
              <a:buClr>
                <a:schemeClr val="dk1"/>
              </a:buClr>
              <a:buSzPts val="1800"/>
              <a:buChar char="−"/>
              <a:defRPr/>
            </a:lvl5pPr>
            <a:lvl6pPr marL="2743246" lvl="5" indent="-342906" algn="l">
              <a:spcBef>
                <a:spcPts val="360"/>
              </a:spcBef>
              <a:spcAft>
                <a:spcPts val="0"/>
              </a:spcAft>
              <a:buClr>
                <a:schemeClr val="dk1"/>
              </a:buClr>
              <a:buSzPts val="1800"/>
              <a:buChar char="•"/>
              <a:defRPr/>
            </a:lvl6pPr>
            <a:lvl7pPr marL="3200453" lvl="6" indent="-342906" algn="l">
              <a:spcBef>
                <a:spcPts val="360"/>
              </a:spcBef>
              <a:spcAft>
                <a:spcPts val="0"/>
              </a:spcAft>
              <a:buClr>
                <a:schemeClr val="dk1"/>
              </a:buClr>
              <a:buSzPts val="1800"/>
              <a:buChar char="•"/>
              <a:defRPr/>
            </a:lvl7pPr>
            <a:lvl8pPr marL="3657661" lvl="7" indent="-342906" algn="l">
              <a:spcBef>
                <a:spcPts val="360"/>
              </a:spcBef>
              <a:spcAft>
                <a:spcPts val="0"/>
              </a:spcAft>
              <a:buClr>
                <a:schemeClr val="dk1"/>
              </a:buClr>
              <a:buSzPts val="1800"/>
              <a:buChar char="•"/>
              <a:defRPr/>
            </a:lvl8pPr>
            <a:lvl9pPr marL="4114868" lvl="8" indent="-342906" algn="l">
              <a:spcBef>
                <a:spcPts val="360"/>
              </a:spcBef>
              <a:spcAft>
                <a:spcPts val="0"/>
              </a:spcAft>
              <a:buClr>
                <a:schemeClr val="dk1"/>
              </a:buClr>
              <a:buSzPts val="1800"/>
              <a:buChar char="•"/>
              <a:defRPr/>
            </a:lvl9pPr>
          </a:lstStyle>
          <a:p>
            <a:endParaRPr/>
          </a:p>
        </p:txBody>
      </p:sp>
      <p:pic>
        <p:nvPicPr>
          <p:cNvPr id="170" name="Google Shape;170;p34" descr="A picture containing drawing&#10;&#10;Description automatically generated"/>
          <p:cNvPicPr preferRelativeResize="0"/>
          <p:nvPr/>
        </p:nvPicPr>
        <p:blipFill rotWithShape="1">
          <a:blip r:embed="rId2">
            <a:alphaModFix/>
          </a:blip>
          <a:srcRect b="31356"/>
          <a:stretch/>
        </p:blipFill>
        <p:spPr>
          <a:xfrm>
            <a:off x="455619" y="6277208"/>
            <a:ext cx="685807" cy="352192"/>
          </a:xfrm>
          <a:prstGeom prst="rect">
            <a:avLst/>
          </a:prstGeom>
          <a:noFill/>
          <a:ln>
            <a:noFill/>
          </a:ln>
        </p:spPr>
      </p:pic>
    </p:spTree>
  </p:cSld>
  <p:clrMapOvr>
    <a:masterClrMapping/>
  </p:clrMapOvr>
  <mc:AlternateContent xmlns:mc="http://schemas.openxmlformats.org/markup-compatibility/2006" xmlns:p14="http://schemas.microsoft.com/office/powerpoint/2010/main">
    <mc:Choice Requires="p14">
      <p:transition p14:dur="250">
        <p:fade/>
      </p:transition>
    </mc:Choice>
    <mc:Fallback xmlns:ahyp="http://schemas.microsoft.com/office/drawing/2018/hyperlinkcolor" xmlns:p15="http://schemas.microsoft.com/office/powerpoint/2012/main" xmlns:com="http://schemas.openxmlformats.org/drawingml/2006/compatibility" xmlns:pvml="urn:schemas-microsoft-com:office:powerpoint" xmlns:v="urn:schemas-microsoft-com:vml" xmlns:o="urn:schemas-microsoft-com:office:office" xmlns:dgm="http://schemas.openxmlformats.org/drawingml/2006/diagram" xmlns:c="http://schemas.openxmlformats.org/drawingml/2006/chart" xmlns:mv="urn:schemas-microsoft-com:mac:vml" xmlns="">
      <p:transition>
        <p:fade/>
      </p:transition>
    </mc:Fallback>
  </mc:AlternateContent>
</p:sldLayout>
</file>

<file path=ppt/slideLayouts/slideLayout33.xml><?xml version="1.0" encoding="utf-8"?>
<p:sldLayout xmlns:a="http://schemas.openxmlformats.org/drawingml/2006/main" xmlns:r="http://schemas.openxmlformats.org/officeDocument/2006/relationships" xmlns:p="http://schemas.openxmlformats.org/presentationml/2006/main" matchingName="WHITE 2Col Title | Subhead | Text">
  <p:cSld name="WHITE 2Col Title | Subhead | Text">
    <p:spTree>
      <p:nvGrpSpPr>
        <p:cNvPr id="1" name="Shape 171"/>
        <p:cNvGrpSpPr/>
        <p:nvPr/>
      </p:nvGrpSpPr>
      <p:grpSpPr>
        <a:xfrm>
          <a:off x="0" y="0"/>
          <a:ext cx="0" cy="0"/>
          <a:chOff x="0" y="0"/>
          <a:chExt cx="0" cy="0"/>
        </a:xfrm>
      </p:grpSpPr>
      <p:sp>
        <p:nvSpPr>
          <p:cNvPr id="172" name="Google Shape;172;p35"/>
          <p:cNvSpPr txBox="1">
            <a:spLocks noGrp="1"/>
          </p:cNvSpPr>
          <p:nvPr>
            <p:ph type="title"/>
          </p:nvPr>
        </p:nvSpPr>
        <p:spPr>
          <a:xfrm>
            <a:off x="455618" y="472700"/>
            <a:ext cx="8915492" cy="524543"/>
          </a:xfrm>
          <a:prstGeom prst="rect">
            <a:avLst/>
          </a:prstGeom>
          <a:noFill/>
          <a:ln>
            <a:noFill/>
          </a:ln>
        </p:spPr>
        <p:txBody>
          <a:bodyPr spcFirstLastPara="1" wrap="square" lIns="0" tIns="0" rIns="0" bIns="0" anchor="t" anchorCtr="0">
            <a:noAutofit/>
          </a:bodyPr>
          <a:lstStyle>
            <a:lvl1pPr lvl="0" algn="l">
              <a:lnSpc>
                <a:spcPct val="80000"/>
              </a:lnSpc>
              <a:spcBef>
                <a:spcPts val="0"/>
              </a:spcBef>
              <a:spcAft>
                <a:spcPts val="0"/>
              </a:spcAft>
              <a:buClr>
                <a:schemeClr val="dk1"/>
              </a:buClr>
              <a:buSzPts val="3200"/>
              <a:buFont typeface="Roboto Medium"/>
              <a:buNone/>
              <a:defRPr b="0"/>
            </a:lvl1pPr>
            <a:lvl2pPr lvl="1">
              <a:spcBef>
                <a:spcPts val="0"/>
              </a:spcBef>
              <a:spcAft>
                <a:spcPts val="0"/>
              </a:spcAft>
              <a:buSzPts val="1400"/>
              <a:buNone/>
              <a:defRPr/>
            </a:lvl2pPr>
            <a:lvl3pPr lvl="2">
              <a:spcBef>
                <a:spcPts val="0"/>
              </a:spcBef>
              <a:spcAft>
                <a:spcPts val="0"/>
              </a:spcAft>
              <a:buSzPts val="1400"/>
              <a:buNone/>
              <a:defRPr/>
            </a:lvl3pPr>
            <a:lvl4pPr lvl="3">
              <a:spcBef>
                <a:spcPts val="0"/>
              </a:spcBef>
              <a:spcAft>
                <a:spcPts val="0"/>
              </a:spcAft>
              <a:buSzPts val="1400"/>
              <a:buNone/>
              <a:defRPr/>
            </a:lvl4pPr>
            <a:lvl5pPr lvl="4">
              <a:spcBef>
                <a:spcPts val="0"/>
              </a:spcBef>
              <a:spcAft>
                <a:spcPts val="0"/>
              </a:spcAft>
              <a:buSzPts val="1400"/>
              <a:buNone/>
              <a:defRPr/>
            </a:lvl5pPr>
            <a:lvl6pPr lvl="5">
              <a:spcBef>
                <a:spcPts val="0"/>
              </a:spcBef>
              <a:spcAft>
                <a:spcPts val="0"/>
              </a:spcAft>
              <a:buSzPts val="1400"/>
              <a:buNone/>
              <a:defRPr/>
            </a:lvl6pPr>
            <a:lvl7pPr lvl="6">
              <a:spcBef>
                <a:spcPts val="0"/>
              </a:spcBef>
              <a:spcAft>
                <a:spcPts val="0"/>
              </a:spcAft>
              <a:buSzPts val="1400"/>
              <a:buNone/>
              <a:defRPr/>
            </a:lvl7pPr>
            <a:lvl8pPr lvl="7">
              <a:spcBef>
                <a:spcPts val="0"/>
              </a:spcBef>
              <a:spcAft>
                <a:spcPts val="0"/>
              </a:spcAft>
              <a:buSzPts val="1400"/>
              <a:buNone/>
              <a:defRPr/>
            </a:lvl8pPr>
            <a:lvl9pPr lvl="8">
              <a:spcBef>
                <a:spcPts val="0"/>
              </a:spcBef>
              <a:spcAft>
                <a:spcPts val="0"/>
              </a:spcAft>
              <a:buSzPts val="1400"/>
              <a:buNone/>
              <a:defRPr/>
            </a:lvl9pPr>
          </a:lstStyle>
          <a:p>
            <a:endParaRPr/>
          </a:p>
        </p:txBody>
      </p:sp>
      <p:sp>
        <p:nvSpPr>
          <p:cNvPr id="173" name="Google Shape;173;p35"/>
          <p:cNvSpPr txBox="1">
            <a:spLocks noGrp="1"/>
          </p:cNvSpPr>
          <p:nvPr>
            <p:ph type="body" idx="1"/>
          </p:nvPr>
        </p:nvSpPr>
        <p:spPr>
          <a:xfrm>
            <a:off x="455617" y="2971800"/>
            <a:ext cx="5486456" cy="2971800"/>
          </a:xfrm>
          <a:prstGeom prst="rect">
            <a:avLst/>
          </a:prstGeom>
          <a:noFill/>
          <a:ln>
            <a:noFill/>
          </a:ln>
        </p:spPr>
        <p:txBody>
          <a:bodyPr spcFirstLastPara="1" wrap="square" lIns="0" tIns="0" rIns="0" bIns="0" anchor="t" anchorCtr="0">
            <a:noAutofit/>
          </a:bodyPr>
          <a:lstStyle>
            <a:lvl1pPr marL="457207" lvl="0" indent="-228604" algn="l">
              <a:lnSpc>
                <a:spcPct val="100000"/>
              </a:lnSpc>
              <a:spcBef>
                <a:spcPts val="1800"/>
              </a:spcBef>
              <a:spcAft>
                <a:spcPts val="0"/>
              </a:spcAft>
              <a:buClr>
                <a:schemeClr val="dk1"/>
              </a:buClr>
              <a:buSzPts val="2000"/>
              <a:buFont typeface="Roboto"/>
              <a:buNone/>
              <a:defRPr b="0" i="0">
                <a:latin typeface="Roboto"/>
                <a:ea typeface="Roboto"/>
                <a:cs typeface="Roboto"/>
                <a:sym typeface="Roboto"/>
              </a:defRPr>
            </a:lvl1pPr>
            <a:lvl2pPr marL="914415" lvl="1" indent="-342906" algn="l">
              <a:spcBef>
                <a:spcPts val="600"/>
              </a:spcBef>
              <a:spcAft>
                <a:spcPts val="0"/>
              </a:spcAft>
              <a:buClr>
                <a:schemeClr val="dk1"/>
              </a:buClr>
              <a:buSzPts val="1800"/>
              <a:buChar char="•"/>
              <a:defRPr b="0" i="0">
                <a:latin typeface="Roboto"/>
                <a:ea typeface="Roboto"/>
                <a:cs typeface="Roboto"/>
                <a:sym typeface="Roboto"/>
              </a:defRPr>
            </a:lvl2pPr>
            <a:lvl3pPr marL="1371622" lvl="2" indent="-330205" algn="l">
              <a:spcBef>
                <a:spcPts val="600"/>
              </a:spcBef>
              <a:spcAft>
                <a:spcPts val="0"/>
              </a:spcAft>
              <a:buClr>
                <a:schemeClr val="dk1"/>
              </a:buClr>
              <a:buSzPts val="1600"/>
              <a:buChar char="−"/>
              <a:defRPr b="0" i="0">
                <a:latin typeface="Roboto"/>
                <a:ea typeface="Roboto"/>
                <a:cs typeface="Roboto"/>
                <a:sym typeface="Roboto"/>
              </a:defRPr>
            </a:lvl3pPr>
            <a:lvl4pPr marL="1828831" lvl="3" indent="-317506" algn="l">
              <a:spcBef>
                <a:spcPts val="300"/>
              </a:spcBef>
              <a:spcAft>
                <a:spcPts val="0"/>
              </a:spcAft>
              <a:buClr>
                <a:schemeClr val="dk1"/>
              </a:buClr>
              <a:buSzPts val="1400"/>
              <a:buChar char="•"/>
              <a:defRPr b="0" i="0">
                <a:latin typeface="Roboto"/>
                <a:ea typeface="Roboto"/>
                <a:cs typeface="Roboto"/>
                <a:sym typeface="Roboto"/>
              </a:defRPr>
            </a:lvl4pPr>
            <a:lvl5pPr marL="2286038" lvl="4" indent="-304805" algn="l">
              <a:spcBef>
                <a:spcPts val="300"/>
              </a:spcBef>
              <a:spcAft>
                <a:spcPts val="0"/>
              </a:spcAft>
              <a:buClr>
                <a:schemeClr val="dk1"/>
              </a:buClr>
              <a:buSzPts val="1200"/>
              <a:buChar char="−"/>
              <a:defRPr b="0" i="0">
                <a:latin typeface="Roboto"/>
                <a:ea typeface="Roboto"/>
                <a:cs typeface="Roboto"/>
                <a:sym typeface="Roboto"/>
              </a:defRPr>
            </a:lvl5pPr>
            <a:lvl6pPr marL="2743246" lvl="5" indent="-342906" algn="l">
              <a:spcBef>
                <a:spcPts val="360"/>
              </a:spcBef>
              <a:spcAft>
                <a:spcPts val="0"/>
              </a:spcAft>
              <a:buClr>
                <a:schemeClr val="dk1"/>
              </a:buClr>
              <a:buSzPts val="1800"/>
              <a:buChar char="•"/>
              <a:defRPr/>
            </a:lvl6pPr>
            <a:lvl7pPr marL="3200453" lvl="6" indent="-342906" algn="l">
              <a:spcBef>
                <a:spcPts val="360"/>
              </a:spcBef>
              <a:spcAft>
                <a:spcPts val="0"/>
              </a:spcAft>
              <a:buClr>
                <a:schemeClr val="dk1"/>
              </a:buClr>
              <a:buSzPts val="1800"/>
              <a:buChar char="•"/>
              <a:defRPr/>
            </a:lvl7pPr>
            <a:lvl8pPr marL="3657661" lvl="7" indent="-342906" algn="l">
              <a:spcBef>
                <a:spcPts val="360"/>
              </a:spcBef>
              <a:spcAft>
                <a:spcPts val="0"/>
              </a:spcAft>
              <a:buClr>
                <a:schemeClr val="dk1"/>
              </a:buClr>
              <a:buSzPts val="1800"/>
              <a:buChar char="•"/>
              <a:defRPr/>
            </a:lvl8pPr>
            <a:lvl9pPr marL="4114868" lvl="8" indent="-342906" algn="l">
              <a:spcBef>
                <a:spcPts val="360"/>
              </a:spcBef>
              <a:spcAft>
                <a:spcPts val="0"/>
              </a:spcAft>
              <a:buClr>
                <a:schemeClr val="dk1"/>
              </a:buClr>
              <a:buSzPts val="1800"/>
              <a:buChar char="•"/>
              <a:defRPr/>
            </a:lvl9pPr>
          </a:lstStyle>
          <a:p>
            <a:endParaRPr/>
          </a:p>
        </p:txBody>
      </p:sp>
      <p:sp>
        <p:nvSpPr>
          <p:cNvPr id="174" name="Google Shape;174;p35"/>
          <p:cNvSpPr txBox="1">
            <a:spLocks noGrp="1"/>
          </p:cNvSpPr>
          <p:nvPr>
            <p:ph type="body" idx="2"/>
          </p:nvPr>
        </p:nvSpPr>
        <p:spPr>
          <a:xfrm>
            <a:off x="455618" y="868681"/>
            <a:ext cx="8915492" cy="229235"/>
          </a:xfrm>
          <a:prstGeom prst="rect">
            <a:avLst/>
          </a:prstGeom>
          <a:noFill/>
          <a:ln>
            <a:noFill/>
          </a:ln>
        </p:spPr>
        <p:txBody>
          <a:bodyPr spcFirstLastPara="1" wrap="square" lIns="0" tIns="0" rIns="0" bIns="0" anchor="t" anchorCtr="0">
            <a:noAutofit/>
          </a:bodyPr>
          <a:lstStyle>
            <a:lvl1pPr marL="457207" lvl="0" indent="-228604" algn="l">
              <a:spcBef>
                <a:spcPts val="1800"/>
              </a:spcBef>
              <a:spcAft>
                <a:spcPts val="0"/>
              </a:spcAft>
              <a:buClr>
                <a:schemeClr val="lt2"/>
              </a:buClr>
              <a:buSzPts val="1600"/>
              <a:buFont typeface="Roboto Medium"/>
              <a:buNone/>
              <a:defRPr sz="1600" b="0" i="0">
                <a:solidFill>
                  <a:schemeClr val="lt2"/>
                </a:solidFill>
                <a:latin typeface="Roboto Medium"/>
                <a:ea typeface="Roboto Medium"/>
                <a:cs typeface="Roboto Medium"/>
                <a:sym typeface="Roboto Medium"/>
              </a:defRPr>
            </a:lvl1pPr>
            <a:lvl2pPr marL="914415" lvl="1" indent="-228604" algn="l">
              <a:spcBef>
                <a:spcPts val="600"/>
              </a:spcBef>
              <a:spcAft>
                <a:spcPts val="0"/>
              </a:spcAft>
              <a:buClr>
                <a:schemeClr val="dk1"/>
              </a:buClr>
              <a:buSzPts val="1800"/>
              <a:buNone/>
              <a:defRPr/>
            </a:lvl2pPr>
            <a:lvl3pPr marL="1371622" lvl="2" indent="-342906" algn="l">
              <a:spcBef>
                <a:spcPts val="600"/>
              </a:spcBef>
              <a:spcAft>
                <a:spcPts val="0"/>
              </a:spcAft>
              <a:buClr>
                <a:schemeClr val="dk1"/>
              </a:buClr>
              <a:buSzPts val="1800"/>
              <a:buChar char="−"/>
              <a:defRPr/>
            </a:lvl3pPr>
            <a:lvl4pPr marL="1828831" lvl="3" indent="-342906" algn="l">
              <a:spcBef>
                <a:spcPts val="300"/>
              </a:spcBef>
              <a:spcAft>
                <a:spcPts val="0"/>
              </a:spcAft>
              <a:buClr>
                <a:schemeClr val="dk1"/>
              </a:buClr>
              <a:buSzPts val="1800"/>
              <a:buChar char="•"/>
              <a:defRPr/>
            </a:lvl4pPr>
            <a:lvl5pPr marL="2286038" lvl="4" indent="-342906" algn="l">
              <a:spcBef>
                <a:spcPts val="300"/>
              </a:spcBef>
              <a:spcAft>
                <a:spcPts val="0"/>
              </a:spcAft>
              <a:buClr>
                <a:schemeClr val="dk1"/>
              </a:buClr>
              <a:buSzPts val="1800"/>
              <a:buChar char="−"/>
              <a:defRPr/>
            </a:lvl5pPr>
            <a:lvl6pPr marL="2743246" lvl="5" indent="-342906" algn="l">
              <a:spcBef>
                <a:spcPts val="360"/>
              </a:spcBef>
              <a:spcAft>
                <a:spcPts val="0"/>
              </a:spcAft>
              <a:buClr>
                <a:schemeClr val="dk1"/>
              </a:buClr>
              <a:buSzPts val="1800"/>
              <a:buChar char="•"/>
              <a:defRPr/>
            </a:lvl6pPr>
            <a:lvl7pPr marL="3200453" lvl="6" indent="-342906" algn="l">
              <a:spcBef>
                <a:spcPts val="360"/>
              </a:spcBef>
              <a:spcAft>
                <a:spcPts val="0"/>
              </a:spcAft>
              <a:buClr>
                <a:schemeClr val="dk1"/>
              </a:buClr>
              <a:buSzPts val="1800"/>
              <a:buChar char="•"/>
              <a:defRPr/>
            </a:lvl7pPr>
            <a:lvl8pPr marL="3657661" lvl="7" indent="-342906" algn="l">
              <a:spcBef>
                <a:spcPts val="360"/>
              </a:spcBef>
              <a:spcAft>
                <a:spcPts val="0"/>
              </a:spcAft>
              <a:buClr>
                <a:schemeClr val="dk1"/>
              </a:buClr>
              <a:buSzPts val="1800"/>
              <a:buChar char="•"/>
              <a:defRPr/>
            </a:lvl8pPr>
            <a:lvl9pPr marL="4114868" lvl="8" indent="-342906" algn="l">
              <a:spcBef>
                <a:spcPts val="360"/>
              </a:spcBef>
              <a:spcAft>
                <a:spcPts val="0"/>
              </a:spcAft>
              <a:buClr>
                <a:schemeClr val="dk1"/>
              </a:buClr>
              <a:buSzPts val="1800"/>
              <a:buChar char="•"/>
              <a:defRPr/>
            </a:lvl9pPr>
          </a:lstStyle>
          <a:p>
            <a:endParaRPr/>
          </a:p>
        </p:txBody>
      </p:sp>
      <p:sp>
        <p:nvSpPr>
          <p:cNvPr id="175" name="Google Shape;175;p35"/>
          <p:cNvSpPr txBox="1">
            <a:spLocks noGrp="1"/>
          </p:cNvSpPr>
          <p:nvPr>
            <p:ph type="body" idx="3"/>
          </p:nvPr>
        </p:nvSpPr>
        <p:spPr>
          <a:xfrm>
            <a:off x="7508953" y="6432334"/>
            <a:ext cx="4224381" cy="228601"/>
          </a:xfrm>
          <a:prstGeom prst="rect">
            <a:avLst/>
          </a:prstGeom>
          <a:noFill/>
          <a:ln>
            <a:noFill/>
          </a:ln>
        </p:spPr>
        <p:txBody>
          <a:bodyPr spcFirstLastPara="1" wrap="square" lIns="0" tIns="0" rIns="0" bIns="0" anchor="b" anchorCtr="0">
            <a:noAutofit/>
          </a:bodyPr>
          <a:lstStyle>
            <a:lvl1pPr marL="457207" lvl="0" indent="-228604" algn="r">
              <a:spcBef>
                <a:spcPts val="1800"/>
              </a:spcBef>
              <a:spcAft>
                <a:spcPts val="0"/>
              </a:spcAft>
              <a:buClr>
                <a:schemeClr val="dk1"/>
              </a:buClr>
              <a:buSzPts val="1000"/>
              <a:buFont typeface="Roboto Medium"/>
              <a:buNone/>
              <a:defRPr sz="1000" b="0" i="0">
                <a:solidFill>
                  <a:schemeClr val="dk1"/>
                </a:solidFill>
                <a:latin typeface="Roboto Medium"/>
                <a:ea typeface="Roboto Medium"/>
                <a:cs typeface="Roboto Medium"/>
                <a:sym typeface="Roboto Medium"/>
              </a:defRPr>
            </a:lvl1pPr>
            <a:lvl2pPr marL="914415" lvl="1" indent="-228604" algn="l">
              <a:spcBef>
                <a:spcPts val="600"/>
              </a:spcBef>
              <a:spcAft>
                <a:spcPts val="0"/>
              </a:spcAft>
              <a:buClr>
                <a:schemeClr val="dk1"/>
              </a:buClr>
              <a:buSzPts val="1800"/>
              <a:buNone/>
              <a:defRPr/>
            </a:lvl2pPr>
            <a:lvl3pPr marL="1371622" lvl="2" indent="-342906" algn="l">
              <a:spcBef>
                <a:spcPts val="600"/>
              </a:spcBef>
              <a:spcAft>
                <a:spcPts val="0"/>
              </a:spcAft>
              <a:buClr>
                <a:schemeClr val="dk1"/>
              </a:buClr>
              <a:buSzPts val="1800"/>
              <a:buChar char="−"/>
              <a:defRPr/>
            </a:lvl3pPr>
            <a:lvl4pPr marL="1828831" lvl="3" indent="-342906" algn="l">
              <a:spcBef>
                <a:spcPts val="300"/>
              </a:spcBef>
              <a:spcAft>
                <a:spcPts val="0"/>
              </a:spcAft>
              <a:buClr>
                <a:schemeClr val="dk1"/>
              </a:buClr>
              <a:buSzPts val="1800"/>
              <a:buChar char="•"/>
              <a:defRPr/>
            </a:lvl4pPr>
            <a:lvl5pPr marL="2286038" lvl="4" indent="-342906" algn="l">
              <a:spcBef>
                <a:spcPts val="300"/>
              </a:spcBef>
              <a:spcAft>
                <a:spcPts val="0"/>
              </a:spcAft>
              <a:buClr>
                <a:schemeClr val="dk1"/>
              </a:buClr>
              <a:buSzPts val="1800"/>
              <a:buChar char="−"/>
              <a:defRPr/>
            </a:lvl5pPr>
            <a:lvl6pPr marL="2743246" lvl="5" indent="-342906" algn="l">
              <a:spcBef>
                <a:spcPts val="360"/>
              </a:spcBef>
              <a:spcAft>
                <a:spcPts val="0"/>
              </a:spcAft>
              <a:buClr>
                <a:schemeClr val="dk1"/>
              </a:buClr>
              <a:buSzPts val="1800"/>
              <a:buChar char="•"/>
              <a:defRPr/>
            </a:lvl6pPr>
            <a:lvl7pPr marL="3200453" lvl="6" indent="-342906" algn="l">
              <a:spcBef>
                <a:spcPts val="360"/>
              </a:spcBef>
              <a:spcAft>
                <a:spcPts val="0"/>
              </a:spcAft>
              <a:buClr>
                <a:schemeClr val="dk1"/>
              </a:buClr>
              <a:buSzPts val="1800"/>
              <a:buChar char="•"/>
              <a:defRPr/>
            </a:lvl7pPr>
            <a:lvl8pPr marL="3657661" lvl="7" indent="-342906" algn="l">
              <a:spcBef>
                <a:spcPts val="360"/>
              </a:spcBef>
              <a:spcAft>
                <a:spcPts val="0"/>
              </a:spcAft>
              <a:buClr>
                <a:schemeClr val="dk1"/>
              </a:buClr>
              <a:buSzPts val="1800"/>
              <a:buChar char="•"/>
              <a:defRPr/>
            </a:lvl8pPr>
            <a:lvl9pPr marL="4114868" lvl="8" indent="-342906" algn="l">
              <a:spcBef>
                <a:spcPts val="360"/>
              </a:spcBef>
              <a:spcAft>
                <a:spcPts val="0"/>
              </a:spcAft>
              <a:buClr>
                <a:schemeClr val="dk1"/>
              </a:buClr>
              <a:buSzPts val="1800"/>
              <a:buChar char="•"/>
              <a:defRPr/>
            </a:lvl9pPr>
          </a:lstStyle>
          <a:p>
            <a:endParaRPr/>
          </a:p>
        </p:txBody>
      </p:sp>
      <p:sp>
        <p:nvSpPr>
          <p:cNvPr id="176" name="Google Shape;176;p35"/>
          <p:cNvSpPr txBox="1">
            <a:spLocks noGrp="1"/>
          </p:cNvSpPr>
          <p:nvPr>
            <p:ph type="body" idx="4"/>
          </p:nvPr>
        </p:nvSpPr>
        <p:spPr>
          <a:xfrm>
            <a:off x="6246876" y="2971801"/>
            <a:ext cx="5486456" cy="2971800"/>
          </a:xfrm>
          <a:prstGeom prst="rect">
            <a:avLst/>
          </a:prstGeom>
          <a:noFill/>
          <a:ln>
            <a:noFill/>
          </a:ln>
        </p:spPr>
        <p:txBody>
          <a:bodyPr spcFirstLastPara="1" wrap="square" lIns="0" tIns="0" rIns="0" bIns="0" anchor="t" anchorCtr="0">
            <a:noAutofit/>
          </a:bodyPr>
          <a:lstStyle>
            <a:lvl1pPr marL="457207" lvl="0" indent="-228604" algn="l">
              <a:spcBef>
                <a:spcPts val="1800"/>
              </a:spcBef>
              <a:spcAft>
                <a:spcPts val="0"/>
              </a:spcAft>
              <a:buClr>
                <a:schemeClr val="dk1"/>
              </a:buClr>
              <a:buSzPts val="1800"/>
              <a:buNone/>
              <a:defRPr/>
            </a:lvl1pPr>
            <a:lvl2pPr marL="914415" lvl="1" indent="-342906" algn="l">
              <a:spcBef>
                <a:spcPts val="600"/>
              </a:spcBef>
              <a:spcAft>
                <a:spcPts val="0"/>
              </a:spcAft>
              <a:buClr>
                <a:schemeClr val="dk1"/>
              </a:buClr>
              <a:buSzPts val="1800"/>
              <a:buChar char="•"/>
              <a:defRPr/>
            </a:lvl2pPr>
            <a:lvl3pPr marL="1371622" lvl="2" indent="-342906" algn="l">
              <a:spcBef>
                <a:spcPts val="600"/>
              </a:spcBef>
              <a:spcAft>
                <a:spcPts val="0"/>
              </a:spcAft>
              <a:buClr>
                <a:schemeClr val="dk1"/>
              </a:buClr>
              <a:buSzPts val="1800"/>
              <a:buChar char="−"/>
              <a:defRPr/>
            </a:lvl3pPr>
            <a:lvl4pPr marL="1828831" lvl="3" indent="-342906" algn="l">
              <a:spcBef>
                <a:spcPts val="300"/>
              </a:spcBef>
              <a:spcAft>
                <a:spcPts val="0"/>
              </a:spcAft>
              <a:buClr>
                <a:schemeClr val="dk1"/>
              </a:buClr>
              <a:buSzPts val="1800"/>
              <a:buChar char="•"/>
              <a:defRPr/>
            </a:lvl4pPr>
            <a:lvl5pPr marL="2286038" lvl="4" indent="-342906" algn="l">
              <a:spcBef>
                <a:spcPts val="300"/>
              </a:spcBef>
              <a:spcAft>
                <a:spcPts val="0"/>
              </a:spcAft>
              <a:buClr>
                <a:schemeClr val="dk1"/>
              </a:buClr>
              <a:buSzPts val="1800"/>
              <a:buChar char="−"/>
              <a:defRPr/>
            </a:lvl5pPr>
            <a:lvl6pPr marL="2743246" lvl="5" indent="-342906" algn="l">
              <a:spcBef>
                <a:spcPts val="360"/>
              </a:spcBef>
              <a:spcAft>
                <a:spcPts val="0"/>
              </a:spcAft>
              <a:buClr>
                <a:schemeClr val="dk1"/>
              </a:buClr>
              <a:buSzPts val="1800"/>
              <a:buChar char="•"/>
              <a:defRPr/>
            </a:lvl6pPr>
            <a:lvl7pPr marL="3200453" lvl="6" indent="-342906" algn="l">
              <a:spcBef>
                <a:spcPts val="360"/>
              </a:spcBef>
              <a:spcAft>
                <a:spcPts val="0"/>
              </a:spcAft>
              <a:buClr>
                <a:schemeClr val="dk1"/>
              </a:buClr>
              <a:buSzPts val="1800"/>
              <a:buChar char="•"/>
              <a:defRPr/>
            </a:lvl7pPr>
            <a:lvl8pPr marL="3657661" lvl="7" indent="-342906" algn="l">
              <a:spcBef>
                <a:spcPts val="360"/>
              </a:spcBef>
              <a:spcAft>
                <a:spcPts val="0"/>
              </a:spcAft>
              <a:buClr>
                <a:schemeClr val="dk1"/>
              </a:buClr>
              <a:buSzPts val="1800"/>
              <a:buChar char="•"/>
              <a:defRPr/>
            </a:lvl8pPr>
            <a:lvl9pPr marL="4114868" lvl="8" indent="-342906" algn="l">
              <a:spcBef>
                <a:spcPts val="360"/>
              </a:spcBef>
              <a:spcAft>
                <a:spcPts val="0"/>
              </a:spcAft>
              <a:buClr>
                <a:schemeClr val="dk1"/>
              </a:buClr>
              <a:buSzPts val="1800"/>
              <a:buChar char="•"/>
              <a:defRPr/>
            </a:lvl9pPr>
          </a:lstStyle>
          <a:p>
            <a:endParaRPr/>
          </a:p>
        </p:txBody>
      </p:sp>
      <p:pic>
        <p:nvPicPr>
          <p:cNvPr id="177" name="Google Shape;177;p35" descr="A picture containing drawing&#10;&#10;Description automatically generated"/>
          <p:cNvPicPr preferRelativeResize="0"/>
          <p:nvPr/>
        </p:nvPicPr>
        <p:blipFill rotWithShape="1">
          <a:blip r:embed="rId2">
            <a:alphaModFix/>
          </a:blip>
          <a:srcRect b="31356"/>
          <a:stretch/>
        </p:blipFill>
        <p:spPr>
          <a:xfrm>
            <a:off x="455619" y="6277208"/>
            <a:ext cx="685807" cy="352192"/>
          </a:xfrm>
          <a:prstGeom prst="rect">
            <a:avLst/>
          </a:prstGeom>
          <a:noFill/>
          <a:ln>
            <a:noFill/>
          </a:ln>
        </p:spPr>
      </p:pic>
    </p:spTree>
  </p:cSld>
  <p:clrMapOvr>
    <a:masterClrMapping/>
  </p:clrMapOvr>
  <mc:AlternateContent xmlns:mc="http://schemas.openxmlformats.org/markup-compatibility/2006" xmlns:p14="http://schemas.microsoft.com/office/powerpoint/2010/main">
    <mc:Choice Requires="p14">
      <p:transition p14:dur="250">
        <p:fade/>
      </p:transition>
    </mc:Choice>
    <mc:Fallback xmlns:ahyp="http://schemas.microsoft.com/office/drawing/2018/hyperlinkcolor" xmlns:p15="http://schemas.microsoft.com/office/powerpoint/2012/main" xmlns:com="http://schemas.openxmlformats.org/drawingml/2006/compatibility" xmlns:pvml="urn:schemas-microsoft-com:office:powerpoint" xmlns:v="urn:schemas-microsoft-com:vml" xmlns:o="urn:schemas-microsoft-com:office:office" xmlns:dgm="http://schemas.openxmlformats.org/drawingml/2006/diagram" xmlns:c="http://schemas.openxmlformats.org/drawingml/2006/chart" xmlns:mv="urn:schemas-microsoft-com:mac:vml" xmlns="">
      <p:transition>
        <p:fade/>
      </p:transition>
    </mc:Fallback>
  </mc:AlternateContent>
</p:sldLayout>
</file>

<file path=ppt/slideLayouts/slideLayout34.xml><?xml version="1.0" encoding="utf-8"?>
<p:sldLayout xmlns:a="http://schemas.openxmlformats.org/drawingml/2006/main" xmlns:r="http://schemas.openxmlformats.org/officeDocument/2006/relationships" xmlns:p="http://schemas.openxmlformats.org/presentationml/2006/main" matchingName="WHITE Title | Subhead | Text | Image">
  <p:cSld name="WHITE Title | Subhead | Text | Image">
    <p:spTree>
      <p:nvGrpSpPr>
        <p:cNvPr id="1" name="Shape 178"/>
        <p:cNvGrpSpPr/>
        <p:nvPr/>
      </p:nvGrpSpPr>
      <p:grpSpPr>
        <a:xfrm>
          <a:off x="0" y="0"/>
          <a:ext cx="0" cy="0"/>
          <a:chOff x="0" y="0"/>
          <a:chExt cx="0" cy="0"/>
        </a:xfrm>
      </p:grpSpPr>
      <p:sp>
        <p:nvSpPr>
          <p:cNvPr id="179" name="Google Shape;179;p36"/>
          <p:cNvSpPr txBox="1">
            <a:spLocks noGrp="1"/>
          </p:cNvSpPr>
          <p:nvPr>
            <p:ph type="title"/>
          </p:nvPr>
        </p:nvSpPr>
        <p:spPr>
          <a:xfrm>
            <a:off x="455618" y="472700"/>
            <a:ext cx="8915492" cy="524543"/>
          </a:xfrm>
          <a:prstGeom prst="rect">
            <a:avLst/>
          </a:prstGeom>
          <a:noFill/>
          <a:ln>
            <a:noFill/>
          </a:ln>
        </p:spPr>
        <p:txBody>
          <a:bodyPr spcFirstLastPara="1" wrap="square" lIns="0" tIns="0" rIns="0" bIns="0" anchor="t" anchorCtr="0">
            <a:noAutofit/>
          </a:bodyPr>
          <a:lstStyle>
            <a:lvl1pPr lvl="0" algn="l">
              <a:lnSpc>
                <a:spcPct val="80000"/>
              </a:lnSpc>
              <a:spcBef>
                <a:spcPts val="0"/>
              </a:spcBef>
              <a:spcAft>
                <a:spcPts val="0"/>
              </a:spcAft>
              <a:buClr>
                <a:schemeClr val="dk1"/>
              </a:buClr>
              <a:buSzPts val="3200"/>
              <a:buFont typeface="Roboto Medium"/>
              <a:buNone/>
              <a:defRPr b="0"/>
            </a:lvl1pPr>
            <a:lvl2pPr lvl="1">
              <a:spcBef>
                <a:spcPts val="0"/>
              </a:spcBef>
              <a:spcAft>
                <a:spcPts val="0"/>
              </a:spcAft>
              <a:buSzPts val="1400"/>
              <a:buNone/>
              <a:defRPr/>
            </a:lvl2pPr>
            <a:lvl3pPr lvl="2">
              <a:spcBef>
                <a:spcPts val="0"/>
              </a:spcBef>
              <a:spcAft>
                <a:spcPts val="0"/>
              </a:spcAft>
              <a:buSzPts val="1400"/>
              <a:buNone/>
              <a:defRPr/>
            </a:lvl3pPr>
            <a:lvl4pPr lvl="3">
              <a:spcBef>
                <a:spcPts val="0"/>
              </a:spcBef>
              <a:spcAft>
                <a:spcPts val="0"/>
              </a:spcAft>
              <a:buSzPts val="1400"/>
              <a:buNone/>
              <a:defRPr/>
            </a:lvl4pPr>
            <a:lvl5pPr lvl="4">
              <a:spcBef>
                <a:spcPts val="0"/>
              </a:spcBef>
              <a:spcAft>
                <a:spcPts val="0"/>
              </a:spcAft>
              <a:buSzPts val="1400"/>
              <a:buNone/>
              <a:defRPr/>
            </a:lvl5pPr>
            <a:lvl6pPr lvl="5">
              <a:spcBef>
                <a:spcPts val="0"/>
              </a:spcBef>
              <a:spcAft>
                <a:spcPts val="0"/>
              </a:spcAft>
              <a:buSzPts val="1400"/>
              <a:buNone/>
              <a:defRPr/>
            </a:lvl6pPr>
            <a:lvl7pPr lvl="6">
              <a:spcBef>
                <a:spcPts val="0"/>
              </a:spcBef>
              <a:spcAft>
                <a:spcPts val="0"/>
              </a:spcAft>
              <a:buSzPts val="1400"/>
              <a:buNone/>
              <a:defRPr/>
            </a:lvl7pPr>
            <a:lvl8pPr lvl="7">
              <a:spcBef>
                <a:spcPts val="0"/>
              </a:spcBef>
              <a:spcAft>
                <a:spcPts val="0"/>
              </a:spcAft>
              <a:buSzPts val="1400"/>
              <a:buNone/>
              <a:defRPr/>
            </a:lvl8pPr>
            <a:lvl9pPr lvl="8">
              <a:spcBef>
                <a:spcPts val="0"/>
              </a:spcBef>
              <a:spcAft>
                <a:spcPts val="0"/>
              </a:spcAft>
              <a:buSzPts val="1400"/>
              <a:buNone/>
              <a:defRPr/>
            </a:lvl9pPr>
          </a:lstStyle>
          <a:p>
            <a:endParaRPr/>
          </a:p>
        </p:txBody>
      </p:sp>
      <p:sp>
        <p:nvSpPr>
          <p:cNvPr id="180" name="Google Shape;180;p36"/>
          <p:cNvSpPr txBox="1">
            <a:spLocks noGrp="1"/>
          </p:cNvSpPr>
          <p:nvPr>
            <p:ph type="body" idx="1"/>
          </p:nvPr>
        </p:nvSpPr>
        <p:spPr>
          <a:xfrm>
            <a:off x="455616" y="2971800"/>
            <a:ext cx="5638859" cy="2971800"/>
          </a:xfrm>
          <a:prstGeom prst="rect">
            <a:avLst/>
          </a:prstGeom>
          <a:noFill/>
          <a:ln>
            <a:noFill/>
          </a:ln>
        </p:spPr>
        <p:txBody>
          <a:bodyPr spcFirstLastPara="1" wrap="square" lIns="0" tIns="0" rIns="0" bIns="0" anchor="t" anchorCtr="0">
            <a:noAutofit/>
          </a:bodyPr>
          <a:lstStyle>
            <a:lvl1pPr marL="457207" lvl="0" indent="-228604" algn="l">
              <a:lnSpc>
                <a:spcPct val="100000"/>
              </a:lnSpc>
              <a:spcBef>
                <a:spcPts val="1800"/>
              </a:spcBef>
              <a:spcAft>
                <a:spcPts val="0"/>
              </a:spcAft>
              <a:buClr>
                <a:schemeClr val="dk1"/>
              </a:buClr>
              <a:buSzPts val="2000"/>
              <a:buFont typeface="Roboto"/>
              <a:buNone/>
              <a:defRPr b="0" i="0">
                <a:latin typeface="Roboto"/>
                <a:ea typeface="Roboto"/>
                <a:cs typeface="Roboto"/>
                <a:sym typeface="Roboto"/>
              </a:defRPr>
            </a:lvl1pPr>
            <a:lvl2pPr marL="914415" lvl="1" indent="-342906" algn="l">
              <a:spcBef>
                <a:spcPts val="600"/>
              </a:spcBef>
              <a:spcAft>
                <a:spcPts val="0"/>
              </a:spcAft>
              <a:buClr>
                <a:schemeClr val="dk1"/>
              </a:buClr>
              <a:buSzPts val="1800"/>
              <a:buChar char="•"/>
              <a:defRPr b="0" i="0">
                <a:latin typeface="Roboto"/>
                <a:ea typeface="Roboto"/>
                <a:cs typeface="Roboto"/>
                <a:sym typeface="Roboto"/>
              </a:defRPr>
            </a:lvl2pPr>
            <a:lvl3pPr marL="1371622" lvl="2" indent="-330205" algn="l">
              <a:spcBef>
                <a:spcPts val="600"/>
              </a:spcBef>
              <a:spcAft>
                <a:spcPts val="0"/>
              </a:spcAft>
              <a:buClr>
                <a:schemeClr val="dk1"/>
              </a:buClr>
              <a:buSzPts val="1600"/>
              <a:buChar char="−"/>
              <a:defRPr b="0" i="0">
                <a:latin typeface="Roboto"/>
                <a:ea typeface="Roboto"/>
                <a:cs typeface="Roboto"/>
                <a:sym typeface="Roboto"/>
              </a:defRPr>
            </a:lvl3pPr>
            <a:lvl4pPr marL="1828831" lvl="3" indent="-317506" algn="l">
              <a:lnSpc>
                <a:spcPct val="100000"/>
              </a:lnSpc>
              <a:spcBef>
                <a:spcPts val="300"/>
              </a:spcBef>
              <a:spcAft>
                <a:spcPts val="0"/>
              </a:spcAft>
              <a:buClr>
                <a:schemeClr val="dk1"/>
              </a:buClr>
              <a:buSzPts val="1400"/>
              <a:buChar char="•"/>
              <a:defRPr b="0" i="0">
                <a:latin typeface="Roboto"/>
                <a:ea typeface="Roboto"/>
                <a:cs typeface="Roboto"/>
                <a:sym typeface="Roboto"/>
              </a:defRPr>
            </a:lvl4pPr>
            <a:lvl5pPr marL="2286038" lvl="4" indent="-304805" algn="l">
              <a:spcBef>
                <a:spcPts val="300"/>
              </a:spcBef>
              <a:spcAft>
                <a:spcPts val="0"/>
              </a:spcAft>
              <a:buClr>
                <a:schemeClr val="dk1"/>
              </a:buClr>
              <a:buSzPts val="1200"/>
              <a:buChar char="−"/>
              <a:defRPr b="0" i="0">
                <a:latin typeface="Roboto"/>
                <a:ea typeface="Roboto"/>
                <a:cs typeface="Roboto"/>
                <a:sym typeface="Roboto"/>
              </a:defRPr>
            </a:lvl5pPr>
            <a:lvl6pPr marL="2743246" lvl="5" indent="-342906" algn="l">
              <a:spcBef>
                <a:spcPts val="360"/>
              </a:spcBef>
              <a:spcAft>
                <a:spcPts val="0"/>
              </a:spcAft>
              <a:buClr>
                <a:schemeClr val="dk1"/>
              </a:buClr>
              <a:buSzPts val="1800"/>
              <a:buChar char="•"/>
              <a:defRPr/>
            </a:lvl6pPr>
            <a:lvl7pPr marL="3200453" lvl="6" indent="-342906" algn="l">
              <a:spcBef>
                <a:spcPts val="360"/>
              </a:spcBef>
              <a:spcAft>
                <a:spcPts val="0"/>
              </a:spcAft>
              <a:buClr>
                <a:schemeClr val="dk1"/>
              </a:buClr>
              <a:buSzPts val="1800"/>
              <a:buChar char="•"/>
              <a:defRPr/>
            </a:lvl7pPr>
            <a:lvl8pPr marL="3657661" lvl="7" indent="-342906" algn="l">
              <a:spcBef>
                <a:spcPts val="360"/>
              </a:spcBef>
              <a:spcAft>
                <a:spcPts val="0"/>
              </a:spcAft>
              <a:buClr>
                <a:schemeClr val="dk1"/>
              </a:buClr>
              <a:buSzPts val="1800"/>
              <a:buChar char="•"/>
              <a:defRPr/>
            </a:lvl8pPr>
            <a:lvl9pPr marL="4114868" lvl="8" indent="-342906" algn="l">
              <a:spcBef>
                <a:spcPts val="360"/>
              </a:spcBef>
              <a:spcAft>
                <a:spcPts val="0"/>
              </a:spcAft>
              <a:buClr>
                <a:schemeClr val="dk1"/>
              </a:buClr>
              <a:buSzPts val="1800"/>
              <a:buChar char="•"/>
              <a:defRPr/>
            </a:lvl9pPr>
          </a:lstStyle>
          <a:p>
            <a:endParaRPr/>
          </a:p>
        </p:txBody>
      </p:sp>
      <p:sp>
        <p:nvSpPr>
          <p:cNvPr id="181" name="Google Shape;181;p36"/>
          <p:cNvSpPr>
            <a:spLocks noGrp="1"/>
          </p:cNvSpPr>
          <p:nvPr>
            <p:ph type="pic" idx="2"/>
          </p:nvPr>
        </p:nvSpPr>
        <p:spPr>
          <a:xfrm>
            <a:off x="7389890" y="1371600"/>
            <a:ext cx="4343445" cy="4572000"/>
          </a:xfrm>
          <a:prstGeom prst="rect">
            <a:avLst/>
          </a:prstGeom>
          <a:solidFill>
            <a:srgbClr val="F2F2F2"/>
          </a:solidFill>
          <a:ln>
            <a:noFill/>
          </a:ln>
        </p:spPr>
        <p:txBody>
          <a:bodyPr spcFirstLastPara="1" wrap="square" lIns="0" tIns="0" rIns="0" bIns="0" anchor="ctr" anchorCtr="0">
            <a:noAutofit/>
          </a:bodyPr>
          <a:lstStyle>
            <a:lvl1pPr marR="0" lvl="0" algn="ctr" rtl="0">
              <a:spcBef>
                <a:spcPts val="1800"/>
              </a:spcBef>
              <a:spcAft>
                <a:spcPts val="0"/>
              </a:spcAft>
              <a:buClr>
                <a:srgbClr val="D8D8D8"/>
              </a:buClr>
              <a:buSzPts val="2000"/>
              <a:buFont typeface="Roboto"/>
              <a:buNone/>
              <a:defRPr sz="2000" b="0" i="0" u="none" strike="noStrike" cap="none">
                <a:solidFill>
                  <a:srgbClr val="D8D8D8"/>
                </a:solidFill>
                <a:latin typeface="Roboto"/>
                <a:ea typeface="Roboto"/>
                <a:cs typeface="Roboto"/>
                <a:sym typeface="Roboto"/>
              </a:defRPr>
            </a:lvl1pPr>
            <a:lvl2pPr marR="0" lvl="1" algn="l" rtl="0">
              <a:spcBef>
                <a:spcPts val="600"/>
              </a:spcBef>
              <a:spcAft>
                <a:spcPts val="0"/>
              </a:spcAft>
              <a:buClr>
                <a:schemeClr val="dk1"/>
              </a:buClr>
              <a:buSzPts val="1800"/>
              <a:buFont typeface="Arial"/>
              <a:buChar char="•"/>
              <a:defRPr sz="1800" b="0" i="0" u="none" strike="noStrike" cap="none">
                <a:solidFill>
                  <a:schemeClr val="dk1"/>
                </a:solidFill>
                <a:latin typeface="Roboto"/>
                <a:ea typeface="Roboto"/>
                <a:cs typeface="Roboto"/>
                <a:sym typeface="Roboto"/>
              </a:defRPr>
            </a:lvl2pPr>
            <a:lvl3pPr marR="0" lvl="2" algn="l" rtl="0">
              <a:spcBef>
                <a:spcPts val="600"/>
              </a:spcBef>
              <a:spcAft>
                <a:spcPts val="0"/>
              </a:spcAft>
              <a:buClr>
                <a:schemeClr val="dk1"/>
              </a:buClr>
              <a:buSzPts val="1600"/>
              <a:buFont typeface="Merriweather Sans"/>
              <a:buChar char="−"/>
              <a:defRPr sz="1600" b="0" i="0" u="none" strike="noStrike" cap="none">
                <a:solidFill>
                  <a:schemeClr val="dk1"/>
                </a:solidFill>
                <a:latin typeface="Roboto"/>
                <a:ea typeface="Roboto"/>
                <a:cs typeface="Roboto"/>
                <a:sym typeface="Roboto"/>
              </a:defRPr>
            </a:lvl3pPr>
            <a:lvl4pPr marR="0" lvl="3" algn="l" rtl="0">
              <a:spcBef>
                <a:spcPts val="300"/>
              </a:spcBef>
              <a:spcAft>
                <a:spcPts val="0"/>
              </a:spcAft>
              <a:buClr>
                <a:schemeClr val="dk1"/>
              </a:buClr>
              <a:buSzPts val="1400"/>
              <a:buFont typeface="Arial"/>
              <a:buChar char="•"/>
              <a:defRPr sz="1400" b="0" i="0" u="none" strike="noStrike" cap="none">
                <a:solidFill>
                  <a:schemeClr val="dk1"/>
                </a:solidFill>
                <a:latin typeface="Roboto"/>
                <a:ea typeface="Roboto"/>
                <a:cs typeface="Roboto"/>
                <a:sym typeface="Roboto"/>
              </a:defRPr>
            </a:lvl4pPr>
            <a:lvl5pPr marR="0" lvl="4" algn="l" rtl="0">
              <a:spcBef>
                <a:spcPts val="300"/>
              </a:spcBef>
              <a:spcAft>
                <a:spcPts val="0"/>
              </a:spcAft>
              <a:buClr>
                <a:schemeClr val="dk1"/>
              </a:buClr>
              <a:buSzPts val="1200"/>
              <a:buFont typeface="Merriweather Sans"/>
              <a:buChar char="−"/>
              <a:defRPr sz="1200" b="0" i="0" u="none" strike="noStrike" cap="none">
                <a:solidFill>
                  <a:schemeClr val="dk1"/>
                </a:solidFill>
                <a:latin typeface="Roboto"/>
                <a:ea typeface="Roboto"/>
                <a:cs typeface="Roboto"/>
                <a:sym typeface="Roboto"/>
              </a:defRPr>
            </a:lvl5pPr>
            <a:lvl6pPr marR="0" lvl="5" algn="l" rtl="0">
              <a:spcBef>
                <a:spcPts val="533"/>
              </a:spcBef>
              <a:spcAft>
                <a:spcPts val="0"/>
              </a:spcAft>
              <a:buClr>
                <a:schemeClr val="dk1"/>
              </a:buClr>
              <a:buSzPts val="2666"/>
              <a:buFont typeface="Arial"/>
              <a:buChar char="•"/>
              <a:defRPr sz="2666" b="0" i="0" u="none" strike="noStrike" cap="none">
                <a:solidFill>
                  <a:schemeClr val="dk1"/>
                </a:solidFill>
                <a:latin typeface="Poppins Medium"/>
                <a:ea typeface="Poppins Medium"/>
                <a:cs typeface="Poppins Medium"/>
                <a:sym typeface="Poppins Medium"/>
              </a:defRPr>
            </a:lvl6pPr>
            <a:lvl7pPr marR="0" lvl="6" algn="l" rtl="0">
              <a:spcBef>
                <a:spcPts val="533"/>
              </a:spcBef>
              <a:spcAft>
                <a:spcPts val="0"/>
              </a:spcAft>
              <a:buClr>
                <a:schemeClr val="dk1"/>
              </a:buClr>
              <a:buSzPts val="2666"/>
              <a:buFont typeface="Arial"/>
              <a:buChar char="•"/>
              <a:defRPr sz="2666" b="0" i="0" u="none" strike="noStrike" cap="none">
                <a:solidFill>
                  <a:schemeClr val="dk1"/>
                </a:solidFill>
                <a:latin typeface="Poppins Medium"/>
                <a:ea typeface="Poppins Medium"/>
                <a:cs typeface="Poppins Medium"/>
                <a:sym typeface="Poppins Medium"/>
              </a:defRPr>
            </a:lvl7pPr>
            <a:lvl8pPr marR="0" lvl="7" algn="l" rtl="0">
              <a:spcBef>
                <a:spcPts val="533"/>
              </a:spcBef>
              <a:spcAft>
                <a:spcPts val="0"/>
              </a:spcAft>
              <a:buClr>
                <a:schemeClr val="dk1"/>
              </a:buClr>
              <a:buSzPts val="2666"/>
              <a:buFont typeface="Arial"/>
              <a:buChar char="•"/>
              <a:defRPr sz="2666" b="0" i="0" u="none" strike="noStrike" cap="none">
                <a:solidFill>
                  <a:schemeClr val="dk1"/>
                </a:solidFill>
                <a:latin typeface="Poppins Medium"/>
                <a:ea typeface="Poppins Medium"/>
                <a:cs typeface="Poppins Medium"/>
                <a:sym typeface="Poppins Medium"/>
              </a:defRPr>
            </a:lvl8pPr>
            <a:lvl9pPr marR="0" lvl="8" algn="l" rtl="0">
              <a:spcBef>
                <a:spcPts val="533"/>
              </a:spcBef>
              <a:spcAft>
                <a:spcPts val="0"/>
              </a:spcAft>
              <a:buClr>
                <a:schemeClr val="dk1"/>
              </a:buClr>
              <a:buSzPts val="2666"/>
              <a:buFont typeface="Arial"/>
              <a:buChar char="•"/>
              <a:defRPr sz="2666" b="0" i="0" u="none" strike="noStrike" cap="none">
                <a:solidFill>
                  <a:schemeClr val="dk1"/>
                </a:solidFill>
                <a:latin typeface="Poppins Medium"/>
                <a:ea typeface="Poppins Medium"/>
                <a:cs typeface="Poppins Medium"/>
                <a:sym typeface="Poppins Medium"/>
              </a:defRPr>
            </a:lvl9pPr>
          </a:lstStyle>
          <a:p>
            <a:endParaRPr/>
          </a:p>
        </p:txBody>
      </p:sp>
      <p:sp>
        <p:nvSpPr>
          <p:cNvPr id="182" name="Google Shape;182;p36"/>
          <p:cNvSpPr txBox="1">
            <a:spLocks noGrp="1"/>
          </p:cNvSpPr>
          <p:nvPr>
            <p:ph type="body" idx="3"/>
          </p:nvPr>
        </p:nvSpPr>
        <p:spPr>
          <a:xfrm>
            <a:off x="455618" y="877824"/>
            <a:ext cx="8915492" cy="229235"/>
          </a:xfrm>
          <a:prstGeom prst="rect">
            <a:avLst/>
          </a:prstGeom>
          <a:noFill/>
          <a:ln>
            <a:noFill/>
          </a:ln>
        </p:spPr>
        <p:txBody>
          <a:bodyPr spcFirstLastPara="1" wrap="square" lIns="0" tIns="0" rIns="0" bIns="0" anchor="t" anchorCtr="0">
            <a:noAutofit/>
          </a:bodyPr>
          <a:lstStyle>
            <a:lvl1pPr marL="457207" lvl="0" indent="-228604" algn="l">
              <a:spcBef>
                <a:spcPts val="1800"/>
              </a:spcBef>
              <a:spcAft>
                <a:spcPts val="0"/>
              </a:spcAft>
              <a:buClr>
                <a:schemeClr val="lt2"/>
              </a:buClr>
              <a:buSzPts val="1600"/>
              <a:buFont typeface="Roboto Medium"/>
              <a:buNone/>
              <a:defRPr sz="1600" b="0" i="0">
                <a:solidFill>
                  <a:schemeClr val="lt2"/>
                </a:solidFill>
                <a:latin typeface="Roboto Medium"/>
                <a:ea typeface="Roboto Medium"/>
                <a:cs typeface="Roboto Medium"/>
                <a:sym typeface="Roboto Medium"/>
              </a:defRPr>
            </a:lvl1pPr>
            <a:lvl2pPr marL="914415" lvl="1" indent="-228604" algn="l">
              <a:spcBef>
                <a:spcPts val="600"/>
              </a:spcBef>
              <a:spcAft>
                <a:spcPts val="0"/>
              </a:spcAft>
              <a:buClr>
                <a:schemeClr val="dk1"/>
              </a:buClr>
              <a:buSzPts val="1800"/>
              <a:buNone/>
              <a:defRPr/>
            </a:lvl2pPr>
            <a:lvl3pPr marL="1371622" lvl="2" indent="-342906" algn="l">
              <a:spcBef>
                <a:spcPts val="600"/>
              </a:spcBef>
              <a:spcAft>
                <a:spcPts val="0"/>
              </a:spcAft>
              <a:buClr>
                <a:schemeClr val="dk1"/>
              </a:buClr>
              <a:buSzPts val="1800"/>
              <a:buChar char="−"/>
              <a:defRPr/>
            </a:lvl3pPr>
            <a:lvl4pPr marL="1828831" lvl="3" indent="-342906" algn="l">
              <a:spcBef>
                <a:spcPts val="300"/>
              </a:spcBef>
              <a:spcAft>
                <a:spcPts val="0"/>
              </a:spcAft>
              <a:buClr>
                <a:schemeClr val="dk1"/>
              </a:buClr>
              <a:buSzPts val="1800"/>
              <a:buChar char="•"/>
              <a:defRPr/>
            </a:lvl4pPr>
            <a:lvl5pPr marL="2286038" lvl="4" indent="-342906" algn="l">
              <a:spcBef>
                <a:spcPts val="300"/>
              </a:spcBef>
              <a:spcAft>
                <a:spcPts val="0"/>
              </a:spcAft>
              <a:buClr>
                <a:schemeClr val="dk1"/>
              </a:buClr>
              <a:buSzPts val="1800"/>
              <a:buChar char="−"/>
              <a:defRPr/>
            </a:lvl5pPr>
            <a:lvl6pPr marL="2743246" lvl="5" indent="-342906" algn="l">
              <a:spcBef>
                <a:spcPts val="360"/>
              </a:spcBef>
              <a:spcAft>
                <a:spcPts val="0"/>
              </a:spcAft>
              <a:buClr>
                <a:schemeClr val="dk1"/>
              </a:buClr>
              <a:buSzPts val="1800"/>
              <a:buChar char="•"/>
              <a:defRPr/>
            </a:lvl6pPr>
            <a:lvl7pPr marL="3200453" lvl="6" indent="-342906" algn="l">
              <a:spcBef>
                <a:spcPts val="360"/>
              </a:spcBef>
              <a:spcAft>
                <a:spcPts val="0"/>
              </a:spcAft>
              <a:buClr>
                <a:schemeClr val="dk1"/>
              </a:buClr>
              <a:buSzPts val="1800"/>
              <a:buChar char="•"/>
              <a:defRPr/>
            </a:lvl7pPr>
            <a:lvl8pPr marL="3657661" lvl="7" indent="-342906" algn="l">
              <a:spcBef>
                <a:spcPts val="360"/>
              </a:spcBef>
              <a:spcAft>
                <a:spcPts val="0"/>
              </a:spcAft>
              <a:buClr>
                <a:schemeClr val="dk1"/>
              </a:buClr>
              <a:buSzPts val="1800"/>
              <a:buChar char="•"/>
              <a:defRPr/>
            </a:lvl8pPr>
            <a:lvl9pPr marL="4114868" lvl="8" indent="-342906" algn="l">
              <a:spcBef>
                <a:spcPts val="360"/>
              </a:spcBef>
              <a:spcAft>
                <a:spcPts val="0"/>
              </a:spcAft>
              <a:buClr>
                <a:schemeClr val="dk1"/>
              </a:buClr>
              <a:buSzPts val="1800"/>
              <a:buChar char="•"/>
              <a:defRPr/>
            </a:lvl9pPr>
          </a:lstStyle>
          <a:p>
            <a:endParaRPr/>
          </a:p>
        </p:txBody>
      </p:sp>
      <p:sp>
        <p:nvSpPr>
          <p:cNvPr id="183" name="Google Shape;183;p36"/>
          <p:cNvSpPr txBox="1">
            <a:spLocks noGrp="1"/>
          </p:cNvSpPr>
          <p:nvPr>
            <p:ph type="body" idx="4"/>
          </p:nvPr>
        </p:nvSpPr>
        <p:spPr>
          <a:xfrm>
            <a:off x="7508953" y="6432334"/>
            <a:ext cx="4224381" cy="228601"/>
          </a:xfrm>
          <a:prstGeom prst="rect">
            <a:avLst/>
          </a:prstGeom>
          <a:noFill/>
          <a:ln>
            <a:noFill/>
          </a:ln>
        </p:spPr>
        <p:txBody>
          <a:bodyPr spcFirstLastPara="1" wrap="square" lIns="0" tIns="0" rIns="0" bIns="0" anchor="b" anchorCtr="0">
            <a:noAutofit/>
          </a:bodyPr>
          <a:lstStyle>
            <a:lvl1pPr marL="457207" lvl="0" indent="-228604" algn="r">
              <a:spcBef>
                <a:spcPts val="1800"/>
              </a:spcBef>
              <a:spcAft>
                <a:spcPts val="0"/>
              </a:spcAft>
              <a:buClr>
                <a:schemeClr val="dk1"/>
              </a:buClr>
              <a:buSzPts val="1000"/>
              <a:buFont typeface="Roboto Medium"/>
              <a:buNone/>
              <a:defRPr sz="1000" b="0" i="0">
                <a:solidFill>
                  <a:schemeClr val="dk1"/>
                </a:solidFill>
                <a:latin typeface="Roboto Medium"/>
                <a:ea typeface="Roboto Medium"/>
                <a:cs typeface="Roboto Medium"/>
                <a:sym typeface="Roboto Medium"/>
              </a:defRPr>
            </a:lvl1pPr>
            <a:lvl2pPr marL="914415" lvl="1" indent="-228604" algn="l">
              <a:spcBef>
                <a:spcPts val="600"/>
              </a:spcBef>
              <a:spcAft>
                <a:spcPts val="0"/>
              </a:spcAft>
              <a:buClr>
                <a:schemeClr val="dk1"/>
              </a:buClr>
              <a:buSzPts val="1800"/>
              <a:buNone/>
              <a:defRPr/>
            </a:lvl2pPr>
            <a:lvl3pPr marL="1371622" lvl="2" indent="-342906" algn="l">
              <a:spcBef>
                <a:spcPts val="600"/>
              </a:spcBef>
              <a:spcAft>
                <a:spcPts val="0"/>
              </a:spcAft>
              <a:buClr>
                <a:schemeClr val="dk1"/>
              </a:buClr>
              <a:buSzPts val="1800"/>
              <a:buChar char="−"/>
              <a:defRPr/>
            </a:lvl3pPr>
            <a:lvl4pPr marL="1828831" lvl="3" indent="-342906" algn="l">
              <a:spcBef>
                <a:spcPts val="300"/>
              </a:spcBef>
              <a:spcAft>
                <a:spcPts val="0"/>
              </a:spcAft>
              <a:buClr>
                <a:schemeClr val="dk1"/>
              </a:buClr>
              <a:buSzPts val="1800"/>
              <a:buChar char="•"/>
              <a:defRPr/>
            </a:lvl4pPr>
            <a:lvl5pPr marL="2286038" lvl="4" indent="-342906" algn="l">
              <a:spcBef>
                <a:spcPts val="300"/>
              </a:spcBef>
              <a:spcAft>
                <a:spcPts val="0"/>
              </a:spcAft>
              <a:buClr>
                <a:schemeClr val="dk1"/>
              </a:buClr>
              <a:buSzPts val="1800"/>
              <a:buChar char="−"/>
              <a:defRPr/>
            </a:lvl5pPr>
            <a:lvl6pPr marL="2743246" lvl="5" indent="-342906" algn="l">
              <a:spcBef>
                <a:spcPts val="360"/>
              </a:spcBef>
              <a:spcAft>
                <a:spcPts val="0"/>
              </a:spcAft>
              <a:buClr>
                <a:schemeClr val="dk1"/>
              </a:buClr>
              <a:buSzPts val="1800"/>
              <a:buChar char="•"/>
              <a:defRPr/>
            </a:lvl6pPr>
            <a:lvl7pPr marL="3200453" lvl="6" indent="-342906" algn="l">
              <a:spcBef>
                <a:spcPts val="360"/>
              </a:spcBef>
              <a:spcAft>
                <a:spcPts val="0"/>
              </a:spcAft>
              <a:buClr>
                <a:schemeClr val="dk1"/>
              </a:buClr>
              <a:buSzPts val="1800"/>
              <a:buChar char="•"/>
              <a:defRPr/>
            </a:lvl7pPr>
            <a:lvl8pPr marL="3657661" lvl="7" indent="-342906" algn="l">
              <a:spcBef>
                <a:spcPts val="360"/>
              </a:spcBef>
              <a:spcAft>
                <a:spcPts val="0"/>
              </a:spcAft>
              <a:buClr>
                <a:schemeClr val="dk1"/>
              </a:buClr>
              <a:buSzPts val="1800"/>
              <a:buChar char="•"/>
              <a:defRPr/>
            </a:lvl8pPr>
            <a:lvl9pPr marL="4114868" lvl="8" indent="-342906" algn="l">
              <a:spcBef>
                <a:spcPts val="360"/>
              </a:spcBef>
              <a:spcAft>
                <a:spcPts val="0"/>
              </a:spcAft>
              <a:buClr>
                <a:schemeClr val="dk1"/>
              </a:buClr>
              <a:buSzPts val="1800"/>
              <a:buChar char="•"/>
              <a:defRPr/>
            </a:lvl9pPr>
          </a:lstStyle>
          <a:p>
            <a:endParaRPr/>
          </a:p>
        </p:txBody>
      </p:sp>
      <p:pic>
        <p:nvPicPr>
          <p:cNvPr id="184" name="Google Shape;184;p36" descr="A picture containing drawing&#10;&#10;Description automatically generated"/>
          <p:cNvPicPr preferRelativeResize="0"/>
          <p:nvPr/>
        </p:nvPicPr>
        <p:blipFill rotWithShape="1">
          <a:blip r:embed="rId2">
            <a:alphaModFix/>
          </a:blip>
          <a:srcRect b="31356"/>
          <a:stretch/>
        </p:blipFill>
        <p:spPr>
          <a:xfrm>
            <a:off x="455619" y="6277208"/>
            <a:ext cx="685807" cy="352192"/>
          </a:xfrm>
          <a:prstGeom prst="rect">
            <a:avLst/>
          </a:prstGeom>
          <a:noFill/>
          <a:ln>
            <a:noFill/>
          </a:ln>
        </p:spPr>
      </p:pic>
    </p:spTree>
  </p:cSld>
  <p:clrMapOvr>
    <a:masterClrMapping/>
  </p:clrMapOvr>
  <mc:AlternateContent xmlns:mc="http://schemas.openxmlformats.org/markup-compatibility/2006" xmlns:p14="http://schemas.microsoft.com/office/powerpoint/2010/main">
    <mc:Choice Requires="p14">
      <p:transition p14:dur="250">
        <p:fade/>
      </p:transition>
    </mc:Choice>
    <mc:Fallback xmlns:ahyp="http://schemas.microsoft.com/office/drawing/2018/hyperlinkcolor" xmlns:p15="http://schemas.microsoft.com/office/powerpoint/2012/main" xmlns:com="http://schemas.openxmlformats.org/drawingml/2006/compatibility" xmlns:pvml="urn:schemas-microsoft-com:office:powerpoint" xmlns:v="urn:schemas-microsoft-com:vml" xmlns:o="urn:schemas-microsoft-com:office:office" xmlns:dgm="http://schemas.openxmlformats.org/drawingml/2006/diagram" xmlns:c="http://schemas.openxmlformats.org/drawingml/2006/chart" xmlns:mv="urn:schemas-microsoft-com:mac:vml" xmlns="">
      <p:transition>
        <p:fade/>
      </p:transition>
    </mc:Fallback>
  </mc:AlternateContent>
</p:sldLayout>
</file>

<file path=ppt/slideLayouts/slideLayout35.xml><?xml version="1.0" encoding="utf-8"?>
<p:sldLayout xmlns:a="http://schemas.openxmlformats.org/drawingml/2006/main" xmlns:r="http://schemas.openxmlformats.org/officeDocument/2006/relationships" xmlns:p="http://schemas.openxmlformats.org/presentationml/2006/main" matchingName="WHITE Title | Subhead | Text | HP Image">
  <p:cSld name="WHITE Title | Subhead | Text | HP Image">
    <p:spTree>
      <p:nvGrpSpPr>
        <p:cNvPr id="1" name="Shape 185"/>
        <p:cNvGrpSpPr/>
        <p:nvPr/>
      </p:nvGrpSpPr>
      <p:grpSpPr>
        <a:xfrm>
          <a:off x="0" y="0"/>
          <a:ext cx="0" cy="0"/>
          <a:chOff x="0" y="0"/>
          <a:chExt cx="0" cy="0"/>
        </a:xfrm>
      </p:grpSpPr>
      <p:sp>
        <p:nvSpPr>
          <p:cNvPr id="186" name="Google Shape;186;p37"/>
          <p:cNvSpPr>
            <a:spLocks noGrp="1"/>
          </p:cNvSpPr>
          <p:nvPr>
            <p:ph type="pic" idx="2"/>
          </p:nvPr>
        </p:nvSpPr>
        <p:spPr>
          <a:xfrm>
            <a:off x="6094473" y="0"/>
            <a:ext cx="6094476" cy="6858000"/>
          </a:xfrm>
          <a:prstGeom prst="rect">
            <a:avLst/>
          </a:prstGeom>
          <a:solidFill>
            <a:srgbClr val="F2F2F2"/>
          </a:solidFill>
          <a:ln>
            <a:noFill/>
          </a:ln>
        </p:spPr>
        <p:txBody>
          <a:bodyPr spcFirstLastPara="1" wrap="square" lIns="0" tIns="0" rIns="0" bIns="0" anchor="ctr" anchorCtr="0">
            <a:noAutofit/>
          </a:bodyPr>
          <a:lstStyle>
            <a:lvl1pPr marR="0" lvl="0" algn="ctr" rtl="0">
              <a:spcBef>
                <a:spcPts val="1800"/>
              </a:spcBef>
              <a:spcAft>
                <a:spcPts val="0"/>
              </a:spcAft>
              <a:buClr>
                <a:srgbClr val="D8D8D8"/>
              </a:buClr>
              <a:buSzPts val="2000"/>
              <a:buFont typeface="Roboto"/>
              <a:buNone/>
              <a:defRPr sz="2000" b="0" i="0" u="none" strike="noStrike" cap="none">
                <a:solidFill>
                  <a:srgbClr val="D8D8D8"/>
                </a:solidFill>
                <a:latin typeface="Roboto"/>
                <a:ea typeface="Roboto"/>
                <a:cs typeface="Roboto"/>
                <a:sym typeface="Roboto"/>
              </a:defRPr>
            </a:lvl1pPr>
            <a:lvl2pPr marR="0" lvl="1" algn="l" rtl="0">
              <a:spcBef>
                <a:spcPts val="600"/>
              </a:spcBef>
              <a:spcAft>
                <a:spcPts val="0"/>
              </a:spcAft>
              <a:buClr>
                <a:schemeClr val="dk1"/>
              </a:buClr>
              <a:buSzPts val="1800"/>
              <a:buFont typeface="Arial"/>
              <a:buChar char="•"/>
              <a:defRPr sz="1800" b="0" i="0" u="none" strike="noStrike" cap="none">
                <a:solidFill>
                  <a:schemeClr val="dk1"/>
                </a:solidFill>
                <a:latin typeface="Roboto"/>
                <a:ea typeface="Roboto"/>
                <a:cs typeface="Roboto"/>
                <a:sym typeface="Roboto"/>
              </a:defRPr>
            </a:lvl2pPr>
            <a:lvl3pPr marR="0" lvl="2" algn="l" rtl="0">
              <a:spcBef>
                <a:spcPts val="600"/>
              </a:spcBef>
              <a:spcAft>
                <a:spcPts val="0"/>
              </a:spcAft>
              <a:buClr>
                <a:schemeClr val="dk1"/>
              </a:buClr>
              <a:buSzPts val="1600"/>
              <a:buFont typeface="Merriweather Sans"/>
              <a:buChar char="−"/>
              <a:defRPr sz="1600" b="0" i="0" u="none" strike="noStrike" cap="none">
                <a:solidFill>
                  <a:schemeClr val="dk1"/>
                </a:solidFill>
                <a:latin typeface="Roboto"/>
                <a:ea typeface="Roboto"/>
                <a:cs typeface="Roboto"/>
                <a:sym typeface="Roboto"/>
              </a:defRPr>
            </a:lvl3pPr>
            <a:lvl4pPr marR="0" lvl="3" algn="l" rtl="0">
              <a:spcBef>
                <a:spcPts val="300"/>
              </a:spcBef>
              <a:spcAft>
                <a:spcPts val="0"/>
              </a:spcAft>
              <a:buClr>
                <a:schemeClr val="dk1"/>
              </a:buClr>
              <a:buSzPts val="1400"/>
              <a:buFont typeface="Arial"/>
              <a:buChar char="•"/>
              <a:defRPr sz="1400" b="0" i="0" u="none" strike="noStrike" cap="none">
                <a:solidFill>
                  <a:schemeClr val="dk1"/>
                </a:solidFill>
                <a:latin typeface="Roboto"/>
                <a:ea typeface="Roboto"/>
                <a:cs typeface="Roboto"/>
                <a:sym typeface="Roboto"/>
              </a:defRPr>
            </a:lvl4pPr>
            <a:lvl5pPr marR="0" lvl="4" algn="l" rtl="0">
              <a:spcBef>
                <a:spcPts val="300"/>
              </a:spcBef>
              <a:spcAft>
                <a:spcPts val="0"/>
              </a:spcAft>
              <a:buClr>
                <a:schemeClr val="dk1"/>
              </a:buClr>
              <a:buSzPts val="1200"/>
              <a:buFont typeface="Merriweather Sans"/>
              <a:buChar char="−"/>
              <a:defRPr sz="1200" b="0" i="0" u="none" strike="noStrike" cap="none">
                <a:solidFill>
                  <a:schemeClr val="dk1"/>
                </a:solidFill>
                <a:latin typeface="Roboto"/>
                <a:ea typeface="Roboto"/>
                <a:cs typeface="Roboto"/>
                <a:sym typeface="Roboto"/>
              </a:defRPr>
            </a:lvl5pPr>
            <a:lvl6pPr marR="0" lvl="5" algn="l" rtl="0">
              <a:spcBef>
                <a:spcPts val="533"/>
              </a:spcBef>
              <a:spcAft>
                <a:spcPts val="0"/>
              </a:spcAft>
              <a:buClr>
                <a:schemeClr val="dk1"/>
              </a:buClr>
              <a:buSzPts val="2666"/>
              <a:buFont typeface="Arial"/>
              <a:buChar char="•"/>
              <a:defRPr sz="2666" b="0" i="0" u="none" strike="noStrike" cap="none">
                <a:solidFill>
                  <a:schemeClr val="dk1"/>
                </a:solidFill>
                <a:latin typeface="Poppins Medium"/>
                <a:ea typeface="Poppins Medium"/>
                <a:cs typeface="Poppins Medium"/>
                <a:sym typeface="Poppins Medium"/>
              </a:defRPr>
            </a:lvl6pPr>
            <a:lvl7pPr marR="0" lvl="6" algn="l" rtl="0">
              <a:spcBef>
                <a:spcPts val="533"/>
              </a:spcBef>
              <a:spcAft>
                <a:spcPts val="0"/>
              </a:spcAft>
              <a:buClr>
                <a:schemeClr val="dk1"/>
              </a:buClr>
              <a:buSzPts val="2666"/>
              <a:buFont typeface="Arial"/>
              <a:buChar char="•"/>
              <a:defRPr sz="2666" b="0" i="0" u="none" strike="noStrike" cap="none">
                <a:solidFill>
                  <a:schemeClr val="dk1"/>
                </a:solidFill>
                <a:latin typeface="Poppins Medium"/>
                <a:ea typeface="Poppins Medium"/>
                <a:cs typeface="Poppins Medium"/>
                <a:sym typeface="Poppins Medium"/>
              </a:defRPr>
            </a:lvl7pPr>
            <a:lvl8pPr marR="0" lvl="7" algn="l" rtl="0">
              <a:spcBef>
                <a:spcPts val="533"/>
              </a:spcBef>
              <a:spcAft>
                <a:spcPts val="0"/>
              </a:spcAft>
              <a:buClr>
                <a:schemeClr val="dk1"/>
              </a:buClr>
              <a:buSzPts val="2666"/>
              <a:buFont typeface="Arial"/>
              <a:buChar char="•"/>
              <a:defRPr sz="2666" b="0" i="0" u="none" strike="noStrike" cap="none">
                <a:solidFill>
                  <a:schemeClr val="dk1"/>
                </a:solidFill>
                <a:latin typeface="Poppins Medium"/>
                <a:ea typeface="Poppins Medium"/>
                <a:cs typeface="Poppins Medium"/>
                <a:sym typeface="Poppins Medium"/>
              </a:defRPr>
            </a:lvl8pPr>
            <a:lvl9pPr marR="0" lvl="8" algn="l" rtl="0">
              <a:spcBef>
                <a:spcPts val="533"/>
              </a:spcBef>
              <a:spcAft>
                <a:spcPts val="0"/>
              </a:spcAft>
              <a:buClr>
                <a:schemeClr val="dk1"/>
              </a:buClr>
              <a:buSzPts val="2666"/>
              <a:buFont typeface="Arial"/>
              <a:buChar char="•"/>
              <a:defRPr sz="2666" b="0" i="0" u="none" strike="noStrike" cap="none">
                <a:solidFill>
                  <a:schemeClr val="dk1"/>
                </a:solidFill>
                <a:latin typeface="Poppins Medium"/>
                <a:ea typeface="Poppins Medium"/>
                <a:cs typeface="Poppins Medium"/>
                <a:sym typeface="Poppins Medium"/>
              </a:defRPr>
            </a:lvl9pPr>
          </a:lstStyle>
          <a:p>
            <a:endParaRPr/>
          </a:p>
        </p:txBody>
      </p:sp>
      <p:sp>
        <p:nvSpPr>
          <p:cNvPr id="187" name="Google Shape;187;p37"/>
          <p:cNvSpPr txBox="1">
            <a:spLocks noGrp="1"/>
          </p:cNvSpPr>
          <p:nvPr>
            <p:ph type="title"/>
          </p:nvPr>
        </p:nvSpPr>
        <p:spPr>
          <a:xfrm>
            <a:off x="455618" y="472700"/>
            <a:ext cx="5029251" cy="524543"/>
          </a:xfrm>
          <a:prstGeom prst="rect">
            <a:avLst/>
          </a:prstGeom>
          <a:noFill/>
          <a:ln>
            <a:noFill/>
          </a:ln>
        </p:spPr>
        <p:txBody>
          <a:bodyPr spcFirstLastPara="1" wrap="square" lIns="0" tIns="0" rIns="0" bIns="0" anchor="t" anchorCtr="0">
            <a:noAutofit/>
          </a:bodyPr>
          <a:lstStyle>
            <a:lvl1pPr lvl="0" algn="l">
              <a:lnSpc>
                <a:spcPct val="80000"/>
              </a:lnSpc>
              <a:spcBef>
                <a:spcPts val="0"/>
              </a:spcBef>
              <a:spcAft>
                <a:spcPts val="0"/>
              </a:spcAft>
              <a:buClr>
                <a:schemeClr val="dk1"/>
              </a:buClr>
              <a:buSzPts val="3200"/>
              <a:buFont typeface="Roboto Medium"/>
              <a:buNone/>
              <a:defRPr b="0"/>
            </a:lvl1pPr>
            <a:lvl2pPr lvl="1">
              <a:spcBef>
                <a:spcPts val="0"/>
              </a:spcBef>
              <a:spcAft>
                <a:spcPts val="0"/>
              </a:spcAft>
              <a:buSzPts val="1400"/>
              <a:buNone/>
              <a:defRPr/>
            </a:lvl2pPr>
            <a:lvl3pPr lvl="2">
              <a:spcBef>
                <a:spcPts val="0"/>
              </a:spcBef>
              <a:spcAft>
                <a:spcPts val="0"/>
              </a:spcAft>
              <a:buSzPts val="1400"/>
              <a:buNone/>
              <a:defRPr/>
            </a:lvl3pPr>
            <a:lvl4pPr lvl="3">
              <a:spcBef>
                <a:spcPts val="0"/>
              </a:spcBef>
              <a:spcAft>
                <a:spcPts val="0"/>
              </a:spcAft>
              <a:buSzPts val="1400"/>
              <a:buNone/>
              <a:defRPr/>
            </a:lvl4pPr>
            <a:lvl5pPr lvl="4">
              <a:spcBef>
                <a:spcPts val="0"/>
              </a:spcBef>
              <a:spcAft>
                <a:spcPts val="0"/>
              </a:spcAft>
              <a:buSzPts val="1400"/>
              <a:buNone/>
              <a:defRPr/>
            </a:lvl5pPr>
            <a:lvl6pPr lvl="5">
              <a:spcBef>
                <a:spcPts val="0"/>
              </a:spcBef>
              <a:spcAft>
                <a:spcPts val="0"/>
              </a:spcAft>
              <a:buSzPts val="1400"/>
              <a:buNone/>
              <a:defRPr/>
            </a:lvl6pPr>
            <a:lvl7pPr lvl="6">
              <a:spcBef>
                <a:spcPts val="0"/>
              </a:spcBef>
              <a:spcAft>
                <a:spcPts val="0"/>
              </a:spcAft>
              <a:buSzPts val="1400"/>
              <a:buNone/>
              <a:defRPr/>
            </a:lvl7pPr>
            <a:lvl8pPr lvl="7">
              <a:spcBef>
                <a:spcPts val="0"/>
              </a:spcBef>
              <a:spcAft>
                <a:spcPts val="0"/>
              </a:spcAft>
              <a:buSzPts val="1400"/>
              <a:buNone/>
              <a:defRPr/>
            </a:lvl8pPr>
            <a:lvl9pPr lvl="8">
              <a:spcBef>
                <a:spcPts val="0"/>
              </a:spcBef>
              <a:spcAft>
                <a:spcPts val="0"/>
              </a:spcAft>
              <a:buSzPts val="1400"/>
              <a:buNone/>
              <a:defRPr/>
            </a:lvl9pPr>
          </a:lstStyle>
          <a:p>
            <a:endParaRPr/>
          </a:p>
        </p:txBody>
      </p:sp>
      <p:sp>
        <p:nvSpPr>
          <p:cNvPr id="188" name="Google Shape;188;p37"/>
          <p:cNvSpPr txBox="1">
            <a:spLocks noGrp="1"/>
          </p:cNvSpPr>
          <p:nvPr>
            <p:ph type="body" idx="1"/>
          </p:nvPr>
        </p:nvSpPr>
        <p:spPr>
          <a:xfrm>
            <a:off x="455618" y="2971800"/>
            <a:ext cx="5029251" cy="2971800"/>
          </a:xfrm>
          <a:prstGeom prst="rect">
            <a:avLst/>
          </a:prstGeom>
          <a:noFill/>
          <a:ln>
            <a:noFill/>
          </a:ln>
        </p:spPr>
        <p:txBody>
          <a:bodyPr spcFirstLastPara="1" wrap="square" lIns="0" tIns="0" rIns="0" bIns="0" anchor="t" anchorCtr="0">
            <a:noAutofit/>
          </a:bodyPr>
          <a:lstStyle>
            <a:lvl1pPr marL="457207" lvl="0" indent="-228604" algn="l">
              <a:lnSpc>
                <a:spcPct val="100000"/>
              </a:lnSpc>
              <a:spcBef>
                <a:spcPts val="1800"/>
              </a:spcBef>
              <a:spcAft>
                <a:spcPts val="0"/>
              </a:spcAft>
              <a:buClr>
                <a:schemeClr val="dk1"/>
              </a:buClr>
              <a:buSzPts val="2000"/>
              <a:buFont typeface="Roboto"/>
              <a:buNone/>
              <a:defRPr b="0" i="0">
                <a:latin typeface="Roboto"/>
                <a:ea typeface="Roboto"/>
                <a:cs typeface="Roboto"/>
                <a:sym typeface="Roboto"/>
              </a:defRPr>
            </a:lvl1pPr>
            <a:lvl2pPr marL="914415" lvl="1" indent="-342906" algn="l">
              <a:spcBef>
                <a:spcPts val="600"/>
              </a:spcBef>
              <a:spcAft>
                <a:spcPts val="0"/>
              </a:spcAft>
              <a:buClr>
                <a:schemeClr val="dk1"/>
              </a:buClr>
              <a:buSzPts val="1800"/>
              <a:buChar char="•"/>
              <a:defRPr b="0" i="0">
                <a:latin typeface="Roboto"/>
                <a:ea typeface="Roboto"/>
                <a:cs typeface="Roboto"/>
                <a:sym typeface="Roboto"/>
              </a:defRPr>
            </a:lvl2pPr>
            <a:lvl3pPr marL="1371622" lvl="2" indent="-330205" algn="l">
              <a:spcBef>
                <a:spcPts val="600"/>
              </a:spcBef>
              <a:spcAft>
                <a:spcPts val="0"/>
              </a:spcAft>
              <a:buClr>
                <a:schemeClr val="dk1"/>
              </a:buClr>
              <a:buSzPts val="1600"/>
              <a:buChar char="−"/>
              <a:defRPr b="0" i="0">
                <a:latin typeface="Roboto"/>
                <a:ea typeface="Roboto"/>
                <a:cs typeface="Roboto"/>
                <a:sym typeface="Roboto"/>
              </a:defRPr>
            </a:lvl3pPr>
            <a:lvl4pPr marL="1828831" lvl="3" indent="-317506" algn="l">
              <a:lnSpc>
                <a:spcPct val="100000"/>
              </a:lnSpc>
              <a:spcBef>
                <a:spcPts val="300"/>
              </a:spcBef>
              <a:spcAft>
                <a:spcPts val="0"/>
              </a:spcAft>
              <a:buClr>
                <a:schemeClr val="dk1"/>
              </a:buClr>
              <a:buSzPts val="1400"/>
              <a:buChar char="•"/>
              <a:defRPr b="0" i="0">
                <a:latin typeface="Roboto"/>
                <a:ea typeface="Roboto"/>
                <a:cs typeface="Roboto"/>
                <a:sym typeface="Roboto"/>
              </a:defRPr>
            </a:lvl4pPr>
            <a:lvl5pPr marL="2286038" lvl="4" indent="-304805" algn="l">
              <a:spcBef>
                <a:spcPts val="300"/>
              </a:spcBef>
              <a:spcAft>
                <a:spcPts val="0"/>
              </a:spcAft>
              <a:buClr>
                <a:schemeClr val="dk1"/>
              </a:buClr>
              <a:buSzPts val="1200"/>
              <a:buChar char="−"/>
              <a:defRPr b="0" i="0">
                <a:latin typeface="Roboto"/>
                <a:ea typeface="Roboto"/>
                <a:cs typeface="Roboto"/>
                <a:sym typeface="Roboto"/>
              </a:defRPr>
            </a:lvl5pPr>
            <a:lvl6pPr marL="2743246" lvl="5" indent="-342906" algn="l">
              <a:spcBef>
                <a:spcPts val="360"/>
              </a:spcBef>
              <a:spcAft>
                <a:spcPts val="0"/>
              </a:spcAft>
              <a:buClr>
                <a:schemeClr val="dk1"/>
              </a:buClr>
              <a:buSzPts val="1800"/>
              <a:buChar char="•"/>
              <a:defRPr/>
            </a:lvl6pPr>
            <a:lvl7pPr marL="3200453" lvl="6" indent="-342906" algn="l">
              <a:spcBef>
                <a:spcPts val="360"/>
              </a:spcBef>
              <a:spcAft>
                <a:spcPts val="0"/>
              </a:spcAft>
              <a:buClr>
                <a:schemeClr val="dk1"/>
              </a:buClr>
              <a:buSzPts val="1800"/>
              <a:buChar char="•"/>
              <a:defRPr/>
            </a:lvl7pPr>
            <a:lvl8pPr marL="3657661" lvl="7" indent="-342906" algn="l">
              <a:spcBef>
                <a:spcPts val="360"/>
              </a:spcBef>
              <a:spcAft>
                <a:spcPts val="0"/>
              </a:spcAft>
              <a:buClr>
                <a:schemeClr val="dk1"/>
              </a:buClr>
              <a:buSzPts val="1800"/>
              <a:buChar char="•"/>
              <a:defRPr/>
            </a:lvl8pPr>
            <a:lvl9pPr marL="4114868" lvl="8" indent="-342906" algn="l">
              <a:spcBef>
                <a:spcPts val="360"/>
              </a:spcBef>
              <a:spcAft>
                <a:spcPts val="0"/>
              </a:spcAft>
              <a:buClr>
                <a:schemeClr val="dk1"/>
              </a:buClr>
              <a:buSzPts val="1800"/>
              <a:buChar char="•"/>
              <a:defRPr/>
            </a:lvl9pPr>
          </a:lstStyle>
          <a:p>
            <a:endParaRPr/>
          </a:p>
        </p:txBody>
      </p:sp>
      <p:sp>
        <p:nvSpPr>
          <p:cNvPr id="189" name="Google Shape;189;p37"/>
          <p:cNvSpPr txBox="1">
            <a:spLocks noGrp="1"/>
          </p:cNvSpPr>
          <p:nvPr>
            <p:ph type="body" idx="3"/>
          </p:nvPr>
        </p:nvSpPr>
        <p:spPr>
          <a:xfrm>
            <a:off x="455619" y="877824"/>
            <a:ext cx="5029251" cy="229235"/>
          </a:xfrm>
          <a:prstGeom prst="rect">
            <a:avLst/>
          </a:prstGeom>
          <a:noFill/>
          <a:ln>
            <a:noFill/>
          </a:ln>
        </p:spPr>
        <p:txBody>
          <a:bodyPr spcFirstLastPara="1" wrap="square" lIns="0" tIns="0" rIns="0" bIns="0" anchor="t" anchorCtr="0">
            <a:noAutofit/>
          </a:bodyPr>
          <a:lstStyle>
            <a:lvl1pPr marL="457207" lvl="0" indent="-228604" algn="l">
              <a:spcBef>
                <a:spcPts val="1800"/>
              </a:spcBef>
              <a:spcAft>
                <a:spcPts val="0"/>
              </a:spcAft>
              <a:buClr>
                <a:schemeClr val="lt2"/>
              </a:buClr>
              <a:buSzPts val="1600"/>
              <a:buFont typeface="Roboto Medium"/>
              <a:buNone/>
              <a:defRPr sz="1600" b="0" i="0">
                <a:solidFill>
                  <a:schemeClr val="lt2"/>
                </a:solidFill>
                <a:latin typeface="Roboto Medium"/>
                <a:ea typeface="Roboto Medium"/>
                <a:cs typeface="Roboto Medium"/>
                <a:sym typeface="Roboto Medium"/>
              </a:defRPr>
            </a:lvl1pPr>
            <a:lvl2pPr marL="914415" lvl="1" indent="-228604" algn="l">
              <a:spcBef>
                <a:spcPts val="600"/>
              </a:spcBef>
              <a:spcAft>
                <a:spcPts val="0"/>
              </a:spcAft>
              <a:buClr>
                <a:schemeClr val="dk1"/>
              </a:buClr>
              <a:buSzPts val="1800"/>
              <a:buNone/>
              <a:defRPr/>
            </a:lvl2pPr>
            <a:lvl3pPr marL="1371622" lvl="2" indent="-342906" algn="l">
              <a:spcBef>
                <a:spcPts val="600"/>
              </a:spcBef>
              <a:spcAft>
                <a:spcPts val="0"/>
              </a:spcAft>
              <a:buClr>
                <a:schemeClr val="dk1"/>
              </a:buClr>
              <a:buSzPts val="1800"/>
              <a:buChar char="−"/>
              <a:defRPr/>
            </a:lvl3pPr>
            <a:lvl4pPr marL="1828831" lvl="3" indent="-342906" algn="l">
              <a:spcBef>
                <a:spcPts val="300"/>
              </a:spcBef>
              <a:spcAft>
                <a:spcPts val="0"/>
              </a:spcAft>
              <a:buClr>
                <a:schemeClr val="dk1"/>
              </a:buClr>
              <a:buSzPts val="1800"/>
              <a:buChar char="•"/>
              <a:defRPr/>
            </a:lvl4pPr>
            <a:lvl5pPr marL="2286038" lvl="4" indent="-342906" algn="l">
              <a:spcBef>
                <a:spcPts val="300"/>
              </a:spcBef>
              <a:spcAft>
                <a:spcPts val="0"/>
              </a:spcAft>
              <a:buClr>
                <a:schemeClr val="dk1"/>
              </a:buClr>
              <a:buSzPts val="1800"/>
              <a:buChar char="−"/>
              <a:defRPr/>
            </a:lvl5pPr>
            <a:lvl6pPr marL="2743246" lvl="5" indent="-342906" algn="l">
              <a:spcBef>
                <a:spcPts val="360"/>
              </a:spcBef>
              <a:spcAft>
                <a:spcPts val="0"/>
              </a:spcAft>
              <a:buClr>
                <a:schemeClr val="dk1"/>
              </a:buClr>
              <a:buSzPts val="1800"/>
              <a:buChar char="•"/>
              <a:defRPr/>
            </a:lvl6pPr>
            <a:lvl7pPr marL="3200453" lvl="6" indent="-342906" algn="l">
              <a:spcBef>
                <a:spcPts val="360"/>
              </a:spcBef>
              <a:spcAft>
                <a:spcPts val="0"/>
              </a:spcAft>
              <a:buClr>
                <a:schemeClr val="dk1"/>
              </a:buClr>
              <a:buSzPts val="1800"/>
              <a:buChar char="•"/>
              <a:defRPr/>
            </a:lvl7pPr>
            <a:lvl8pPr marL="3657661" lvl="7" indent="-342906" algn="l">
              <a:spcBef>
                <a:spcPts val="360"/>
              </a:spcBef>
              <a:spcAft>
                <a:spcPts val="0"/>
              </a:spcAft>
              <a:buClr>
                <a:schemeClr val="dk1"/>
              </a:buClr>
              <a:buSzPts val="1800"/>
              <a:buChar char="•"/>
              <a:defRPr/>
            </a:lvl8pPr>
            <a:lvl9pPr marL="4114868" lvl="8" indent="-342906" algn="l">
              <a:spcBef>
                <a:spcPts val="360"/>
              </a:spcBef>
              <a:spcAft>
                <a:spcPts val="0"/>
              </a:spcAft>
              <a:buClr>
                <a:schemeClr val="dk1"/>
              </a:buClr>
              <a:buSzPts val="1800"/>
              <a:buChar char="•"/>
              <a:defRPr/>
            </a:lvl9pPr>
          </a:lstStyle>
          <a:p>
            <a:endParaRPr/>
          </a:p>
        </p:txBody>
      </p:sp>
      <p:sp>
        <p:nvSpPr>
          <p:cNvPr id="190" name="Google Shape;190;p37"/>
          <p:cNvSpPr txBox="1">
            <a:spLocks noGrp="1"/>
          </p:cNvSpPr>
          <p:nvPr>
            <p:ph type="body" idx="4"/>
          </p:nvPr>
        </p:nvSpPr>
        <p:spPr>
          <a:xfrm>
            <a:off x="7508953" y="6432334"/>
            <a:ext cx="4224381" cy="228601"/>
          </a:xfrm>
          <a:prstGeom prst="rect">
            <a:avLst/>
          </a:prstGeom>
          <a:noFill/>
          <a:ln>
            <a:noFill/>
          </a:ln>
        </p:spPr>
        <p:txBody>
          <a:bodyPr spcFirstLastPara="1" wrap="square" lIns="0" tIns="0" rIns="0" bIns="0" anchor="b" anchorCtr="0">
            <a:noAutofit/>
          </a:bodyPr>
          <a:lstStyle>
            <a:lvl1pPr marL="457207" lvl="0" indent="-228604" algn="r">
              <a:spcBef>
                <a:spcPts val="1800"/>
              </a:spcBef>
              <a:spcAft>
                <a:spcPts val="0"/>
              </a:spcAft>
              <a:buClr>
                <a:schemeClr val="dk1"/>
              </a:buClr>
              <a:buSzPts val="1000"/>
              <a:buFont typeface="Roboto Medium"/>
              <a:buNone/>
              <a:defRPr sz="1000" b="0" i="0">
                <a:solidFill>
                  <a:schemeClr val="dk1"/>
                </a:solidFill>
                <a:latin typeface="Roboto Medium"/>
                <a:ea typeface="Roboto Medium"/>
                <a:cs typeface="Roboto Medium"/>
                <a:sym typeface="Roboto Medium"/>
              </a:defRPr>
            </a:lvl1pPr>
            <a:lvl2pPr marL="914415" lvl="1" indent="-228604" algn="l">
              <a:spcBef>
                <a:spcPts val="600"/>
              </a:spcBef>
              <a:spcAft>
                <a:spcPts val="0"/>
              </a:spcAft>
              <a:buClr>
                <a:schemeClr val="dk1"/>
              </a:buClr>
              <a:buSzPts val="1800"/>
              <a:buNone/>
              <a:defRPr/>
            </a:lvl2pPr>
            <a:lvl3pPr marL="1371622" lvl="2" indent="-342906" algn="l">
              <a:spcBef>
                <a:spcPts val="600"/>
              </a:spcBef>
              <a:spcAft>
                <a:spcPts val="0"/>
              </a:spcAft>
              <a:buClr>
                <a:schemeClr val="dk1"/>
              </a:buClr>
              <a:buSzPts val="1800"/>
              <a:buChar char="−"/>
              <a:defRPr/>
            </a:lvl3pPr>
            <a:lvl4pPr marL="1828831" lvl="3" indent="-342906" algn="l">
              <a:spcBef>
                <a:spcPts val="300"/>
              </a:spcBef>
              <a:spcAft>
                <a:spcPts val="0"/>
              </a:spcAft>
              <a:buClr>
                <a:schemeClr val="dk1"/>
              </a:buClr>
              <a:buSzPts val="1800"/>
              <a:buChar char="•"/>
              <a:defRPr/>
            </a:lvl4pPr>
            <a:lvl5pPr marL="2286038" lvl="4" indent="-342906" algn="l">
              <a:spcBef>
                <a:spcPts val="300"/>
              </a:spcBef>
              <a:spcAft>
                <a:spcPts val="0"/>
              </a:spcAft>
              <a:buClr>
                <a:schemeClr val="dk1"/>
              </a:buClr>
              <a:buSzPts val="1800"/>
              <a:buChar char="−"/>
              <a:defRPr/>
            </a:lvl5pPr>
            <a:lvl6pPr marL="2743246" lvl="5" indent="-342906" algn="l">
              <a:spcBef>
                <a:spcPts val="360"/>
              </a:spcBef>
              <a:spcAft>
                <a:spcPts val="0"/>
              </a:spcAft>
              <a:buClr>
                <a:schemeClr val="dk1"/>
              </a:buClr>
              <a:buSzPts val="1800"/>
              <a:buChar char="•"/>
              <a:defRPr/>
            </a:lvl6pPr>
            <a:lvl7pPr marL="3200453" lvl="6" indent="-342906" algn="l">
              <a:spcBef>
                <a:spcPts val="360"/>
              </a:spcBef>
              <a:spcAft>
                <a:spcPts val="0"/>
              </a:spcAft>
              <a:buClr>
                <a:schemeClr val="dk1"/>
              </a:buClr>
              <a:buSzPts val="1800"/>
              <a:buChar char="•"/>
              <a:defRPr/>
            </a:lvl7pPr>
            <a:lvl8pPr marL="3657661" lvl="7" indent="-342906" algn="l">
              <a:spcBef>
                <a:spcPts val="360"/>
              </a:spcBef>
              <a:spcAft>
                <a:spcPts val="0"/>
              </a:spcAft>
              <a:buClr>
                <a:schemeClr val="dk1"/>
              </a:buClr>
              <a:buSzPts val="1800"/>
              <a:buChar char="•"/>
              <a:defRPr/>
            </a:lvl8pPr>
            <a:lvl9pPr marL="4114868" lvl="8" indent="-342906" algn="l">
              <a:spcBef>
                <a:spcPts val="360"/>
              </a:spcBef>
              <a:spcAft>
                <a:spcPts val="0"/>
              </a:spcAft>
              <a:buClr>
                <a:schemeClr val="dk1"/>
              </a:buClr>
              <a:buSzPts val="1800"/>
              <a:buChar char="•"/>
              <a:defRPr/>
            </a:lvl9pPr>
          </a:lstStyle>
          <a:p>
            <a:endParaRPr/>
          </a:p>
        </p:txBody>
      </p:sp>
      <p:pic>
        <p:nvPicPr>
          <p:cNvPr id="191" name="Google Shape;191;p37" descr="A picture containing drawing&#10;&#10;Description automatically generated"/>
          <p:cNvPicPr preferRelativeResize="0"/>
          <p:nvPr/>
        </p:nvPicPr>
        <p:blipFill rotWithShape="1">
          <a:blip r:embed="rId2">
            <a:alphaModFix/>
          </a:blip>
          <a:srcRect b="31356"/>
          <a:stretch/>
        </p:blipFill>
        <p:spPr>
          <a:xfrm>
            <a:off x="455619" y="6277208"/>
            <a:ext cx="685807" cy="352192"/>
          </a:xfrm>
          <a:prstGeom prst="rect">
            <a:avLst/>
          </a:prstGeom>
          <a:noFill/>
          <a:ln>
            <a:noFill/>
          </a:ln>
        </p:spPr>
      </p:pic>
    </p:spTree>
  </p:cSld>
  <p:clrMapOvr>
    <a:masterClrMapping/>
  </p:clrMapOvr>
  <mc:AlternateContent xmlns:mc="http://schemas.openxmlformats.org/markup-compatibility/2006" xmlns:p14="http://schemas.microsoft.com/office/powerpoint/2010/main">
    <mc:Choice Requires="p14">
      <p:transition p14:dur="250">
        <p:fade/>
      </p:transition>
    </mc:Choice>
    <mc:Fallback xmlns:ahyp="http://schemas.microsoft.com/office/drawing/2018/hyperlinkcolor" xmlns:p15="http://schemas.microsoft.com/office/powerpoint/2012/main" xmlns:com="http://schemas.openxmlformats.org/drawingml/2006/compatibility" xmlns:pvml="urn:schemas-microsoft-com:office:powerpoint" xmlns:v="urn:schemas-microsoft-com:vml" xmlns:o="urn:schemas-microsoft-com:office:office" xmlns:dgm="http://schemas.openxmlformats.org/drawingml/2006/diagram" xmlns:c="http://schemas.openxmlformats.org/drawingml/2006/chart" xmlns:mv="urn:schemas-microsoft-com:mac:vml" xmlns="">
      <p:transition>
        <p:fade/>
      </p:transition>
    </mc:Fallback>
  </mc:AlternateContent>
</p:sldLayout>
</file>

<file path=ppt/slideLayouts/slideLayout36.xml><?xml version="1.0" encoding="utf-8"?>
<p:sldLayout xmlns:a="http://schemas.openxmlformats.org/drawingml/2006/main" xmlns:r="http://schemas.openxmlformats.org/officeDocument/2006/relationships" xmlns:p="http://schemas.openxmlformats.org/presentationml/2006/main" matchingName="WHITE Title | Subhead">
  <p:cSld name="WHITE Title | Subhead">
    <p:spTree>
      <p:nvGrpSpPr>
        <p:cNvPr id="1" name="Shape 192"/>
        <p:cNvGrpSpPr/>
        <p:nvPr/>
      </p:nvGrpSpPr>
      <p:grpSpPr>
        <a:xfrm>
          <a:off x="0" y="0"/>
          <a:ext cx="0" cy="0"/>
          <a:chOff x="0" y="0"/>
          <a:chExt cx="0" cy="0"/>
        </a:xfrm>
      </p:grpSpPr>
      <p:sp>
        <p:nvSpPr>
          <p:cNvPr id="193" name="Google Shape;193;p38"/>
          <p:cNvSpPr txBox="1">
            <a:spLocks noGrp="1"/>
          </p:cNvSpPr>
          <p:nvPr>
            <p:ph type="title"/>
          </p:nvPr>
        </p:nvSpPr>
        <p:spPr>
          <a:xfrm>
            <a:off x="455618" y="472700"/>
            <a:ext cx="8915492" cy="524543"/>
          </a:xfrm>
          <a:prstGeom prst="rect">
            <a:avLst/>
          </a:prstGeom>
          <a:noFill/>
          <a:ln>
            <a:noFill/>
          </a:ln>
        </p:spPr>
        <p:txBody>
          <a:bodyPr spcFirstLastPara="1" wrap="square" lIns="0" tIns="0" rIns="0" bIns="0" anchor="t" anchorCtr="0">
            <a:noAutofit/>
          </a:bodyPr>
          <a:lstStyle>
            <a:lvl1pPr lvl="0" algn="l">
              <a:lnSpc>
                <a:spcPct val="80000"/>
              </a:lnSpc>
              <a:spcBef>
                <a:spcPts val="0"/>
              </a:spcBef>
              <a:spcAft>
                <a:spcPts val="0"/>
              </a:spcAft>
              <a:buClr>
                <a:schemeClr val="dk1"/>
              </a:buClr>
              <a:buSzPts val="1800"/>
              <a:buNone/>
              <a:defRPr/>
            </a:lvl1pPr>
            <a:lvl2pPr lvl="1">
              <a:spcBef>
                <a:spcPts val="0"/>
              </a:spcBef>
              <a:spcAft>
                <a:spcPts val="0"/>
              </a:spcAft>
              <a:buSzPts val="1400"/>
              <a:buNone/>
              <a:defRPr/>
            </a:lvl2pPr>
            <a:lvl3pPr lvl="2">
              <a:spcBef>
                <a:spcPts val="0"/>
              </a:spcBef>
              <a:spcAft>
                <a:spcPts val="0"/>
              </a:spcAft>
              <a:buSzPts val="1400"/>
              <a:buNone/>
              <a:defRPr/>
            </a:lvl3pPr>
            <a:lvl4pPr lvl="3">
              <a:spcBef>
                <a:spcPts val="0"/>
              </a:spcBef>
              <a:spcAft>
                <a:spcPts val="0"/>
              </a:spcAft>
              <a:buSzPts val="1400"/>
              <a:buNone/>
              <a:defRPr/>
            </a:lvl4pPr>
            <a:lvl5pPr lvl="4">
              <a:spcBef>
                <a:spcPts val="0"/>
              </a:spcBef>
              <a:spcAft>
                <a:spcPts val="0"/>
              </a:spcAft>
              <a:buSzPts val="1400"/>
              <a:buNone/>
              <a:defRPr/>
            </a:lvl5pPr>
            <a:lvl6pPr lvl="5">
              <a:spcBef>
                <a:spcPts val="0"/>
              </a:spcBef>
              <a:spcAft>
                <a:spcPts val="0"/>
              </a:spcAft>
              <a:buSzPts val="1400"/>
              <a:buNone/>
              <a:defRPr/>
            </a:lvl6pPr>
            <a:lvl7pPr lvl="6">
              <a:spcBef>
                <a:spcPts val="0"/>
              </a:spcBef>
              <a:spcAft>
                <a:spcPts val="0"/>
              </a:spcAft>
              <a:buSzPts val="1400"/>
              <a:buNone/>
              <a:defRPr/>
            </a:lvl7pPr>
            <a:lvl8pPr lvl="7">
              <a:spcBef>
                <a:spcPts val="0"/>
              </a:spcBef>
              <a:spcAft>
                <a:spcPts val="0"/>
              </a:spcAft>
              <a:buSzPts val="1400"/>
              <a:buNone/>
              <a:defRPr/>
            </a:lvl8pPr>
            <a:lvl9pPr lvl="8">
              <a:spcBef>
                <a:spcPts val="0"/>
              </a:spcBef>
              <a:spcAft>
                <a:spcPts val="0"/>
              </a:spcAft>
              <a:buSzPts val="1400"/>
              <a:buNone/>
              <a:defRPr/>
            </a:lvl9pPr>
          </a:lstStyle>
          <a:p>
            <a:endParaRPr/>
          </a:p>
        </p:txBody>
      </p:sp>
      <p:sp>
        <p:nvSpPr>
          <p:cNvPr id="194" name="Google Shape;194;p38"/>
          <p:cNvSpPr txBox="1">
            <a:spLocks noGrp="1"/>
          </p:cNvSpPr>
          <p:nvPr>
            <p:ph type="body" idx="1"/>
          </p:nvPr>
        </p:nvSpPr>
        <p:spPr>
          <a:xfrm>
            <a:off x="455618" y="868681"/>
            <a:ext cx="8915492" cy="229235"/>
          </a:xfrm>
          <a:prstGeom prst="rect">
            <a:avLst/>
          </a:prstGeom>
          <a:noFill/>
          <a:ln>
            <a:noFill/>
          </a:ln>
        </p:spPr>
        <p:txBody>
          <a:bodyPr spcFirstLastPara="1" wrap="square" lIns="0" tIns="0" rIns="0" bIns="0" anchor="t" anchorCtr="0">
            <a:noAutofit/>
          </a:bodyPr>
          <a:lstStyle>
            <a:lvl1pPr marL="457207" lvl="0" indent="-228604" algn="l">
              <a:spcBef>
                <a:spcPts val="1800"/>
              </a:spcBef>
              <a:spcAft>
                <a:spcPts val="0"/>
              </a:spcAft>
              <a:buClr>
                <a:schemeClr val="lt2"/>
              </a:buClr>
              <a:buSzPts val="1600"/>
              <a:buFont typeface="Roboto Medium"/>
              <a:buNone/>
              <a:defRPr sz="1600" b="0" i="0">
                <a:solidFill>
                  <a:schemeClr val="lt2"/>
                </a:solidFill>
                <a:latin typeface="Roboto Medium"/>
                <a:ea typeface="Roboto Medium"/>
                <a:cs typeface="Roboto Medium"/>
                <a:sym typeface="Roboto Medium"/>
              </a:defRPr>
            </a:lvl1pPr>
            <a:lvl2pPr marL="914415" lvl="1" indent="-228604" algn="l">
              <a:spcBef>
                <a:spcPts val="600"/>
              </a:spcBef>
              <a:spcAft>
                <a:spcPts val="0"/>
              </a:spcAft>
              <a:buClr>
                <a:schemeClr val="dk1"/>
              </a:buClr>
              <a:buSzPts val="1800"/>
              <a:buNone/>
              <a:defRPr/>
            </a:lvl2pPr>
            <a:lvl3pPr marL="1371622" lvl="2" indent="-342906" algn="l">
              <a:spcBef>
                <a:spcPts val="600"/>
              </a:spcBef>
              <a:spcAft>
                <a:spcPts val="0"/>
              </a:spcAft>
              <a:buClr>
                <a:schemeClr val="dk1"/>
              </a:buClr>
              <a:buSzPts val="1800"/>
              <a:buChar char="−"/>
              <a:defRPr/>
            </a:lvl3pPr>
            <a:lvl4pPr marL="1828831" lvl="3" indent="-342906" algn="l">
              <a:spcBef>
                <a:spcPts val="300"/>
              </a:spcBef>
              <a:spcAft>
                <a:spcPts val="0"/>
              </a:spcAft>
              <a:buClr>
                <a:schemeClr val="dk1"/>
              </a:buClr>
              <a:buSzPts val="1800"/>
              <a:buChar char="•"/>
              <a:defRPr/>
            </a:lvl4pPr>
            <a:lvl5pPr marL="2286038" lvl="4" indent="-342906" algn="l">
              <a:spcBef>
                <a:spcPts val="300"/>
              </a:spcBef>
              <a:spcAft>
                <a:spcPts val="0"/>
              </a:spcAft>
              <a:buClr>
                <a:schemeClr val="dk1"/>
              </a:buClr>
              <a:buSzPts val="1800"/>
              <a:buChar char="−"/>
              <a:defRPr/>
            </a:lvl5pPr>
            <a:lvl6pPr marL="2743246" lvl="5" indent="-342906" algn="l">
              <a:spcBef>
                <a:spcPts val="360"/>
              </a:spcBef>
              <a:spcAft>
                <a:spcPts val="0"/>
              </a:spcAft>
              <a:buClr>
                <a:schemeClr val="dk1"/>
              </a:buClr>
              <a:buSzPts val="1800"/>
              <a:buChar char="•"/>
              <a:defRPr/>
            </a:lvl6pPr>
            <a:lvl7pPr marL="3200453" lvl="6" indent="-342906" algn="l">
              <a:spcBef>
                <a:spcPts val="360"/>
              </a:spcBef>
              <a:spcAft>
                <a:spcPts val="0"/>
              </a:spcAft>
              <a:buClr>
                <a:schemeClr val="dk1"/>
              </a:buClr>
              <a:buSzPts val="1800"/>
              <a:buChar char="•"/>
              <a:defRPr/>
            </a:lvl7pPr>
            <a:lvl8pPr marL="3657661" lvl="7" indent="-342906" algn="l">
              <a:spcBef>
                <a:spcPts val="360"/>
              </a:spcBef>
              <a:spcAft>
                <a:spcPts val="0"/>
              </a:spcAft>
              <a:buClr>
                <a:schemeClr val="dk1"/>
              </a:buClr>
              <a:buSzPts val="1800"/>
              <a:buChar char="•"/>
              <a:defRPr/>
            </a:lvl8pPr>
            <a:lvl9pPr marL="4114868" lvl="8" indent="-342906" algn="l">
              <a:spcBef>
                <a:spcPts val="360"/>
              </a:spcBef>
              <a:spcAft>
                <a:spcPts val="0"/>
              </a:spcAft>
              <a:buClr>
                <a:schemeClr val="dk1"/>
              </a:buClr>
              <a:buSzPts val="1800"/>
              <a:buChar char="•"/>
              <a:defRPr/>
            </a:lvl9pPr>
          </a:lstStyle>
          <a:p>
            <a:endParaRPr/>
          </a:p>
        </p:txBody>
      </p:sp>
      <p:sp>
        <p:nvSpPr>
          <p:cNvPr id="195" name="Google Shape;195;p38"/>
          <p:cNvSpPr txBox="1">
            <a:spLocks noGrp="1"/>
          </p:cNvSpPr>
          <p:nvPr>
            <p:ph type="body" idx="2"/>
          </p:nvPr>
        </p:nvSpPr>
        <p:spPr>
          <a:xfrm>
            <a:off x="7508953" y="6432334"/>
            <a:ext cx="4224381" cy="228601"/>
          </a:xfrm>
          <a:prstGeom prst="rect">
            <a:avLst/>
          </a:prstGeom>
          <a:noFill/>
          <a:ln>
            <a:noFill/>
          </a:ln>
        </p:spPr>
        <p:txBody>
          <a:bodyPr spcFirstLastPara="1" wrap="square" lIns="0" tIns="0" rIns="0" bIns="0" anchor="b" anchorCtr="0">
            <a:noAutofit/>
          </a:bodyPr>
          <a:lstStyle>
            <a:lvl1pPr marL="457207" lvl="0" indent="-228604" algn="r">
              <a:spcBef>
                <a:spcPts val="1800"/>
              </a:spcBef>
              <a:spcAft>
                <a:spcPts val="0"/>
              </a:spcAft>
              <a:buClr>
                <a:schemeClr val="dk1"/>
              </a:buClr>
              <a:buSzPts val="1000"/>
              <a:buFont typeface="Roboto Medium"/>
              <a:buNone/>
              <a:defRPr sz="1000" b="0" i="0">
                <a:solidFill>
                  <a:schemeClr val="dk1"/>
                </a:solidFill>
                <a:latin typeface="Roboto Medium"/>
                <a:ea typeface="Roboto Medium"/>
                <a:cs typeface="Roboto Medium"/>
                <a:sym typeface="Roboto Medium"/>
              </a:defRPr>
            </a:lvl1pPr>
            <a:lvl2pPr marL="914415" lvl="1" indent="-228604" algn="l">
              <a:spcBef>
                <a:spcPts val="600"/>
              </a:spcBef>
              <a:spcAft>
                <a:spcPts val="0"/>
              </a:spcAft>
              <a:buClr>
                <a:schemeClr val="dk1"/>
              </a:buClr>
              <a:buSzPts val="1800"/>
              <a:buNone/>
              <a:defRPr/>
            </a:lvl2pPr>
            <a:lvl3pPr marL="1371622" lvl="2" indent="-342906" algn="l">
              <a:spcBef>
                <a:spcPts val="600"/>
              </a:spcBef>
              <a:spcAft>
                <a:spcPts val="0"/>
              </a:spcAft>
              <a:buClr>
                <a:schemeClr val="dk1"/>
              </a:buClr>
              <a:buSzPts val="1800"/>
              <a:buChar char="−"/>
              <a:defRPr/>
            </a:lvl3pPr>
            <a:lvl4pPr marL="1828831" lvl="3" indent="-342906" algn="l">
              <a:spcBef>
                <a:spcPts val="300"/>
              </a:spcBef>
              <a:spcAft>
                <a:spcPts val="0"/>
              </a:spcAft>
              <a:buClr>
                <a:schemeClr val="dk1"/>
              </a:buClr>
              <a:buSzPts val="1800"/>
              <a:buChar char="•"/>
              <a:defRPr/>
            </a:lvl4pPr>
            <a:lvl5pPr marL="2286038" lvl="4" indent="-342906" algn="l">
              <a:spcBef>
                <a:spcPts val="300"/>
              </a:spcBef>
              <a:spcAft>
                <a:spcPts val="0"/>
              </a:spcAft>
              <a:buClr>
                <a:schemeClr val="dk1"/>
              </a:buClr>
              <a:buSzPts val="1800"/>
              <a:buChar char="−"/>
              <a:defRPr/>
            </a:lvl5pPr>
            <a:lvl6pPr marL="2743246" lvl="5" indent="-342906" algn="l">
              <a:spcBef>
                <a:spcPts val="360"/>
              </a:spcBef>
              <a:spcAft>
                <a:spcPts val="0"/>
              </a:spcAft>
              <a:buClr>
                <a:schemeClr val="dk1"/>
              </a:buClr>
              <a:buSzPts val="1800"/>
              <a:buChar char="•"/>
              <a:defRPr/>
            </a:lvl6pPr>
            <a:lvl7pPr marL="3200453" lvl="6" indent="-342906" algn="l">
              <a:spcBef>
                <a:spcPts val="360"/>
              </a:spcBef>
              <a:spcAft>
                <a:spcPts val="0"/>
              </a:spcAft>
              <a:buClr>
                <a:schemeClr val="dk1"/>
              </a:buClr>
              <a:buSzPts val="1800"/>
              <a:buChar char="•"/>
              <a:defRPr/>
            </a:lvl7pPr>
            <a:lvl8pPr marL="3657661" lvl="7" indent="-342906" algn="l">
              <a:spcBef>
                <a:spcPts val="360"/>
              </a:spcBef>
              <a:spcAft>
                <a:spcPts val="0"/>
              </a:spcAft>
              <a:buClr>
                <a:schemeClr val="dk1"/>
              </a:buClr>
              <a:buSzPts val="1800"/>
              <a:buChar char="•"/>
              <a:defRPr/>
            </a:lvl8pPr>
            <a:lvl9pPr marL="4114868" lvl="8" indent="-342906" algn="l">
              <a:spcBef>
                <a:spcPts val="360"/>
              </a:spcBef>
              <a:spcAft>
                <a:spcPts val="0"/>
              </a:spcAft>
              <a:buClr>
                <a:schemeClr val="dk1"/>
              </a:buClr>
              <a:buSzPts val="1800"/>
              <a:buChar char="•"/>
              <a:defRPr/>
            </a:lvl9pPr>
          </a:lstStyle>
          <a:p>
            <a:endParaRPr/>
          </a:p>
        </p:txBody>
      </p:sp>
      <p:pic>
        <p:nvPicPr>
          <p:cNvPr id="196" name="Google Shape;196;p38" descr="A picture containing drawing&#10;&#10;Description automatically generated"/>
          <p:cNvPicPr preferRelativeResize="0"/>
          <p:nvPr/>
        </p:nvPicPr>
        <p:blipFill rotWithShape="1">
          <a:blip r:embed="rId2">
            <a:alphaModFix/>
          </a:blip>
          <a:srcRect b="31356"/>
          <a:stretch/>
        </p:blipFill>
        <p:spPr>
          <a:xfrm>
            <a:off x="455619" y="6277208"/>
            <a:ext cx="685807" cy="352192"/>
          </a:xfrm>
          <a:prstGeom prst="rect">
            <a:avLst/>
          </a:prstGeom>
          <a:noFill/>
          <a:ln>
            <a:noFill/>
          </a:ln>
        </p:spPr>
      </p:pic>
    </p:spTree>
  </p:cSld>
  <p:clrMapOvr>
    <a:masterClrMapping/>
  </p:clrMapOvr>
  <mc:AlternateContent xmlns:mc="http://schemas.openxmlformats.org/markup-compatibility/2006" xmlns:p14="http://schemas.microsoft.com/office/powerpoint/2010/main">
    <mc:Choice Requires="p14">
      <p:transition p14:dur="250">
        <p:fade/>
      </p:transition>
    </mc:Choice>
    <mc:Fallback xmlns:ahyp="http://schemas.microsoft.com/office/drawing/2018/hyperlinkcolor" xmlns:p15="http://schemas.microsoft.com/office/powerpoint/2012/main" xmlns:com="http://schemas.openxmlformats.org/drawingml/2006/compatibility" xmlns:pvml="urn:schemas-microsoft-com:office:powerpoint" xmlns:v="urn:schemas-microsoft-com:vml" xmlns:o="urn:schemas-microsoft-com:office:office" xmlns:dgm="http://schemas.openxmlformats.org/drawingml/2006/diagram" xmlns:c="http://schemas.openxmlformats.org/drawingml/2006/chart" xmlns:mv="urn:schemas-microsoft-com:mac:vml" xmlns="">
      <p:transition>
        <p:fade/>
      </p:transition>
    </mc:Fallback>
  </mc:AlternateContent>
</p:sldLayout>
</file>

<file path=ppt/slideLayouts/slideLayout37.xml><?xml version="1.0" encoding="utf-8"?>
<p:sldLayout xmlns:a="http://schemas.openxmlformats.org/drawingml/2006/main" xmlns:r="http://schemas.openxmlformats.org/officeDocument/2006/relationships" xmlns:p="http://schemas.openxmlformats.org/presentationml/2006/main" matchingName="WHITE Blank">
  <p:cSld name="WHITE Blank">
    <p:spTree>
      <p:nvGrpSpPr>
        <p:cNvPr id="1" name="Shape 197"/>
        <p:cNvGrpSpPr/>
        <p:nvPr/>
      </p:nvGrpSpPr>
      <p:grpSpPr>
        <a:xfrm>
          <a:off x="0" y="0"/>
          <a:ext cx="0" cy="0"/>
          <a:chOff x="0" y="0"/>
          <a:chExt cx="0" cy="0"/>
        </a:xfrm>
      </p:grpSpPr>
      <p:sp>
        <p:nvSpPr>
          <p:cNvPr id="198" name="Google Shape;198;p39"/>
          <p:cNvSpPr txBox="1">
            <a:spLocks noGrp="1"/>
          </p:cNvSpPr>
          <p:nvPr>
            <p:ph type="body" idx="1"/>
          </p:nvPr>
        </p:nvSpPr>
        <p:spPr>
          <a:xfrm>
            <a:off x="7508953" y="6432334"/>
            <a:ext cx="4224381" cy="228601"/>
          </a:xfrm>
          <a:prstGeom prst="rect">
            <a:avLst/>
          </a:prstGeom>
          <a:noFill/>
          <a:ln>
            <a:noFill/>
          </a:ln>
        </p:spPr>
        <p:txBody>
          <a:bodyPr spcFirstLastPara="1" wrap="square" lIns="0" tIns="0" rIns="0" bIns="0" anchor="b" anchorCtr="0">
            <a:noAutofit/>
          </a:bodyPr>
          <a:lstStyle>
            <a:lvl1pPr marL="457207" lvl="0" indent="-228604" algn="r">
              <a:spcBef>
                <a:spcPts val="1800"/>
              </a:spcBef>
              <a:spcAft>
                <a:spcPts val="0"/>
              </a:spcAft>
              <a:buClr>
                <a:schemeClr val="dk1"/>
              </a:buClr>
              <a:buSzPts val="1000"/>
              <a:buFont typeface="Roboto Medium"/>
              <a:buNone/>
              <a:defRPr sz="1000" b="0" i="0">
                <a:solidFill>
                  <a:schemeClr val="dk1"/>
                </a:solidFill>
                <a:latin typeface="Roboto Medium"/>
                <a:ea typeface="Roboto Medium"/>
                <a:cs typeface="Roboto Medium"/>
                <a:sym typeface="Roboto Medium"/>
              </a:defRPr>
            </a:lvl1pPr>
            <a:lvl2pPr marL="914415" lvl="1" indent="-228604" algn="l">
              <a:spcBef>
                <a:spcPts val="600"/>
              </a:spcBef>
              <a:spcAft>
                <a:spcPts val="0"/>
              </a:spcAft>
              <a:buClr>
                <a:schemeClr val="dk1"/>
              </a:buClr>
              <a:buSzPts val="1800"/>
              <a:buNone/>
              <a:defRPr/>
            </a:lvl2pPr>
            <a:lvl3pPr marL="1371622" lvl="2" indent="-342906" algn="l">
              <a:spcBef>
                <a:spcPts val="600"/>
              </a:spcBef>
              <a:spcAft>
                <a:spcPts val="0"/>
              </a:spcAft>
              <a:buClr>
                <a:schemeClr val="dk1"/>
              </a:buClr>
              <a:buSzPts val="1800"/>
              <a:buChar char="−"/>
              <a:defRPr/>
            </a:lvl3pPr>
            <a:lvl4pPr marL="1828831" lvl="3" indent="-342906" algn="l">
              <a:spcBef>
                <a:spcPts val="300"/>
              </a:spcBef>
              <a:spcAft>
                <a:spcPts val="0"/>
              </a:spcAft>
              <a:buClr>
                <a:schemeClr val="dk1"/>
              </a:buClr>
              <a:buSzPts val="1800"/>
              <a:buChar char="•"/>
              <a:defRPr/>
            </a:lvl4pPr>
            <a:lvl5pPr marL="2286038" lvl="4" indent="-342906" algn="l">
              <a:spcBef>
                <a:spcPts val="300"/>
              </a:spcBef>
              <a:spcAft>
                <a:spcPts val="0"/>
              </a:spcAft>
              <a:buClr>
                <a:schemeClr val="dk1"/>
              </a:buClr>
              <a:buSzPts val="1800"/>
              <a:buChar char="−"/>
              <a:defRPr/>
            </a:lvl5pPr>
            <a:lvl6pPr marL="2743246" lvl="5" indent="-342906" algn="l">
              <a:spcBef>
                <a:spcPts val="360"/>
              </a:spcBef>
              <a:spcAft>
                <a:spcPts val="0"/>
              </a:spcAft>
              <a:buClr>
                <a:schemeClr val="dk1"/>
              </a:buClr>
              <a:buSzPts val="1800"/>
              <a:buChar char="•"/>
              <a:defRPr/>
            </a:lvl6pPr>
            <a:lvl7pPr marL="3200453" lvl="6" indent="-342906" algn="l">
              <a:spcBef>
                <a:spcPts val="360"/>
              </a:spcBef>
              <a:spcAft>
                <a:spcPts val="0"/>
              </a:spcAft>
              <a:buClr>
                <a:schemeClr val="dk1"/>
              </a:buClr>
              <a:buSzPts val="1800"/>
              <a:buChar char="•"/>
              <a:defRPr/>
            </a:lvl7pPr>
            <a:lvl8pPr marL="3657661" lvl="7" indent="-342906" algn="l">
              <a:spcBef>
                <a:spcPts val="360"/>
              </a:spcBef>
              <a:spcAft>
                <a:spcPts val="0"/>
              </a:spcAft>
              <a:buClr>
                <a:schemeClr val="dk1"/>
              </a:buClr>
              <a:buSzPts val="1800"/>
              <a:buChar char="•"/>
              <a:defRPr/>
            </a:lvl8pPr>
            <a:lvl9pPr marL="4114868" lvl="8" indent="-342906" algn="l">
              <a:spcBef>
                <a:spcPts val="360"/>
              </a:spcBef>
              <a:spcAft>
                <a:spcPts val="0"/>
              </a:spcAft>
              <a:buClr>
                <a:schemeClr val="dk1"/>
              </a:buClr>
              <a:buSzPts val="1800"/>
              <a:buChar char="•"/>
              <a:defRPr/>
            </a:lvl9pPr>
          </a:lstStyle>
          <a:p>
            <a:endParaRPr/>
          </a:p>
        </p:txBody>
      </p:sp>
      <p:pic>
        <p:nvPicPr>
          <p:cNvPr id="199" name="Google Shape;199;p39" descr="A picture containing drawing&#10;&#10;Description automatically generated"/>
          <p:cNvPicPr preferRelativeResize="0"/>
          <p:nvPr/>
        </p:nvPicPr>
        <p:blipFill rotWithShape="1">
          <a:blip r:embed="rId2">
            <a:alphaModFix/>
          </a:blip>
          <a:srcRect b="31356"/>
          <a:stretch/>
        </p:blipFill>
        <p:spPr>
          <a:xfrm>
            <a:off x="455619" y="6277208"/>
            <a:ext cx="685807" cy="352192"/>
          </a:xfrm>
          <a:prstGeom prst="rect">
            <a:avLst/>
          </a:prstGeom>
          <a:noFill/>
          <a:ln>
            <a:noFill/>
          </a:ln>
        </p:spPr>
      </p:pic>
    </p:spTree>
  </p:cSld>
  <p:clrMapOvr>
    <a:masterClrMapping/>
  </p:clrMapOvr>
  <mc:AlternateContent xmlns:mc="http://schemas.openxmlformats.org/markup-compatibility/2006" xmlns:p14="http://schemas.microsoft.com/office/powerpoint/2010/main">
    <mc:Choice Requires="p14">
      <p:transition p14:dur="250">
        <p:fade/>
      </p:transition>
    </mc:Choice>
    <mc:Fallback xmlns:ahyp="http://schemas.microsoft.com/office/drawing/2018/hyperlinkcolor" xmlns:p15="http://schemas.microsoft.com/office/powerpoint/2012/main" xmlns:com="http://schemas.openxmlformats.org/drawingml/2006/compatibility" xmlns:pvml="urn:schemas-microsoft-com:office:powerpoint" xmlns:v="urn:schemas-microsoft-com:vml" xmlns:o="urn:schemas-microsoft-com:office:office" xmlns:dgm="http://schemas.openxmlformats.org/drawingml/2006/diagram" xmlns:c="http://schemas.openxmlformats.org/drawingml/2006/chart" xmlns:mv="urn:schemas-microsoft-com:mac:vml" xmlns="">
      <p:transition>
        <p:fade/>
      </p:transition>
    </mc:Fallback>
  </mc:AlternateContent>
</p:sldLayout>
</file>

<file path=ppt/slideLayouts/slideLayout38.xml><?xml version="1.0" encoding="utf-8"?>
<p:sldLayout xmlns:a="http://schemas.openxmlformats.org/drawingml/2006/main" xmlns:r="http://schemas.openxmlformats.org/officeDocument/2006/relationships" xmlns:p="http://schemas.openxmlformats.org/presentationml/2006/main" matchingName="NAVY 1Col Title | Text">
  <p:cSld name="NAVY 1Col Title | Text">
    <p:bg>
      <p:bgPr>
        <a:solidFill>
          <a:srgbClr val="030A14"/>
        </a:solidFill>
        <a:effectLst/>
      </p:bgPr>
    </p:bg>
    <p:spTree>
      <p:nvGrpSpPr>
        <p:cNvPr id="1" name="Shape 200"/>
        <p:cNvGrpSpPr/>
        <p:nvPr/>
      </p:nvGrpSpPr>
      <p:grpSpPr>
        <a:xfrm>
          <a:off x="0" y="0"/>
          <a:ext cx="0" cy="0"/>
          <a:chOff x="0" y="0"/>
          <a:chExt cx="0" cy="0"/>
        </a:xfrm>
      </p:grpSpPr>
      <p:sp>
        <p:nvSpPr>
          <p:cNvPr id="201" name="Google Shape;201;p40"/>
          <p:cNvSpPr txBox="1">
            <a:spLocks noGrp="1"/>
          </p:cNvSpPr>
          <p:nvPr>
            <p:ph type="title"/>
          </p:nvPr>
        </p:nvSpPr>
        <p:spPr>
          <a:xfrm>
            <a:off x="455618" y="460685"/>
            <a:ext cx="8915492" cy="524543"/>
          </a:xfrm>
          <a:prstGeom prst="rect">
            <a:avLst/>
          </a:prstGeom>
          <a:noFill/>
          <a:ln>
            <a:noFill/>
          </a:ln>
        </p:spPr>
        <p:txBody>
          <a:bodyPr spcFirstLastPara="1" wrap="square" lIns="0" tIns="0" rIns="0" bIns="0" anchor="t" anchorCtr="0">
            <a:noAutofit/>
          </a:bodyPr>
          <a:lstStyle>
            <a:lvl1pPr lvl="0" algn="l">
              <a:lnSpc>
                <a:spcPct val="80000"/>
              </a:lnSpc>
              <a:spcBef>
                <a:spcPts val="0"/>
              </a:spcBef>
              <a:spcAft>
                <a:spcPts val="0"/>
              </a:spcAft>
              <a:buClr>
                <a:schemeClr val="lt1"/>
              </a:buClr>
              <a:buSzPts val="3200"/>
              <a:buFont typeface="Roboto Medium"/>
              <a:buNone/>
              <a:defRPr b="0">
                <a:solidFill>
                  <a:schemeClr val="lt1"/>
                </a:solidFill>
              </a:defRPr>
            </a:lvl1pPr>
            <a:lvl2pPr lvl="1">
              <a:spcBef>
                <a:spcPts val="0"/>
              </a:spcBef>
              <a:spcAft>
                <a:spcPts val="0"/>
              </a:spcAft>
              <a:buSzPts val="1400"/>
              <a:buNone/>
              <a:defRPr/>
            </a:lvl2pPr>
            <a:lvl3pPr lvl="2">
              <a:spcBef>
                <a:spcPts val="0"/>
              </a:spcBef>
              <a:spcAft>
                <a:spcPts val="0"/>
              </a:spcAft>
              <a:buSzPts val="1400"/>
              <a:buNone/>
              <a:defRPr/>
            </a:lvl3pPr>
            <a:lvl4pPr lvl="3">
              <a:spcBef>
                <a:spcPts val="0"/>
              </a:spcBef>
              <a:spcAft>
                <a:spcPts val="0"/>
              </a:spcAft>
              <a:buSzPts val="1400"/>
              <a:buNone/>
              <a:defRPr/>
            </a:lvl4pPr>
            <a:lvl5pPr lvl="4">
              <a:spcBef>
                <a:spcPts val="0"/>
              </a:spcBef>
              <a:spcAft>
                <a:spcPts val="0"/>
              </a:spcAft>
              <a:buSzPts val="1400"/>
              <a:buNone/>
              <a:defRPr/>
            </a:lvl5pPr>
            <a:lvl6pPr lvl="5">
              <a:spcBef>
                <a:spcPts val="0"/>
              </a:spcBef>
              <a:spcAft>
                <a:spcPts val="0"/>
              </a:spcAft>
              <a:buSzPts val="1400"/>
              <a:buNone/>
              <a:defRPr/>
            </a:lvl6pPr>
            <a:lvl7pPr lvl="6">
              <a:spcBef>
                <a:spcPts val="0"/>
              </a:spcBef>
              <a:spcAft>
                <a:spcPts val="0"/>
              </a:spcAft>
              <a:buSzPts val="1400"/>
              <a:buNone/>
              <a:defRPr/>
            </a:lvl7pPr>
            <a:lvl8pPr lvl="7">
              <a:spcBef>
                <a:spcPts val="0"/>
              </a:spcBef>
              <a:spcAft>
                <a:spcPts val="0"/>
              </a:spcAft>
              <a:buSzPts val="1400"/>
              <a:buNone/>
              <a:defRPr/>
            </a:lvl8pPr>
            <a:lvl9pPr lvl="8">
              <a:spcBef>
                <a:spcPts val="0"/>
              </a:spcBef>
              <a:spcAft>
                <a:spcPts val="0"/>
              </a:spcAft>
              <a:buSzPts val="1400"/>
              <a:buNone/>
              <a:defRPr/>
            </a:lvl9pPr>
          </a:lstStyle>
          <a:p>
            <a:endParaRPr/>
          </a:p>
        </p:txBody>
      </p:sp>
      <p:sp>
        <p:nvSpPr>
          <p:cNvPr id="202" name="Google Shape;202;p40"/>
          <p:cNvSpPr txBox="1">
            <a:spLocks noGrp="1"/>
          </p:cNvSpPr>
          <p:nvPr>
            <p:ph type="body" idx="1"/>
          </p:nvPr>
        </p:nvSpPr>
        <p:spPr>
          <a:xfrm>
            <a:off x="455618" y="2971800"/>
            <a:ext cx="8915492" cy="2971800"/>
          </a:xfrm>
          <a:prstGeom prst="rect">
            <a:avLst/>
          </a:prstGeom>
          <a:noFill/>
          <a:ln>
            <a:noFill/>
          </a:ln>
        </p:spPr>
        <p:txBody>
          <a:bodyPr spcFirstLastPara="1" wrap="square" lIns="0" tIns="0" rIns="0" bIns="0" anchor="t" anchorCtr="0">
            <a:noAutofit/>
          </a:bodyPr>
          <a:lstStyle>
            <a:lvl1pPr marL="457207" lvl="0" indent="-228604" algn="l">
              <a:spcBef>
                <a:spcPts val="1800"/>
              </a:spcBef>
              <a:spcAft>
                <a:spcPts val="0"/>
              </a:spcAft>
              <a:buClr>
                <a:schemeClr val="lt1"/>
              </a:buClr>
              <a:buSzPts val="2000"/>
              <a:buFont typeface="Roboto"/>
              <a:buNone/>
              <a:defRPr b="0" i="0">
                <a:solidFill>
                  <a:schemeClr val="lt1"/>
                </a:solidFill>
                <a:latin typeface="Roboto"/>
                <a:ea typeface="Roboto"/>
                <a:cs typeface="Roboto"/>
                <a:sym typeface="Roboto"/>
              </a:defRPr>
            </a:lvl1pPr>
            <a:lvl2pPr marL="914415" lvl="1" indent="-342906" algn="l">
              <a:spcBef>
                <a:spcPts val="600"/>
              </a:spcBef>
              <a:spcAft>
                <a:spcPts val="0"/>
              </a:spcAft>
              <a:buClr>
                <a:schemeClr val="lt1"/>
              </a:buClr>
              <a:buSzPts val="1800"/>
              <a:buChar char="•"/>
              <a:defRPr b="0" i="0">
                <a:solidFill>
                  <a:schemeClr val="lt1"/>
                </a:solidFill>
                <a:latin typeface="Roboto"/>
                <a:ea typeface="Roboto"/>
                <a:cs typeface="Roboto"/>
                <a:sym typeface="Roboto"/>
              </a:defRPr>
            </a:lvl2pPr>
            <a:lvl3pPr marL="1371622" lvl="2" indent="-330205" algn="l">
              <a:spcBef>
                <a:spcPts val="600"/>
              </a:spcBef>
              <a:spcAft>
                <a:spcPts val="0"/>
              </a:spcAft>
              <a:buClr>
                <a:schemeClr val="lt1"/>
              </a:buClr>
              <a:buSzPts val="1600"/>
              <a:buChar char="−"/>
              <a:defRPr b="0" i="0">
                <a:solidFill>
                  <a:schemeClr val="lt1"/>
                </a:solidFill>
                <a:latin typeface="Roboto"/>
                <a:ea typeface="Roboto"/>
                <a:cs typeface="Roboto"/>
                <a:sym typeface="Roboto"/>
              </a:defRPr>
            </a:lvl3pPr>
            <a:lvl4pPr marL="1828831" lvl="3" indent="-317506" algn="l">
              <a:spcBef>
                <a:spcPts val="300"/>
              </a:spcBef>
              <a:spcAft>
                <a:spcPts val="0"/>
              </a:spcAft>
              <a:buClr>
                <a:schemeClr val="lt1"/>
              </a:buClr>
              <a:buSzPts val="1400"/>
              <a:buChar char="•"/>
              <a:defRPr b="0" i="0">
                <a:solidFill>
                  <a:schemeClr val="lt1"/>
                </a:solidFill>
                <a:latin typeface="Roboto"/>
                <a:ea typeface="Roboto"/>
                <a:cs typeface="Roboto"/>
                <a:sym typeface="Roboto"/>
              </a:defRPr>
            </a:lvl4pPr>
            <a:lvl5pPr marL="2286038" lvl="4" indent="-304805" algn="l">
              <a:spcBef>
                <a:spcPts val="300"/>
              </a:spcBef>
              <a:spcAft>
                <a:spcPts val="0"/>
              </a:spcAft>
              <a:buClr>
                <a:schemeClr val="lt1"/>
              </a:buClr>
              <a:buSzPts val="1200"/>
              <a:buChar char="−"/>
              <a:defRPr b="0" i="0">
                <a:solidFill>
                  <a:schemeClr val="lt1"/>
                </a:solidFill>
                <a:latin typeface="Roboto"/>
                <a:ea typeface="Roboto"/>
                <a:cs typeface="Roboto"/>
                <a:sym typeface="Roboto"/>
              </a:defRPr>
            </a:lvl5pPr>
            <a:lvl6pPr marL="2743246" lvl="5" indent="-342906" algn="l">
              <a:spcBef>
                <a:spcPts val="360"/>
              </a:spcBef>
              <a:spcAft>
                <a:spcPts val="0"/>
              </a:spcAft>
              <a:buClr>
                <a:schemeClr val="dk1"/>
              </a:buClr>
              <a:buSzPts val="1800"/>
              <a:buChar char="•"/>
              <a:defRPr/>
            </a:lvl6pPr>
            <a:lvl7pPr marL="3200453" lvl="6" indent="-342906" algn="l">
              <a:spcBef>
                <a:spcPts val="360"/>
              </a:spcBef>
              <a:spcAft>
                <a:spcPts val="0"/>
              </a:spcAft>
              <a:buClr>
                <a:schemeClr val="dk1"/>
              </a:buClr>
              <a:buSzPts val="1800"/>
              <a:buChar char="•"/>
              <a:defRPr/>
            </a:lvl7pPr>
            <a:lvl8pPr marL="3657661" lvl="7" indent="-342906" algn="l">
              <a:spcBef>
                <a:spcPts val="360"/>
              </a:spcBef>
              <a:spcAft>
                <a:spcPts val="0"/>
              </a:spcAft>
              <a:buClr>
                <a:schemeClr val="dk1"/>
              </a:buClr>
              <a:buSzPts val="1800"/>
              <a:buChar char="•"/>
              <a:defRPr/>
            </a:lvl8pPr>
            <a:lvl9pPr marL="4114868" lvl="8" indent="-342906" algn="l">
              <a:spcBef>
                <a:spcPts val="360"/>
              </a:spcBef>
              <a:spcAft>
                <a:spcPts val="0"/>
              </a:spcAft>
              <a:buClr>
                <a:schemeClr val="dk1"/>
              </a:buClr>
              <a:buSzPts val="1800"/>
              <a:buChar char="•"/>
              <a:defRPr/>
            </a:lvl9pPr>
          </a:lstStyle>
          <a:p>
            <a:endParaRPr/>
          </a:p>
        </p:txBody>
      </p:sp>
      <p:sp>
        <p:nvSpPr>
          <p:cNvPr id="203" name="Google Shape;203;p40"/>
          <p:cNvSpPr txBox="1">
            <a:spLocks noGrp="1"/>
          </p:cNvSpPr>
          <p:nvPr>
            <p:ph type="body" idx="2"/>
          </p:nvPr>
        </p:nvSpPr>
        <p:spPr>
          <a:xfrm>
            <a:off x="7508953" y="6432334"/>
            <a:ext cx="4224381" cy="228601"/>
          </a:xfrm>
          <a:prstGeom prst="rect">
            <a:avLst/>
          </a:prstGeom>
          <a:noFill/>
          <a:ln>
            <a:noFill/>
          </a:ln>
        </p:spPr>
        <p:txBody>
          <a:bodyPr spcFirstLastPara="1" wrap="square" lIns="0" tIns="0" rIns="0" bIns="0" anchor="b" anchorCtr="0">
            <a:noAutofit/>
          </a:bodyPr>
          <a:lstStyle>
            <a:lvl1pPr marL="457207" lvl="0" indent="-228604" algn="r">
              <a:spcBef>
                <a:spcPts val="1800"/>
              </a:spcBef>
              <a:spcAft>
                <a:spcPts val="0"/>
              </a:spcAft>
              <a:buClr>
                <a:schemeClr val="lt1"/>
              </a:buClr>
              <a:buSzPts val="1000"/>
              <a:buFont typeface="Roboto Medium"/>
              <a:buNone/>
              <a:defRPr sz="1000" b="0" i="0">
                <a:solidFill>
                  <a:schemeClr val="lt1"/>
                </a:solidFill>
                <a:latin typeface="Roboto Medium"/>
                <a:ea typeface="Roboto Medium"/>
                <a:cs typeface="Roboto Medium"/>
                <a:sym typeface="Roboto Medium"/>
              </a:defRPr>
            </a:lvl1pPr>
            <a:lvl2pPr marL="914415" lvl="1" indent="-228604" algn="l">
              <a:spcBef>
                <a:spcPts val="600"/>
              </a:spcBef>
              <a:spcAft>
                <a:spcPts val="0"/>
              </a:spcAft>
              <a:buClr>
                <a:schemeClr val="dk1"/>
              </a:buClr>
              <a:buSzPts val="1800"/>
              <a:buNone/>
              <a:defRPr/>
            </a:lvl2pPr>
            <a:lvl3pPr marL="1371622" lvl="2" indent="-342906" algn="l">
              <a:spcBef>
                <a:spcPts val="600"/>
              </a:spcBef>
              <a:spcAft>
                <a:spcPts val="0"/>
              </a:spcAft>
              <a:buClr>
                <a:schemeClr val="dk1"/>
              </a:buClr>
              <a:buSzPts val="1800"/>
              <a:buChar char="−"/>
              <a:defRPr/>
            </a:lvl3pPr>
            <a:lvl4pPr marL="1828831" lvl="3" indent="-342906" algn="l">
              <a:spcBef>
                <a:spcPts val="300"/>
              </a:spcBef>
              <a:spcAft>
                <a:spcPts val="0"/>
              </a:spcAft>
              <a:buClr>
                <a:schemeClr val="dk1"/>
              </a:buClr>
              <a:buSzPts val="1800"/>
              <a:buChar char="•"/>
              <a:defRPr/>
            </a:lvl4pPr>
            <a:lvl5pPr marL="2286038" lvl="4" indent="-342906" algn="l">
              <a:spcBef>
                <a:spcPts val="300"/>
              </a:spcBef>
              <a:spcAft>
                <a:spcPts val="0"/>
              </a:spcAft>
              <a:buClr>
                <a:schemeClr val="dk1"/>
              </a:buClr>
              <a:buSzPts val="1800"/>
              <a:buChar char="−"/>
              <a:defRPr/>
            </a:lvl5pPr>
            <a:lvl6pPr marL="2743246" lvl="5" indent="-342906" algn="l">
              <a:spcBef>
                <a:spcPts val="360"/>
              </a:spcBef>
              <a:spcAft>
                <a:spcPts val="0"/>
              </a:spcAft>
              <a:buClr>
                <a:schemeClr val="dk1"/>
              </a:buClr>
              <a:buSzPts val="1800"/>
              <a:buChar char="•"/>
              <a:defRPr/>
            </a:lvl6pPr>
            <a:lvl7pPr marL="3200453" lvl="6" indent="-342906" algn="l">
              <a:spcBef>
                <a:spcPts val="360"/>
              </a:spcBef>
              <a:spcAft>
                <a:spcPts val="0"/>
              </a:spcAft>
              <a:buClr>
                <a:schemeClr val="dk1"/>
              </a:buClr>
              <a:buSzPts val="1800"/>
              <a:buChar char="•"/>
              <a:defRPr/>
            </a:lvl7pPr>
            <a:lvl8pPr marL="3657661" lvl="7" indent="-342906" algn="l">
              <a:spcBef>
                <a:spcPts val="360"/>
              </a:spcBef>
              <a:spcAft>
                <a:spcPts val="0"/>
              </a:spcAft>
              <a:buClr>
                <a:schemeClr val="dk1"/>
              </a:buClr>
              <a:buSzPts val="1800"/>
              <a:buChar char="•"/>
              <a:defRPr/>
            </a:lvl8pPr>
            <a:lvl9pPr marL="4114868" lvl="8" indent="-342906" algn="l">
              <a:spcBef>
                <a:spcPts val="360"/>
              </a:spcBef>
              <a:spcAft>
                <a:spcPts val="0"/>
              </a:spcAft>
              <a:buClr>
                <a:schemeClr val="dk1"/>
              </a:buClr>
              <a:buSzPts val="1800"/>
              <a:buChar char="•"/>
              <a:defRPr/>
            </a:lvl9pPr>
          </a:lstStyle>
          <a:p>
            <a:endParaRPr/>
          </a:p>
        </p:txBody>
      </p:sp>
      <p:pic>
        <p:nvPicPr>
          <p:cNvPr id="204" name="Google Shape;204;p40" descr="A picture containing drawing&#10;&#10;Description automatically generated"/>
          <p:cNvPicPr preferRelativeResize="0"/>
          <p:nvPr/>
        </p:nvPicPr>
        <p:blipFill rotWithShape="1">
          <a:blip r:embed="rId2">
            <a:alphaModFix/>
          </a:blip>
          <a:srcRect b="31356"/>
          <a:stretch/>
        </p:blipFill>
        <p:spPr>
          <a:xfrm>
            <a:off x="455619" y="6277208"/>
            <a:ext cx="685807" cy="352192"/>
          </a:xfrm>
          <a:prstGeom prst="rect">
            <a:avLst/>
          </a:prstGeom>
          <a:noFill/>
          <a:ln>
            <a:noFill/>
          </a:ln>
        </p:spPr>
      </p:pic>
    </p:spTree>
  </p:cSld>
  <p:clrMapOvr>
    <a:masterClrMapping/>
  </p:clrMapOvr>
  <mc:AlternateContent xmlns:mc="http://schemas.openxmlformats.org/markup-compatibility/2006" xmlns:p14="http://schemas.microsoft.com/office/powerpoint/2010/main">
    <mc:Choice Requires="p14">
      <p:transition p14:dur="250">
        <p:fade/>
      </p:transition>
    </mc:Choice>
    <mc:Fallback xmlns:ahyp="http://schemas.microsoft.com/office/drawing/2018/hyperlinkcolor" xmlns:p15="http://schemas.microsoft.com/office/powerpoint/2012/main" xmlns:com="http://schemas.openxmlformats.org/drawingml/2006/compatibility" xmlns:pvml="urn:schemas-microsoft-com:office:powerpoint" xmlns:v="urn:schemas-microsoft-com:vml" xmlns:o="urn:schemas-microsoft-com:office:office" xmlns:dgm="http://schemas.openxmlformats.org/drawingml/2006/diagram" xmlns:c="http://schemas.openxmlformats.org/drawingml/2006/chart" xmlns:mv="urn:schemas-microsoft-com:mac:vml" xmlns="">
      <p:transition>
        <p:fade/>
      </p:transition>
    </mc:Fallback>
  </mc:AlternateContent>
</p:sldLayout>
</file>

<file path=ppt/slideLayouts/slideLayout39.xml><?xml version="1.0" encoding="utf-8"?>
<p:sldLayout xmlns:a="http://schemas.openxmlformats.org/drawingml/2006/main" xmlns:r="http://schemas.openxmlformats.org/officeDocument/2006/relationships" xmlns:p="http://schemas.openxmlformats.org/presentationml/2006/main" matchingName="NAVY 2Col Title | Text">
  <p:cSld name="NAVY 2Col Title | Text">
    <p:bg>
      <p:bgPr>
        <a:solidFill>
          <a:srgbClr val="030A14"/>
        </a:solidFill>
        <a:effectLst/>
      </p:bgPr>
    </p:bg>
    <p:spTree>
      <p:nvGrpSpPr>
        <p:cNvPr id="1" name="Shape 205"/>
        <p:cNvGrpSpPr/>
        <p:nvPr/>
      </p:nvGrpSpPr>
      <p:grpSpPr>
        <a:xfrm>
          <a:off x="0" y="0"/>
          <a:ext cx="0" cy="0"/>
          <a:chOff x="0" y="0"/>
          <a:chExt cx="0" cy="0"/>
        </a:xfrm>
      </p:grpSpPr>
      <p:sp>
        <p:nvSpPr>
          <p:cNvPr id="206" name="Google Shape;206;p41"/>
          <p:cNvSpPr txBox="1">
            <a:spLocks noGrp="1"/>
          </p:cNvSpPr>
          <p:nvPr>
            <p:ph type="title"/>
          </p:nvPr>
        </p:nvSpPr>
        <p:spPr>
          <a:xfrm>
            <a:off x="455618" y="460685"/>
            <a:ext cx="8915492" cy="524543"/>
          </a:xfrm>
          <a:prstGeom prst="rect">
            <a:avLst/>
          </a:prstGeom>
          <a:noFill/>
          <a:ln>
            <a:noFill/>
          </a:ln>
        </p:spPr>
        <p:txBody>
          <a:bodyPr spcFirstLastPara="1" wrap="square" lIns="0" tIns="0" rIns="0" bIns="0" anchor="t" anchorCtr="0">
            <a:noAutofit/>
          </a:bodyPr>
          <a:lstStyle>
            <a:lvl1pPr lvl="0" algn="l">
              <a:lnSpc>
                <a:spcPct val="80000"/>
              </a:lnSpc>
              <a:spcBef>
                <a:spcPts val="0"/>
              </a:spcBef>
              <a:spcAft>
                <a:spcPts val="0"/>
              </a:spcAft>
              <a:buClr>
                <a:schemeClr val="lt1"/>
              </a:buClr>
              <a:buSzPts val="3200"/>
              <a:buFont typeface="Roboto Medium"/>
              <a:buNone/>
              <a:defRPr b="0">
                <a:solidFill>
                  <a:schemeClr val="lt1"/>
                </a:solidFill>
              </a:defRPr>
            </a:lvl1pPr>
            <a:lvl2pPr lvl="1">
              <a:spcBef>
                <a:spcPts val="0"/>
              </a:spcBef>
              <a:spcAft>
                <a:spcPts val="0"/>
              </a:spcAft>
              <a:buSzPts val="1400"/>
              <a:buNone/>
              <a:defRPr/>
            </a:lvl2pPr>
            <a:lvl3pPr lvl="2">
              <a:spcBef>
                <a:spcPts val="0"/>
              </a:spcBef>
              <a:spcAft>
                <a:spcPts val="0"/>
              </a:spcAft>
              <a:buSzPts val="1400"/>
              <a:buNone/>
              <a:defRPr/>
            </a:lvl3pPr>
            <a:lvl4pPr lvl="3">
              <a:spcBef>
                <a:spcPts val="0"/>
              </a:spcBef>
              <a:spcAft>
                <a:spcPts val="0"/>
              </a:spcAft>
              <a:buSzPts val="1400"/>
              <a:buNone/>
              <a:defRPr/>
            </a:lvl4pPr>
            <a:lvl5pPr lvl="4">
              <a:spcBef>
                <a:spcPts val="0"/>
              </a:spcBef>
              <a:spcAft>
                <a:spcPts val="0"/>
              </a:spcAft>
              <a:buSzPts val="1400"/>
              <a:buNone/>
              <a:defRPr/>
            </a:lvl5pPr>
            <a:lvl6pPr lvl="5">
              <a:spcBef>
                <a:spcPts val="0"/>
              </a:spcBef>
              <a:spcAft>
                <a:spcPts val="0"/>
              </a:spcAft>
              <a:buSzPts val="1400"/>
              <a:buNone/>
              <a:defRPr/>
            </a:lvl6pPr>
            <a:lvl7pPr lvl="6">
              <a:spcBef>
                <a:spcPts val="0"/>
              </a:spcBef>
              <a:spcAft>
                <a:spcPts val="0"/>
              </a:spcAft>
              <a:buSzPts val="1400"/>
              <a:buNone/>
              <a:defRPr/>
            </a:lvl7pPr>
            <a:lvl8pPr lvl="7">
              <a:spcBef>
                <a:spcPts val="0"/>
              </a:spcBef>
              <a:spcAft>
                <a:spcPts val="0"/>
              </a:spcAft>
              <a:buSzPts val="1400"/>
              <a:buNone/>
              <a:defRPr/>
            </a:lvl8pPr>
            <a:lvl9pPr lvl="8">
              <a:spcBef>
                <a:spcPts val="0"/>
              </a:spcBef>
              <a:spcAft>
                <a:spcPts val="0"/>
              </a:spcAft>
              <a:buSzPts val="1400"/>
              <a:buNone/>
              <a:defRPr/>
            </a:lvl9pPr>
          </a:lstStyle>
          <a:p>
            <a:endParaRPr/>
          </a:p>
        </p:txBody>
      </p:sp>
      <p:sp>
        <p:nvSpPr>
          <p:cNvPr id="207" name="Google Shape;207;p41"/>
          <p:cNvSpPr txBox="1">
            <a:spLocks noGrp="1"/>
          </p:cNvSpPr>
          <p:nvPr>
            <p:ph type="body" idx="1"/>
          </p:nvPr>
        </p:nvSpPr>
        <p:spPr>
          <a:xfrm>
            <a:off x="455617" y="2971800"/>
            <a:ext cx="5486456" cy="2971800"/>
          </a:xfrm>
          <a:prstGeom prst="rect">
            <a:avLst/>
          </a:prstGeom>
          <a:noFill/>
          <a:ln>
            <a:noFill/>
          </a:ln>
        </p:spPr>
        <p:txBody>
          <a:bodyPr spcFirstLastPara="1" wrap="square" lIns="0" tIns="0" rIns="0" bIns="0" anchor="t" anchorCtr="0">
            <a:noAutofit/>
          </a:bodyPr>
          <a:lstStyle>
            <a:lvl1pPr marL="457207" lvl="0" indent="-228604" algn="l">
              <a:lnSpc>
                <a:spcPct val="100000"/>
              </a:lnSpc>
              <a:spcBef>
                <a:spcPts val="1800"/>
              </a:spcBef>
              <a:spcAft>
                <a:spcPts val="0"/>
              </a:spcAft>
              <a:buClr>
                <a:schemeClr val="lt1"/>
              </a:buClr>
              <a:buSzPts val="2000"/>
              <a:buFont typeface="Roboto"/>
              <a:buNone/>
              <a:defRPr b="0" i="0">
                <a:solidFill>
                  <a:schemeClr val="lt1"/>
                </a:solidFill>
                <a:latin typeface="Roboto"/>
                <a:ea typeface="Roboto"/>
                <a:cs typeface="Roboto"/>
                <a:sym typeface="Roboto"/>
              </a:defRPr>
            </a:lvl1pPr>
            <a:lvl2pPr marL="914415" lvl="1" indent="-342906" algn="l">
              <a:spcBef>
                <a:spcPts val="600"/>
              </a:spcBef>
              <a:spcAft>
                <a:spcPts val="0"/>
              </a:spcAft>
              <a:buClr>
                <a:schemeClr val="lt1"/>
              </a:buClr>
              <a:buSzPts val="1800"/>
              <a:buChar char="•"/>
              <a:defRPr b="0" i="0">
                <a:solidFill>
                  <a:schemeClr val="lt1"/>
                </a:solidFill>
                <a:latin typeface="Roboto"/>
                <a:ea typeface="Roboto"/>
                <a:cs typeface="Roboto"/>
                <a:sym typeface="Roboto"/>
              </a:defRPr>
            </a:lvl2pPr>
            <a:lvl3pPr marL="1371622" lvl="2" indent="-330205" algn="l">
              <a:spcBef>
                <a:spcPts val="600"/>
              </a:spcBef>
              <a:spcAft>
                <a:spcPts val="0"/>
              </a:spcAft>
              <a:buClr>
                <a:schemeClr val="lt1"/>
              </a:buClr>
              <a:buSzPts val="1600"/>
              <a:buChar char="−"/>
              <a:defRPr b="0" i="0">
                <a:solidFill>
                  <a:schemeClr val="lt1"/>
                </a:solidFill>
                <a:latin typeface="Roboto"/>
                <a:ea typeface="Roboto"/>
                <a:cs typeface="Roboto"/>
                <a:sym typeface="Roboto"/>
              </a:defRPr>
            </a:lvl3pPr>
            <a:lvl4pPr marL="1828831" lvl="3" indent="-317506" algn="l">
              <a:spcBef>
                <a:spcPts val="300"/>
              </a:spcBef>
              <a:spcAft>
                <a:spcPts val="0"/>
              </a:spcAft>
              <a:buClr>
                <a:schemeClr val="lt1"/>
              </a:buClr>
              <a:buSzPts val="1400"/>
              <a:buChar char="•"/>
              <a:defRPr b="0" i="0">
                <a:solidFill>
                  <a:schemeClr val="lt1"/>
                </a:solidFill>
                <a:latin typeface="Roboto"/>
                <a:ea typeface="Roboto"/>
                <a:cs typeface="Roboto"/>
                <a:sym typeface="Roboto"/>
              </a:defRPr>
            </a:lvl4pPr>
            <a:lvl5pPr marL="2286038" lvl="4" indent="-304805" algn="l">
              <a:spcBef>
                <a:spcPts val="300"/>
              </a:spcBef>
              <a:spcAft>
                <a:spcPts val="0"/>
              </a:spcAft>
              <a:buClr>
                <a:schemeClr val="lt1"/>
              </a:buClr>
              <a:buSzPts val="1200"/>
              <a:buChar char="−"/>
              <a:defRPr b="0" i="0">
                <a:solidFill>
                  <a:schemeClr val="lt1"/>
                </a:solidFill>
                <a:latin typeface="Roboto"/>
                <a:ea typeface="Roboto"/>
                <a:cs typeface="Roboto"/>
                <a:sym typeface="Roboto"/>
              </a:defRPr>
            </a:lvl5pPr>
            <a:lvl6pPr marL="2743246" lvl="5" indent="-342906" algn="l">
              <a:spcBef>
                <a:spcPts val="360"/>
              </a:spcBef>
              <a:spcAft>
                <a:spcPts val="0"/>
              </a:spcAft>
              <a:buClr>
                <a:schemeClr val="dk1"/>
              </a:buClr>
              <a:buSzPts val="1800"/>
              <a:buChar char="•"/>
              <a:defRPr/>
            </a:lvl6pPr>
            <a:lvl7pPr marL="3200453" lvl="6" indent="-342906" algn="l">
              <a:spcBef>
                <a:spcPts val="360"/>
              </a:spcBef>
              <a:spcAft>
                <a:spcPts val="0"/>
              </a:spcAft>
              <a:buClr>
                <a:schemeClr val="dk1"/>
              </a:buClr>
              <a:buSzPts val="1800"/>
              <a:buChar char="•"/>
              <a:defRPr/>
            </a:lvl7pPr>
            <a:lvl8pPr marL="3657661" lvl="7" indent="-342906" algn="l">
              <a:spcBef>
                <a:spcPts val="360"/>
              </a:spcBef>
              <a:spcAft>
                <a:spcPts val="0"/>
              </a:spcAft>
              <a:buClr>
                <a:schemeClr val="dk1"/>
              </a:buClr>
              <a:buSzPts val="1800"/>
              <a:buChar char="•"/>
              <a:defRPr/>
            </a:lvl8pPr>
            <a:lvl9pPr marL="4114868" lvl="8" indent="-342906" algn="l">
              <a:spcBef>
                <a:spcPts val="360"/>
              </a:spcBef>
              <a:spcAft>
                <a:spcPts val="0"/>
              </a:spcAft>
              <a:buClr>
                <a:schemeClr val="dk1"/>
              </a:buClr>
              <a:buSzPts val="1800"/>
              <a:buChar char="•"/>
              <a:defRPr/>
            </a:lvl9pPr>
          </a:lstStyle>
          <a:p>
            <a:endParaRPr/>
          </a:p>
        </p:txBody>
      </p:sp>
      <p:sp>
        <p:nvSpPr>
          <p:cNvPr id="208" name="Google Shape;208;p41"/>
          <p:cNvSpPr txBox="1">
            <a:spLocks noGrp="1"/>
          </p:cNvSpPr>
          <p:nvPr>
            <p:ph type="body" idx="2"/>
          </p:nvPr>
        </p:nvSpPr>
        <p:spPr>
          <a:xfrm>
            <a:off x="7508953" y="6432334"/>
            <a:ext cx="4224381" cy="228601"/>
          </a:xfrm>
          <a:prstGeom prst="rect">
            <a:avLst/>
          </a:prstGeom>
          <a:noFill/>
          <a:ln>
            <a:noFill/>
          </a:ln>
        </p:spPr>
        <p:txBody>
          <a:bodyPr spcFirstLastPara="1" wrap="square" lIns="0" tIns="0" rIns="0" bIns="0" anchor="b" anchorCtr="0">
            <a:noAutofit/>
          </a:bodyPr>
          <a:lstStyle>
            <a:lvl1pPr marL="457207" lvl="0" indent="-228604" algn="r">
              <a:spcBef>
                <a:spcPts val="1800"/>
              </a:spcBef>
              <a:spcAft>
                <a:spcPts val="0"/>
              </a:spcAft>
              <a:buClr>
                <a:schemeClr val="lt1"/>
              </a:buClr>
              <a:buSzPts val="1000"/>
              <a:buFont typeface="Roboto Medium"/>
              <a:buNone/>
              <a:defRPr sz="1000" b="0" i="0">
                <a:solidFill>
                  <a:schemeClr val="lt1"/>
                </a:solidFill>
                <a:latin typeface="Roboto Medium"/>
                <a:ea typeface="Roboto Medium"/>
                <a:cs typeface="Roboto Medium"/>
                <a:sym typeface="Roboto Medium"/>
              </a:defRPr>
            </a:lvl1pPr>
            <a:lvl2pPr marL="914415" lvl="1" indent="-228604" algn="l">
              <a:spcBef>
                <a:spcPts val="600"/>
              </a:spcBef>
              <a:spcAft>
                <a:spcPts val="0"/>
              </a:spcAft>
              <a:buClr>
                <a:schemeClr val="dk1"/>
              </a:buClr>
              <a:buSzPts val="1800"/>
              <a:buNone/>
              <a:defRPr/>
            </a:lvl2pPr>
            <a:lvl3pPr marL="1371622" lvl="2" indent="-342906" algn="l">
              <a:spcBef>
                <a:spcPts val="600"/>
              </a:spcBef>
              <a:spcAft>
                <a:spcPts val="0"/>
              </a:spcAft>
              <a:buClr>
                <a:schemeClr val="dk1"/>
              </a:buClr>
              <a:buSzPts val="1800"/>
              <a:buChar char="−"/>
              <a:defRPr/>
            </a:lvl3pPr>
            <a:lvl4pPr marL="1828831" lvl="3" indent="-342906" algn="l">
              <a:spcBef>
                <a:spcPts val="300"/>
              </a:spcBef>
              <a:spcAft>
                <a:spcPts val="0"/>
              </a:spcAft>
              <a:buClr>
                <a:schemeClr val="dk1"/>
              </a:buClr>
              <a:buSzPts val="1800"/>
              <a:buChar char="•"/>
              <a:defRPr/>
            </a:lvl4pPr>
            <a:lvl5pPr marL="2286038" lvl="4" indent="-342906" algn="l">
              <a:spcBef>
                <a:spcPts val="300"/>
              </a:spcBef>
              <a:spcAft>
                <a:spcPts val="0"/>
              </a:spcAft>
              <a:buClr>
                <a:schemeClr val="dk1"/>
              </a:buClr>
              <a:buSzPts val="1800"/>
              <a:buChar char="−"/>
              <a:defRPr/>
            </a:lvl5pPr>
            <a:lvl6pPr marL="2743246" lvl="5" indent="-342906" algn="l">
              <a:spcBef>
                <a:spcPts val="360"/>
              </a:spcBef>
              <a:spcAft>
                <a:spcPts val="0"/>
              </a:spcAft>
              <a:buClr>
                <a:schemeClr val="dk1"/>
              </a:buClr>
              <a:buSzPts val="1800"/>
              <a:buChar char="•"/>
              <a:defRPr/>
            </a:lvl6pPr>
            <a:lvl7pPr marL="3200453" lvl="6" indent="-342906" algn="l">
              <a:spcBef>
                <a:spcPts val="360"/>
              </a:spcBef>
              <a:spcAft>
                <a:spcPts val="0"/>
              </a:spcAft>
              <a:buClr>
                <a:schemeClr val="dk1"/>
              </a:buClr>
              <a:buSzPts val="1800"/>
              <a:buChar char="•"/>
              <a:defRPr/>
            </a:lvl7pPr>
            <a:lvl8pPr marL="3657661" lvl="7" indent="-342906" algn="l">
              <a:spcBef>
                <a:spcPts val="360"/>
              </a:spcBef>
              <a:spcAft>
                <a:spcPts val="0"/>
              </a:spcAft>
              <a:buClr>
                <a:schemeClr val="dk1"/>
              </a:buClr>
              <a:buSzPts val="1800"/>
              <a:buChar char="•"/>
              <a:defRPr/>
            </a:lvl8pPr>
            <a:lvl9pPr marL="4114868" lvl="8" indent="-342906" algn="l">
              <a:spcBef>
                <a:spcPts val="360"/>
              </a:spcBef>
              <a:spcAft>
                <a:spcPts val="0"/>
              </a:spcAft>
              <a:buClr>
                <a:schemeClr val="dk1"/>
              </a:buClr>
              <a:buSzPts val="1800"/>
              <a:buChar char="•"/>
              <a:defRPr/>
            </a:lvl9pPr>
          </a:lstStyle>
          <a:p>
            <a:endParaRPr/>
          </a:p>
        </p:txBody>
      </p:sp>
      <p:sp>
        <p:nvSpPr>
          <p:cNvPr id="209" name="Google Shape;209;p41"/>
          <p:cNvSpPr txBox="1">
            <a:spLocks noGrp="1"/>
          </p:cNvSpPr>
          <p:nvPr>
            <p:ph type="body" idx="3"/>
          </p:nvPr>
        </p:nvSpPr>
        <p:spPr>
          <a:xfrm>
            <a:off x="6246876" y="2971801"/>
            <a:ext cx="5486456" cy="2971800"/>
          </a:xfrm>
          <a:prstGeom prst="rect">
            <a:avLst/>
          </a:prstGeom>
          <a:noFill/>
          <a:ln>
            <a:noFill/>
          </a:ln>
        </p:spPr>
        <p:txBody>
          <a:bodyPr spcFirstLastPara="1" wrap="square" lIns="0" tIns="0" rIns="0" bIns="0" anchor="t" anchorCtr="0">
            <a:noAutofit/>
          </a:bodyPr>
          <a:lstStyle>
            <a:lvl1pPr marL="457207" lvl="0" indent="-228604" algn="l">
              <a:spcBef>
                <a:spcPts val="1800"/>
              </a:spcBef>
              <a:spcAft>
                <a:spcPts val="0"/>
              </a:spcAft>
              <a:buClr>
                <a:schemeClr val="lt1"/>
              </a:buClr>
              <a:buSzPts val="2000"/>
              <a:buFont typeface="Roboto"/>
              <a:buNone/>
              <a:defRPr>
                <a:solidFill>
                  <a:schemeClr val="lt1"/>
                </a:solidFill>
              </a:defRPr>
            </a:lvl1pPr>
            <a:lvl2pPr marL="914415" lvl="1" indent="-342906" algn="l">
              <a:spcBef>
                <a:spcPts val="600"/>
              </a:spcBef>
              <a:spcAft>
                <a:spcPts val="0"/>
              </a:spcAft>
              <a:buClr>
                <a:schemeClr val="lt1"/>
              </a:buClr>
              <a:buSzPts val="1800"/>
              <a:buChar char="•"/>
              <a:defRPr>
                <a:solidFill>
                  <a:schemeClr val="lt1"/>
                </a:solidFill>
              </a:defRPr>
            </a:lvl2pPr>
            <a:lvl3pPr marL="1371622" lvl="2" indent="-330205" algn="l">
              <a:spcBef>
                <a:spcPts val="600"/>
              </a:spcBef>
              <a:spcAft>
                <a:spcPts val="0"/>
              </a:spcAft>
              <a:buClr>
                <a:schemeClr val="lt1"/>
              </a:buClr>
              <a:buSzPts val="1600"/>
              <a:buChar char="−"/>
              <a:defRPr>
                <a:solidFill>
                  <a:schemeClr val="lt1"/>
                </a:solidFill>
              </a:defRPr>
            </a:lvl3pPr>
            <a:lvl4pPr marL="1828831" lvl="3" indent="-317506" algn="l">
              <a:spcBef>
                <a:spcPts val="300"/>
              </a:spcBef>
              <a:spcAft>
                <a:spcPts val="0"/>
              </a:spcAft>
              <a:buClr>
                <a:schemeClr val="lt1"/>
              </a:buClr>
              <a:buSzPts val="1400"/>
              <a:buChar char="•"/>
              <a:defRPr>
                <a:solidFill>
                  <a:schemeClr val="lt1"/>
                </a:solidFill>
              </a:defRPr>
            </a:lvl4pPr>
            <a:lvl5pPr marL="2286038" lvl="4" indent="-304805" algn="l">
              <a:spcBef>
                <a:spcPts val="300"/>
              </a:spcBef>
              <a:spcAft>
                <a:spcPts val="0"/>
              </a:spcAft>
              <a:buClr>
                <a:schemeClr val="lt1"/>
              </a:buClr>
              <a:buSzPts val="1200"/>
              <a:buChar char="−"/>
              <a:defRPr>
                <a:solidFill>
                  <a:schemeClr val="lt1"/>
                </a:solidFill>
              </a:defRPr>
            </a:lvl5pPr>
            <a:lvl6pPr marL="2743246" lvl="5" indent="-342906" algn="l">
              <a:spcBef>
                <a:spcPts val="360"/>
              </a:spcBef>
              <a:spcAft>
                <a:spcPts val="0"/>
              </a:spcAft>
              <a:buClr>
                <a:schemeClr val="dk1"/>
              </a:buClr>
              <a:buSzPts val="1800"/>
              <a:buChar char="•"/>
              <a:defRPr/>
            </a:lvl6pPr>
            <a:lvl7pPr marL="3200453" lvl="6" indent="-342906" algn="l">
              <a:spcBef>
                <a:spcPts val="360"/>
              </a:spcBef>
              <a:spcAft>
                <a:spcPts val="0"/>
              </a:spcAft>
              <a:buClr>
                <a:schemeClr val="dk1"/>
              </a:buClr>
              <a:buSzPts val="1800"/>
              <a:buChar char="•"/>
              <a:defRPr/>
            </a:lvl7pPr>
            <a:lvl8pPr marL="3657661" lvl="7" indent="-342906" algn="l">
              <a:spcBef>
                <a:spcPts val="360"/>
              </a:spcBef>
              <a:spcAft>
                <a:spcPts val="0"/>
              </a:spcAft>
              <a:buClr>
                <a:schemeClr val="dk1"/>
              </a:buClr>
              <a:buSzPts val="1800"/>
              <a:buChar char="•"/>
              <a:defRPr/>
            </a:lvl8pPr>
            <a:lvl9pPr marL="4114868" lvl="8" indent="-342906" algn="l">
              <a:spcBef>
                <a:spcPts val="360"/>
              </a:spcBef>
              <a:spcAft>
                <a:spcPts val="0"/>
              </a:spcAft>
              <a:buClr>
                <a:schemeClr val="dk1"/>
              </a:buClr>
              <a:buSzPts val="1800"/>
              <a:buChar char="•"/>
              <a:defRPr/>
            </a:lvl9pPr>
          </a:lstStyle>
          <a:p>
            <a:endParaRPr/>
          </a:p>
        </p:txBody>
      </p:sp>
      <p:pic>
        <p:nvPicPr>
          <p:cNvPr id="210" name="Google Shape;210;p41" descr="A picture containing drawing&#10;&#10;Description automatically generated"/>
          <p:cNvPicPr preferRelativeResize="0"/>
          <p:nvPr/>
        </p:nvPicPr>
        <p:blipFill rotWithShape="1">
          <a:blip r:embed="rId2">
            <a:alphaModFix/>
          </a:blip>
          <a:srcRect b="31356"/>
          <a:stretch/>
        </p:blipFill>
        <p:spPr>
          <a:xfrm>
            <a:off x="455619" y="6277208"/>
            <a:ext cx="685807" cy="352192"/>
          </a:xfrm>
          <a:prstGeom prst="rect">
            <a:avLst/>
          </a:prstGeom>
          <a:noFill/>
          <a:ln>
            <a:noFill/>
          </a:ln>
        </p:spPr>
      </p:pic>
    </p:spTree>
  </p:cSld>
  <p:clrMapOvr>
    <a:masterClrMapping/>
  </p:clrMapOvr>
  <mc:AlternateContent xmlns:mc="http://schemas.openxmlformats.org/markup-compatibility/2006" xmlns:p14="http://schemas.microsoft.com/office/powerpoint/2010/main">
    <mc:Choice Requires="p14">
      <p:transition p14:dur="250">
        <p:fade/>
      </p:transition>
    </mc:Choice>
    <mc:Fallback xmlns:ahyp="http://schemas.microsoft.com/office/drawing/2018/hyperlinkcolor" xmlns:p15="http://schemas.microsoft.com/office/powerpoint/2012/main" xmlns:com="http://schemas.openxmlformats.org/drawingml/2006/compatibility" xmlns:pvml="urn:schemas-microsoft-com:office:powerpoint" xmlns:v="urn:schemas-microsoft-com:vml" xmlns:o="urn:schemas-microsoft-com:office:office" xmlns:dgm="http://schemas.openxmlformats.org/drawingml/2006/diagram" xmlns:c="http://schemas.openxmlformats.org/drawingml/2006/chart" xmlns:mv="urn:schemas-microsoft-com:mac:vml" xmlns="">
      <p:transition>
        <p:fade/>
      </p:transition>
    </mc:Fallback>
  </mc:AlternateContent>
</p:sldLayout>
</file>

<file path=ppt/slideLayouts/slideLayout40.xml><?xml version="1.0" encoding="utf-8"?>
<p:sldLayout xmlns:a="http://schemas.openxmlformats.org/drawingml/2006/main" xmlns:r="http://schemas.openxmlformats.org/officeDocument/2006/relationships" xmlns:p="http://schemas.openxmlformats.org/presentationml/2006/main" matchingName="NAVY Title | Text | Image">
  <p:cSld name="NAVY Title | Text | Image">
    <p:bg>
      <p:bgPr>
        <a:solidFill>
          <a:srgbClr val="030A14"/>
        </a:solidFill>
        <a:effectLst/>
      </p:bgPr>
    </p:bg>
    <p:spTree>
      <p:nvGrpSpPr>
        <p:cNvPr id="1" name="Shape 211"/>
        <p:cNvGrpSpPr/>
        <p:nvPr/>
      </p:nvGrpSpPr>
      <p:grpSpPr>
        <a:xfrm>
          <a:off x="0" y="0"/>
          <a:ext cx="0" cy="0"/>
          <a:chOff x="0" y="0"/>
          <a:chExt cx="0" cy="0"/>
        </a:xfrm>
      </p:grpSpPr>
      <p:sp>
        <p:nvSpPr>
          <p:cNvPr id="212" name="Google Shape;212;p42"/>
          <p:cNvSpPr txBox="1">
            <a:spLocks noGrp="1"/>
          </p:cNvSpPr>
          <p:nvPr>
            <p:ph type="title"/>
          </p:nvPr>
        </p:nvSpPr>
        <p:spPr>
          <a:xfrm>
            <a:off x="455618" y="460685"/>
            <a:ext cx="8915492" cy="524543"/>
          </a:xfrm>
          <a:prstGeom prst="rect">
            <a:avLst/>
          </a:prstGeom>
          <a:noFill/>
          <a:ln>
            <a:noFill/>
          </a:ln>
        </p:spPr>
        <p:txBody>
          <a:bodyPr spcFirstLastPara="1" wrap="square" lIns="0" tIns="0" rIns="0" bIns="0" anchor="t" anchorCtr="0">
            <a:noAutofit/>
          </a:bodyPr>
          <a:lstStyle>
            <a:lvl1pPr lvl="0" algn="l">
              <a:lnSpc>
                <a:spcPct val="80000"/>
              </a:lnSpc>
              <a:spcBef>
                <a:spcPts val="0"/>
              </a:spcBef>
              <a:spcAft>
                <a:spcPts val="0"/>
              </a:spcAft>
              <a:buClr>
                <a:schemeClr val="lt1"/>
              </a:buClr>
              <a:buSzPts val="3200"/>
              <a:buFont typeface="Roboto Medium"/>
              <a:buNone/>
              <a:defRPr b="0">
                <a:solidFill>
                  <a:schemeClr val="lt1"/>
                </a:solidFill>
              </a:defRPr>
            </a:lvl1pPr>
            <a:lvl2pPr lvl="1">
              <a:spcBef>
                <a:spcPts val="0"/>
              </a:spcBef>
              <a:spcAft>
                <a:spcPts val="0"/>
              </a:spcAft>
              <a:buSzPts val="1400"/>
              <a:buNone/>
              <a:defRPr/>
            </a:lvl2pPr>
            <a:lvl3pPr lvl="2">
              <a:spcBef>
                <a:spcPts val="0"/>
              </a:spcBef>
              <a:spcAft>
                <a:spcPts val="0"/>
              </a:spcAft>
              <a:buSzPts val="1400"/>
              <a:buNone/>
              <a:defRPr/>
            </a:lvl3pPr>
            <a:lvl4pPr lvl="3">
              <a:spcBef>
                <a:spcPts val="0"/>
              </a:spcBef>
              <a:spcAft>
                <a:spcPts val="0"/>
              </a:spcAft>
              <a:buSzPts val="1400"/>
              <a:buNone/>
              <a:defRPr/>
            </a:lvl4pPr>
            <a:lvl5pPr lvl="4">
              <a:spcBef>
                <a:spcPts val="0"/>
              </a:spcBef>
              <a:spcAft>
                <a:spcPts val="0"/>
              </a:spcAft>
              <a:buSzPts val="1400"/>
              <a:buNone/>
              <a:defRPr/>
            </a:lvl5pPr>
            <a:lvl6pPr lvl="5">
              <a:spcBef>
                <a:spcPts val="0"/>
              </a:spcBef>
              <a:spcAft>
                <a:spcPts val="0"/>
              </a:spcAft>
              <a:buSzPts val="1400"/>
              <a:buNone/>
              <a:defRPr/>
            </a:lvl6pPr>
            <a:lvl7pPr lvl="6">
              <a:spcBef>
                <a:spcPts val="0"/>
              </a:spcBef>
              <a:spcAft>
                <a:spcPts val="0"/>
              </a:spcAft>
              <a:buSzPts val="1400"/>
              <a:buNone/>
              <a:defRPr/>
            </a:lvl7pPr>
            <a:lvl8pPr lvl="7">
              <a:spcBef>
                <a:spcPts val="0"/>
              </a:spcBef>
              <a:spcAft>
                <a:spcPts val="0"/>
              </a:spcAft>
              <a:buSzPts val="1400"/>
              <a:buNone/>
              <a:defRPr/>
            </a:lvl8pPr>
            <a:lvl9pPr lvl="8">
              <a:spcBef>
                <a:spcPts val="0"/>
              </a:spcBef>
              <a:spcAft>
                <a:spcPts val="0"/>
              </a:spcAft>
              <a:buSzPts val="1400"/>
              <a:buNone/>
              <a:defRPr/>
            </a:lvl9pPr>
          </a:lstStyle>
          <a:p>
            <a:endParaRPr/>
          </a:p>
        </p:txBody>
      </p:sp>
      <p:sp>
        <p:nvSpPr>
          <p:cNvPr id="213" name="Google Shape;213;p42"/>
          <p:cNvSpPr txBox="1">
            <a:spLocks noGrp="1"/>
          </p:cNvSpPr>
          <p:nvPr>
            <p:ph type="body" idx="1"/>
          </p:nvPr>
        </p:nvSpPr>
        <p:spPr>
          <a:xfrm>
            <a:off x="455616" y="2971800"/>
            <a:ext cx="5638859" cy="2971800"/>
          </a:xfrm>
          <a:prstGeom prst="rect">
            <a:avLst/>
          </a:prstGeom>
          <a:noFill/>
          <a:ln>
            <a:noFill/>
          </a:ln>
        </p:spPr>
        <p:txBody>
          <a:bodyPr spcFirstLastPara="1" wrap="square" lIns="0" tIns="0" rIns="0" bIns="0" anchor="t" anchorCtr="0">
            <a:noAutofit/>
          </a:bodyPr>
          <a:lstStyle>
            <a:lvl1pPr marL="457207" lvl="0" indent="-228604" algn="l">
              <a:lnSpc>
                <a:spcPct val="100000"/>
              </a:lnSpc>
              <a:spcBef>
                <a:spcPts val="1800"/>
              </a:spcBef>
              <a:spcAft>
                <a:spcPts val="0"/>
              </a:spcAft>
              <a:buClr>
                <a:schemeClr val="lt1"/>
              </a:buClr>
              <a:buSzPts val="2000"/>
              <a:buFont typeface="Roboto"/>
              <a:buNone/>
              <a:defRPr b="0" i="0">
                <a:solidFill>
                  <a:schemeClr val="lt1"/>
                </a:solidFill>
                <a:latin typeface="Roboto"/>
                <a:ea typeface="Roboto"/>
                <a:cs typeface="Roboto"/>
                <a:sym typeface="Roboto"/>
              </a:defRPr>
            </a:lvl1pPr>
            <a:lvl2pPr marL="914415" lvl="1" indent="-342906" algn="l">
              <a:spcBef>
                <a:spcPts val="600"/>
              </a:spcBef>
              <a:spcAft>
                <a:spcPts val="0"/>
              </a:spcAft>
              <a:buClr>
                <a:schemeClr val="lt1"/>
              </a:buClr>
              <a:buSzPts val="1800"/>
              <a:buChar char="•"/>
              <a:defRPr b="0" i="0">
                <a:solidFill>
                  <a:schemeClr val="lt1"/>
                </a:solidFill>
                <a:latin typeface="Roboto"/>
                <a:ea typeface="Roboto"/>
                <a:cs typeface="Roboto"/>
                <a:sym typeface="Roboto"/>
              </a:defRPr>
            </a:lvl2pPr>
            <a:lvl3pPr marL="1371622" lvl="2" indent="-330205" algn="l">
              <a:spcBef>
                <a:spcPts val="600"/>
              </a:spcBef>
              <a:spcAft>
                <a:spcPts val="0"/>
              </a:spcAft>
              <a:buClr>
                <a:schemeClr val="lt1"/>
              </a:buClr>
              <a:buSzPts val="1600"/>
              <a:buChar char="−"/>
              <a:defRPr b="0" i="0">
                <a:solidFill>
                  <a:schemeClr val="lt1"/>
                </a:solidFill>
                <a:latin typeface="Roboto"/>
                <a:ea typeface="Roboto"/>
                <a:cs typeface="Roboto"/>
                <a:sym typeface="Roboto"/>
              </a:defRPr>
            </a:lvl3pPr>
            <a:lvl4pPr marL="1828831" lvl="3" indent="-317506" algn="l">
              <a:lnSpc>
                <a:spcPct val="100000"/>
              </a:lnSpc>
              <a:spcBef>
                <a:spcPts val="300"/>
              </a:spcBef>
              <a:spcAft>
                <a:spcPts val="0"/>
              </a:spcAft>
              <a:buClr>
                <a:schemeClr val="lt1"/>
              </a:buClr>
              <a:buSzPts val="1400"/>
              <a:buChar char="•"/>
              <a:defRPr b="0" i="0">
                <a:solidFill>
                  <a:schemeClr val="lt1"/>
                </a:solidFill>
                <a:latin typeface="Roboto"/>
                <a:ea typeface="Roboto"/>
                <a:cs typeface="Roboto"/>
                <a:sym typeface="Roboto"/>
              </a:defRPr>
            </a:lvl4pPr>
            <a:lvl5pPr marL="2286038" lvl="4" indent="-304805" algn="l">
              <a:spcBef>
                <a:spcPts val="300"/>
              </a:spcBef>
              <a:spcAft>
                <a:spcPts val="0"/>
              </a:spcAft>
              <a:buClr>
                <a:schemeClr val="lt1"/>
              </a:buClr>
              <a:buSzPts val="1200"/>
              <a:buChar char="−"/>
              <a:defRPr b="0" i="0">
                <a:solidFill>
                  <a:schemeClr val="lt1"/>
                </a:solidFill>
                <a:latin typeface="Roboto"/>
                <a:ea typeface="Roboto"/>
                <a:cs typeface="Roboto"/>
                <a:sym typeface="Roboto"/>
              </a:defRPr>
            </a:lvl5pPr>
            <a:lvl6pPr marL="2743246" lvl="5" indent="-342906" algn="l">
              <a:spcBef>
                <a:spcPts val="360"/>
              </a:spcBef>
              <a:spcAft>
                <a:spcPts val="0"/>
              </a:spcAft>
              <a:buClr>
                <a:schemeClr val="dk1"/>
              </a:buClr>
              <a:buSzPts val="1800"/>
              <a:buChar char="•"/>
              <a:defRPr/>
            </a:lvl6pPr>
            <a:lvl7pPr marL="3200453" lvl="6" indent="-342906" algn="l">
              <a:spcBef>
                <a:spcPts val="360"/>
              </a:spcBef>
              <a:spcAft>
                <a:spcPts val="0"/>
              </a:spcAft>
              <a:buClr>
                <a:schemeClr val="dk1"/>
              </a:buClr>
              <a:buSzPts val="1800"/>
              <a:buChar char="•"/>
              <a:defRPr/>
            </a:lvl7pPr>
            <a:lvl8pPr marL="3657661" lvl="7" indent="-342906" algn="l">
              <a:spcBef>
                <a:spcPts val="360"/>
              </a:spcBef>
              <a:spcAft>
                <a:spcPts val="0"/>
              </a:spcAft>
              <a:buClr>
                <a:schemeClr val="dk1"/>
              </a:buClr>
              <a:buSzPts val="1800"/>
              <a:buChar char="•"/>
              <a:defRPr/>
            </a:lvl8pPr>
            <a:lvl9pPr marL="4114868" lvl="8" indent="-342906" algn="l">
              <a:spcBef>
                <a:spcPts val="360"/>
              </a:spcBef>
              <a:spcAft>
                <a:spcPts val="0"/>
              </a:spcAft>
              <a:buClr>
                <a:schemeClr val="dk1"/>
              </a:buClr>
              <a:buSzPts val="1800"/>
              <a:buChar char="•"/>
              <a:defRPr/>
            </a:lvl9pPr>
          </a:lstStyle>
          <a:p>
            <a:endParaRPr/>
          </a:p>
        </p:txBody>
      </p:sp>
      <p:sp>
        <p:nvSpPr>
          <p:cNvPr id="214" name="Google Shape;214;p42"/>
          <p:cNvSpPr>
            <a:spLocks noGrp="1"/>
          </p:cNvSpPr>
          <p:nvPr>
            <p:ph type="pic" idx="2"/>
          </p:nvPr>
        </p:nvSpPr>
        <p:spPr>
          <a:xfrm>
            <a:off x="7389890" y="1371600"/>
            <a:ext cx="4343445" cy="4572000"/>
          </a:xfrm>
          <a:prstGeom prst="rect">
            <a:avLst/>
          </a:prstGeom>
          <a:solidFill>
            <a:srgbClr val="F2F2F2"/>
          </a:solidFill>
          <a:ln>
            <a:noFill/>
          </a:ln>
        </p:spPr>
        <p:txBody>
          <a:bodyPr spcFirstLastPara="1" wrap="square" lIns="0" tIns="0" rIns="0" bIns="0" anchor="ctr" anchorCtr="0">
            <a:noAutofit/>
          </a:bodyPr>
          <a:lstStyle>
            <a:lvl1pPr marR="0" lvl="0" algn="ctr" rtl="0">
              <a:spcBef>
                <a:spcPts val="1800"/>
              </a:spcBef>
              <a:spcAft>
                <a:spcPts val="0"/>
              </a:spcAft>
              <a:buClr>
                <a:schemeClr val="lt1"/>
              </a:buClr>
              <a:buSzPts val="2000"/>
              <a:buFont typeface="Roboto"/>
              <a:buNone/>
              <a:defRPr sz="2000" b="0" i="0" u="none" strike="noStrike" cap="none">
                <a:solidFill>
                  <a:schemeClr val="lt1"/>
                </a:solidFill>
                <a:latin typeface="Roboto"/>
                <a:ea typeface="Roboto"/>
                <a:cs typeface="Roboto"/>
                <a:sym typeface="Roboto"/>
              </a:defRPr>
            </a:lvl1pPr>
            <a:lvl2pPr marR="0" lvl="1" algn="l" rtl="0">
              <a:spcBef>
                <a:spcPts val="600"/>
              </a:spcBef>
              <a:spcAft>
                <a:spcPts val="0"/>
              </a:spcAft>
              <a:buClr>
                <a:schemeClr val="dk1"/>
              </a:buClr>
              <a:buSzPts val="1800"/>
              <a:buFont typeface="Arial"/>
              <a:buChar char="•"/>
              <a:defRPr sz="1800" b="0" i="0" u="none" strike="noStrike" cap="none">
                <a:solidFill>
                  <a:schemeClr val="dk1"/>
                </a:solidFill>
                <a:latin typeface="Roboto"/>
                <a:ea typeface="Roboto"/>
                <a:cs typeface="Roboto"/>
                <a:sym typeface="Roboto"/>
              </a:defRPr>
            </a:lvl2pPr>
            <a:lvl3pPr marR="0" lvl="2" algn="l" rtl="0">
              <a:spcBef>
                <a:spcPts val="600"/>
              </a:spcBef>
              <a:spcAft>
                <a:spcPts val="0"/>
              </a:spcAft>
              <a:buClr>
                <a:schemeClr val="dk1"/>
              </a:buClr>
              <a:buSzPts val="1600"/>
              <a:buFont typeface="Merriweather Sans"/>
              <a:buChar char="−"/>
              <a:defRPr sz="1600" b="0" i="0" u="none" strike="noStrike" cap="none">
                <a:solidFill>
                  <a:schemeClr val="dk1"/>
                </a:solidFill>
                <a:latin typeface="Roboto"/>
                <a:ea typeface="Roboto"/>
                <a:cs typeface="Roboto"/>
                <a:sym typeface="Roboto"/>
              </a:defRPr>
            </a:lvl3pPr>
            <a:lvl4pPr marR="0" lvl="3" algn="l" rtl="0">
              <a:spcBef>
                <a:spcPts val="300"/>
              </a:spcBef>
              <a:spcAft>
                <a:spcPts val="0"/>
              </a:spcAft>
              <a:buClr>
                <a:schemeClr val="dk1"/>
              </a:buClr>
              <a:buSzPts val="1400"/>
              <a:buFont typeface="Arial"/>
              <a:buChar char="•"/>
              <a:defRPr sz="1400" b="0" i="0" u="none" strike="noStrike" cap="none">
                <a:solidFill>
                  <a:schemeClr val="dk1"/>
                </a:solidFill>
                <a:latin typeface="Roboto"/>
                <a:ea typeface="Roboto"/>
                <a:cs typeface="Roboto"/>
                <a:sym typeface="Roboto"/>
              </a:defRPr>
            </a:lvl4pPr>
            <a:lvl5pPr marR="0" lvl="4" algn="l" rtl="0">
              <a:spcBef>
                <a:spcPts val="300"/>
              </a:spcBef>
              <a:spcAft>
                <a:spcPts val="0"/>
              </a:spcAft>
              <a:buClr>
                <a:schemeClr val="dk1"/>
              </a:buClr>
              <a:buSzPts val="1200"/>
              <a:buFont typeface="Merriweather Sans"/>
              <a:buChar char="−"/>
              <a:defRPr sz="1200" b="0" i="0" u="none" strike="noStrike" cap="none">
                <a:solidFill>
                  <a:schemeClr val="dk1"/>
                </a:solidFill>
                <a:latin typeface="Roboto"/>
                <a:ea typeface="Roboto"/>
                <a:cs typeface="Roboto"/>
                <a:sym typeface="Roboto"/>
              </a:defRPr>
            </a:lvl5pPr>
            <a:lvl6pPr marR="0" lvl="5" algn="l" rtl="0">
              <a:spcBef>
                <a:spcPts val="533"/>
              </a:spcBef>
              <a:spcAft>
                <a:spcPts val="0"/>
              </a:spcAft>
              <a:buClr>
                <a:schemeClr val="dk1"/>
              </a:buClr>
              <a:buSzPts val="2666"/>
              <a:buFont typeface="Arial"/>
              <a:buChar char="•"/>
              <a:defRPr sz="2666" b="0" i="0" u="none" strike="noStrike" cap="none">
                <a:solidFill>
                  <a:schemeClr val="dk1"/>
                </a:solidFill>
                <a:latin typeface="Poppins Medium"/>
                <a:ea typeface="Poppins Medium"/>
                <a:cs typeface="Poppins Medium"/>
                <a:sym typeface="Poppins Medium"/>
              </a:defRPr>
            </a:lvl6pPr>
            <a:lvl7pPr marR="0" lvl="6" algn="l" rtl="0">
              <a:spcBef>
                <a:spcPts val="533"/>
              </a:spcBef>
              <a:spcAft>
                <a:spcPts val="0"/>
              </a:spcAft>
              <a:buClr>
                <a:schemeClr val="dk1"/>
              </a:buClr>
              <a:buSzPts val="2666"/>
              <a:buFont typeface="Arial"/>
              <a:buChar char="•"/>
              <a:defRPr sz="2666" b="0" i="0" u="none" strike="noStrike" cap="none">
                <a:solidFill>
                  <a:schemeClr val="dk1"/>
                </a:solidFill>
                <a:latin typeface="Poppins Medium"/>
                <a:ea typeface="Poppins Medium"/>
                <a:cs typeface="Poppins Medium"/>
                <a:sym typeface="Poppins Medium"/>
              </a:defRPr>
            </a:lvl7pPr>
            <a:lvl8pPr marR="0" lvl="7" algn="l" rtl="0">
              <a:spcBef>
                <a:spcPts val="533"/>
              </a:spcBef>
              <a:spcAft>
                <a:spcPts val="0"/>
              </a:spcAft>
              <a:buClr>
                <a:schemeClr val="dk1"/>
              </a:buClr>
              <a:buSzPts val="2666"/>
              <a:buFont typeface="Arial"/>
              <a:buChar char="•"/>
              <a:defRPr sz="2666" b="0" i="0" u="none" strike="noStrike" cap="none">
                <a:solidFill>
                  <a:schemeClr val="dk1"/>
                </a:solidFill>
                <a:latin typeface="Poppins Medium"/>
                <a:ea typeface="Poppins Medium"/>
                <a:cs typeface="Poppins Medium"/>
                <a:sym typeface="Poppins Medium"/>
              </a:defRPr>
            </a:lvl8pPr>
            <a:lvl9pPr marR="0" lvl="8" algn="l" rtl="0">
              <a:spcBef>
                <a:spcPts val="533"/>
              </a:spcBef>
              <a:spcAft>
                <a:spcPts val="0"/>
              </a:spcAft>
              <a:buClr>
                <a:schemeClr val="dk1"/>
              </a:buClr>
              <a:buSzPts val="2666"/>
              <a:buFont typeface="Arial"/>
              <a:buChar char="•"/>
              <a:defRPr sz="2666" b="0" i="0" u="none" strike="noStrike" cap="none">
                <a:solidFill>
                  <a:schemeClr val="dk1"/>
                </a:solidFill>
                <a:latin typeface="Poppins Medium"/>
                <a:ea typeface="Poppins Medium"/>
                <a:cs typeface="Poppins Medium"/>
                <a:sym typeface="Poppins Medium"/>
              </a:defRPr>
            </a:lvl9pPr>
          </a:lstStyle>
          <a:p>
            <a:endParaRPr/>
          </a:p>
        </p:txBody>
      </p:sp>
      <p:sp>
        <p:nvSpPr>
          <p:cNvPr id="215" name="Google Shape;215;p42"/>
          <p:cNvSpPr txBox="1">
            <a:spLocks noGrp="1"/>
          </p:cNvSpPr>
          <p:nvPr>
            <p:ph type="body" idx="3"/>
          </p:nvPr>
        </p:nvSpPr>
        <p:spPr>
          <a:xfrm>
            <a:off x="7508953" y="6432334"/>
            <a:ext cx="4224381" cy="228601"/>
          </a:xfrm>
          <a:prstGeom prst="rect">
            <a:avLst/>
          </a:prstGeom>
          <a:noFill/>
          <a:ln>
            <a:noFill/>
          </a:ln>
        </p:spPr>
        <p:txBody>
          <a:bodyPr spcFirstLastPara="1" wrap="square" lIns="0" tIns="0" rIns="0" bIns="0" anchor="b" anchorCtr="0">
            <a:noAutofit/>
          </a:bodyPr>
          <a:lstStyle>
            <a:lvl1pPr marL="457207" lvl="0" indent="-228604" algn="r">
              <a:spcBef>
                <a:spcPts val="1800"/>
              </a:spcBef>
              <a:spcAft>
                <a:spcPts val="0"/>
              </a:spcAft>
              <a:buClr>
                <a:schemeClr val="lt1"/>
              </a:buClr>
              <a:buSzPts val="1000"/>
              <a:buFont typeface="Roboto Medium"/>
              <a:buNone/>
              <a:defRPr sz="1000" b="0" i="0">
                <a:solidFill>
                  <a:schemeClr val="lt1"/>
                </a:solidFill>
                <a:latin typeface="Roboto Medium"/>
                <a:ea typeface="Roboto Medium"/>
                <a:cs typeface="Roboto Medium"/>
                <a:sym typeface="Roboto Medium"/>
              </a:defRPr>
            </a:lvl1pPr>
            <a:lvl2pPr marL="914415" lvl="1" indent="-228604" algn="l">
              <a:spcBef>
                <a:spcPts val="600"/>
              </a:spcBef>
              <a:spcAft>
                <a:spcPts val="0"/>
              </a:spcAft>
              <a:buClr>
                <a:schemeClr val="dk1"/>
              </a:buClr>
              <a:buSzPts val="1800"/>
              <a:buNone/>
              <a:defRPr/>
            </a:lvl2pPr>
            <a:lvl3pPr marL="1371622" lvl="2" indent="-342906" algn="l">
              <a:spcBef>
                <a:spcPts val="600"/>
              </a:spcBef>
              <a:spcAft>
                <a:spcPts val="0"/>
              </a:spcAft>
              <a:buClr>
                <a:schemeClr val="dk1"/>
              </a:buClr>
              <a:buSzPts val="1800"/>
              <a:buChar char="−"/>
              <a:defRPr/>
            </a:lvl3pPr>
            <a:lvl4pPr marL="1828831" lvl="3" indent="-342906" algn="l">
              <a:spcBef>
                <a:spcPts val="300"/>
              </a:spcBef>
              <a:spcAft>
                <a:spcPts val="0"/>
              </a:spcAft>
              <a:buClr>
                <a:schemeClr val="dk1"/>
              </a:buClr>
              <a:buSzPts val="1800"/>
              <a:buChar char="•"/>
              <a:defRPr/>
            </a:lvl4pPr>
            <a:lvl5pPr marL="2286038" lvl="4" indent="-342906" algn="l">
              <a:spcBef>
                <a:spcPts val="300"/>
              </a:spcBef>
              <a:spcAft>
                <a:spcPts val="0"/>
              </a:spcAft>
              <a:buClr>
                <a:schemeClr val="dk1"/>
              </a:buClr>
              <a:buSzPts val="1800"/>
              <a:buChar char="−"/>
              <a:defRPr/>
            </a:lvl5pPr>
            <a:lvl6pPr marL="2743246" lvl="5" indent="-342906" algn="l">
              <a:spcBef>
                <a:spcPts val="360"/>
              </a:spcBef>
              <a:spcAft>
                <a:spcPts val="0"/>
              </a:spcAft>
              <a:buClr>
                <a:schemeClr val="dk1"/>
              </a:buClr>
              <a:buSzPts val="1800"/>
              <a:buChar char="•"/>
              <a:defRPr/>
            </a:lvl6pPr>
            <a:lvl7pPr marL="3200453" lvl="6" indent="-342906" algn="l">
              <a:spcBef>
                <a:spcPts val="360"/>
              </a:spcBef>
              <a:spcAft>
                <a:spcPts val="0"/>
              </a:spcAft>
              <a:buClr>
                <a:schemeClr val="dk1"/>
              </a:buClr>
              <a:buSzPts val="1800"/>
              <a:buChar char="•"/>
              <a:defRPr/>
            </a:lvl7pPr>
            <a:lvl8pPr marL="3657661" lvl="7" indent="-342906" algn="l">
              <a:spcBef>
                <a:spcPts val="360"/>
              </a:spcBef>
              <a:spcAft>
                <a:spcPts val="0"/>
              </a:spcAft>
              <a:buClr>
                <a:schemeClr val="dk1"/>
              </a:buClr>
              <a:buSzPts val="1800"/>
              <a:buChar char="•"/>
              <a:defRPr/>
            </a:lvl8pPr>
            <a:lvl9pPr marL="4114868" lvl="8" indent="-342906" algn="l">
              <a:spcBef>
                <a:spcPts val="360"/>
              </a:spcBef>
              <a:spcAft>
                <a:spcPts val="0"/>
              </a:spcAft>
              <a:buClr>
                <a:schemeClr val="dk1"/>
              </a:buClr>
              <a:buSzPts val="1800"/>
              <a:buChar char="•"/>
              <a:defRPr/>
            </a:lvl9pPr>
          </a:lstStyle>
          <a:p>
            <a:endParaRPr/>
          </a:p>
        </p:txBody>
      </p:sp>
      <p:pic>
        <p:nvPicPr>
          <p:cNvPr id="216" name="Google Shape;216;p42" descr="A picture containing drawing&#10;&#10;Description automatically generated"/>
          <p:cNvPicPr preferRelativeResize="0"/>
          <p:nvPr/>
        </p:nvPicPr>
        <p:blipFill rotWithShape="1">
          <a:blip r:embed="rId2">
            <a:alphaModFix/>
          </a:blip>
          <a:srcRect b="31356"/>
          <a:stretch/>
        </p:blipFill>
        <p:spPr>
          <a:xfrm>
            <a:off x="455619" y="6277208"/>
            <a:ext cx="685807" cy="352192"/>
          </a:xfrm>
          <a:prstGeom prst="rect">
            <a:avLst/>
          </a:prstGeom>
          <a:noFill/>
          <a:ln>
            <a:noFill/>
          </a:ln>
        </p:spPr>
      </p:pic>
    </p:spTree>
  </p:cSld>
  <p:clrMapOvr>
    <a:masterClrMapping/>
  </p:clrMapOvr>
  <mc:AlternateContent xmlns:mc="http://schemas.openxmlformats.org/markup-compatibility/2006" xmlns:p14="http://schemas.microsoft.com/office/powerpoint/2010/main">
    <mc:Choice Requires="p14">
      <p:transition p14:dur="250">
        <p:fade/>
      </p:transition>
    </mc:Choice>
    <mc:Fallback xmlns:ahyp="http://schemas.microsoft.com/office/drawing/2018/hyperlinkcolor" xmlns:p15="http://schemas.microsoft.com/office/powerpoint/2012/main" xmlns:com="http://schemas.openxmlformats.org/drawingml/2006/compatibility" xmlns:pvml="urn:schemas-microsoft-com:office:powerpoint" xmlns:v="urn:schemas-microsoft-com:vml" xmlns:o="urn:schemas-microsoft-com:office:office" xmlns:dgm="http://schemas.openxmlformats.org/drawingml/2006/diagram" xmlns:c="http://schemas.openxmlformats.org/drawingml/2006/chart" xmlns:mv="urn:schemas-microsoft-com:mac:vml" xmlns="">
      <p:transition>
        <p:fade/>
      </p:transition>
    </mc:Fallback>
  </mc:AlternateContent>
</p:sldLayout>
</file>

<file path=ppt/slideLayouts/slideLayout41.xml><?xml version="1.0" encoding="utf-8"?>
<p:sldLayout xmlns:a="http://schemas.openxmlformats.org/drawingml/2006/main" xmlns:r="http://schemas.openxmlformats.org/officeDocument/2006/relationships" xmlns:p="http://schemas.openxmlformats.org/presentationml/2006/main" matchingName="NAVY Title | Text | HP Image">
  <p:cSld name="NAVY Title | Text | HP Image">
    <p:bg>
      <p:bgPr>
        <a:solidFill>
          <a:srgbClr val="030A14"/>
        </a:solidFill>
        <a:effectLst/>
      </p:bgPr>
    </p:bg>
    <p:spTree>
      <p:nvGrpSpPr>
        <p:cNvPr id="1" name="Shape 217"/>
        <p:cNvGrpSpPr/>
        <p:nvPr/>
      </p:nvGrpSpPr>
      <p:grpSpPr>
        <a:xfrm>
          <a:off x="0" y="0"/>
          <a:ext cx="0" cy="0"/>
          <a:chOff x="0" y="0"/>
          <a:chExt cx="0" cy="0"/>
        </a:xfrm>
      </p:grpSpPr>
      <p:sp>
        <p:nvSpPr>
          <p:cNvPr id="218" name="Google Shape;218;p43"/>
          <p:cNvSpPr>
            <a:spLocks noGrp="1"/>
          </p:cNvSpPr>
          <p:nvPr>
            <p:ph type="pic" idx="2"/>
          </p:nvPr>
        </p:nvSpPr>
        <p:spPr>
          <a:xfrm>
            <a:off x="6094473" y="0"/>
            <a:ext cx="6094476" cy="6858000"/>
          </a:xfrm>
          <a:prstGeom prst="rect">
            <a:avLst/>
          </a:prstGeom>
          <a:solidFill>
            <a:srgbClr val="F2F2F2"/>
          </a:solidFill>
          <a:ln>
            <a:noFill/>
          </a:ln>
        </p:spPr>
        <p:txBody>
          <a:bodyPr spcFirstLastPara="1" wrap="square" lIns="0" tIns="0" rIns="0" bIns="0" anchor="ctr" anchorCtr="0">
            <a:noAutofit/>
          </a:bodyPr>
          <a:lstStyle>
            <a:lvl1pPr marR="0" lvl="0" algn="ctr" rtl="0">
              <a:spcBef>
                <a:spcPts val="1800"/>
              </a:spcBef>
              <a:spcAft>
                <a:spcPts val="0"/>
              </a:spcAft>
              <a:buClr>
                <a:srgbClr val="D8D8D8"/>
              </a:buClr>
              <a:buSzPts val="2000"/>
              <a:buFont typeface="Roboto"/>
              <a:buNone/>
              <a:defRPr sz="2000" b="0" i="0" u="none" strike="noStrike" cap="none">
                <a:solidFill>
                  <a:srgbClr val="D8D8D8"/>
                </a:solidFill>
                <a:latin typeface="Roboto"/>
                <a:ea typeface="Roboto"/>
                <a:cs typeface="Roboto"/>
                <a:sym typeface="Roboto"/>
              </a:defRPr>
            </a:lvl1pPr>
            <a:lvl2pPr marR="0" lvl="1" algn="l" rtl="0">
              <a:spcBef>
                <a:spcPts val="600"/>
              </a:spcBef>
              <a:spcAft>
                <a:spcPts val="0"/>
              </a:spcAft>
              <a:buClr>
                <a:schemeClr val="dk1"/>
              </a:buClr>
              <a:buSzPts val="1800"/>
              <a:buFont typeface="Arial"/>
              <a:buChar char="•"/>
              <a:defRPr sz="1800" b="0" i="0" u="none" strike="noStrike" cap="none">
                <a:solidFill>
                  <a:schemeClr val="dk1"/>
                </a:solidFill>
                <a:latin typeface="Roboto"/>
                <a:ea typeface="Roboto"/>
                <a:cs typeface="Roboto"/>
                <a:sym typeface="Roboto"/>
              </a:defRPr>
            </a:lvl2pPr>
            <a:lvl3pPr marR="0" lvl="2" algn="l" rtl="0">
              <a:spcBef>
                <a:spcPts val="600"/>
              </a:spcBef>
              <a:spcAft>
                <a:spcPts val="0"/>
              </a:spcAft>
              <a:buClr>
                <a:schemeClr val="dk1"/>
              </a:buClr>
              <a:buSzPts val="1600"/>
              <a:buFont typeface="Merriweather Sans"/>
              <a:buChar char="−"/>
              <a:defRPr sz="1600" b="0" i="0" u="none" strike="noStrike" cap="none">
                <a:solidFill>
                  <a:schemeClr val="dk1"/>
                </a:solidFill>
                <a:latin typeface="Roboto"/>
                <a:ea typeface="Roboto"/>
                <a:cs typeface="Roboto"/>
                <a:sym typeface="Roboto"/>
              </a:defRPr>
            </a:lvl3pPr>
            <a:lvl4pPr marR="0" lvl="3" algn="l" rtl="0">
              <a:spcBef>
                <a:spcPts val="300"/>
              </a:spcBef>
              <a:spcAft>
                <a:spcPts val="0"/>
              </a:spcAft>
              <a:buClr>
                <a:schemeClr val="dk1"/>
              </a:buClr>
              <a:buSzPts val="1400"/>
              <a:buFont typeface="Arial"/>
              <a:buChar char="•"/>
              <a:defRPr sz="1400" b="0" i="0" u="none" strike="noStrike" cap="none">
                <a:solidFill>
                  <a:schemeClr val="dk1"/>
                </a:solidFill>
                <a:latin typeface="Roboto"/>
                <a:ea typeface="Roboto"/>
                <a:cs typeface="Roboto"/>
                <a:sym typeface="Roboto"/>
              </a:defRPr>
            </a:lvl4pPr>
            <a:lvl5pPr marR="0" lvl="4" algn="l" rtl="0">
              <a:spcBef>
                <a:spcPts val="300"/>
              </a:spcBef>
              <a:spcAft>
                <a:spcPts val="0"/>
              </a:spcAft>
              <a:buClr>
                <a:schemeClr val="dk1"/>
              </a:buClr>
              <a:buSzPts val="1200"/>
              <a:buFont typeface="Merriweather Sans"/>
              <a:buChar char="−"/>
              <a:defRPr sz="1200" b="0" i="0" u="none" strike="noStrike" cap="none">
                <a:solidFill>
                  <a:schemeClr val="dk1"/>
                </a:solidFill>
                <a:latin typeface="Roboto"/>
                <a:ea typeface="Roboto"/>
                <a:cs typeface="Roboto"/>
                <a:sym typeface="Roboto"/>
              </a:defRPr>
            </a:lvl5pPr>
            <a:lvl6pPr marR="0" lvl="5" algn="l" rtl="0">
              <a:spcBef>
                <a:spcPts val="533"/>
              </a:spcBef>
              <a:spcAft>
                <a:spcPts val="0"/>
              </a:spcAft>
              <a:buClr>
                <a:schemeClr val="dk1"/>
              </a:buClr>
              <a:buSzPts val="2666"/>
              <a:buFont typeface="Arial"/>
              <a:buChar char="•"/>
              <a:defRPr sz="2666" b="0" i="0" u="none" strike="noStrike" cap="none">
                <a:solidFill>
                  <a:schemeClr val="dk1"/>
                </a:solidFill>
                <a:latin typeface="Poppins Medium"/>
                <a:ea typeface="Poppins Medium"/>
                <a:cs typeface="Poppins Medium"/>
                <a:sym typeface="Poppins Medium"/>
              </a:defRPr>
            </a:lvl6pPr>
            <a:lvl7pPr marR="0" lvl="6" algn="l" rtl="0">
              <a:spcBef>
                <a:spcPts val="533"/>
              </a:spcBef>
              <a:spcAft>
                <a:spcPts val="0"/>
              </a:spcAft>
              <a:buClr>
                <a:schemeClr val="dk1"/>
              </a:buClr>
              <a:buSzPts val="2666"/>
              <a:buFont typeface="Arial"/>
              <a:buChar char="•"/>
              <a:defRPr sz="2666" b="0" i="0" u="none" strike="noStrike" cap="none">
                <a:solidFill>
                  <a:schemeClr val="dk1"/>
                </a:solidFill>
                <a:latin typeface="Poppins Medium"/>
                <a:ea typeface="Poppins Medium"/>
                <a:cs typeface="Poppins Medium"/>
                <a:sym typeface="Poppins Medium"/>
              </a:defRPr>
            </a:lvl7pPr>
            <a:lvl8pPr marR="0" lvl="7" algn="l" rtl="0">
              <a:spcBef>
                <a:spcPts val="533"/>
              </a:spcBef>
              <a:spcAft>
                <a:spcPts val="0"/>
              </a:spcAft>
              <a:buClr>
                <a:schemeClr val="dk1"/>
              </a:buClr>
              <a:buSzPts val="2666"/>
              <a:buFont typeface="Arial"/>
              <a:buChar char="•"/>
              <a:defRPr sz="2666" b="0" i="0" u="none" strike="noStrike" cap="none">
                <a:solidFill>
                  <a:schemeClr val="dk1"/>
                </a:solidFill>
                <a:latin typeface="Poppins Medium"/>
                <a:ea typeface="Poppins Medium"/>
                <a:cs typeface="Poppins Medium"/>
                <a:sym typeface="Poppins Medium"/>
              </a:defRPr>
            </a:lvl8pPr>
            <a:lvl9pPr marR="0" lvl="8" algn="l" rtl="0">
              <a:spcBef>
                <a:spcPts val="533"/>
              </a:spcBef>
              <a:spcAft>
                <a:spcPts val="0"/>
              </a:spcAft>
              <a:buClr>
                <a:schemeClr val="dk1"/>
              </a:buClr>
              <a:buSzPts val="2666"/>
              <a:buFont typeface="Arial"/>
              <a:buChar char="•"/>
              <a:defRPr sz="2666" b="0" i="0" u="none" strike="noStrike" cap="none">
                <a:solidFill>
                  <a:schemeClr val="dk1"/>
                </a:solidFill>
                <a:latin typeface="Poppins Medium"/>
                <a:ea typeface="Poppins Medium"/>
                <a:cs typeface="Poppins Medium"/>
                <a:sym typeface="Poppins Medium"/>
              </a:defRPr>
            </a:lvl9pPr>
          </a:lstStyle>
          <a:p>
            <a:endParaRPr/>
          </a:p>
        </p:txBody>
      </p:sp>
      <p:sp>
        <p:nvSpPr>
          <p:cNvPr id="219" name="Google Shape;219;p43"/>
          <p:cNvSpPr txBox="1">
            <a:spLocks noGrp="1"/>
          </p:cNvSpPr>
          <p:nvPr>
            <p:ph type="title"/>
          </p:nvPr>
        </p:nvSpPr>
        <p:spPr>
          <a:xfrm>
            <a:off x="455618" y="491681"/>
            <a:ext cx="5029251" cy="524543"/>
          </a:xfrm>
          <a:prstGeom prst="rect">
            <a:avLst/>
          </a:prstGeom>
          <a:noFill/>
          <a:ln>
            <a:noFill/>
          </a:ln>
        </p:spPr>
        <p:txBody>
          <a:bodyPr spcFirstLastPara="1" wrap="square" lIns="0" tIns="0" rIns="0" bIns="0" anchor="t" anchorCtr="0">
            <a:noAutofit/>
          </a:bodyPr>
          <a:lstStyle>
            <a:lvl1pPr lvl="0" algn="l">
              <a:lnSpc>
                <a:spcPct val="80000"/>
              </a:lnSpc>
              <a:spcBef>
                <a:spcPts val="0"/>
              </a:spcBef>
              <a:spcAft>
                <a:spcPts val="0"/>
              </a:spcAft>
              <a:buClr>
                <a:schemeClr val="lt1"/>
              </a:buClr>
              <a:buSzPts val="3200"/>
              <a:buFont typeface="Roboto Medium"/>
              <a:buNone/>
              <a:defRPr b="0">
                <a:solidFill>
                  <a:schemeClr val="lt1"/>
                </a:solidFill>
              </a:defRPr>
            </a:lvl1pPr>
            <a:lvl2pPr lvl="1">
              <a:spcBef>
                <a:spcPts val="0"/>
              </a:spcBef>
              <a:spcAft>
                <a:spcPts val="0"/>
              </a:spcAft>
              <a:buSzPts val="1400"/>
              <a:buNone/>
              <a:defRPr/>
            </a:lvl2pPr>
            <a:lvl3pPr lvl="2">
              <a:spcBef>
                <a:spcPts val="0"/>
              </a:spcBef>
              <a:spcAft>
                <a:spcPts val="0"/>
              </a:spcAft>
              <a:buSzPts val="1400"/>
              <a:buNone/>
              <a:defRPr/>
            </a:lvl3pPr>
            <a:lvl4pPr lvl="3">
              <a:spcBef>
                <a:spcPts val="0"/>
              </a:spcBef>
              <a:spcAft>
                <a:spcPts val="0"/>
              </a:spcAft>
              <a:buSzPts val="1400"/>
              <a:buNone/>
              <a:defRPr/>
            </a:lvl4pPr>
            <a:lvl5pPr lvl="4">
              <a:spcBef>
                <a:spcPts val="0"/>
              </a:spcBef>
              <a:spcAft>
                <a:spcPts val="0"/>
              </a:spcAft>
              <a:buSzPts val="1400"/>
              <a:buNone/>
              <a:defRPr/>
            </a:lvl5pPr>
            <a:lvl6pPr lvl="5">
              <a:spcBef>
                <a:spcPts val="0"/>
              </a:spcBef>
              <a:spcAft>
                <a:spcPts val="0"/>
              </a:spcAft>
              <a:buSzPts val="1400"/>
              <a:buNone/>
              <a:defRPr/>
            </a:lvl6pPr>
            <a:lvl7pPr lvl="6">
              <a:spcBef>
                <a:spcPts val="0"/>
              </a:spcBef>
              <a:spcAft>
                <a:spcPts val="0"/>
              </a:spcAft>
              <a:buSzPts val="1400"/>
              <a:buNone/>
              <a:defRPr/>
            </a:lvl7pPr>
            <a:lvl8pPr lvl="7">
              <a:spcBef>
                <a:spcPts val="0"/>
              </a:spcBef>
              <a:spcAft>
                <a:spcPts val="0"/>
              </a:spcAft>
              <a:buSzPts val="1400"/>
              <a:buNone/>
              <a:defRPr/>
            </a:lvl8pPr>
            <a:lvl9pPr lvl="8">
              <a:spcBef>
                <a:spcPts val="0"/>
              </a:spcBef>
              <a:spcAft>
                <a:spcPts val="0"/>
              </a:spcAft>
              <a:buSzPts val="1400"/>
              <a:buNone/>
              <a:defRPr/>
            </a:lvl9pPr>
          </a:lstStyle>
          <a:p>
            <a:endParaRPr/>
          </a:p>
        </p:txBody>
      </p:sp>
      <p:sp>
        <p:nvSpPr>
          <p:cNvPr id="220" name="Google Shape;220;p43"/>
          <p:cNvSpPr txBox="1">
            <a:spLocks noGrp="1"/>
          </p:cNvSpPr>
          <p:nvPr>
            <p:ph type="body" idx="1"/>
          </p:nvPr>
        </p:nvSpPr>
        <p:spPr>
          <a:xfrm>
            <a:off x="455618" y="2971800"/>
            <a:ext cx="5029251" cy="2971800"/>
          </a:xfrm>
          <a:prstGeom prst="rect">
            <a:avLst/>
          </a:prstGeom>
          <a:noFill/>
          <a:ln>
            <a:noFill/>
          </a:ln>
        </p:spPr>
        <p:txBody>
          <a:bodyPr spcFirstLastPara="1" wrap="square" lIns="0" tIns="0" rIns="0" bIns="0" anchor="t" anchorCtr="0">
            <a:noAutofit/>
          </a:bodyPr>
          <a:lstStyle>
            <a:lvl1pPr marL="457207" lvl="0" indent="-228604" algn="l">
              <a:lnSpc>
                <a:spcPct val="100000"/>
              </a:lnSpc>
              <a:spcBef>
                <a:spcPts val="1800"/>
              </a:spcBef>
              <a:spcAft>
                <a:spcPts val="0"/>
              </a:spcAft>
              <a:buClr>
                <a:schemeClr val="lt1"/>
              </a:buClr>
              <a:buSzPts val="2000"/>
              <a:buFont typeface="Roboto"/>
              <a:buNone/>
              <a:defRPr b="0" i="0">
                <a:solidFill>
                  <a:schemeClr val="lt1"/>
                </a:solidFill>
                <a:latin typeface="Roboto"/>
                <a:ea typeface="Roboto"/>
                <a:cs typeface="Roboto"/>
                <a:sym typeface="Roboto"/>
              </a:defRPr>
            </a:lvl1pPr>
            <a:lvl2pPr marL="914415" lvl="1" indent="-342906" algn="l">
              <a:spcBef>
                <a:spcPts val="600"/>
              </a:spcBef>
              <a:spcAft>
                <a:spcPts val="0"/>
              </a:spcAft>
              <a:buClr>
                <a:schemeClr val="lt1"/>
              </a:buClr>
              <a:buSzPts val="1800"/>
              <a:buChar char="•"/>
              <a:defRPr b="0" i="0">
                <a:solidFill>
                  <a:schemeClr val="lt1"/>
                </a:solidFill>
                <a:latin typeface="Roboto"/>
                <a:ea typeface="Roboto"/>
                <a:cs typeface="Roboto"/>
                <a:sym typeface="Roboto"/>
              </a:defRPr>
            </a:lvl2pPr>
            <a:lvl3pPr marL="1371622" lvl="2" indent="-330205" algn="l">
              <a:spcBef>
                <a:spcPts val="600"/>
              </a:spcBef>
              <a:spcAft>
                <a:spcPts val="0"/>
              </a:spcAft>
              <a:buClr>
                <a:schemeClr val="lt1"/>
              </a:buClr>
              <a:buSzPts val="1600"/>
              <a:buChar char="−"/>
              <a:defRPr b="0" i="0">
                <a:solidFill>
                  <a:schemeClr val="lt1"/>
                </a:solidFill>
                <a:latin typeface="Roboto"/>
                <a:ea typeface="Roboto"/>
                <a:cs typeface="Roboto"/>
                <a:sym typeface="Roboto"/>
              </a:defRPr>
            </a:lvl3pPr>
            <a:lvl4pPr marL="1828831" lvl="3" indent="-317506" algn="l">
              <a:lnSpc>
                <a:spcPct val="100000"/>
              </a:lnSpc>
              <a:spcBef>
                <a:spcPts val="300"/>
              </a:spcBef>
              <a:spcAft>
                <a:spcPts val="0"/>
              </a:spcAft>
              <a:buClr>
                <a:schemeClr val="lt1"/>
              </a:buClr>
              <a:buSzPts val="1400"/>
              <a:buChar char="•"/>
              <a:defRPr b="0" i="0">
                <a:solidFill>
                  <a:schemeClr val="lt1"/>
                </a:solidFill>
                <a:latin typeface="Roboto"/>
                <a:ea typeface="Roboto"/>
                <a:cs typeface="Roboto"/>
                <a:sym typeface="Roboto"/>
              </a:defRPr>
            </a:lvl4pPr>
            <a:lvl5pPr marL="2286038" lvl="4" indent="-304805" algn="l">
              <a:spcBef>
                <a:spcPts val="300"/>
              </a:spcBef>
              <a:spcAft>
                <a:spcPts val="0"/>
              </a:spcAft>
              <a:buClr>
                <a:schemeClr val="lt1"/>
              </a:buClr>
              <a:buSzPts val="1200"/>
              <a:buChar char="−"/>
              <a:defRPr b="0" i="0">
                <a:solidFill>
                  <a:schemeClr val="lt1"/>
                </a:solidFill>
                <a:latin typeface="Roboto"/>
                <a:ea typeface="Roboto"/>
                <a:cs typeface="Roboto"/>
                <a:sym typeface="Roboto"/>
              </a:defRPr>
            </a:lvl5pPr>
            <a:lvl6pPr marL="2743246" lvl="5" indent="-342906" algn="l">
              <a:spcBef>
                <a:spcPts val="360"/>
              </a:spcBef>
              <a:spcAft>
                <a:spcPts val="0"/>
              </a:spcAft>
              <a:buClr>
                <a:schemeClr val="dk1"/>
              </a:buClr>
              <a:buSzPts val="1800"/>
              <a:buChar char="•"/>
              <a:defRPr/>
            </a:lvl6pPr>
            <a:lvl7pPr marL="3200453" lvl="6" indent="-342906" algn="l">
              <a:spcBef>
                <a:spcPts val="360"/>
              </a:spcBef>
              <a:spcAft>
                <a:spcPts val="0"/>
              </a:spcAft>
              <a:buClr>
                <a:schemeClr val="dk1"/>
              </a:buClr>
              <a:buSzPts val="1800"/>
              <a:buChar char="•"/>
              <a:defRPr/>
            </a:lvl7pPr>
            <a:lvl8pPr marL="3657661" lvl="7" indent="-342906" algn="l">
              <a:spcBef>
                <a:spcPts val="360"/>
              </a:spcBef>
              <a:spcAft>
                <a:spcPts val="0"/>
              </a:spcAft>
              <a:buClr>
                <a:schemeClr val="dk1"/>
              </a:buClr>
              <a:buSzPts val="1800"/>
              <a:buChar char="•"/>
              <a:defRPr/>
            </a:lvl8pPr>
            <a:lvl9pPr marL="4114868" lvl="8" indent="-342906" algn="l">
              <a:spcBef>
                <a:spcPts val="360"/>
              </a:spcBef>
              <a:spcAft>
                <a:spcPts val="0"/>
              </a:spcAft>
              <a:buClr>
                <a:schemeClr val="dk1"/>
              </a:buClr>
              <a:buSzPts val="1800"/>
              <a:buChar char="•"/>
              <a:defRPr/>
            </a:lvl9pPr>
          </a:lstStyle>
          <a:p>
            <a:endParaRPr/>
          </a:p>
        </p:txBody>
      </p:sp>
      <p:sp>
        <p:nvSpPr>
          <p:cNvPr id="221" name="Google Shape;221;p43"/>
          <p:cNvSpPr txBox="1">
            <a:spLocks noGrp="1"/>
          </p:cNvSpPr>
          <p:nvPr>
            <p:ph type="body" idx="3"/>
          </p:nvPr>
        </p:nvSpPr>
        <p:spPr>
          <a:xfrm>
            <a:off x="7508953" y="6432334"/>
            <a:ext cx="4224381" cy="228601"/>
          </a:xfrm>
          <a:prstGeom prst="rect">
            <a:avLst/>
          </a:prstGeom>
          <a:noFill/>
          <a:ln>
            <a:noFill/>
          </a:ln>
        </p:spPr>
        <p:txBody>
          <a:bodyPr spcFirstLastPara="1" wrap="square" lIns="0" tIns="0" rIns="0" bIns="0" anchor="b" anchorCtr="0">
            <a:noAutofit/>
          </a:bodyPr>
          <a:lstStyle>
            <a:lvl1pPr marL="457207" lvl="0" indent="-228604" algn="r">
              <a:spcBef>
                <a:spcPts val="1800"/>
              </a:spcBef>
              <a:spcAft>
                <a:spcPts val="0"/>
              </a:spcAft>
              <a:buClr>
                <a:schemeClr val="dk1"/>
              </a:buClr>
              <a:buSzPts val="1000"/>
              <a:buFont typeface="Roboto Medium"/>
              <a:buNone/>
              <a:defRPr sz="1000" b="0" i="0">
                <a:solidFill>
                  <a:schemeClr val="dk1"/>
                </a:solidFill>
                <a:latin typeface="Roboto Medium"/>
                <a:ea typeface="Roboto Medium"/>
                <a:cs typeface="Roboto Medium"/>
                <a:sym typeface="Roboto Medium"/>
              </a:defRPr>
            </a:lvl1pPr>
            <a:lvl2pPr marL="914415" lvl="1" indent="-228604" algn="l">
              <a:spcBef>
                <a:spcPts val="600"/>
              </a:spcBef>
              <a:spcAft>
                <a:spcPts val="0"/>
              </a:spcAft>
              <a:buClr>
                <a:schemeClr val="dk1"/>
              </a:buClr>
              <a:buSzPts val="1800"/>
              <a:buNone/>
              <a:defRPr/>
            </a:lvl2pPr>
            <a:lvl3pPr marL="1371622" lvl="2" indent="-342906" algn="l">
              <a:spcBef>
                <a:spcPts val="600"/>
              </a:spcBef>
              <a:spcAft>
                <a:spcPts val="0"/>
              </a:spcAft>
              <a:buClr>
                <a:schemeClr val="dk1"/>
              </a:buClr>
              <a:buSzPts val="1800"/>
              <a:buChar char="−"/>
              <a:defRPr/>
            </a:lvl3pPr>
            <a:lvl4pPr marL="1828831" lvl="3" indent="-342906" algn="l">
              <a:spcBef>
                <a:spcPts val="300"/>
              </a:spcBef>
              <a:spcAft>
                <a:spcPts val="0"/>
              </a:spcAft>
              <a:buClr>
                <a:schemeClr val="dk1"/>
              </a:buClr>
              <a:buSzPts val="1800"/>
              <a:buChar char="•"/>
              <a:defRPr/>
            </a:lvl4pPr>
            <a:lvl5pPr marL="2286038" lvl="4" indent="-342906" algn="l">
              <a:spcBef>
                <a:spcPts val="300"/>
              </a:spcBef>
              <a:spcAft>
                <a:spcPts val="0"/>
              </a:spcAft>
              <a:buClr>
                <a:schemeClr val="dk1"/>
              </a:buClr>
              <a:buSzPts val="1800"/>
              <a:buChar char="−"/>
              <a:defRPr/>
            </a:lvl5pPr>
            <a:lvl6pPr marL="2743246" lvl="5" indent="-342906" algn="l">
              <a:spcBef>
                <a:spcPts val="360"/>
              </a:spcBef>
              <a:spcAft>
                <a:spcPts val="0"/>
              </a:spcAft>
              <a:buClr>
                <a:schemeClr val="dk1"/>
              </a:buClr>
              <a:buSzPts val="1800"/>
              <a:buChar char="•"/>
              <a:defRPr/>
            </a:lvl6pPr>
            <a:lvl7pPr marL="3200453" lvl="6" indent="-342906" algn="l">
              <a:spcBef>
                <a:spcPts val="360"/>
              </a:spcBef>
              <a:spcAft>
                <a:spcPts val="0"/>
              </a:spcAft>
              <a:buClr>
                <a:schemeClr val="dk1"/>
              </a:buClr>
              <a:buSzPts val="1800"/>
              <a:buChar char="•"/>
              <a:defRPr/>
            </a:lvl7pPr>
            <a:lvl8pPr marL="3657661" lvl="7" indent="-342906" algn="l">
              <a:spcBef>
                <a:spcPts val="360"/>
              </a:spcBef>
              <a:spcAft>
                <a:spcPts val="0"/>
              </a:spcAft>
              <a:buClr>
                <a:schemeClr val="dk1"/>
              </a:buClr>
              <a:buSzPts val="1800"/>
              <a:buChar char="•"/>
              <a:defRPr/>
            </a:lvl8pPr>
            <a:lvl9pPr marL="4114868" lvl="8" indent="-342906" algn="l">
              <a:spcBef>
                <a:spcPts val="360"/>
              </a:spcBef>
              <a:spcAft>
                <a:spcPts val="0"/>
              </a:spcAft>
              <a:buClr>
                <a:schemeClr val="dk1"/>
              </a:buClr>
              <a:buSzPts val="1800"/>
              <a:buChar char="•"/>
              <a:defRPr/>
            </a:lvl9pPr>
          </a:lstStyle>
          <a:p>
            <a:endParaRPr/>
          </a:p>
        </p:txBody>
      </p:sp>
      <p:pic>
        <p:nvPicPr>
          <p:cNvPr id="222" name="Google Shape;222;p43" descr="A picture containing drawing&#10;&#10;Description automatically generated"/>
          <p:cNvPicPr preferRelativeResize="0"/>
          <p:nvPr/>
        </p:nvPicPr>
        <p:blipFill rotWithShape="1">
          <a:blip r:embed="rId2">
            <a:alphaModFix/>
          </a:blip>
          <a:srcRect b="31356"/>
          <a:stretch/>
        </p:blipFill>
        <p:spPr>
          <a:xfrm>
            <a:off x="455619" y="6277208"/>
            <a:ext cx="685807" cy="352192"/>
          </a:xfrm>
          <a:prstGeom prst="rect">
            <a:avLst/>
          </a:prstGeom>
          <a:noFill/>
          <a:ln>
            <a:noFill/>
          </a:ln>
        </p:spPr>
      </p:pic>
    </p:spTree>
  </p:cSld>
  <p:clrMapOvr>
    <a:masterClrMapping/>
  </p:clrMapOvr>
  <mc:AlternateContent xmlns:mc="http://schemas.openxmlformats.org/markup-compatibility/2006" xmlns:p14="http://schemas.microsoft.com/office/powerpoint/2010/main">
    <mc:Choice Requires="p14">
      <p:transition p14:dur="250">
        <p:fade/>
      </p:transition>
    </mc:Choice>
    <mc:Fallback xmlns:ahyp="http://schemas.microsoft.com/office/drawing/2018/hyperlinkcolor" xmlns:p15="http://schemas.microsoft.com/office/powerpoint/2012/main" xmlns:com="http://schemas.openxmlformats.org/drawingml/2006/compatibility" xmlns:pvml="urn:schemas-microsoft-com:office:powerpoint" xmlns:v="urn:schemas-microsoft-com:vml" xmlns:o="urn:schemas-microsoft-com:office:office" xmlns:dgm="http://schemas.openxmlformats.org/drawingml/2006/diagram" xmlns:c="http://schemas.openxmlformats.org/drawingml/2006/chart" xmlns:mv="urn:schemas-microsoft-com:mac:vml" xmlns="">
      <p:transition>
        <p:fade/>
      </p:transition>
    </mc:Fallback>
  </mc:AlternateContent>
</p:sldLayout>
</file>

<file path=ppt/slideLayouts/slideLayout42.xml><?xml version="1.0" encoding="utf-8"?>
<p:sldLayout xmlns:a="http://schemas.openxmlformats.org/drawingml/2006/main" xmlns:r="http://schemas.openxmlformats.org/officeDocument/2006/relationships" xmlns:p="http://schemas.openxmlformats.org/presentationml/2006/main" matchingName="NAVY Title">
  <p:cSld name="NAVY Title">
    <p:bg>
      <p:bgPr>
        <a:solidFill>
          <a:srgbClr val="030A14"/>
        </a:solidFill>
        <a:effectLst/>
      </p:bgPr>
    </p:bg>
    <p:spTree>
      <p:nvGrpSpPr>
        <p:cNvPr id="1" name="Shape 223"/>
        <p:cNvGrpSpPr/>
        <p:nvPr/>
      </p:nvGrpSpPr>
      <p:grpSpPr>
        <a:xfrm>
          <a:off x="0" y="0"/>
          <a:ext cx="0" cy="0"/>
          <a:chOff x="0" y="0"/>
          <a:chExt cx="0" cy="0"/>
        </a:xfrm>
      </p:grpSpPr>
      <p:sp>
        <p:nvSpPr>
          <p:cNvPr id="224" name="Google Shape;224;p44"/>
          <p:cNvSpPr txBox="1">
            <a:spLocks noGrp="1"/>
          </p:cNvSpPr>
          <p:nvPr>
            <p:ph type="title"/>
          </p:nvPr>
        </p:nvSpPr>
        <p:spPr>
          <a:xfrm>
            <a:off x="455618" y="460685"/>
            <a:ext cx="8915492" cy="524543"/>
          </a:xfrm>
          <a:prstGeom prst="rect">
            <a:avLst/>
          </a:prstGeom>
          <a:noFill/>
          <a:ln>
            <a:noFill/>
          </a:ln>
        </p:spPr>
        <p:txBody>
          <a:bodyPr spcFirstLastPara="1" wrap="square" lIns="0" tIns="0" rIns="0" bIns="0" anchor="t" anchorCtr="0">
            <a:noAutofit/>
          </a:bodyPr>
          <a:lstStyle>
            <a:lvl1pPr lvl="0" algn="l">
              <a:lnSpc>
                <a:spcPct val="80000"/>
              </a:lnSpc>
              <a:spcBef>
                <a:spcPts val="0"/>
              </a:spcBef>
              <a:spcAft>
                <a:spcPts val="0"/>
              </a:spcAft>
              <a:buClr>
                <a:schemeClr val="lt1"/>
              </a:buClr>
              <a:buSzPts val="3200"/>
              <a:buFont typeface="Roboto Medium"/>
              <a:buNone/>
              <a:defRPr>
                <a:solidFill>
                  <a:schemeClr val="lt1"/>
                </a:solidFill>
              </a:defRPr>
            </a:lvl1pPr>
            <a:lvl2pPr lvl="1">
              <a:spcBef>
                <a:spcPts val="0"/>
              </a:spcBef>
              <a:spcAft>
                <a:spcPts val="0"/>
              </a:spcAft>
              <a:buSzPts val="1400"/>
              <a:buNone/>
              <a:defRPr/>
            </a:lvl2pPr>
            <a:lvl3pPr lvl="2">
              <a:spcBef>
                <a:spcPts val="0"/>
              </a:spcBef>
              <a:spcAft>
                <a:spcPts val="0"/>
              </a:spcAft>
              <a:buSzPts val="1400"/>
              <a:buNone/>
              <a:defRPr/>
            </a:lvl3pPr>
            <a:lvl4pPr lvl="3">
              <a:spcBef>
                <a:spcPts val="0"/>
              </a:spcBef>
              <a:spcAft>
                <a:spcPts val="0"/>
              </a:spcAft>
              <a:buSzPts val="1400"/>
              <a:buNone/>
              <a:defRPr/>
            </a:lvl4pPr>
            <a:lvl5pPr lvl="4">
              <a:spcBef>
                <a:spcPts val="0"/>
              </a:spcBef>
              <a:spcAft>
                <a:spcPts val="0"/>
              </a:spcAft>
              <a:buSzPts val="1400"/>
              <a:buNone/>
              <a:defRPr/>
            </a:lvl5pPr>
            <a:lvl6pPr lvl="5">
              <a:spcBef>
                <a:spcPts val="0"/>
              </a:spcBef>
              <a:spcAft>
                <a:spcPts val="0"/>
              </a:spcAft>
              <a:buSzPts val="1400"/>
              <a:buNone/>
              <a:defRPr/>
            </a:lvl6pPr>
            <a:lvl7pPr lvl="6">
              <a:spcBef>
                <a:spcPts val="0"/>
              </a:spcBef>
              <a:spcAft>
                <a:spcPts val="0"/>
              </a:spcAft>
              <a:buSzPts val="1400"/>
              <a:buNone/>
              <a:defRPr/>
            </a:lvl7pPr>
            <a:lvl8pPr lvl="7">
              <a:spcBef>
                <a:spcPts val="0"/>
              </a:spcBef>
              <a:spcAft>
                <a:spcPts val="0"/>
              </a:spcAft>
              <a:buSzPts val="1400"/>
              <a:buNone/>
              <a:defRPr/>
            </a:lvl8pPr>
            <a:lvl9pPr lvl="8">
              <a:spcBef>
                <a:spcPts val="0"/>
              </a:spcBef>
              <a:spcAft>
                <a:spcPts val="0"/>
              </a:spcAft>
              <a:buSzPts val="1400"/>
              <a:buNone/>
              <a:defRPr/>
            </a:lvl9pPr>
          </a:lstStyle>
          <a:p>
            <a:endParaRPr/>
          </a:p>
        </p:txBody>
      </p:sp>
      <p:sp>
        <p:nvSpPr>
          <p:cNvPr id="225" name="Google Shape;225;p44"/>
          <p:cNvSpPr txBox="1">
            <a:spLocks noGrp="1"/>
          </p:cNvSpPr>
          <p:nvPr>
            <p:ph type="body" idx="1"/>
          </p:nvPr>
        </p:nvSpPr>
        <p:spPr>
          <a:xfrm>
            <a:off x="7508953" y="6432334"/>
            <a:ext cx="4224381" cy="228601"/>
          </a:xfrm>
          <a:prstGeom prst="rect">
            <a:avLst/>
          </a:prstGeom>
          <a:noFill/>
          <a:ln>
            <a:noFill/>
          </a:ln>
        </p:spPr>
        <p:txBody>
          <a:bodyPr spcFirstLastPara="1" wrap="square" lIns="0" tIns="0" rIns="0" bIns="0" anchor="b" anchorCtr="0">
            <a:noAutofit/>
          </a:bodyPr>
          <a:lstStyle>
            <a:lvl1pPr marL="457207" lvl="0" indent="-228604" algn="r">
              <a:spcBef>
                <a:spcPts val="1800"/>
              </a:spcBef>
              <a:spcAft>
                <a:spcPts val="0"/>
              </a:spcAft>
              <a:buClr>
                <a:schemeClr val="lt1"/>
              </a:buClr>
              <a:buSzPts val="1000"/>
              <a:buFont typeface="Roboto Medium"/>
              <a:buNone/>
              <a:defRPr sz="1000" b="0" i="0">
                <a:solidFill>
                  <a:schemeClr val="lt1"/>
                </a:solidFill>
                <a:latin typeface="Roboto Medium"/>
                <a:ea typeface="Roboto Medium"/>
                <a:cs typeface="Roboto Medium"/>
                <a:sym typeface="Roboto Medium"/>
              </a:defRPr>
            </a:lvl1pPr>
            <a:lvl2pPr marL="914415" lvl="1" indent="-228604" algn="l">
              <a:spcBef>
                <a:spcPts val="600"/>
              </a:spcBef>
              <a:spcAft>
                <a:spcPts val="0"/>
              </a:spcAft>
              <a:buClr>
                <a:schemeClr val="dk1"/>
              </a:buClr>
              <a:buSzPts val="1800"/>
              <a:buNone/>
              <a:defRPr/>
            </a:lvl2pPr>
            <a:lvl3pPr marL="1371622" lvl="2" indent="-342906" algn="l">
              <a:spcBef>
                <a:spcPts val="600"/>
              </a:spcBef>
              <a:spcAft>
                <a:spcPts val="0"/>
              </a:spcAft>
              <a:buClr>
                <a:schemeClr val="dk1"/>
              </a:buClr>
              <a:buSzPts val="1800"/>
              <a:buChar char="−"/>
              <a:defRPr/>
            </a:lvl3pPr>
            <a:lvl4pPr marL="1828831" lvl="3" indent="-342906" algn="l">
              <a:spcBef>
                <a:spcPts val="300"/>
              </a:spcBef>
              <a:spcAft>
                <a:spcPts val="0"/>
              </a:spcAft>
              <a:buClr>
                <a:schemeClr val="dk1"/>
              </a:buClr>
              <a:buSzPts val="1800"/>
              <a:buChar char="•"/>
              <a:defRPr/>
            </a:lvl4pPr>
            <a:lvl5pPr marL="2286038" lvl="4" indent="-342906" algn="l">
              <a:spcBef>
                <a:spcPts val="300"/>
              </a:spcBef>
              <a:spcAft>
                <a:spcPts val="0"/>
              </a:spcAft>
              <a:buClr>
                <a:schemeClr val="dk1"/>
              </a:buClr>
              <a:buSzPts val="1800"/>
              <a:buChar char="−"/>
              <a:defRPr/>
            </a:lvl5pPr>
            <a:lvl6pPr marL="2743246" lvl="5" indent="-342906" algn="l">
              <a:spcBef>
                <a:spcPts val="360"/>
              </a:spcBef>
              <a:spcAft>
                <a:spcPts val="0"/>
              </a:spcAft>
              <a:buClr>
                <a:schemeClr val="dk1"/>
              </a:buClr>
              <a:buSzPts val="1800"/>
              <a:buChar char="•"/>
              <a:defRPr/>
            </a:lvl6pPr>
            <a:lvl7pPr marL="3200453" lvl="6" indent="-342906" algn="l">
              <a:spcBef>
                <a:spcPts val="360"/>
              </a:spcBef>
              <a:spcAft>
                <a:spcPts val="0"/>
              </a:spcAft>
              <a:buClr>
                <a:schemeClr val="dk1"/>
              </a:buClr>
              <a:buSzPts val="1800"/>
              <a:buChar char="•"/>
              <a:defRPr/>
            </a:lvl7pPr>
            <a:lvl8pPr marL="3657661" lvl="7" indent="-342906" algn="l">
              <a:spcBef>
                <a:spcPts val="360"/>
              </a:spcBef>
              <a:spcAft>
                <a:spcPts val="0"/>
              </a:spcAft>
              <a:buClr>
                <a:schemeClr val="dk1"/>
              </a:buClr>
              <a:buSzPts val="1800"/>
              <a:buChar char="•"/>
              <a:defRPr/>
            </a:lvl8pPr>
            <a:lvl9pPr marL="4114868" lvl="8" indent="-342906" algn="l">
              <a:spcBef>
                <a:spcPts val="360"/>
              </a:spcBef>
              <a:spcAft>
                <a:spcPts val="0"/>
              </a:spcAft>
              <a:buClr>
                <a:schemeClr val="dk1"/>
              </a:buClr>
              <a:buSzPts val="1800"/>
              <a:buChar char="•"/>
              <a:defRPr/>
            </a:lvl9pPr>
          </a:lstStyle>
          <a:p>
            <a:endParaRPr/>
          </a:p>
        </p:txBody>
      </p:sp>
      <p:pic>
        <p:nvPicPr>
          <p:cNvPr id="226" name="Google Shape;226;p44" descr="A picture containing drawing&#10;&#10;Description automatically generated"/>
          <p:cNvPicPr preferRelativeResize="0"/>
          <p:nvPr/>
        </p:nvPicPr>
        <p:blipFill rotWithShape="1">
          <a:blip r:embed="rId2">
            <a:alphaModFix/>
          </a:blip>
          <a:srcRect b="31356"/>
          <a:stretch/>
        </p:blipFill>
        <p:spPr>
          <a:xfrm>
            <a:off x="455619" y="6277208"/>
            <a:ext cx="685807" cy="352192"/>
          </a:xfrm>
          <a:prstGeom prst="rect">
            <a:avLst/>
          </a:prstGeom>
          <a:noFill/>
          <a:ln>
            <a:noFill/>
          </a:ln>
        </p:spPr>
      </p:pic>
    </p:spTree>
  </p:cSld>
  <p:clrMapOvr>
    <a:masterClrMapping/>
  </p:clrMapOvr>
  <mc:AlternateContent xmlns:mc="http://schemas.openxmlformats.org/markup-compatibility/2006" xmlns:p14="http://schemas.microsoft.com/office/powerpoint/2010/main">
    <mc:Choice Requires="p14">
      <p:transition p14:dur="250">
        <p:fade/>
      </p:transition>
    </mc:Choice>
    <mc:Fallback xmlns:ahyp="http://schemas.microsoft.com/office/drawing/2018/hyperlinkcolor" xmlns:p15="http://schemas.microsoft.com/office/powerpoint/2012/main" xmlns:com="http://schemas.openxmlformats.org/drawingml/2006/compatibility" xmlns:pvml="urn:schemas-microsoft-com:office:powerpoint" xmlns:v="urn:schemas-microsoft-com:vml" xmlns:o="urn:schemas-microsoft-com:office:office" xmlns:dgm="http://schemas.openxmlformats.org/drawingml/2006/diagram" xmlns:c="http://schemas.openxmlformats.org/drawingml/2006/chart" xmlns:mv="urn:schemas-microsoft-com:mac:vml" xmlns="">
      <p:transition>
        <p:fade/>
      </p:transition>
    </mc:Fallback>
  </mc:AlternateContent>
</p:sldLayout>
</file>

<file path=ppt/slideLayouts/slideLayout43.xml><?xml version="1.0" encoding="utf-8"?>
<p:sldLayout xmlns:a="http://schemas.openxmlformats.org/drawingml/2006/main" xmlns:r="http://schemas.openxmlformats.org/officeDocument/2006/relationships" xmlns:p="http://schemas.openxmlformats.org/presentationml/2006/main" matchingName="NAVY 1Col Subhead | Title | Text">
  <p:cSld name="NAVY 1Col Subhead | Title | Text">
    <p:bg>
      <p:bgPr>
        <a:solidFill>
          <a:srgbClr val="030A14"/>
        </a:solidFill>
        <a:effectLst/>
      </p:bgPr>
    </p:bg>
    <p:spTree>
      <p:nvGrpSpPr>
        <p:cNvPr id="1" name="Shape 227"/>
        <p:cNvGrpSpPr/>
        <p:nvPr/>
      </p:nvGrpSpPr>
      <p:grpSpPr>
        <a:xfrm>
          <a:off x="0" y="0"/>
          <a:ext cx="0" cy="0"/>
          <a:chOff x="0" y="0"/>
          <a:chExt cx="0" cy="0"/>
        </a:xfrm>
      </p:grpSpPr>
      <p:sp>
        <p:nvSpPr>
          <p:cNvPr id="228" name="Google Shape;228;p45"/>
          <p:cNvSpPr txBox="1">
            <a:spLocks noGrp="1"/>
          </p:cNvSpPr>
          <p:nvPr>
            <p:ph type="title"/>
          </p:nvPr>
        </p:nvSpPr>
        <p:spPr>
          <a:xfrm>
            <a:off x="455618" y="731522"/>
            <a:ext cx="8915492" cy="524543"/>
          </a:xfrm>
          <a:prstGeom prst="rect">
            <a:avLst/>
          </a:prstGeom>
          <a:noFill/>
          <a:ln>
            <a:noFill/>
          </a:ln>
        </p:spPr>
        <p:txBody>
          <a:bodyPr spcFirstLastPara="1" wrap="square" lIns="0" tIns="0" rIns="0" bIns="0" anchor="t" anchorCtr="0">
            <a:noAutofit/>
          </a:bodyPr>
          <a:lstStyle>
            <a:lvl1pPr lvl="0" algn="l">
              <a:lnSpc>
                <a:spcPct val="80000"/>
              </a:lnSpc>
              <a:spcBef>
                <a:spcPts val="0"/>
              </a:spcBef>
              <a:spcAft>
                <a:spcPts val="0"/>
              </a:spcAft>
              <a:buClr>
                <a:schemeClr val="lt1"/>
              </a:buClr>
              <a:buSzPts val="3200"/>
              <a:buFont typeface="Roboto Medium"/>
              <a:buNone/>
              <a:defRPr b="0">
                <a:solidFill>
                  <a:schemeClr val="lt1"/>
                </a:solidFill>
              </a:defRPr>
            </a:lvl1pPr>
            <a:lvl2pPr lvl="1">
              <a:spcBef>
                <a:spcPts val="0"/>
              </a:spcBef>
              <a:spcAft>
                <a:spcPts val="0"/>
              </a:spcAft>
              <a:buSzPts val="1400"/>
              <a:buNone/>
              <a:defRPr/>
            </a:lvl2pPr>
            <a:lvl3pPr lvl="2">
              <a:spcBef>
                <a:spcPts val="0"/>
              </a:spcBef>
              <a:spcAft>
                <a:spcPts val="0"/>
              </a:spcAft>
              <a:buSzPts val="1400"/>
              <a:buNone/>
              <a:defRPr/>
            </a:lvl3pPr>
            <a:lvl4pPr lvl="3">
              <a:spcBef>
                <a:spcPts val="0"/>
              </a:spcBef>
              <a:spcAft>
                <a:spcPts val="0"/>
              </a:spcAft>
              <a:buSzPts val="1400"/>
              <a:buNone/>
              <a:defRPr/>
            </a:lvl4pPr>
            <a:lvl5pPr lvl="4">
              <a:spcBef>
                <a:spcPts val="0"/>
              </a:spcBef>
              <a:spcAft>
                <a:spcPts val="0"/>
              </a:spcAft>
              <a:buSzPts val="1400"/>
              <a:buNone/>
              <a:defRPr/>
            </a:lvl5pPr>
            <a:lvl6pPr lvl="5">
              <a:spcBef>
                <a:spcPts val="0"/>
              </a:spcBef>
              <a:spcAft>
                <a:spcPts val="0"/>
              </a:spcAft>
              <a:buSzPts val="1400"/>
              <a:buNone/>
              <a:defRPr/>
            </a:lvl6pPr>
            <a:lvl7pPr lvl="6">
              <a:spcBef>
                <a:spcPts val="0"/>
              </a:spcBef>
              <a:spcAft>
                <a:spcPts val="0"/>
              </a:spcAft>
              <a:buSzPts val="1400"/>
              <a:buNone/>
              <a:defRPr/>
            </a:lvl7pPr>
            <a:lvl8pPr lvl="7">
              <a:spcBef>
                <a:spcPts val="0"/>
              </a:spcBef>
              <a:spcAft>
                <a:spcPts val="0"/>
              </a:spcAft>
              <a:buSzPts val="1400"/>
              <a:buNone/>
              <a:defRPr/>
            </a:lvl8pPr>
            <a:lvl9pPr lvl="8">
              <a:spcBef>
                <a:spcPts val="0"/>
              </a:spcBef>
              <a:spcAft>
                <a:spcPts val="0"/>
              </a:spcAft>
              <a:buSzPts val="1400"/>
              <a:buNone/>
              <a:defRPr/>
            </a:lvl9pPr>
          </a:lstStyle>
          <a:p>
            <a:endParaRPr/>
          </a:p>
        </p:txBody>
      </p:sp>
      <p:sp>
        <p:nvSpPr>
          <p:cNvPr id="229" name="Google Shape;229;p45"/>
          <p:cNvSpPr txBox="1">
            <a:spLocks noGrp="1"/>
          </p:cNvSpPr>
          <p:nvPr>
            <p:ph type="body" idx="1"/>
          </p:nvPr>
        </p:nvSpPr>
        <p:spPr>
          <a:xfrm>
            <a:off x="455618" y="2971800"/>
            <a:ext cx="8915492" cy="2971800"/>
          </a:xfrm>
          <a:prstGeom prst="rect">
            <a:avLst/>
          </a:prstGeom>
          <a:noFill/>
          <a:ln>
            <a:noFill/>
          </a:ln>
        </p:spPr>
        <p:txBody>
          <a:bodyPr spcFirstLastPara="1" wrap="square" lIns="0" tIns="0" rIns="0" bIns="0" anchor="t" anchorCtr="0">
            <a:noAutofit/>
          </a:bodyPr>
          <a:lstStyle>
            <a:lvl1pPr marL="457207" lvl="0" indent="-228604" algn="l">
              <a:spcBef>
                <a:spcPts val="1800"/>
              </a:spcBef>
              <a:spcAft>
                <a:spcPts val="0"/>
              </a:spcAft>
              <a:buClr>
                <a:schemeClr val="lt1"/>
              </a:buClr>
              <a:buSzPts val="2000"/>
              <a:buFont typeface="Roboto"/>
              <a:buNone/>
              <a:defRPr b="0" i="0">
                <a:solidFill>
                  <a:schemeClr val="lt1"/>
                </a:solidFill>
                <a:latin typeface="Roboto"/>
                <a:ea typeface="Roboto"/>
                <a:cs typeface="Roboto"/>
                <a:sym typeface="Roboto"/>
              </a:defRPr>
            </a:lvl1pPr>
            <a:lvl2pPr marL="914415" lvl="1" indent="-342906" algn="l">
              <a:spcBef>
                <a:spcPts val="600"/>
              </a:spcBef>
              <a:spcAft>
                <a:spcPts val="0"/>
              </a:spcAft>
              <a:buClr>
                <a:schemeClr val="lt1"/>
              </a:buClr>
              <a:buSzPts val="1800"/>
              <a:buChar char="•"/>
              <a:defRPr b="0" i="0">
                <a:solidFill>
                  <a:schemeClr val="lt1"/>
                </a:solidFill>
                <a:latin typeface="Roboto"/>
                <a:ea typeface="Roboto"/>
                <a:cs typeface="Roboto"/>
                <a:sym typeface="Roboto"/>
              </a:defRPr>
            </a:lvl2pPr>
            <a:lvl3pPr marL="1371622" lvl="2" indent="-330205" algn="l">
              <a:spcBef>
                <a:spcPts val="600"/>
              </a:spcBef>
              <a:spcAft>
                <a:spcPts val="0"/>
              </a:spcAft>
              <a:buClr>
                <a:schemeClr val="lt1"/>
              </a:buClr>
              <a:buSzPts val="1600"/>
              <a:buChar char="−"/>
              <a:defRPr b="0" i="0">
                <a:solidFill>
                  <a:schemeClr val="lt1"/>
                </a:solidFill>
                <a:latin typeface="Roboto"/>
                <a:ea typeface="Roboto"/>
                <a:cs typeface="Roboto"/>
                <a:sym typeface="Roboto"/>
              </a:defRPr>
            </a:lvl3pPr>
            <a:lvl4pPr marL="1828831" lvl="3" indent="-317506" algn="l">
              <a:spcBef>
                <a:spcPts val="300"/>
              </a:spcBef>
              <a:spcAft>
                <a:spcPts val="0"/>
              </a:spcAft>
              <a:buClr>
                <a:schemeClr val="lt1"/>
              </a:buClr>
              <a:buSzPts val="1400"/>
              <a:buChar char="•"/>
              <a:defRPr b="0" i="0">
                <a:solidFill>
                  <a:schemeClr val="lt1"/>
                </a:solidFill>
                <a:latin typeface="Roboto"/>
                <a:ea typeface="Roboto"/>
                <a:cs typeface="Roboto"/>
                <a:sym typeface="Roboto"/>
              </a:defRPr>
            </a:lvl4pPr>
            <a:lvl5pPr marL="2286038" lvl="4" indent="-304805" algn="l">
              <a:spcBef>
                <a:spcPts val="300"/>
              </a:spcBef>
              <a:spcAft>
                <a:spcPts val="0"/>
              </a:spcAft>
              <a:buClr>
                <a:schemeClr val="lt1"/>
              </a:buClr>
              <a:buSzPts val="1200"/>
              <a:buChar char="−"/>
              <a:defRPr b="0" i="0">
                <a:solidFill>
                  <a:schemeClr val="lt1"/>
                </a:solidFill>
                <a:latin typeface="Roboto"/>
                <a:ea typeface="Roboto"/>
                <a:cs typeface="Roboto"/>
                <a:sym typeface="Roboto"/>
              </a:defRPr>
            </a:lvl5pPr>
            <a:lvl6pPr marL="2743246" lvl="5" indent="-342906" algn="l">
              <a:spcBef>
                <a:spcPts val="360"/>
              </a:spcBef>
              <a:spcAft>
                <a:spcPts val="0"/>
              </a:spcAft>
              <a:buClr>
                <a:schemeClr val="dk1"/>
              </a:buClr>
              <a:buSzPts val="1800"/>
              <a:buChar char="•"/>
              <a:defRPr/>
            </a:lvl6pPr>
            <a:lvl7pPr marL="3200453" lvl="6" indent="-342906" algn="l">
              <a:spcBef>
                <a:spcPts val="360"/>
              </a:spcBef>
              <a:spcAft>
                <a:spcPts val="0"/>
              </a:spcAft>
              <a:buClr>
                <a:schemeClr val="dk1"/>
              </a:buClr>
              <a:buSzPts val="1800"/>
              <a:buChar char="•"/>
              <a:defRPr/>
            </a:lvl7pPr>
            <a:lvl8pPr marL="3657661" lvl="7" indent="-342906" algn="l">
              <a:spcBef>
                <a:spcPts val="360"/>
              </a:spcBef>
              <a:spcAft>
                <a:spcPts val="0"/>
              </a:spcAft>
              <a:buClr>
                <a:schemeClr val="dk1"/>
              </a:buClr>
              <a:buSzPts val="1800"/>
              <a:buChar char="•"/>
              <a:defRPr/>
            </a:lvl8pPr>
            <a:lvl9pPr marL="4114868" lvl="8" indent="-342906" algn="l">
              <a:spcBef>
                <a:spcPts val="360"/>
              </a:spcBef>
              <a:spcAft>
                <a:spcPts val="0"/>
              </a:spcAft>
              <a:buClr>
                <a:schemeClr val="dk1"/>
              </a:buClr>
              <a:buSzPts val="1800"/>
              <a:buChar char="•"/>
              <a:defRPr/>
            </a:lvl9pPr>
          </a:lstStyle>
          <a:p>
            <a:endParaRPr/>
          </a:p>
        </p:txBody>
      </p:sp>
      <p:sp>
        <p:nvSpPr>
          <p:cNvPr id="230" name="Google Shape;230;p45"/>
          <p:cNvSpPr txBox="1">
            <a:spLocks noGrp="1"/>
          </p:cNvSpPr>
          <p:nvPr>
            <p:ph type="body" idx="2"/>
          </p:nvPr>
        </p:nvSpPr>
        <p:spPr>
          <a:xfrm>
            <a:off x="455618" y="460685"/>
            <a:ext cx="8915492" cy="229235"/>
          </a:xfrm>
          <a:prstGeom prst="rect">
            <a:avLst/>
          </a:prstGeom>
          <a:noFill/>
          <a:ln>
            <a:noFill/>
          </a:ln>
        </p:spPr>
        <p:txBody>
          <a:bodyPr spcFirstLastPara="1" wrap="square" lIns="0" tIns="0" rIns="0" bIns="0" anchor="t" anchorCtr="0">
            <a:noAutofit/>
          </a:bodyPr>
          <a:lstStyle>
            <a:lvl1pPr marL="457207" lvl="0" indent="-228604" algn="l">
              <a:spcBef>
                <a:spcPts val="1800"/>
              </a:spcBef>
              <a:spcAft>
                <a:spcPts val="0"/>
              </a:spcAft>
              <a:buClr>
                <a:schemeClr val="accent2"/>
              </a:buClr>
              <a:buSzPts val="1400"/>
              <a:buFont typeface="Roboto Medium"/>
              <a:buNone/>
              <a:defRPr sz="1400" b="0" i="0">
                <a:solidFill>
                  <a:schemeClr val="accent2"/>
                </a:solidFill>
                <a:latin typeface="Roboto Medium"/>
                <a:ea typeface="Roboto Medium"/>
                <a:cs typeface="Roboto Medium"/>
                <a:sym typeface="Roboto Medium"/>
              </a:defRPr>
            </a:lvl1pPr>
            <a:lvl2pPr marL="914415" lvl="1" indent="-228604" algn="l">
              <a:spcBef>
                <a:spcPts val="600"/>
              </a:spcBef>
              <a:spcAft>
                <a:spcPts val="0"/>
              </a:spcAft>
              <a:buClr>
                <a:schemeClr val="dk1"/>
              </a:buClr>
              <a:buSzPts val="1800"/>
              <a:buNone/>
              <a:defRPr/>
            </a:lvl2pPr>
            <a:lvl3pPr marL="1371622" lvl="2" indent="-342906" algn="l">
              <a:spcBef>
                <a:spcPts val="600"/>
              </a:spcBef>
              <a:spcAft>
                <a:spcPts val="0"/>
              </a:spcAft>
              <a:buClr>
                <a:schemeClr val="dk1"/>
              </a:buClr>
              <a:buSzPts val="1800"/>
              <a:buChar char="−"/>
              <a:defRPr/>
            </a:lvl3pPr>
            <a:lvl4pPr marL="1828831" lvl="3" indent="-342906" algn="l">
              <a:spcBef>
                <a:spcPts val="300"/>
              </a:spcBef>
              <a:spcAft>
                <a:spcPts val="0"/>
              </a:spcAft>
              <a:buClr>
                <a:schemeClr val="dk1"/>
              </a:buClr>
              <a:buSzPts val="1800"/>
              <a:buChar char="•"/>
              <a:defRPr/>
            </a:lvl4pPr>
            <a:lvl5pPr marL="2286038" lvl="4" indent="-342906" algn="l">
              <a:spcBef>
                <a:spcPts val="300"/>
              </a:spcBef>
              <a:spcAft>
                <a:spcPts val="0"/>
              </a:spcAft>
              <a:buClr>
                <a:schemeClr val="dk1"/>
              </a:buClr>
              <a:buSzPts val="1800"/>
              <a:buChar char="−"/>
              <a:defRPr/>
            </a:lvl5pPr>
            <a:lvl6pPr marL="2743246" lvl="5" indent="-342906" algn="l">
              <a:spcBef>
                <a:spcPts val="360"/>
              </a:spcBef>
              <a:spcAft>
                <a:spcPts val="0"/>
              </a:spcAft>
              <a:buClr>
                <a:schemeClr val="dk1"/>
              </a:buClr>
              <a:buSzPts val="1800"/>
              <a:buChar char="•"/>
              <a:defRPr/>
            </a:lvl6pPr>
            <a:lvl7pPr marL="3200453" lvl="6" indent="-342906" algn="l">
              <a:spcBef>
                <a:spcPts val="360"/>
              </a:spcBef>
              <a:spcAft>
                <a:spcPts val="0"/>
              </a:spcAft>
              <a:buClr>
                <a:schemeClr val="dk1"/>
              </a:buClr>
              <a:buSzPts val="1800"/>
              <a:buChar char="•"/>
              <a:defRPr/>
            </a:lvl7pPr>
            <a:lvl8pPr marL="3657661" lvl="7" indent="-342906" algn="l">
              <a:spcBef>
                <a:spcPts val="360"/>
              </a:spcBef>
              <a:spcAft>
                <a:spcPts val="0"/>
              </a:spcAft>
              <a:buClr>
                <a:schemeClr val="dk1"/>
              </a:buClr>
              <a:buSzPts val="1800"/>
              <a:buChar char="•"/>
              <a:defRPr/>
            </a:lvl8pPr>
            <a:lvl9pPr marL="4114868" lvl="8" indent="-342906" algn="l">
              <a:spcBef>
                <a:spcPts val="360"/>
              </a:spcBef>
              <a:spcAft>
                <a:spcPts val="0"/>
              </a:spcAft>
              <a:buClr>
                <a:schemeClr val="dk1"/>
              </a:buClr>
              <a:buSzPts val="1800"/>
              <a:buChar char="•"/>
              <a:defRPr/>
            </a:lvl9pPr>
          </a:lstStyle>
          <a:p>
            <a:endParaRPr/>
          </a:p>
        </p:txBody>
      </p:sp>
      <p:sp>
        <p:nvSpPr>
          <p:cNvPr id="231" name="Google Shape;231;p45"/>
          <p:cNvSpPr txBox="1">
            <a:spLocks noGrp="1"/>
          </p:cNvSpPr>
          <p:nvPr>
            <p:ph type="body" idx="3"/>
          </p:nvPr>
        </p:nvSpPr>
        <p:spPr>
          <a:xfrm>
            <a:off x="7508953" y="6432334"/>
            <a:ext cx="4224381" cy="228601"/>
          </a:xfrm>
          <a:prstGeom prst="rect">
            <a:avLst/>
          </a:prstGeom>
          <a:noFill/>
          <a:ln>
            <a:noFill/>
          </a:ln>
        </p:spPr>
        <p:txBody>
          <a:bodyPr spcFirstLastPara="1" wrap="square" lIns="0" tIns="0" rIns="0" bIns="0" anchor="b" anchorCtr="0">
            <a:noAutofit/>
          </a:bodyPr>
          <a:lstStyle>
            <a:lvl1pPr marL="457207" lvl="0" indent="-228604" algn="r">
              <a:spcBef>
                <a:spcPts val="1800"/>
              </a:spcBef>
              <a:spcAft>
                <a:spcPts val="0"/>
              </a:spcAft>
              <a:buClr>
                <a:schemeClr val="lt1"/>
              </a:buClr>
              <a:buSzPts val="1000"/>
              <a:buFont typeface="Roboto Medium"/>
              <a:buNone/>
              <a:defRPr sz="1000" b="0" i="0">
                <a:solidFill>
                  <a:schemeClr val="lt1"/>
                </a:solidFill>
                <a:latin typeface="Roboto Medium"/>
                <a:ea typeface="Roboto Medium"/>
                <a:cs typeface="Roboto Medium"/>
                <a:sym typeface="Roboto Medium"/>
              </a:defRPr>
            </a:lvl1pPr>
            <a:lvl2pPr marL="914415" lvl="1" indent="-228604" algn="l">
              <a:spcBef>
                <a:spcPts val="600"/>
              </a:spcBef>
              <a:spcAft>
                <a:spcPts val="0"/>
              </a:spcAft>
              <a:buClr>
                <a:schemeClr val="dk1"/>
              </a:buClr>
              <a:buSzPts val="1800"/>
              <a:buNone/>
              <a:defRPr/>
            </a:lvl2pPr>
            <a:lvl3pPr marL="1371622" lvl="2" indent="-342906" algn="l">
              <a:spcBef>
                <a:spcPts val="600"/>
              </a:spcBef>
              <a:spcAft>
                <a:spcPts val="0"/>
              </a:spcAft>
              <a:buClr>
                <a:schemeClr val="dk1"/>
              </a:buClr>
              <a:buSzPts val="1800"/>
              <a:buChar char="−"/>
              <a:defRPr/>
            </a:lvl3pPr>
            <a:lvl4pPr marL="1828831" lvl="3" indent="-342906" algn="l">
              <a:spcBef>
                <a:spcPts val="300"/>
              </a:spcBef>
              <a:spcAft>
                <a:spcPts val="0"/>
              </a:spcAft>
              <a:buClr>
                <a:schemeClr val="dk1"/>
              </a:buClr>
              <a:buSzPts val="1800"/>
              <a:buChar char="•"/>
              <a:defRPr/>
            </a:lvl4pPr>
            <a:lvl5pPr marL="2286038" lvl="4" indent="-342906" algn="l">
              <a:spcBef>
                <a:spcPts val="300"/>
              </a:spcBef>
              <a:spcAft>
                <a:spcPts val="0"/>
              </a:spcAft>
              <a:buClr>
                <a:schemeClr val="dk1"/>
              </a:buClr>
              <a:buSzPts val="1800"/>
              <a:buChar char="−"/>
              <a:defRPr/>
            </a:lvl5pPr>
            <a:lvl6pPr marL="2743246" lvl="5" indent="-342906" algn="l">
              <a:spcBef>
                <a:spcPts val="360"/>
              </a:spcBef>
              <a:spcAft>
                <a:spcPts val="0"/>
              </a:spcAft>
              <a:buClr>
                <a:schemeClr val="dk1"/>
              </a:buClr>
              <a:buSzPts val="1800"/>
              <a:buChar char="•"/>
              <a:defRPr/>
            </a:lvl6pPr>
            <a:lvl7pPr marL="3200453" lvl="6" indent="-342906" algn="l">
              <a:spcBef>
                <a:spcPts val="360"/>
              </a:spcBef>
              <a:spcAft>
                <a:spcPts val="0"/>
              </a:spcAft>
              <a:buClr>
                <a:schemeClr val="dk1"/>
              </a:buClr>
              <a:buSzPts val="1800"/>
              <a:buChar char="•"/>
              <a:defRPr/>
            </a:lvl7pPr>
            <a:lvl8pPr marL="3657661" lvl="7" indent="-342906" algn="l">
              <a:spcBef>
                <a:spcPts val="360"/>
              </a:spcBef>
              <a:spcAft>
                <a:spcPts val="0"/>
              </a:spcAft>
              <a:buClr>
                <a:schemeClr val="dk1"/>
              </a:buClr>
              <a:buSzPts val="1800"/>
              <a:buChar char="•"/>
              <a:defRPr/>
            </a:lvl8pPr>
            <a:lvl9pPr marL="4114868" lvl="8" indent="-342906" algn="l">
              <a:spcBef>
                <a:spcPts val="360"/>
              </a:spcBef>
              <a:spcAft>
                <a:spcPts val="0"/>
              </a:spcAft>
              <a:buClr>
                <a:schemeClr val="dk1"/>
              </a:buClr>
              <a:buSzPts val="1800"/>
              <a:buChar char="•"/>
              <a:defRPr/>
            </a:lvl9pPr>
          </a:lstStyle>
          <a:p>
            <a:endParaRPr/>
          </a:p>
        </p:txBody>
      </p:sp>
      <p:pic>
        <p:nvPicPr>
          <p:cNvPr id="232" name="Google Shape;232;p45" descr="A picture containing drawing&#10;&#10;Description automatically generated"/>
          <p:cNvPicPr preferRelativeResize="0"/>
          <p:nvPr/>
        </p:nvPicPr>
        <p:blipFill rotWithShape="1">
          <a:blip r:embed="rId2">
            <a:alphaModFix/>
          </a:blip>
          <a:srcRect b="31356"/>
          <a:stretch/>
        </p:blipFill>
        <p:spPr>
          <a:xfrm>
            <a:off x="455619" y="6277208"/>
            <a:ext cx="685807" cy="352192"/>
          </a:xfrm>
          <a:prstGeom prst="rect">
            <a:avLst/>
          </a:prstGeom>
          <a:noFill/>
          <a:ln>
            <a:noFill/>
          </a:ln>
        </p:spPr>
      </p:pic>
    </p:spTree>
  </p:cSld>
  <p:clrMapOvr>
    <a:masterClrMapping/>
  </p:clrMapOvr>
  <mc:AlternateContent xmlns:mc="http://schemas.openxmlformats.org/markup-compatibility/2006" xmlns:p14="http://schemas.microsoft.com/office/powerpoint/2010/main">
    <mc:Choice Requires="p14">
      <p:transition p14:dur="250">
        <p:fade/>
      </p:transition>
    </mc:Choice>
    <mc:Fallback xmlns:ahyp="http://schemas.microsoft.com/office/drawing/2018/hyperlinkcolor" xmlns:p15="http://schemas.microsoft.com/office/powerpoint/2012/main" xmlns:com="http://schemas.openxmlformats.org/drawingml/2006/compatibility" xmlns:pvml="urn:schemas-microsoft-com:office:powerpoint" xmlns:v="urn:schemas-microsoft-com:vml" xmlns:o="urn:schemas-microsoft-com:office:office" xmlns:dgm="http://schemas.openxmlformats.org/drawingml/2006/diagram" xmlns:c="http://schemas.openxmlformats.org/drawingml/2006/chart" xmlns:mv="urn:schemas-microsoft-com:mac:vml" xmlns="">
      <p:transition>
        <p:fade/>
      </p:transition>
    </mc:Fallback>
  </mc:AlternateContent>
</p:sldLayout>
</file>

<file path=ppt/slideLayouts/slideLayout44.xml><?xml version="1.0" encoding="utf-8"?>
<p:sldLayout xmlns:a="http://schemas.openxmlformats.org/drawingml/2006/main" xmlns:r="http://schemas.openxmlformats.org/officeDocument/2006/relationships" xmlns:p="http://schemas.openxmlformats.org/presentationml/2006/main" matchingName="NAVY 2Col Subhead | Title | Text">
  <p:cSld name="NAVY 2Col Subhead | Title | Text">
    <p:bg>
      <p:bgPr>
        <a:solidFill>
          <a:srgbClr val="030A14"/>
        </a:solidFill>
        <a:effectLst/>
      </p:bgPr>
    </p:bg>
    <p:spTree>
      <p:nvGrpSpPr>
        <p:cNvPr id="1" name="Shape 233"/>
        <p:cNvGrpSpPr/>
        <p:nvPr/>
      </p:nvGrpSpPr>
      <p:grpSpPr>
        <a:xfrm>
          <a:off x="0" y="0"/>
          <a:ext cx="0" cy="0"/>
          <a:chOff x="0" y="0"/>
          <a:chExt cx="0" cy="0"/>
        </a:xfrm>
      </p:grpSpPr>
      <p:sp>
        <p:nvSpPr>
          <p:cNvPr id="234" name="Google Shape;234;p46"/>
          <p:cNvSpPr txBox="1">
            <a:spLocks noGrp="1"/>
          </p:cNvSpPr>
          <p:nvPr>
            <p:ph type="title"/>
          </p:nvPr>
        </p:nvSpPr>
        <p:spPr>
          <a:xfrm>
            <a:off x="455618" y="731522"/>
            <a:ext cx="8915492" cy="524543"/>
          </a:xfrm>
          <a:prstGeom prst="rect">
            <a:avLst/>
          </a:prstGeom>
          <a:noFill/>
          <a:ln>
            <a:noFill/>
          </a:ln>
        </p:spPr>
        <p:txBody>
          <a:bodyPr spcFirstLastPara="1" wrap="square" lIns="0" tIns="0" rIns="0" bIns="0" anchor="t" anchorCtr="0">
            <a:noAutofit/>
          </a:bodyPr>
          <a:lstStyle>
            <a:lvl1pPr lvl="0" algn="l">
              <a:lnSpc>
                <a:spcPct val="80000"/>
              </a:lnSpc>
              <a:spcBef>
                <a:spcPts val="0"/>
              </a:spcBef>
              <a:spcAft>
                <a:spcPts val="0"/>
              </a:spcAft>
              <a:buClr>
                <a:schemeClr val="lt1"/>
              </a:buClr>
              <a:buSzPts val="3200"/>
              <a:buFont typeface="Roboto Medium"/>
              <a:buNone/>
              <a:defRPr b="0">
                <a:solidFill>
                  <a:schemeClr val="lt1"/>
                </a:solidFill>
              </a:defRPr>
            </a:lvl1pPr>
            <a:lvl2pPr lvl="1">
              <a:spcBef>
                <a:spcPts val="0"/>
              </a:spcBef>
              <a:spcAft>
                <a:spcPts val="0"/>
              </a:spcAft>
              <a:buSzPts val="1400"/>
              <a:buNone/>
              <a:defRPr/>
            </a:lvl2pPr>
            <a:lvl3pPr lvl="2">
              <a:spcBef>
                <a:spcPts val="0"/>
              </a:spcBef>
              <a:spcAft>
                <a:spcPts val="0"/>
              </a:spcAft>
              <a:buSzPts val="1400"/>
              <a:buNone/>
              <a:defRPr/>
            </a:lvl3pPr>
            <a:lvl4pPr lvl="3">
              <a:spcBef>
                <a:spcPts val="0"/>
              </a:spcBef>
              <a:spcAft>
                <a:spcPts val="0"/>
              </a:spcAft>
              <a:buSzPts val="1400"/>
              <a:buNone/>
              <a:defRPr/>
            </a:lvl4pPr>
            <a:lvl5pPr lvl="4">
              <a:spcBef>
                <a:spcPts val="0"/>
              </a:spcBef>
              <a:spcAft>
                <a:spcPts val="0"/>
              </a:spcAft>
              <a:buSzPts val="1400"/>
              <a:buNone/>
              <a:defRPr/>
            </a:lvl5pPr>
            <a:lvl6pPr lvl="5">
              <a:spcBef>
                <a:spcPts val="0"/>
              </a:spcBef>
              <a:spcAft>
                <a:spcPts val="0"/>
              </a:spcAft>
              <a:buSzPts val="1400"/>
              <a:buNone/>
              <a:defRPr/>
            </a:lvl6pPr>
            <a:lvl7pPr lvl="6">
              <a:spcBef>
                <a:spcPts val="0"/>
              </a:spcBef>
              <a:spcAft>
                <a:spcPts val="0"/>
              </a:spcAft>
              <a:buSzPts val="1400"/>
              <a:buNone/>
              <a:defRPr/>
            </a:lvl7pPr>
            <a:lvl8pPr lvl="7">
              <a:spcBef>
                <a:spcPts val="0"/>
              </a:spcBef>
              <a:spcAft>
                <a:spcPts val="0"/>
              </a:spcAft>
              <a:buSzPts val="1400"/>
              <a:buNone/>
              <a:defRPr/>
            </a:lvl8pPr>
            <a:lvl9pPr lvl="8">
              <a:spcBef>
                <a:spcPts val="0"/>
              </a:spcBef>
              <a:spcAft>
                <a:spcPts val="0"/>
              </a:spcAft>
              <a:buSzPts val="1400"/>
              <a:buNone/>
              <a:defRPr/>
            </a:lvl9pPr>
          </a:lstStyle>
          <a:p>
            <a:endParaRPr/>
          </a:p>
        </p:txBody>
      </p:sp>
      <p:sp>
        <p:nvSpPr>
          <p:cNvPr id="235" name="Google Shape;235;p46"/>
          <p:cNvSpPr txBox="1">
            <a:spLocks noGrp="1"/>
          </p:cNvSpPr>
          <p:nvPr>
            <p:ph type="body" idx="1"/>
          </p:nvPr>
        </p:nvSpPr>
        <p:spPr>
          <a:xfrm>
            <a:off x="455617" y="2971800"/>
            <a:ext cx="5486456" cy="2971800"/>
          </a:xfrm>
          <a:prstGeom prst="rect">
            <a:avLst/>
          </a:prstGeom>
          <a:noFill/>
          <a:ln>
            <a:noFill/>
          </a:ln>
        </p:spPr>
        <p:txBody>
          <a:bodyPr spcFirstLastPara="1" wrap="square" lIns="0" tIns="0" rIns="0" bIns="0" anchor="t" anchorCtr="0">
            <a:noAutofit/>
          </a:bodyPr>
          <a:lstStyle>
            <a:lvl1pPr marL="457207" lvl="0" indent="-228604" algn="l">
              <a:lnSpc>
                <a:spcPct val="100000"/>
              </a:lnSpc>
              <a:spcBef>
                <a:spcPts val="1800"/>
              </a:spcBef>
              <a:spcAft>
                <a:spcPts val="0"/>
              </a:spcAft>
              <a:buClr>
                <a:schemeClr val="lt1"/>
              </a:buClr>
              <a:buSzPts val="2000"/>
              <a:buFont typeface="Roboto"/>
              <a:buNone/>
              <a:defRPr b="0" i="0">
                <a:solidFill>
                  <a:schemeClr val="lt1"/>
                </a:solidFill>
                <a:latin typeface="Roboto"/>
                <a:ea typeface="Roboto"/>
                <a:cs typeface="Roboto"/>
                <a:sym typeface="Roboto"/>
              </a:defRPr>
            </a:lvl1pPr>
            <a:lvl2pPr marL="914415" lvl="1" indent="-342906" algn="l">
              <a:spcBef>
                <a:spcPts val="600"/>
              </a:spcBef>
              <a:spcAft>
                <a:spcPts val="0"/>
              </a:spcAft>
              <a:buClr>
                <a:schemeClr val="lt1"/>
              </a:buClr>
              <a:buSzPts val="1800"/>
              <a:buChar char="•"/>
              <a:defRPr b="0" i="0">
                <a:solidFill>
                  <a:schemeClr val="lt1"/>
                </a:solidFill>
                <a:latin typeface="Roboto"/>
                <a:ea typeface="Roboto"/>
                <a:cs typeface="Roboto"/>
                <a:sym typeface="Roboto"/>
              </a:defRPr>
            </a:lvl2pPr>
            <a:lvl3pPr marL="1371622" lvl="2" indent="-330205" algn="l">
              <a:spcBef>
                <a:spcPts val="600"/>
              </a:spcBef>
              <a:spcAft>
                <a:spcPts val="0"/>
              </a:spcAft>
              <a:buClr>
                <a:schemeClr val="lt1"/>
              </a:buClr>
              <a:buSzPts val="1600"/>
              <a:buChar char="−"/>
              <a:defRPr b="0" i="0">
                <a:solidFill>
                  <a:schemeClr val="lt1"/>
                </a:solidFill>
                <a:latin typeface="Roboto"/>
                <a:ea typeface="Roboto"/>
                <a:cs typeface="Roboto"/>
                <a:sym typeface="Roboto"/>
              </a:defRPr>
            </a:lvl3pPr>
            <a:lvl4pPr marL="1828831" lvl="3" indent="-317506" algn="l">
              <a:spcBef>
                <a:spcPts val="300"/>
              </a:spcBef>
              <a:spcAft>
                <a:spcPts val="0"/>
              </a:spcAft>
              <a:buClr>
                <a:schemeClr val="lt1"/>
              </a:buClr>
              <a:buSzPts val="1400"/>
              <a:buChar char="•"/>
              <a:defRPr b="0" i="0">
                <a:solidFill>
                  <a:schemeClr val="lt1"/>
                </a:solidFill>
                <a:latin typeface="Roboto"/>
                <a:ea typeface="Roboto"/>
                <a:cs typeface="Roboto"/>
                <a:sym typeface="Roboto"/>
              </a:defRPr>
            </a:lvl4pPr>
            <a:lvl5pPr marL="2286038" lvl="4" indent="-304805" algn="l">
              <a:spcBef>
                <a:spcPts val="300"/>
              </a:spcBef>
              <a:spcAft>
                <a:spcPts val="0"/>
              </a:spcAft>
              <a:buClr>
                <a:schemeClr val="lt1"/>
              </a:buClr>
              <a:buSzPts val="1200"/>
              <a:buChar char="−"/>
              <a:defRPr b="0" i="0">
                <a:solidFill>
                  <a:schemeClr val="lt1"/>
                </a:solidFill>
                <a:latin typeface="Roboto"/>
                <a:ea typeface="Roboto"/>
                <a:cs typeface="Roboto"/>
                <a:sym typeface="Roboto"/>
              </a:defRPr>
            </a:lvl5pPr>
            <a:lvl6pPr marL="2743246" lvl="5" indent="-342906" algn="l">
              <a:spcBef>
                <a:spcPts val="360"/>
              </a:spcBef>
              <a:spcAft>
                <a:spcPts val="0"/>
              </a:spcAft>
              <a:buClr>
                <a:schemeClr val="dk1"/>
              </a:buClr>
              <a:buSzPts val="1800"/>
              <a:buChar char="•"/>
              <a:defRPr/>
            </a:lvl6pPr>
            <a:lvl7pPr marL="3200453" lvl="6" indent="-342906" algn="l">
              <a:spcBef>
                <a:spcPts val="360"/>
              </a:spcBef>
              <a:spcAft>
                <a:spcPts val="0"/>
              </a:spcAft>
              <a:buClr>
                <a:schemeClr val="dk1"/>
              </a:buClr>
              <a:buSzPts val="1800"/>
              <a:buChar char="•"/>
              <a:defRPr/>
            </a:lvl7pPr>
            <a:lvl8pPr marL="3657661" lvl="7" indent="-342906" algn="l">
              <a:spcBef>
                <a:spcPts val="360"/>
              </a:spcBef>
              <a:spcAft>
                <a:spcPts val="0"/>
              </a:spcAft>
              <a:buClr>
                <a:schemeClr val="dk1"/>
              </a:buClr>
              <a:buSzPts val="1800"/>
              <a:buChar char="•"/>
              <a:defRPr/>
            </a:lvl8pPr>
            <a:lvl9pPr marL="4114868" lvl="8" indent="-342906" algn="l">
              <a:spcBef>
                <a:spcPts val="360"/>
              </a:spcBef>
              <a:spcAft>
                <a:spcPts val="0"/>
              </a:spcAft>
              <a:buClr>
                <a:schemeClr val="dk1"/>
              </a:buClr>
              <a:buSzPts val="1800"/>
              <a:buChar char="•"/>
              <a:defRPr/>
            </a:lvl9pPr>
          </a:lstStyle>
          <a:p>
            <a:endParaRPr/>
          </a:p>
        </p:txBody>
      </p:sp>
      <p:sp>
        <p:nvSpPr>
          <p:cNvPr id="236" name="Google Shape;236;p46"/>
          <p:cNvSpPr txBox="1">
            <a:spLocks noGrp="1"/>
          </p:cNvSpPr>
          <p:nvPr>
            <p:ph type="body" idx="2"/>
          </p:nvPr>
        </p:nvSpPr>
        <p:spPr>
          <a:xfrm>
            <a:off x="455618" y="460685"/>
            <a:ext cx="8915492" cy="229235"/>
          </a:xfrm>
          <a:prstGeom prst="rect">
            <a:avLst/>
          </a:prstGeom>
          <a:noFill/>
          <a:ln>
            <a:noFill/>
          </a:ln>
        </p:spPr>
        <p:txBody>
          <a:bodyPr spcFirstLastPara="1" wrap="square" lIns="0" tIns="0" rIns="0" bIns="0" anchor="t" anchorCtr="0">
            <a:noAutofit/>
          </a:bodyPr>
          <a:lstStyle>
            <a:lvl1pPr marL="457207" lvl="0" indent="-228604" algn="l">
              <a:spcBef>
                <a:spcPts val="1800"/>
              </a:spcBef>
              <a:spcAft>
                <a:spcPts val="0"/>
              </a:spcAft>
              <a:buClr>
                <a:schemeClr val="accent2"/>
              </a:buClr>
              <a:buSzPts val="1400"/>
              <a:buFont typeface="Roboto Medium"/>
              <a:buNone/>
              <a:defRPr sz="1400" b="0" i="0">
                <a:solidFill>
                  <a:schemeClr val="accent2"/>
                </a:solidFill>
                <a:latin typeface="Roboto Medium"/>
                <a:ea typeface="Roboto Medium"/>
                <a:cs typeface="Roboto Medium"/>
                <a:sym typeface="Roboto Medium"/>
              </a:defRPr>
            </a:lvl1pPr>
            <a:lvl2pPr marL="914415" lvl="1" indent="-228604" algn="l">
              <a:spcBef>
                <a:spcPts val="600"/>
              </a:spcBef>
              <a:spcAft>
                <a:spcPts val="0"/>
              </a:spcAft>
              <a:buClr>
                <a:schemeClr val="dk1"/>
              </a:buClr>
              <a:buSzPts val="1800"/>
              <a:buNone/>
              <a:defRPr/>
            </a:lvl2pPr>
            <a:lvl3pPr marL="1371622" lvl="2" indent="-342906" algn="l">
              <a:spcBef>
                <a:spcPts val="600"/>
              </a:spcBef>
              <a:spcAft>
                <a:spcPts val="0"/>
              </a:spcAft>
              <a:buClr>
                <a:schemeClr val="dk1"/>
              </a:buClr>
              <a:buSzPts val="1800"/>
              <a:buChar char="−"/>
              <a:defRPr/>
            </a:lvl3pPr>
            <a:lvl4pPr marL="1828831" lvl="3" indent="-342906" algn="l">
              <a:spcBef>
                <a:spcPts val="300"/>
              </a:spcBef>
              <a:spcAft>
                <a:spcPts val="0"/>
              </a:spcAft>
              <a:buClr>
                <a:schemeClr val="dk1"/>
              </a:buClr>
              <a:buSzPts val="1800"/>
              <a:buChar char="•"/>
              <a:defRPr/>
            </a:lvl4pPr>
            <a:lvl5pPr marL="2286038" lvl="4" indent="-342906" algn="l">
              <a:spcBef>
                <a:spcPts val="300"/>
              </a:spcBef>
              <a:spcAft>
                <a:spcPts val="0"/>
              </a:spcAft>
              <a:buClr>
                <a:schemeClr val="dk1"/>
              </a:buClr>
              <a:buSzPts val="1800"/>
              <a:buChar char="−"/>
              <a:defRPr/>
            </a:lvl5pPr>
            <a:lvl6pPr marL="2743246" lvl="5" indent="-342906" algn="l">
              <a:spcBef>
                <a:spcPts val="360"/>
              </a:spcBef>
              <a:spcAft>
                <a:spcPts val="0"/>
              </a:spcAft>
              <a:buClr>
                <a:schemeClr val="dk1"/>
              </a:buClr>
              <a:buSzPts val="1800"/>
              <a:buChar char="•"/>
              <a:defRPr/>
            </a:lvl6pPr>
            <a:lvl7pPr marL="3200453" lvl="6" indent="-342906" algn="l">
              <a:spcBef>
                <a:spcPts val="360"/>
              </a:spcBef>
              <a:spcAft>
                <a:spcPts val="0"/>
              </a:spcAft>
              <a:buClr>
                <a:schemeClr val="dk1"/>
              </a:buClr>
              <a:buSzPts val="1800"/>
              <a:buChar char="•"/>
              <a:defRPr/>
            </a:lvl7pPr>
            <a:lvl8pPr marL="3657661" lvl="7" indent="-342906" algn="l">
              <a:spcBef>
                <a:spcPts val="360"/>
              </a:spcBef>
              <a:spcAft>
                <a:spcPts val="0"/>
              </a:spcAft>
              <a:buClr>
                <a:schemeClr val="dk1"/>
              </a:buClr>
              <a:buSzPts val="1800"/>
              <a:buChar char="•"/>
              <a:defRPr/>
            </a:lvl8pPr>
            <a:lvl9pPr marL="4114868" lvl="8" indent="-342906" algn="l">
              <a:spcBef>
                <a:spcPts val="360"/>
              </a:spcBef>
              <a:spcAft>
                <a:spcPts val="0"/>
              </a:spcAft>
              <a:buClr>
                <a:schemeClr val="dk1"/>
              </a:buClr>
              <a:buSzPts val="1800"/>
              <a:buChar char="•"/>
              <a:defRPr/>
            </a:lvl9pPr>
          </a:lstStyle>
          <a:p>
            <a:endParaRPr/>
          </a:p>
        </p:txBody>
      </p:sp>
      <p:sp>
        <p:nvSpPr>
          <p:cNvPr id="237" name="Google Shape;237;p46"/>
          <p:cNvSpPr txBox="1">
            <a:spLocks noGrp="1"/>
          </p:cNvSpPr>
          <p:nvPr>
            <p:ph type="body" idx="3"/>
          </p:nvPr>
        </p:nvSpPr>
        <p:spPr>
          <a:xfrm>
            <a:off x="7508953" y="6432334"/>
            <a:ext cx="4224381" cy="228601"/>
          </a:xfrm>
          <a:prstGeom prst="rect">
            <a:avLst/>
          </a:prstGeom>
          <a:noFill/>
          <a:ln>
            <a:noFill/>
          </a:ln>
        </p:spPr>
        <p:txBody>
          <a:bodyPr spcFirstLastPara="1" wrap="square" lIns="0" tIns="0" rIns="0" bIns="0" anchor="b" anchorCtr="0">
            <a:noAutofit/>
          </a:bodyPr>
          <a:lstStyle>
            <a:lvl1pPr marL="457207" lvl="0" indent="-228604" algn="r">
              <a:spcBef>
                <a:spcPts val="1800"/>
              </a:spcBef>
              <a:spcAft>
                <a:spcPts val="0"/>
              </a:spcAft>
              <a:buClr>
                <a:schemeClr val="lt1"/>
              </a:buClr>
              <a:buSzPts val="1000"/>
              <a:buFont typeface="Roboto Medium"/>
              <a:buNone/>
              <a:defRPr sz="1000" b="0" i="0">
                <a:solidFill>
                  <a:schemeClr val="lt1"/>
                </a:solidFill>
                <a:latin typeface="Roboto Medium"/>
                <a:ea typeface="Roboto Medium"/>
                <a:cs typeface="Roboto Medium"/>
                <a:sym typeface="Roboto Medium"/>
              </a:defRPr>
            </a:lvl1pPr>
            <a:lvl2pPr marL="914415" lvl="1" indent="-228604" algn="l">
              <a:spcBef>
                <a:spcPts val="600"/>
              </a:spcBef>
              <a:spcAft>
                <a:spcPts val="0"/>
              </a:spcAft>
              <a:buClr>
                <a:schemeClr val="dk1"/>
              </a:buClr>
              <a:buSzPts val="1800"/>
              <a:buNone/>
              <a:defRPr/>
            </a:lvl2pPr>
            <a:lvl3pPr marL="1371622" lvl="2" indent="-342906" algn="l">
              <a:spcBef>
                <a:spcPts val="600"/>
              </a:spcBef>
              <a:spcAft>
                <a:spcPts val="0"/>
              </a:spcAft>
              <a:buClr>
                <a:schemeClr val="dk1"/>
              </a:buClr>
              <a:buSzPts val="1800"/>
              <a:buChar char="−"/>
              <a:defRPr/>
            </a:lvl3pPr>
            <a:lvl4pPr marL="1828831" lvl="3" indent="-342906" algn="l">
              <a:spcBef>
                <a:spcPts val="300"/>
              </a:spcBef>
              <a:spcAft>
                <a:spcPts val="0"/>
              </a:spcAft>
              <a:buClr>
                <a:schemeClr val="dk1"/>
              </a:buClr>
              <a:buSzPts val="1800"/>
              <a:buChar char="•"/>
              <a:defRPr/>
            </a:lvl4pPr>
            <a:lvl5pPr marL="2286038" lvl="4" indent="-342906" algn="l">
              <a:spcBef>
                <a:spcPts val="300"/>
              </a:spcBef>
              <a:spcAft>
                <a:spcPts val="0"/>
              </a:spcAft>
              <a:buClr>
                <a:schemeClr val="dk1"/>
              </a:buClr>
              <a:buSzPts val="1800"/>
              <a:buChar char="−"/>
              <a:defRPr/>
            </a:lvl5pPr>
            <a:lvl6pPr marL="2743246" lvl="5" indent="-342906" algn="l">
              <a:spcBef>
                <a:spcPts val="360"/>
              </a:spcBef>
              <a:spcAft>
                <a:spcPts val="0"/>
              </a:spcAft>
              <a:buClr>
                <a:schemeClr val="dk1"/>
              </a:buClr>
              <a:buSzPts val="1800"/>
              <a:buChar char="•"/>
              <a:defRPr/>
            </a:lvl6pPr>
            <a:lvl7pPr marL="3200453" lvl="6" indent="-342906" algn="l">
              <a:spcBef>
                <a:spcPts val="360"/>
              </a:spcBef>
              <a:spcAft>
                <a:spcPts val="0"/>
              </a:spcAft>
              <a:buClr>
                <a:schemeClr val="dk1"/>
              </a:buClr>
              <a:buSzPts val="1800"/>
              <a:buChar char="•"/>
              <a:defRPr/>
            </a:lvl7pPr>
            <a:lvl8pPr marL="3657661" lvl="7" indent="-342906" algn="l">
              <a:spcBef>
                <a:spcPts val="360"/>
              </a:spcBef>
              <a:spcAft>
                <a:spcPts val="0"/>
              </a:spcAft>
              <a:buClr>
                <a:schemeClr val="dk1"/>
              </a:buClr>
              <a:buSzPts val="1800"/>
              <a:buChar char="•"/>
              <a:defRPr/>
            </a:lvl8pPr>
            <a:lvl9pPr marL="4114868" lvl="8" indent="-342906" algn="l">
              <a:spcBef>
                <a:spcPts val="360"/>
              </a:spcBef>
              <a:spcAft>
                <a:spcPts val="0"/>
              </a:spcAft>
              <a:buClr>
                <a:schemeClr val="dk1"/>
              </a:buClr>
              <a:buSzPts val="1800"/>
              <a:buChar char="•"/>
              <a:defRPr/>
            </a:lvl9pPr>
          </a:lstStyle>
          <a:p>
            <a:endParaRPr/>
          </a:p>
        </p:txBody>
      </p:sp>
      <p:sp>
        <p:nvSpPr>
          <p:cNvPr id="238" name="Google Shape;238;p46"/>
          <p:cNvSpPr txBox="1">
            <a:spLocks noGrp="1"/>
          </p:cNvSpPr>
          <p:nvPr>
            <p:ph type="body" idx="4"/>
          </p:nvPr>
        </p:nvSpPr>
        <p:spPr>
          <a:xfrm>
            <a:off x="6246876" y="2971801"/>
            <a:ext cx="5486456" cy="2971800"/>
          </a:xfrm>
          <a:prstGeom prst="rect">
            <a:avLst/>
          </a:prstGeom>
          <a:noFill/>
          <a:ln>
            <a:noFill/>
          </a:ln>
        </p:spPr>
        <p:txBody>
          <a:bodyPr spcFirstLastPara="1" wrap="square" lIns="0" tIns="0" rIns="0" bIns="0" anchor="t" anchorCtr="0">
            <a:noAutofit/>
          </a:bodyPr>
          <a:lstStyle>
            <a:lvl1pPr marL="457207" lvl="0" indent="-228604" algn="l">
              <a:spcBef>
                <a:spcPts val="1800"/>
              </a:spcBef>
              <a:spcAft>
                <a:spcPts val="0"/>
              </a:spcAft>
              <a:buClr>
                <a:schemeClr val="lt1"/>
              </a:buClr>
              <a:buSzPts val="2000"/>
              <a:buFont typeface="Roboto"/>
              <a:buNone/>
              <a:defRPr>
                <a:solidFill>
                  <a:schemeClr val="lt1"/>
                </a:solidFill>
              </a:defRPr>
            </a:lvl1pPr>
            <a:lvl2pPr marL="914415" lvl="1" indent="-342906" algn="l">
              <a:spcBef>
                <a:spcPts val="600"/>
              </a:spcBef>
              <a:spcAft>
                <a:spcPts val="0"/>
              </a:spcAft>
              <a:buClr>
                <a:schemeClr val="lt1"/>
              </a:buClr>
              <a:buSzPts val="1800"/>
              <a:buChar char="•"/>
              <a:defRPr>
                <a:solidFill>
                  <a:schemeClr val="lt1"/>
                </a:solidFill>
              </a:defRPr>
            </a:lvl2pPr>
            <a:lvl3pPr marL="1371622" lvl="2" indent="-330205" algn="l">
              <a:spcBef>
                <a:spcPts val="600"/>
              </a:spcBef>
              <a:spcAft>
                <a:spcPts val="0"/>
              </a:spcAft>
              <a:buClr>
                <a:schemeClr val="lt1"/>
              </a:buClr>
              <a:buSzPts val="1600"/>
              <a:buChar char="−"/>
              <a:defRPr>
                <a:solidFill>
                  <a:schemeClr val="lt1"/>
                </a:solidFill>
              </a:defRPr>
            </a:lvl3pPr>
            <a:lvl4pPr marL="1828831" lvl="3" indent="-317506" algn="l">
              <a:spcBef>
                <a:spcPts val="300"/>
              </a:spcBef>
              <a:spcAft>
                <a:spcPts val="0"/>
              </a:spcAft>
              <a:buClr>
                <a:schemeClr val="lt1"/>
              </a:buClr>
              <a:buSzPts val="1400"/>
              <a:buChar char="•"/>
              <a:defRPr>
                <a:solidFill>
                  <a:schemeClr val="lt1"/>
                </a:solidFill>
              </a:defRPr>
            </a:lvl4pPr>
            <a:lvl5pPr marL="2286038" lvl="4" indent="-304805" algn="l">
              <a:spcBef>
                <a:spcPts val="300"/>
              </a:spcBef>
              <a:spcAft>
                <a:spcPts val="0"/>
              </a:spcAft>
              <a:buClr>
                <a:schemeClr val="lt1"/>
              </a:buClr>
              <a:buSzPts val="1200"/>
              <a:buChar char="−"/>
              <a:defRPr>
                <a:solidFill>
                  <a:schemeClr val="lt1"/>
                </a:solidFill>
              </a:defRPr>
            </a:lvl5pPr>
            <a:lvl6pPr marL="2743246" lvl="5" indent="-342906" algn="l">
              <a:spcBef>
                <a:spcPts val="360"/>
              </a:spcBef>
              <a:spcAft>
                <a:spcPts val="0"/>
              </a:spcAft>
              <a:buClr>
                <a:schemeClr val="dk1"/>
              </a:buClr>
              <a:buSzPts val="1800"/>
              <a:buChar char="•"/>
              <a:defRPr/>
            </a:lvl6pPr>
            <a:lvl7pPr marL="3200453" lvl="6" indent="-342906" algn="l">
              <a:spcBef>
                <a:spcPts val="360"/>
              </a:spcBef>
              <a:spcAft>
                <a:spcPts val="0"/>
              </a:spcAft>
              <a:buClr>
                <a:schemeClr val="dk1"/>
              </a:buClr>
              <a:buSzPts val="1800"/>
              <a:buChar char="•"/>
              <a:defRPr/>
            </a:lvl7pPr>
            <a:lvl8pPr marL="3657661" lvl="7" indent="-342906" algn="l">
              <a:spcBef>
                <a:spcPts val="360"/>
              </a:spcBef>
              <a:spcAft>
                <a:spcPts val="0"/>
              </a:spcAft>
              <a:buClr>
                <a:schemeClr val="dk1"/>
              </a:buClr>
              <a:buSzPts val="1800"/>
              <a:buChar char="•"/>
              <a:defRPr/>
            </a:lvl8pPr>
            <a:lvl9pPr marL="4114868" lvl="8" indent="-342906" algn="l">
              <a:spcBef>
                <a:spcPts val="360"/>
              </a:spcBef>
              <a:spcAft>
                <a:spcPts val="0"/>
              </a:spcAft>
              <a:buClr>
                <a:schemeClr val="dk1"/>
              </a:buClr>
              <a:buSzPts val="1800"/>
              <a:buChar char="•"/>
              <a:defRPr/>
            </a:lvl9pPr>
          </a:lstStyle>
          <a:p>
            <a:endParaRPr/>
          </a:p>
        </p:txBody>
      </p:sp>
      <p:pic>
        <p:nvPicPr>
          <p:cNvPr id="239" name="Google Shape;239;p46" descr="A picture containing drawing&#10;&#10;Description automatically generated"/>
          <p:cNvPicPr preferRelativeResize="0"/>
          <p:nvPr/>
        </p:nvPicPr>
        <p:blipFill rotWithShape="1">
          <a:blip r:embed="rId2">
            <a:alphaModFix/>
          </a:blip>
          <a:srcRect b="31356"/>
          <a:stretch/>
        </p:blipFill>
        <p:spPr>
          <a:xfrm>
            <a:off x="455619" y="6277208"/>
            <a:ext cx="685807" cy="352192"/>
          </a:xfrm>
          <a:prstGeom prst="rect">
            <a:avLst/>
          </a:prstGeom>
          <a:noFill/>
          <a:ln>
            <a:noFill/>
          </a:ln>
        </p:spPr>
      </p:pic>
    </p:spTree>
  </p:cSld>
  <p:clrMapOvr>
    <a:masterClrMapping/>
  </p:clrMapOvr>
  <mc:AlternateContent xmlns:mc="http://schemas.openxmlformats.org/markup-compatibility/2006" xmlns:p14="http://schemas.microsoft.com/office/powerpoint/2010/main">
    <mc:Choice Requires="p14">
      <p:transition p14:dur="250">
        <p:fade/>
      </p:transition>
    </mc:Choice>
    <mc:Fallback xmlns:ahyp="http://schemas.microsoft.com/office/drawing/2018/hyperlinkcolor" xmlns:p15="http://schemas.microsoft.com/office/powerpoint/2012/main" xmlns:com="http://schemas.openxmlformats.org/drawingml/2006/compatibility" xmlns:pvml="urn:schemas-microsoft-com:office:powerpoint" xmlns:v="urn:schemas-microsoft-com:vml" xmlns:o="urn:schemas-microsoft-com:office:office" xmlns:dgm="http://schemas.openxmlformats.org/drawingml/2006/diagram" xmlns:c="http://schemas.openxmlformats.org/drawingml/2006/chart" xmlns:mv="urn:schemas-microsoft-com:mac:vml" xmlns="">
      <p:transition>
        <p:fade/>
      </p:transition>
    </mc:Fallback>
  </mc:AlternateContent>
</p:sldLayout>
</file>

<file path=ppt/slideLayouts/slideLayout45.xml><?xml version="1.0" encoding="utf-8"?>
<p:sldLayout xmlns:a="http://schemas.openxmlformats.org/drawingml/2006/main" xmlns:r="http://schemas.openxmlformats.org/officeDocument/2006/relationships" xmlns:p="http://schemas.openxmlformats.org/presentationml/2006/main" matchingName="NAVY Subhead | Title | Text | Image">
  <p:cSld name="NAVY Subhead | Title | Text | Image">
    <p:bg>
      <p:bgPr>
        <a:solidFill>
          <a:srgbClr val="030A14"/>
        </a:solidFill>
        <a:effectLst/>
      </p:bgPr>
    </p:bg>
    <p:spTree>
      <p:nvGrpSpPr>
        <p:cNvPr id="1" name="Shape 240"/>
        <p:cNvGrpSpPr/>
        <p:nvPr/>
      </p:nvGrpSpPr>
      <p:grpSpPr>
        <a:xfrm>
          <a:off x="0" y="0"/>
          <a:ext cx="0" cy="0"/>
          <a:chOff x="0" y="0"/>
          <a:chExt cx="0" cy="0"/>
        </a:xfrm>
      </p:grpSpPr>
      <p:sp>
        <p:nvSpPr>
          <p:cNvPr id="241" name="Google Shape;241;p47"/>
          <p:cNvSpPr txBox="1">
            <a:spLocks noGrp="1"/>
          </p:cNvSpPr>
          <p:nvPr>
            <p:ph type="title"/>
          </p:nvPr>
        </p:nvSpPr>
        <p:spPr>
          <a:xfrm>
            <a:off x="455618" y="731522"/>
            <a:ext cx="8915492" cy="524543"/>
          </a:xfrm>
          <a:prstGeom prst="rect">
            <a:avLst/>
          </a:prstGeom>
          <a:noFill/>
          <a:ln>
            <a:noFill/>
          </a:ln>
        </p:spPr>
        <p:txBody>
          <a:bodyPr spcFirstLastPara="1" wrap="square" lIns="0" tIns="0" rIns="0" bIns="0" anchor="t" anchorCtr="0">
            <a:noAutofit/>
          </a:bodyPr>
          <a:lstStyle>
            <a:lvl1pPr lvl="0" algn="l">
              <a:lnSpc>
                <a:spcPct val="80000"/>
              </a:lnSpc>
              <a:spcBef>
                <a:spcPts val="0"/>
              </a:spcBef>
              <a:spcAft>
                <a:spcPts val="0"/>
              </a:spcAft>
              <a:buClr>
                <a:schemeClr val="lt1"/>
              </a:buClr>
              <a:buSzPts val="3200"/>
              <a:buFont typeface="Roboto Medium"/>
              <a:buNone/>
              <a:defRPr b="0">
                <a:solidFill>
                  <a:schemeClr val="lt1"/>
                </a:solidFill>
              </a:defRPr>
            </a:lvl1pPr>
            <a:lvl2pPr lvl="1">
              <a:spcBef>
                <a:spcPts val="0"/>
              </a:spcBef>
              <a:spcAft>
                <a:spcPts val="0"/>
              </a:spcAft>
              <a:buSzPts val="1400"/>
              <a:buNone/>
              <a:defRPr/>
            </a:lvl2pPr>
            <a:lvl3pPr lvl="2">
              <a:spcBef>
                <a:spcPts val="0"/>
              </a:spcBef>
              <a:spcAft>
                <a:spcPts val="0"/>
              </a:spcAft>
              <a:buSzPts val="1400"/>
              <a:buNone/>
              <a:defRPr/>
            </a:lvl3pPr>
            <a:lvl4pPr lvl="3">
              <a:spcBef>
                <a:spcPts val="0"/>
              </a:spcBef>
              <a:spcAft>
                <a:spcPts val="0"/>
              </a:spcAft>
              <a:buSzPts val="1400"/>
              <a:buNone/>
              <a:defRPr/>
            </a:lvl4pPr>
            <a:lvl5pPr lvl="4">
              <a:spcBef>
                <a:spcPts val="0"/>
              </a:spcBef>
              <a:spcAft>
                <a:spcPts val="0"/>
              </a:spcAft>
              <a:buSzPts val="1400"/>
              <a:buNone/>
              <a:defRPr/>
            </a:lvl5pPr>
            <a:lvl6pPr lvl="5">
              <a:spcBef>
                <a:spcPts val="0"/>
              </a:spcBef>
              <a:spcAft>
                <a:spcPts val="0"/>
              </a:spcAft>
              <a:buSzPts val="1400"/>
              <a:buNone/>
              <a:defRPr/>
            </a:lvl6pPr>
            <a:lvl7pPr lvl="6">
              <a:spcBef>
                <a:spcPts val="0"/>
              </a:spcBef>
              <a:spcAft>
                <a:spcPts val="0"/>
              </a:spcAft>
              <a:buSzPts val="1400"/>
              <a:buNone/>
              <a:defRPr/>
            </a:lvl7pPr>
            <a:lvl8pPr lvl="7">
              <a:spcBef>
                <a:spcPts val="0"/>
              </a:spcBef>
              <a:spcAft>
                <a:spcPts val="0"/>
              </a:spcAft>
              <a:buSzPts val="1400"/>
              <a:buNone/>
              <a:defRPr/>
            </a:lvl8pPr>
            <a:lvl9pPr lvl="8">
              <a:spcBef>
                <a:spcPts val="0"/>
              </a:spcBef>
              <a:spcAft>
                <a:spcPts val="0"/>
              </a:spcAft>
              <a:buSzPts val="1400"/>
              <a:buNone/>
              <a:defRPr/>
            </a:lvl9pPr>
          </a:lstStyle>
          <a:p>
            <a:endParaRPr/>
          </a:p>
        </p:txBody>
      </p:sp>
      <p:sp>
        <p:nvSpPr>
          <p:cNvPr id="242" name="Google Shape;242;p47"/>
          <p:cNvSpPr txBox="1">
            <a:spLocks noGrp="1"/>
          </p:cNvSpPr>
          <p:nvPr>
            <p:ph type="body" idx="1"/>
          </p:nvPr>
        </p:nvSpPr>
        <p:spPr>
          <a:xfrm>
            <a:off x="455616" y="2971800"/>
            <a:ext cx="5638859" cy="2971800"/>
          </a:xfrm>
          <a:prstGeom prst="rect">
            <a:avLst/>
          </a:prstGeom>
          <a:noFill/>
          <a:ln>
            <a:noFill/>
          </a:ln>
        </p:spPr>
        <p:txBody>
          <a:bodyPr spcFirstLastPara="1" wrap="square" lIns="0" tIns="0" rIns="0" bIns="0" anchor="t" anchorCtr="0">
            <a:noAutofit/>
          </a:bodyPr>
          <a:lstStyle>
            <a:lvl1pPr marL="457207" lvl="0" indent="-228604" algn="l">
              <a:lnSpc>
                <a:spcPct val="100000"/>
              </a:lnSpc>
              <a:spcBef>
                <a:spcPts val="1800"/>
              </a:spcBef>
              <a:spcAft>
                <a:spcPts val="0"/>
              </a:spcAft>
              <a:buClr>
                <a:schemeClr val="lt1"/>
              </a:buClr>
              <a:buSzPts val="2000"/>
              <a:buFont typeface="Roboto"/>
              <a:buNone/>
              <a:defRPr b="0" i="0">
                <a:solidFill>
                  <a:schemeClr val="lt1"/>
                </a:solidFill>
                <a:latin typeface="Roboto"/>
                <a:ea typeface="Roboto"/>
                <a:cs typeface="Roboto"/>
                <a:sym typeface="Roboto"/>
              </a:defRPr>
            </a:lvl1pPr>
            <a:lvl2pPr marL="914415" lvl="1" indent="-342906" algn="l">
              <a:spcBef>
                <a:spcPts val="600"/>
              </a:spcBef>
              <a:spcAft>
                <a:spcPts val="0"/>
              </a:spcAft>
              <a:buClr>
                <a:schemeClr val="lt1"/>
              </a:buClr>
              <a:buSzPts val="1800"/>
              <a:buChar char="•"/>
              <a:defRPr b="0" i="0">
                <a:solidFill>
                  <a:schemeClr val="lt1"/>
                </a:solidFill>
                <a:latin typeface="Roboto"/>
                <a:ea typeface="Roboto"/>
                <a:cs typeface="Roboto"/>
                <a:sym typeface="Roboto"/>
              </a:defRPr>
            </a:lvl2pPr>
            <a:lvl3pPr marL="1371622" lvl="2" indent="-330205" algn="l">
              <a:spcBef>
                <a:spcPts val="600"/>
              </a:spcBef>
              <a:spcAft>
                <a:spcPts val="0"/>
              </a:spcAft>
              <a:buClr>
                <a:schemeClr val="lt1"/>
              </a:buClr>
              <a:buSzPts val="1600"/>
              <a:buChar char="−"/>
              <a:defRPr b="0" i="0">
                <a:solidFill>
                  <a:schemeClr val="lt1"/>
                </a:solidFill>
                <a:latin typeface="Roboto"/>
                <a:ea typeface="Roboto"/>
                <a:cs typeface="Roboto"/>
                <a:sym typeface="Roboto"/>
              </a:defRPr>
            </a:lvl3pPr>
            <a:lvl4pPr marL="1828831" lvl="3" indent="-317506" algn="l">
              <a:lnSpc>
                <a:spcPct val="100000"/>
              </a:lnSpc>
              <a:spcBef>
                <a:spcPts val="300"/>
              </a:spcBef>
              <a:spcAft>
                <a:spcPts val="0"/>
              </a:spcAft>
              <a:buClr>
                <a:schemeClr val="lt1"/>
              </a:buClr>
              <a:buSzPts val="1400"/>
              <a:buChar char="•"/>
              <a:defRPr b="0" i="0">
                <a:solidFill>
                  <a:schemeClr val="lt1"/>
                </a:solidFill>
                <a:latin typeface="Roboto"/>
                <a:ea typeface="Roboto"/>
                <a:cs typeface="Roboto"/>
                <a:sym typeface="Roboto"/>
              </a:defRPr>
            </a:lvl4pPr>
            <a:lvl5pPr marL="2286038" lvl="4" indent="-304805" algn="l">
              <a:spcBef>
                <a:spcPts val="300"/>
              </a:spcBef>
              <a:spcAft>
                <a:spcPts val="0"/>
              </a:spcAft>
              <a:buClr>
                <a:schemeClr val="lt1"/>
              </a:buClr>
              <a:buSzPts val="1200"/>
              <a:buChar char="−"/>
              <a:defRPr b="0" i="0">
                <a:solidFill>
                  <a:schemeClr val="lt1"/>
                </a:solidFill>
                <a:latin typeface="Roboto"/>
                <a:ea typeface="Roboto"/>
                <a:cs typeface="Roboto"/>
                <a:sym typeface="Roboto"/>
              </a:defRPr>
            </a:lvl5pPr>
            <a:lvl6pPr marL="2743246" lvl="5" indent="-342906" algn="l">
              <a:spcBef>
                <a:spcPts val="360"/>
              </a:spcBef>
              <a:spcAft>
                <a:spcPts val="0"/>
              </a:spcAft>
              <a:buClr>
                <a:schemeClr val="dk1"/>
              </a:buClr>
              <a:buSzPts val="1800"/>
              <a:buChar char="•"/>
              <a:defRPr/>
            </a:lvl6pPr>
            <a:lvl7pPr marL="3200453" lvl="6" indent="-342906" algn="l">
              <a:spcBef>
                <a:spcPts val="360"/>
              </a:spcBef>
              <a:spcAft>
                <a:spcPts val="0"/>
              </a:spcAft>
              <a:buClr>
                <a:schemeClr val="dk1"/>
              </a:buClr>
              <a:buSzPts val="1800"/>
              <a:buChar char="•"/>
              <a:defRPr/>
            </a:lvl7pPr>
            <a:lvl8pPr marL="3657661" lvl="7" indent="-342906" algn="l">
              <a:spcBef>
                <a:spcPts val="360"/>
              </a:spcBef>
              <a:spcAft>
                <a:spcPts val="0"/>
              </a:spcAft>
              <a:buClr>
                <a:schemeClr val="dk1"/>
              </a:buClr>
              <a:buSzPts val="1800"/>
              <a:buChar char="•"/>
              <a:defRPr/>
            </a:lvl8pPr>
            <a:lvl9pPr marL="4114868" lvl="8" indent="-342906" algn="l">
              <a:spcBef>
                <a:spcPts val="360"/>
              </a:spcBef>
              <a:spcAft>
                <a:spcPts val="0"/>
              </a:spcAft>
              <a:buClr>
                <a:schemeClr val="dk1"/>
              </a:buClr>
              <a:buSzPts val="1800"/>
              <a:buChar char="•"/>
              <a:defRPr/>
            </a:lvl9pPr>
          </a:lstStyle>
          <a:p>
            <a:endParaRPr/>
          </a:p>
        </p:txBody>
      </p:sp>
      <p:sp>
        <p:nvSpPr>
          <p:cNvPr id="243" name="Google Shape;243;p47"/>
          <p:cNvSpPr>
            <a:spLocks noGrp="1"/>
          </p:cNvSpPr>
          <p:nvPr>
            <p:ph type="pic" idx="2"/>
          </p:nvPr>
        </p:nvSpPr>
        <p:spPr>
          <a:xfrm>
            <a:off x="7389890" y="1371600"/>
            <a:ext cx="4343445" cy="4572000"/>
          </a:xfrm>
          <a:prstGeom prst="rect">
            <a:avLst/>
          </a:prstGeom>
          <a:solidFill>
            <a:srgbClr val="F2F2F2"/>
          </a:solidFill>
          <a:ln>
            <a:noFill/>
          </a:ln>
        </p:spPr>
        <p:txBody>
          <a:bodyPr spcFirstLastPara="1" wrap="square" lIns="0" tIns="0" rIns="0" bIns="0" anchor="ctr" anchorCtr="0">
            <a:noAutofit/>
          </a:bodyPr>
          <a:lstStyle>
            <a:lvl1pPr marR="0" lvl="0" algn="ctr" rtl="0">
              <a:spcBef>
                <a:spcPts val="1800"/>
              </a:spcBef>
              <a:spcAft>
                <a:spcPts val="0"/>
              </a:spcAft>
              <a:buClr>
                <a:srgbClr val="D8D8D8"/>
              </a:buClr>
              <a:buSzPts val="2000"/>
              <a:buFont typeface="Roboto"/>
              <a:buNone/>
              <a:defRPr sz="2000" b="0" i="0" u="none" strike="noStrike" cap="none">
                <a:solidFill>
                  <a:srgbClr val="D8D8D8"/>
                </a:solidFill>
                <a:latin typeface="Roboto"/>
                <a:ea typeface="Roboto"/>
                <a:cs typeface="Roboto"/>
                <a:sym typeface="Roboto"/>
              </a:defRPr>
            </a:lvl1pPr>
            <a:lvl2pPr marR="0" lvl="1" algn="l" rtl="0">
              <a:spcBef>
                <a:spcPts val="600"/>
              </a:spcBef>
              <a:spcAft>
                <a:spcPts val="0"/>
              </a:spcAft>
              <a:buClr>
                <a:schemeClr val="dk1"/>
              </a:buClr>
              <a:buSzPts val="1800"/>
              <a:buFont typeface="Arial"/>
              <a:buChar char="•"/>
              <a:defRPr sz="1800" b="0" i="0" u="none" strike="noStrike" cap="none">
                <a:solidFill>
                  <a:schemeClr val="dk1"/>
                </a:solidFill>
                <a:latin typeface="Roboto"/>
                <a:ea typeface="Roboto"/>
                <a:cs typeface="Roboto"/>
                <a:sym typeface="Roboto"/>
              </a:defRPr>
            </a:lvl2pPr>
            <a:lvl3pPr marR="0" lvl="2" algn="l" rtl="0">
              <a:spcBef>
                <a:spcPts val="600"/>
              </a:spcBef>
              <a:spcAft>
                <a:spcPts val="0"/>
              </a:spcAft>
              <a:buClr>
                <a:schemeClr val="dk1"/>
              </a:buClr>
              <a:buSzPts val="1600"/>
              <a:buFont typeface="Merriweather Sans"/>
              <a:buChar char="−"/>
              <a:defRPr sz="1600" b="0" i="0" u="none" strike="noStrike" cap="none">
                <a:solidFill>
                  <a:schemeClr val="dk1"/>
                </a:solidFill>
                <a:latin typeface="Roboto"/>
                <a:ea typeface="Roboto"/>
                <a:cs typeface="Roboto"/>
                <a:sym typeface="Roboto"/>
              </a:defRPr>
            </a:lvl3pPr>
            <a:lvl4pPr marR="0" lvl="3" algn="l" rtl="0">
              <a:spcBef>
                <a:spcPts val="300"/>
              </a:spcBef>
              <a:spcAft>
                <a:spcPts val="0"/>
              </a:spcAft>
              <a:buClr>
                <a:schemeClr val="dk1"/>
              </a:buClr>
              <a:buSzPts val="1400"/>
              <a:buFont typeface="Arial"/>
              <a:buChar char="•"/>
              <a:defRPr sz="1400" b="0" i="0" u="none" strike="noStrike" cap="none">
                <a:solidFill>
                  <a:schemeClr val="dk1"/>
                </a:solidFill>
                <a:latin typeface="Roboto"/>
                <a:ea typeface="Roboto"/>
                <a:cs typeface="Roboto"/>
                <a:sym typeface="Roboto"/>
              </a:defRPr>
            </a:lvl4pPr>
            <a:lvl5pPr marR="0" lvl="4" algn="l" rtl="0">
              <a:spcBef>
                <a:spcPts val="300"/>
              </a:spcBef>
              <a:spcAft>
                <a:spcPts val="0"/>
              </a:spcAft>
              <a:buClr>
                <a:schemeClr val="dk1"/>
              </a:buClr>
              <a:buSzPts val="1200"/>
              <a:buFont typeface="Merriweather Sans"/>
              <a:buChar char="−"/>
              <a:defRPr sz="1200" b="0" i="0" u="none" strike="noStrike" cap="none">
                <a:solidFill>
                  <a:schemeClr val="dk1"/>
                </a:solidFill>
                <a:latin typeface="Roboto"/>
                <a:ea typeface="Roboto"/>
                <a:cs typeface="Roboto"/>
                <a:sym typeface="Roboto"/>
              </a:defRPr>
            </a:lvl5pPr>
            <a:lvl6pPr marR="0" lvl="5" algn="l" rtl="0">
              <a:spcBef>
                <a:spcPts val="533"/>
              </a:spcBef>
              <a:spcAft>
                <a:spcPts val="0"/>
              </a:spcAft>
              <a:buClr>
                <a:schemeClr val="dk1"/>
              </a:buClr>
              <a:buSzPts val="2666"/>
              <a:buFont typeface="Arial"/>
              <a:buChar char="•"/>
              <a:defRPr sz="2666" b="0" i="0" u="none" strike="noStrike" cap="none">
                <a:solidFill>
                  <a:schemeClr val="dk1"/>
                </a:solidFill>
                <a:latin typeface="Poppins Medium"/>
                <a:ea typeface="Poppins Medium"/>
                <a:cs typeface="Poppins Medium"/>
                <a:sym typeface="Poppins Medium"/>
              </a:defRPr>
            </a:lvl6pPr>
            <a:lvl7pPr marR="0" lvl="6" algn="l" rtl="0">
              <a:spcBef>
                <a:spcPts val="533"/>
              </a:spcBef>
              <a:spcAft>
                <a:spcPts val="0"/>
              </a:spcAft>
              <a:buClr>
                <a:schemeClr val="dk1"/>
              </a:buClr>
              <a:buSzPts val="2666"/>
              <a:buFont typeface="Arial"/>
              <a:buChar char="•"/>
              <a:defRPr sz="2666" b="0" i="0" u="none" strike="noStrike" cap="none">
                <a:solidFill>
                  <a:schemeClr val="dk1"/>
                </a:solidFill>
                <a:latin typeface="Poppins Medium"/>
                <a:ea typeface="Poppins Medium"/>
                <a:cs typeface="Poppins Medium"/>
                <a:sym typeface="Poppins Medium"/>
              </a:defRPr>
            </a:lvl7pPr>
            <a:lvl8pPr marR="0" lvl="7" algn="l" rtl="0">
              <a:spcBef>
                <a:spcPts val="533"/>
              </a:spcBef>
              <a:spcAft>
                <a:spcPts val="0"/>
              </a:spcAft>
              <a:buClr>
                <a:schemeClr val="dk1"/>
              </a:buClr>
              <a:buSzPts val="2666"/>
              <a:buFont typeface="Arial"/>
              <a:buChar char="•"/>
              <a:defRPr sz="2666" b="0" i="0" u="none" strike="noStrike" cap="none">
                <a:solidFill>
                  <a:schemeClr val="dk1"/>
                </a:solidFill>
                <a:latin typeface="Poppins Medium"/>
                <a:ea typeface="Poppins Medium"/>
                <a:cs typeface="Poppins Medium"/>
                <a:sym typeface="Poppins Medium"/>
              </a:defRPr>
            </a:lvl8pPr>
            <a:lvl9pPr marR="0" lvl="8" algn="l" rtl="0">
              <a:spcBef>
                <a:spcPts val="533"/>
              </a:spcBef>
              <a:spcAft>
                <a:spcPts val="0"/>
              </a:spcAft>
              <a:buClr>
                <a:schemeClr val="dk1"/>
              </a:buClr>
              <a:buSzPts val="2666"/>
              <a:buFont typeface="Arial"/>
              <a:buChar char="•"/>
              <a:defRPr sz="2666" b="0" i="0" u="none" strike="noStrike" cap="none">
                <a:solidFill>
                  <a:schemeClr val="dk1"/>
                </a:solidFill>
                <a:latin typeface="Poppins Medium"/>
                <a:ea typeface="Poppins Medium"/>
                <a:cs typeface="Poppins Medium"/>
                <a:sym typeface="Poppins Medium"/>
              </a:defRPr>
            </a:lvl9pPr>
          </a:lstStyle>
          <a:p>
            <a:endParaRPr/>
          </a:p>
        </p:txBody>
      </p:sp>
      <p:sp>
        <p:nvSpPr>
          <p:cNvPr id="244" name="Google Shape;244;p47"/>
          <p:cNvSpPr txBox="1">
            <a:spLocks noGrp="1"/>
          </p:cNvSpPr>
          <p:nvPr>
            <p:ph type="body" idx="3"/>
          </p:nvPr>
        </p:nvSpPr>
        <p:spPr>
          <a:xfrm>
            <a:off x="455618" y="460685"/>
            <a:ext cx="8915492" cy="229235"/>
          </a:xfrm>
          <a:prstGeom prst="rect">
            <a:avLst/>
          </a:prstGeom>
          <a:noFill/>
          <a:ln>
            <a:noFill/>
          </a:ln>
        </p:spPr>
        <p:txBody>
          <a:bodyPr spcFirstLastPara="1" wrap="square" lIns="0" tIns="0" rIns="0" bIns="0" anchor="t" anchorCtr="0">
            <a:noAutofit/>
          </a:bodyPr>
          <a:lstStyle>
            <a:lvl1pPr marL="457207" lvl="0" indent="-228604" algn="l">
              <a:spcBef>
                <a:spcPts val="1800"/>
              </a:spcBef>
              <a:spcAft>
                <a:spcPts val="0"/>
              </a:spcAft>
              <a:buClr>
                <a:schemeClr val="accent2"/>
              </a:buClr>
              <a:buSzPts val="1400"/>
              <a:buFont typeface="Roboto Medium"/>
              <a:buNone/>
              <a:defRPr sz="1400" b="0" i="0">
                <a:solidFill>
                  <a:schemeClr val="accent2"/>
                </a:solidFill>
                <a:latin typeface="Roboto Medium"/>
                <a:ea typeface="Roboto Medium"/>
                <a:cs typeface="Roboto Medium"/>
                <a:sym typeface="Roboto Medium"/>
              </a:defRPr>
            </a:lvl1pPr>
            <a:lvl2pPr marL="914415" lvl="1" indent="-228604" algn="l">
              <a:spcBef>
                <a:spcPts val="600"/>
              </a:spcBef>
              <a:spcAft>
                <a:spcPts val="0"/>
              </a:spcAft>
              <a:buClr>
                <a:schemeClr val="dk1"/>
              </a:buClr>
              <a:buSzPts val="1800"/>
              <a:buNone/>
              <a:defRPr/>
            </a:lvl2pPr>
            <a:lvl3pPr marL="1371622" lvl="2" indent="-342906" algn="l">
              <a:spcBef>
                <a:spcPts val="600"/>
              </a:spcBef>
              <a:spcAft>
                <a:spcPts val="0"/>
              </a:spcAft>
              <a:buClr>
                <a:schemeClr val="dk1"/>
              </a:buClr>
              <a:buSzPts val="1800"/>
              <a:buChar char="−"/>
              <a:defRPr/>
            </a:lvl3pPr>
            <a:lvl4pPr marL="1828831" lvl="3" indent="-342906" algn="l">
              <a:spcBef>
                <a:spcPts val="300"/>
              </a:spcBef>
              <a:spcAft>
                <a:spcPts val="0"/>
              </a:spcAft>
              <a:buClr>
                <a:schemeClr val="dk1"/>
              </a:buClr>
              <a:buSzPts val="1800"/>
              <a:buChar char="•"/>
              <a:defRPr/>
            </a:lvl4pPr>
            <a:lvl5pPr marL="2286038" lvl="4" indent="-342906" algn="l">
              <a:spcBef>
                <a:spcPts val="300"/>
              </a:spcBef>
              <a:spcAft>
                <a:spcPts val="0"/>
              </a:spcAft>
              <a:buClr>
                <a:schemeClr val="dk1"/>
              </a:buClr>
              <a:buSzPts val="1800"/>
              <a:buChar char="−"/>
              <a:defRPr/>
            </a:lvl5pPr>
            <a:lvl6pPr marL="2743246" lvl="5" indent="-342906" algn="l">
              <a:spcBef>
                <a:spcPts val="360"/>
              </a:spcBef>
              <a:spcAft>
                <a:spcPts val="0"/>
              </a:spcAft>
              <a:buClr>
                <a:schemeClr val="dk1"/>
              </a:buClr>
              <a:buSzPts val="1800"/>
              <a:buChar char="•"/>
              <a:defRPr/>
            </a:lvl6pPr>
            <a:lvl7pPr marL="3200453" lvl="6" indent="-342906" algn="l">
              <a:spcBef>
                <a:spcPts val="360"/>
              </a:spcBef>
              <a:spcAft>
                <a:spcPts val="0"/>
              </a:spcAft>
              <a:buClr>
                <a:schemeClr val="dk1"/>
              </a:buClr>
              <a:buSzPts val="1800"/>
              <a:buChar char="•"/>
              <a:defRPr/>
            </a:lvl7pPr>
            <a:lvl8pPr marL="3657661" lvl="7" indent="-342906" algn="l">
              <a:spcBef>
                <a:spcPts val="360"/>
              </a:spcBef>
              <a:spcAft>
                <a:spcPts val="0"/>
              </a:spcAft>
              <a:buClr>
                <a:schemeClr val="dk1"/>
              </a:buClr>
              <a:buSzPts val="1800"/>
              <a:buChar char="•"/>
              <a:defRPr/>
            </a:lvl8pPr>
            <a:lvl9pPr marL="4114868" lvl="8" indent="-342906" algn="l">
              <a:spcBef>
                <a:spcPts val="360"/>
              </a:spcBef>
              <a:spcAft>
                <a:spcPts val="0"/>
              </a:spcAft>
              <a:buClr>
                <a:schemeClr val="dk1"/>
              </a:buClr>
              <a:buSzPts val="1800"/>
              <a:buChar char="•"/>
              <a:defRPr/>
            </a:lvl9pPr>
          </a:lstStyle>
          <a:p>
            <a:endParaRPr/>
          </a:p>
        </p:txBody>
      </p:sp>
      <p:sp>
        <p:nvSpPr>
          <p:cNvPr id="245" name="Google Shape;245;p47"/>
          <p:cNvSpPr txBox="1">
            <a:spLocks noGrp="1"/>
          </p:cNvSpPr>
          <p:nvPr>
            <p:ph type="body" idx="4"/>
          </p:nvPr>
        </p:nvSpPr>
        <p:spPr>
          <a:xfrm>
            <a:off x="7508953" y="6432334"/>
            <a:ext cx="4224381" cy="228601"/>
          </a:xfrm>
          <a:prstGeom prst="rect">
            <a:avLst/>
          </a:prstGeom>
          <a:noFill/>
          <a:ln>
            <a:noFill/>
          </a:ln>
        </p:spPr>
        <p:txBody>
          <a:bodyPr spcFirstLastPara="1" wrap="square" lIns="0" tIns="0" rIns="0" bIns="0" anchor="b" anchorCtr="0">
            <a:noAutofit/>
          </a:bodyPr>
          <a:lstStyle>
            <a:lvl1pPr marL="457207" lvl="0" indent="-228604" algn="r">
              <a:spcBef>
                <a:spcPts val="1800"/>
              </a:spcBef>
              <a:spcAft>
                <a:spcPts val="0"/>
              </a:spcAft>
              <a:buClr>
                <a:schemeClr val="lt1"/>
              </a:buClr>
              <a:buSzPts val="1000"/>
              <a:buFont typeface="Roboto Medium"/>
              <a:buNone/>
              <a:defRPr sz="1000" b="0" i="0">
                <a:solidFill>
                  <a:schemeClr val="lt1"/>
                </a:solidFill>
                <a:latin typeface="Roboto Medium"/>
                <a:ea typeface="Roboto Medium"/>
                <a:cs typeface="Roboto Medium"/>
                <a:sym typeface="Roboto Medium"/>
              </a:defRPr>
            </a:lvl1pPr>
            <a:lvl2pPr marL="914415" lvl="1" indent="-228604" algn="l">
              <a:spcBef>
                <a:spcPts val="600"/>
              </a:spcBef>
              <a:spcAft>
                <a:spcPts val="0"/>
              </a:spcAft>
              <a:buClr>
                <a:schemeClr val="dk1"/>
              </a:buClr>
              <a:buSzPts val="1800"/>
              <a:buNone/>
              <a:defRPr/>
            </a:lvl2pPr>
            <a:lvl3pPr marL="1371622" lvl="2" indent="-342906" algn="l">
              <a:spcBef>
                <a:spcPts val="600"/>
              </a:spcBef>
              <a:spcAft>
                <a:spcPts val="0"/>
              </a:spcAft>
              <a:buClr>
                <a:schemeClr val="dk1"/>
              </a:buClr>
              <a:buSzPts val="1800"/>
              <a:buChar char="−"/>
              <a:defRPr/>
            </a:lvl3pPr>
            <a:lvl4pPr marL="1828831" lvl="3" indent="-342906" algn="l">
              <a:spcBef>
                <a:spcPts val="300"/>
              </a:spcBef>
              <a:spcAft>
                <a:spcPts val="0"/>
              </a:spcAft>
              <a:buClr>
                <a:schemeClr val="dk1"/>
              </a:buClr>
              <a:buSzPts val="1800"/>
              <a:buChar char="•"/>
              <a:defRPr/>
            </a:lvl4pPr>
            <a:lvl5pPr marL="2286038" lvl="4" indent="-342906" algn="l">
              <a:spcBef>
                <a:spcPts val="300"/>
              </a:spcBef>
              <a:spcAft>
                <a:spcPts val="0"/>
              </a:spcAft>
              <a:buClr>
                <a:schemeClr val="dk1"/>
              </a:buClr>
              <a:buSzPts val="1800"/>
              <a:buChar char="−"/>
              <a:defRPr/>
            </a:lvl5pPr>
            <a:lvl6pPr marL="2743246" lvl="5" indent="-342906" algn="l">
              <a:spcBef>
                <a:spcPts val="360"/>
              </a:spcBef>
              <a:spcAft>
                <a:spcPts val="0"/>
              </a:spcAft>
              <a:buClr>
                <a:schemeClr val="dk1"/>
              </a:buClr>
              <a:buSzPts val="1800"/>
              <a:buChar char="•"/>
              <a:defRPr/>
            </a:lvl6pPr>
            <a:lvl7pPr marL="3200453" lvl="6" indent="-342906" algn="l">
              <a:spcBef>
                <a:spcPts val="360"/>
              </a:spcBef>
              <a:spcAft>
                <a:spcPts val="0"/>
              </a:spcAft>
              <a:buClr>
                <a:schemeClr val="dk1"/>
              </a:buClr>
              <a:buSzPts val="1800"/>
              <a:buChar char="•"/>
              <a:defRPr/>
            </a:lvl7pPr>
            <a:lvl8pPr marL="3657661" lvl="7" indent="-342906" algn="l">
              <a:spcBef>
                <a:spcPts val="360"/>
              </a:spcBef>
              <a:spcAft>
                <a:spcPts val="0"/>
              </a:spcAft>
              <a:buClr>
                <a:schemeClr val="dk1"/>
              </a:buClr>
              <a:buSzPts val="1800"/>
              <a:buChar char="•"/>
              <a:defRPr/>
            </a:lvl8pPr>
            <a:lvl9pPr marL="4114868" lvl="8" indent="-342906" algn="l">
              <a:spcBef>
                <a:spcPts val="360"/>
              </a:spcBef>
              <a:spcAft>
                <a:spcPts val="0"/>
              </a:spcAft>
              <a:buClr>
                <a:schemeClr val="dk1"/>
              </a:buClr>
              <a:buSzPts val="1800"/>
              <a:buChar char="•"/>
              <a:defRPr/>
            </a:lvl9pPr>
          </a:lstStyle>
          <a:p>
            <a:endParaRPr/>
          </a:p>
        </p:txBody>
      </p:sp>
      <p:pic>
        <p:nvPicPr>
          <p:cNvPr id="246" name="Google Shape;246;p47" descr="A picture containing drawing&#10;&#10;Description automatically generated"/>
          <p:cNvPicPr preferRelativeResize="0"/>
          <p:nvPr/>
        </p:nvPicPr>
        <p:blipFill rotWithShape="1">
          <a:blip r:embed="rId2">
            <a:alphaModFix/>
          </a:blip>
          <a:srcRect b="31356"/>
          <a:stretch/>
        </p:blipFill>
        <p:spPr>
          <a:xfrm>
            <a:off x="455619" y="6277208"/>
            <a:ext cx="685807" cy="352192"/>
          </a:xfrm>
          <a:prstGeom prst="rect">
            <a:avLst/>
          </a:prstGeom>
          <a:noFill/>
          <a:ln>
            <a:noFill/>
          </a:ln>
        </p:spPr>
      </p:pic>
    </p:spTree>
  </p:cSld>
  <p:clrMapOvr>
    <a:masterClrMapping/>
  </p:clrMapOvr>
  <mc:AlternateContent xmlns:mc="http://schemas.openxmlformats.org/markup-compatibility/2006" xmlns:p14="http://schemas.microsoft.com/office/powerpoint/2010/main">
    <mc:Choice Requires="p14">
      <p:transition p14:dur="250">
        <p:fade/>
      </p:transition>
    </mc:Choice>
    <mc:Fallback xmlns:ahyp="http://schemas.microsoft.com/office/drawing/2018/hyperlinkcolor" xmlns:p15="http://schemas.microsoft.com/office/powerpoint/2012/main" xmlns:com="http://schemas.openxmlformats.org/drawingml/2006/compatibility" xmlns:pvml="urn:schemas-microsoft-com:office:powerpoint" xmlns:v="urn:schemas-microsoft-com:vml" xmlns:o="urn:schemas-microsoft-com:office:office" xmlns:dgm="http://schemas.openxmlformats.org/drawingml/2006/diagram" xmlns:c="http://schemas.openxmlformats.org/drawingml/2006/chart" xmlns:mv="urn:schemas-microsoft-com:mac:vml" xmlns="">
      <p:transition>
        <p:fade/>
      </p:transition>
    </mc:Fallback>
  </mc:AlternateContent>
</p:sldLayout>
</file>

<file path=ppt/slideLayouts/slideLayout46.xml><?xml version="1.0" encoding="utf-8"?>
<p:sldLayout xmlns:a="http://schemas.openxmlformats.org/drawingml/2006/main" xmlns:r="http://schemas.openxmlformats.org/officeDocument/2006/relationships" xmlns:p="http://schemas.openxmlformats.org/presentationml/2006/main" matchingName="NAVY Subhead | Title | Text | HP Image">
  <p:cSld name="NAVY Subhead | Title | Text | HP Image">
    <p:bg>
      <p:bgPr>
        <a:solidFill>
          <a:srgbClr val="030A14"/>
        </a:solidFill>
        <a:effectLst/>
      </p:bgPr>
    </p:bg>
    <p:spTree>
      <p:nvGrpSpPr>
        <p:cNvPr id="1" name="Shape 247"/>
        <p:cNvGrpSpPr/>
        <p:nvPr/>
      </p:nvGrpSpPr>
      <p:grpSpPr>
        <a:xfrm>
          <a:off x="0" y="0"/>
          <a:ext cx="0" cy="0"/>
          <a:chOff x="0" y="0"/>
          <a:chExt cx="0" cy="0"/>
        </a:xfrm>
      </p:grpSpPr>
      <p:sp>
        <p:nvSpPr>
          <p:cNvPr id="248" name="Google Shape;248;p48"/>
          <p:cNvSpPr>
            <a:spLocks noGrp="1"/>
          </p:cNvSpPr>
          <p:nvPr>
            <p:ph type="pic" idx="2"/>
          </p:nvPr>
        </p:nvSpPr>
        <p:spPr>
          <a:xfrm>
            <a:off x="6094473" y="0"/>
            <a:ext cx="6094476" cy="6858000"/>
          </a:xfrm>
          <a:prstGeom prst="rect">
            <a:avLst/>
          </a:prstGeom>
          <a:solidFill>
            <a:srgbClr val="F2F2F2"/>
          </a:solidFill>
          <a:ln>
            <a:noFill/>
          </a:ln>
        </p:spPr>
        <p:txBody>
          <a:bodyPr spcFirstLastPara="1" wrap="square" lIns="0" tIns="0" rIns="0" bIns="0" anchor="ctr" anchorCtr="0">
            <a:noAutofit/>
          </a:bodyPr>
          <a:lstStyle>
            <a:lvl1pPr marR="0" lvl="0" algn="ctr" rtl="0">
              <a:spcBef>
                <a:spcPts val="1800"/>
              </a:spcBef>
              <a:spcAft>
                <a:spcPts val="0"/>
              </a:spcAft>
              <a:buClr>
                <a:srgbClr val="D8D8D8"/>
              </a:buClr>
              <a:buSzPts val="2000"/>
              <a:buFont typeface="Roboto"/>
              <a:buNone/>
              <a:defRPr sz="2000" b="0" i="0" u="none" strike="noStrike" cap="none">
                <a:solidFill>
                  <a:srgbClr val="D8D8D8"/>
                </a:solidFill>
                <a:latin typeface="Roboto"/>
                <a:ea typeface="Roboto"/>
                <a:cs typeface="Roboto"/>
                <a:sym typeface="Roboto"/>
              </a:defRPr>
            </a:lvl1pPr>
            <a:lvl2pPr marR="0" lvl="1" algn="l" rtl="0">
              <a:spcBef>
                <a:spcPts val="600"/>
              </a:spcBef>
              <a:spcAft>
                <a:spcPts val="0"/>
              </a:spcAft>
              <a:buClr>
                <a:schemeClr val="dk1"/>
              </a:buClr>
              <a:buSzPts val="1800"/>
              <a:buFont typeface="Arial"/>
              <a:buChar char="•"/>
              <a:defRPr sz="1800" b="0" i="0" u="none" strike="noStrike" cap="none">
                <a:solidFill>
                  <a:schemeClr val="dk1"/>
                </a:solidFill>
                <a:latin typeface="Roboto"/>
                <a:ea typeface="Roboto"/>
                <a:cs typeface="Roboto"/>
                <a:sym typeface="Roboto"/>
              </a:defRPr>
            </a:lvl2pPr>
            <a:lvl3pPr marR="0" lvl="2" algn="l" rtl="0">
              <a:spcBef>
                <a:spcPts val="600"/>
              </a:spcBef>
              <a:spcAft>
                <a:spcPts val="0"/>
              </a:spcAft>
              <a:buClr>
                <a:schemeClr val="dk1"/>
              </a:buClr>
              <a:buSzPts val="1600"/>
              <a:buFont typeface="Merriweather Sans"/>
              <a:buChar char="−"/>
              <a:defRPr sz="1600" b="0" i="0" u="none" strike="noStrike" cap="none">
                <a:solidFill>
                  <a:schemeClr val="dk1"/>
                </a:solidFill>
                <a:latin typeface="Roboto"/>
                <a:ea typeface="Roboto"/>
                <a:cs typeface="Roboto"/>
                <a:sym typeface="Roboto"/>
              </a:defRPr>
            </a:lvl3pPr>
            <a:lvl4pPr marR="0" lvl="3" algn="l" rtl="0">
              <a:spcBef>
                <a:spcPts val="300"/>
              </a:spcBef>
              <a:spcAft>
                <a:spcPts val="0"/>
              </a:spcAft>
              <a:buClr>
                <a:schemeClr val="dk1"/>
              </a:buClr>
              <a:buSzPts val="1400"/>
              <a:buFont typeface="Arial"/>
              <a:buChar char="•"/>
              <a:defRPr sz="1400" b="0" i="0" u="none" strike="noStrike" cap="none">
                <a:solidFill>
                  <a:schemeClr val="dk1"/>
                </a:solidFill>
                <a:latin typeface="Roboto"/>
                <a:ea typeface="Roboto"/>
                <a:cs typeface="Roboto"/>
                <a:sym typeface="Roboto"/>
              </a:defRPr>
            </a:lvl4pPr>
            <a:lvl5pPr marR="0" lvl="4" algn="l" rtl="0">
              <a:spcBef>
                <a:spcPts val="300"/>
              </a:spcBef>
              <a:spcAft>
                <a:spcPts val="0"/>
              </a:spcAft>
              <a:buClr>
                <a:schemeClr val="dk1"/>
              </a:buClr>
              <a:buSzPts val="1200"/>
              <a:buFont typeface="Merriweather Sans"/>
              <a:buChar char="−"/>
              <a:defRPr sz="1200" b="0" i="0" u="none" strike="noStrike" cap="none">
                <a:solidFill>
                  <a:schemeClr val="dk1"/>
                </a:solidFill>
                <a:latin typeface="Roboto"/>
                <a:ea typeface="Roboto"/>
                <a:cs typeface="Roboto"/>
                <a:sym typeface="Roboto"/>
              </a:defRPr>
            </a:lvl5pPr>
            <a:lvl6pPr marR="0" lvl="5" algn="l" rtl="0">
              <a:spcBef>
                <a:spcPts val="533"/>
              </a:spcBef>
              <a:spcAft>
                <a:spcPts val="0"/>
              </a:spcAft>
              <a:buClr>
                <a:schemeClr val="dk1"/>
              </a:buClr>
              <a:buSzPts val="2666"/>
              <a:buFont typeface="Arial"/>
              <a:buChar char="•"/>
              <a:defRPr sz="2666" b="0" i="0" u="none" strike="noStrike" cap="none">
                <a:solidFill>
                  <a:schemeClr val="dk1"/>
                </a:solidFill>
                <a:latin typeface="Poppins Medium"/>
                <a:ea typeface="Poppins Medium"/>
                <a:cs typeface="Poppins Medium"/>
                <a:sym typeface="Poppins Medium"/>
              </a:defRPr>
            </a:lvl6pPr>
            <a:lvl7pPr marR="0" lvl="6" algn="l" rtl="0">
              <a:spcBef>
                <a:spcPts val="533"/>
              </a:spcBef>
              <a:spcAft>
                <a:spcPts val="0"/>
              </a:spcAft>
              <a:buClr>
                <a:schemeClr val="dk1"/>
              </a:buClr>
              <a:buSzPts val="2666"/>
              <a:buFont typeface="Arial"/>
              <a:buChar char="•"/>
              <a:defRPr sz="2666" b="0" i="0" u="none" strike="noStrike" cap="none">
                <a:solidFill>
                  <a:schemeClr val="dk1"/>
                </a:solidFill>
                <a:latin typeface="Poppins Medium"/>
                <a:ea typeface="Poppins Medium"/>
                <a:cs typeface="Poppins Medium"/>
                <a:sym typeface="Poppins Medium"/>
              </a:defRPr>
            </a:lvl7pPr>
            <a:lvl8pPr marR="0" lvl="7" algn="l" rtl="0">
              <a:spcBef>
                <a:spcPts val="533"/>
              </a:spcBef>
              <a:spcAft>
                <a:spcPts val="0"/>
              </a:spcAft>
              <a:buClr>
                <a:schemeClr val="dk1"/>
              </a:buClr>
              <a:buSzPts val="2666"/>
              <a:buFont typeface="Arial"/>
              <a:buChar char="•"/>
              <a:defRPr sz="2666" b="0" i="0" u="none" strike="noStrike" cap="none">
                <a:solidFill>
                  <a:schemeClr val="dk1"/>
                </a:solidFill>
                <a:latin typeface="Poppins Medium"/>
                <a:ea typeface="Poppins Medium"/>
                <a:cs typeface="Poppins Medium"/>
                <a:sym typeface="Poppins Medium"/>
              </a:defRPr>
            </a:lvl8pPr>
            <a:lvl9pPr marR="0" lvl="8" algn="l" rtl="0">
              <a:spcBef>
                <a:spcPts val="533"/>
              </a:spcBef>
              <a:spcAft>
                <a:spcPts val="0"/>
              </a:spcAft>
              <a:buClr>
                <a:schemeClr val="dk1"/>
              </a:buClr>
              <a:buSzPts val="2666"/>
              <a:buFont typeface="Arial"/>
              <a:buChar char="•"/>
              <a:defRPr sz="2666" b="0" i="0" u="none" strike="noStrike" cap="none">
                <a:solidFill>
                  <a:schemeClr val="dk1"/>
                </a:solidFill>
                <a:latin typeface="Poppins Medium"/>
                <a:ea typeface="Poppins Medium"/>
                <a:cs typeface="Poppins Medium"/>
                <a:sym typeface="Poppins Medium"/>
              </a:defRPr>
            </a:lvl9pPr>
          </a:lstStyle>
          <a:p>
            <a:endParaRPr/>
          </a:p>
        </p:txBody>
      </p:sp>
      <p:sp>
        <p:nvSpPr>
          <p:cNvPr id="249" name="Google Shape;249;p48"/>
          <p:cNvSpPr txBox="1">
            <a:spLocks noGrp="1"/>
          </p:cNvSpPr>
          <p:nvPr>
            <p:ph type="title"/>
          </p:nvPr>
        </p:nvSpPr>
        <p:spPr>
          <a:xfrm>
            <a:off x="455618" y="731522"/>
            <a:ext cx="5029251" cy="524543"/>
          </a:xfrm>
          <a:prstGeom prst="rect">
            <a:avLst/>
          </a:prstGeom>
          <a:noFill/>
          <a:ln>
            <a:noFill/>
          </a:ln>
        </p:spPr>
        <p:txBody>
          <a:bodyPr spcFirstLastPara="1" wrap="square" lIns="0" tIns="0" rIns="0" bIns="0" anchor="t" anchorCtr="0">
            <a:noAutofit/>
          </a:bodyPr>
          <a:lstStyle>
            <a:lvl1pPr lvl="0" algn="l">
              <a:lnSpc>
                <a:spcPct val="80000"/>
              </a:lnSpc>
              <a:spcBef>
                <a:spcPts val="0"/>
              </a:spcBef>
              <a:spcAft>
                <a:spcPts val="0"/>
              </a:spcAft>
              <a:buClr>
                <a:schemeClr val="lt1"/>
              </a:buClr>
              <a:buSzPts val="3200"/>
              <a:buFont typeface="Roboto Medium"/>
              <a:buNone/>
              <a:defRPr b="0">
                <a:solidFill>
                  <a:schemeClr val="lt1"/>
                </a:solidFill>
              </a:defRPr>
            </a:lvl1pPr>
            <a:lvl2pPr lvl="1">
              <a:spcBef>
                <a:spcPts val="0"/>
              </a:spcBef>
              <a:spcAft>
                <a:spcPts val="0"/>
              </a:spcAft>
              <a:buSzPts val="1400"/>
              <a:buNone/>
              <a:defRPr/>
            </a:lvl2pPr>
            <a:lvl3pPr lvl="2">
              <a:spcBef>
                <a:spcPts val="0"/>
              </a:spcBef>
              <a:spcAft>
                <a:spcPts val="0"/>
              </a:spcAft>
              <a:buSzPts val="1400"/>
              <a:buNone/>
              <a:defRPr/>
            </a:lvl3pPr>
            <a:lvl4pPr lvl="3">
              <a:spcBef>
                <a:spcPts val="0"/>
              </a:spcBef>
              <a:spcAft>
                <a:spcPts val="0"/>
              </a:spcAft>
              <a:buSzPts val="1400"/>
              <a:buNone/>
              <a:defRPr/>
            </a:lvl4pPr>
            <a:lvl5pPr lvl="4">
              <a:spcBef>
                <a:spcPts val="0"/>
              </a:spcBef>
              <a:spcAft>
                <a:spcPts val="0"/>
              </a:spcAft>
              <a:buSzPts val="1400"/>
              <a:buNone/>
              <a:defRPr/>
            </a:lvl5pPr>
            <a:lvl6pPr lvl="5">
              <a:spcBef>
                <a:spcPts val="0"/>
              </a:spcBef>
              <a:spcAft>
                <a:spcPts val="0"/>
              </a:spcAft>
              <a:buSzPts val="1400"/>
              <a:buNone/>
              <a:defRPr/>
            </a:lvl6pPr>
            <a:lvl7pPr lvl="6">
              <a:spcBef>
                <a:spcPts val="0"/>
              </a:spcBef>
              <a:spcAft>
                <a:spcPts val="0"/>
              </a:spcAft>
              <a:buSzPts val="1400"/>
              <a:buNone/>
              <a:defRPr/>
            </a:lvl7pPr>
            <a:lvl8pPr lvl="7">
              <a:spcBef>
                <a:spcPts val="0"/>
              </a:spcBef>
              <a:spcAft>
                <a:spcPts val="0"/>
              </a:spcAft>
              <a:buSzPts val="1400"/>
              <a:buNone/>
              <a:defRPr/>
            </a:lvl8pPr>
            <a:lvl9pPr lvl="8">
              <a:spcBef>
                <a:spcPts val="0"/>
              </a:spcBef>
              <a:spcAft>
                <a:spcPts val="0"/>
              </a:spcAft>
              <a:buSzPts val="1400"/>
              <a:buNone/>
              <a:defRPr/>
            </a:lvl9pPr>
          </a:lstStyle>
          <a:p>
            <a:endParaRPr/>
          </a:p>
        </p:txBody>
      </p:sp>
      <p:sp>
        <p:nvSpPr>
          <p:cNvPr id="250" name="Google Shape;250;p48"/>
          <p:cNvSpPr txBox="1">
            <a:spLocks noGrp="1"/>
          </p:cNvSpPr>
          <p:nvPr>
            <p:ph type="body" idx="1"/>
          </p:nvPr>
        </p:nvSpPr>
        <p:spPr>
          <a:xfrm>
            <a:off x="455618" y="2971800"/>
            <a:ext cx="5029251" cy="2971800"/>
          </a:xfrm>
          <a:prstGeom prst="rect">
            <a:avLst/>
          </a:prstGeom>
          <a:noFill/>
          <a:ln>
            <a:noFill/>
          </a:ln>
        </p:spPr>
        <p:txBody>
          <a:bodyPr spcFirstLastPara="1" wrap="square" lIns="0" tIns="0" rIns="0" bIns="0" anchor="t" anchorCtr="0">
            <a:noAutofit/>
          </a:bodyPr>
          <a:lstStyle>
            <a:lvl1pPr marL="457207" lvl="0" indent="-228604" algn="l">
              <a:lnSpc>
                <a:spcPct val="100000"/>
              </a:lnSpc>
              <a:spcBef>
                <a:spcPts val="1800"/>
              </a:spcBef>
              <a:spcAft>
                <a:spcPts val="0"/>
              </a:spcAft>
              <a:buClr>
                <a:schemeClr val="lt1"/>
              </a:buClr>
              <a:buSzPts val="2000"/>
              <a:buFont typeface="Roboto"/>
              <a:buNone/>
              <a:defRPr b="0" i="0">
                <a:solidFill>
                  <a:schemeClr val="lt1"/>
                </a:solidFill>
                <a:latin typeface="Roboto"/>
                <a:ea typeface="Roboto"/>
                <a:cs typeface="Roboto"/>
                <a:sym typeface="Roboto"/>
              </a:defRPr>
            </a:lvl1pPr>
            <a:lvl2pPr marL="914415" lvl="1" indent="-342906" algn="l">
              <a:spcBef>
                <a:spcPts val="600"/>
              </a:spcBef>
              <a:spcAft>
                <a:spcPts val="0"/>
              </a:spcAft>
              <a:buClr>
                <a:schemeClr val="lt1"/>
              </a:buClr>
              <a:buSzPts val="1800"/>
              <a:buChar char="•"/>
              <a:defRPr b="0" i="0">
                <a:solidFill>
                  <a:schemeClr val="lt1"/>
                </a:solidFill>
                <a:latin typeface="Roboto"/>
                <a:ea typeface="Roboto"/>
                <a:cs typeface="Roboto"/>
                <a:sym typeface="Roboto"/>
              </a:defRPr>
            </a:lvl2pPr>
            <a:lvl3pPr marL="1371622" lvl="2" indent="-330205" algn="l">
              <a:spcBef>
                <a:spcPts val="600"/>
              </a:spcBef>
              <a:spcAft>
                <a:spcPts val="0"/>
              </a:spcAft>
              <a:buClr>
                <a:schemeClr val="lt1"/>
              </a:buClr>
              <a:buSzPts val="1600"/>
              <a:buChar char="−"/>
              <a:defRPr b="0" i="0">
                <a:solidFill>
                  <a:schemeClr val="lt1"/>
                </a:solidFill>
                <a:latin typeface="Roboto"/>
                <a:ea typeface="Roboto"/>
                <a:cs typeface="Roboto"/>
                <a:sym typeface="Roboto"/>
              </a:defRPr>
            </a:lvl3pPr>
            <a:lvl4pPr marL="1828831" lvl="3" indent="-317506" algn="l">
              <a:lnSpc>
                <a:spcPct val="100000"/>
              </a:lnSpc>
              <a:spcBef>
                <a:spcPts val="300"/>
              </a:spcBef>
              <a:spcAft>
                <a:spcPts val="0"/>
              </a:spcAft>
              <a:buClr>
                <a:schemeClr val="lt1"/>
              </a:buClr>
              <a:buSzPts val="1400"/>
              <a:buChar char="•"/>
              <a:defRPr b="0" i="0">
                <a:solidFill>
                  <a:schemeClr val="lt1"/>
                </a:solidFill>
                <a:latin typeface="Roboto"/>
                <a:ea typeface="Roboto"/>
                <a:cs typeface="Roboto"/>
                <a:sym typeface="Roboto"/>
              </a:defRPr>
            </a:lvl4pPr>
            <a:lvl5pPr marL="2286038" lvl="4" indent="-304805" algn="l">
              <a:spcBef>
                <a:spcPts val="300"/>
              </a:spcBef>
              <a:spcAft>
                <a:spcPts val="0"/>
              </a:spcAft>
              <a:buClr>
                <a:schemeClr val="lt1"/>
              </a:buClr>
              <a:buSzPts val="1200"/>
              <a:buChar char="−"/>
              <a:defRPr b="0" i="0">
                <a:solidFill>
                  <a:schemeClr val="lt1"/>
                </a:solidFill>
                <a:latin typeface="Roboto"/>
                <a:ea typeface="Roboto"/>
                <a:cs typeface="Roboto"/>
                <a:sym typeface="Roboto"/>
              </a:defRPr>
            </a:lvl5pPr>
            <a:lvl6pPr marL="2743246" lvl="5" indent="-342906" algn="l">
              <a:spcBef>
                <a:spcPts val="360"/>
              </a:spcBef>
              <a:spcAft>
                <a:spcPts val="0"/>
              </a:spcAft>
              <a:buClr>
                <a:schemeClr val="dk1"/>
              </a:buClr>
              <a:buSzPts val="1800"/>
              <a:buChar char="•"/>
              <a:defRPr/>
            </a:lvl6pPr>
            <a:lvl7pPr marL="3200453" lvl="6" indent="-342906" algn="l">
              <a:spcBef>
                <a:spcPts val="360"/>
              </a:spcBef>
              <a:spcAft>
                <a:spcPts val="0"/>
              </a:spcAft>
              <a:buClr>
                <a:schemeClr val="dk1"/>
              </a:buClr>
              <a:buSzPts val="1800"/>
              <a:buChar char="•"/>
              <a:defRPr/>
            </a:lvl7pPr>
            <a:lvl8pPr marL="3657661" lvl="7" indent="-342906" algn="l">
              <a:spcBef>
                <a:spcPts val="360"/>
              </a:spcBef>
              <a:spcAft>
                <a:spcPts val="0"/>
              </a:spcAft>
              <a:buClr>
                <a:schemeClr val="dk1"/>
              </a:buClr>
              <a:buSzPts val="1800"/>
              <a:buChar char="•"/>
              <a:defRPr/>
            </a:lvl8pPr>
            <a:lvl9pPr marL="4114868" lvl="8" indent="-342906" algn="l">
              <a:spcBef>
                <a:spcPts val="360"/>
              </a:spcBef>
              <a:spcAft>
                <a:spcPts val="0"/>
              </a:spcAft>
              <a:buClr>
                <a:schemeClr val="dk1"/>
              </a:buClr>
              <a:buSzPts val="1800"/>
              <a:buChar char="•"/>
              <a:defRPr/>
            </a:lvl9pPr>
          </a:lstStyle>
          <a:p>
            <a:endParaRPr/>
          </a:p>
        </p:txBody>
      </p:sp>
      <p:sp>
        <p:nvSpPr>
          <p:cNvPr id="251" name="Google Shape;251;p48"/>
          <p:cNvSpPr txBox="1">
            <a:spLocks noGrp="1"/>
          </p:cNvSpPr>
          <p:nvPr>
            <p:ph type="body" idx="3"/>
          </p:nvPr>
        </p:nvSpPr>
        <p:spPr>
          <a:xfrm>
            <a:off x="455619" y="460685"/>
            <a:ext cx="5029251" cy="229235"/>
          </a:xfrm>
          <a:prstGeom prst="rect">
            <a:avLst/>
          </a:prstGeom>
          <a:noFill/>
          <a:ln>
            <a:noFill/>
          </a:ln>
        </p:spPr>
        <p:txBody>
          <a:bodyPr spcFirstLastPara="1" wrap="square" lIns="0" tIns="0" rIns="0" bIns="0" anchor="t" anchorCtr="0">
            <a:noAutofit/>
          </a:bodyPr>
          <a:lstStyle>
            <a:lvl1pPr marL="457207" lvl="0" indent="-228604" algn="l">
              <a:spcBef>
                <a:spcPts val="1800"/>
              </a:spcBef>
              <a:spcAft>
                <a:spcPts val="0"/>
              </a:spcAft>
              <a:buClr>
                <a:schemeClr val="accent2"/>
              </a:buClr>
              <a:buSzPts val="1400"/>
              <a:buFont typeface="Roboto Medium"/>
              <a:buNone/>
              <a:defRPr sz="1400" b="0" i="0">
                <a:solidFill>
                  <a:schemeClr val="accent2"/>
                </a:solidFill>
                <a:latin typeface="Roboto Medium"/>
                <a:ea typeface="Roboto Medium"/>
                <a:cs typeface="Roboto Medium"/>
                <a:sym typeface="Roboto Medium"/>
              </a:defRPr>
            </a:lvl1pPr>
            <a:lvl2pPr marL="914415" lvl="1" indent="-228604" algn="l">
              <a:spcBef>
                <a:spcPts val="600"/>
              </a:spcBef>
              <a:spcAft>
                <a:spcPts val="0"/>
              </a:spcAft>
              <a:buClr>
                <a:schemeClr val="dk1"/>
              </a:buClr>
              <a:buSzPts val="1800"/>
              <a:buNone/>
              <a:defRPr/>
            </a:lvl2pPr>
            <a:lvl3pPr marL="1371622" lvl="2" indent="-342906" algn="l">
              <a:spcBef>
                <a:spcPts val="600"/>
              </a:spcBef>
              <a:spcAft>
                <a:spcPts val="0"/>
              </a:spcAft>
              <a:buClr>
                <a:schemeClr val="dk1"/>
              </a:buClr>
              <a:buSzPts val="1800"/>
              <a:buChar char="−"/>
              <a:defRPr/>
            </a:lvl3pPr>
            <a:lvl4pPr marL="1828831" lvl="3" indent="-342906" algn="l">
              <a:spcBef>
                <a:spcPts val="300"/>
              </a:spcBef>
              <a:spcAft>
                <a:spcPts val="0"/>
              </a:spcAft>
              <a:buClr>
                <a:schemeClr val="dk1"/>
              </a:buClr>
              <a:buSzPts val="1800"/>
              <a:buChar char="•"/>
              <a:defRPr/>
            </a:lvl4pPr>
            <a:lvl5pPr marL="2286038" lvl="4" indent="-342906" algn="l">
              <a:spcBef>
                <a:spcPts val="300"/>
              </a:spcBef>
              <a:spcAft>
                <a:spcPts val="0"/>
              </a:spcAft>
              <a:buClr>
                <a:schemeClr val="dk1"/>
              </a:buClr>
              <a:buSzPts val="1800"/>
              <a:buChar char="−"/>
              <a:defRPr/>
            </a:lvl5pPr>
            <a:lvl6pPr marL="2743246" lvl="5" indent="-342906" algn="l">
              <a:spcBef>
                <a:spcPts val="360"/>
              </a:spcBef>
              <a:spcAft>
                <a:spcPts val="0"/>
              </a:spcAft>
              <a:buClr>
                <a:schemeClr val="dk1"/>
              </a:buClr>
              <a:buSzPts val="1800"/>
              <a:buChar char="•"/>
              <a:defRPr/>
            </a:lvl6pPr>
            <a:lvl7pPr marL="3200453" lvl="6" indent="-342906" algn="l">
              <a:spcBef>
                <a:spcPts val="360"/>
              </a:spcBef>
              <a:spcAft>
                <a:spcPts val="0"/>
              </a:spcAft>
              <a:buClr>
                <a:schemeClr val="dk1"/>
              </a:buClr>
              <a:buSzPts val="1800"/>
              <a:buChar char="•"/>
              <a:defRPr/>
            </a:lvl7pPr>
            <a:lvl8pPr marL="3657661" lvl="7" indent="-342906" algn="l">
              <a:spcBef>
                <a:spcPts val="360"/>
              </a:spcBef>
              <a:spcAft>
                <a:spcPts val="0"/>
              </a:spcAft>
              <a:buClr>
                <a:schemeClr val="dk1"/>
              </a:buClr>
              <a:buSzPts val="1800"/>
              <a:buChar char="•"/>
              <a:defRPr/>
            </a:lvl8pPr>
            <a:lvl9pPr marL="4114868" lvl="8" indent="-342906" algn="l">
              <a:spcBef>
                <a:spcPts val="360"/>
              </a:spcBef>
              <a:spcAft>
                <a:spcPts val="0"/>
              </a:spcAft>
              <a:buClr>
                <a:schemeClr val="dk1"/>
              </a:buClr>
              <a:buSzPts val="1800"/>
              <a:buChar char="•"/>
              <a:defRPr/>
            </a:lvl9pPr>
          </a:lstStyle>
          <a:p>
            <a:endParaRPr/>
          </a:p>
        </p:txBody>
      </p:sp>
      <p:sp>
        <p:nvSpPr>
          <p:cNvPr id="252" name="Google Shape;252;p48"/>
          <p:cNvSpPr txBox="1">
            <a:spLocks noGrp="1"/>
          </p:cNvSpPr>
          <p:nvPr>
            <p:ph type="body" idx="4"/>
          </p:nvPr>
        </p:nvSpPr>
        <p:spPr>
          <a:xfrm>
            <a:off x="7508953" y="6432334"/>
            <a:ext cx="4224381" cy="228601"/>
          </a:xfrm>
          <a:prstGeom prst="rect">
            <a:avLst/>
          </a:prstGeom>
          <a:noFill/>
          <a:ln>
            <a:noFill/>
          </a:ln>
        </p:spPr>
        <p:txBody>
          <a:bodyPr spcFirstLastPara="1" wrap="square" lIns="0" tIns="0" rIns="0" bIns="0" anchor="b" anchorCtr="0">
            <a:noAutofit/>
          </a:bodyPr>
          <a:lstStyle>
            <a:lvl1pPr marL="457207" lvl="0" indent="-228604" algn="r">
              <a:spcBef>
                <a:spcPts val="1800"/>
              </a:spcBef>
              <a:spcAft>
                <a:spcPts val="0"/>
              </a:spcAft>
              <a:buClr>
                <a:schemeClr val="lt1"/>
              </a:buClr>
              <a:buSzPts val="1000"/>
              <a:buFont typeface="Roboto Medium"/>
              <a:buNone/>
              <a:defRPr sz="1000" b="0" i="0">
                <a:solidFill>
                  <a:schemeClr val="lt1"/>
                </a:solidFill>
                <a:latin typeface="Roboto Medium"/>
                <a:ea typeface="Roboto Medium"/>
                <a:cs typeface="Roboto Medium"/>
                <a:sym typeface="Roboto Medium"/>
              </a:defRPr>
            </a:lvl1pPr>
            <a:lvl2pPr marL="914415" lvl="1" indent="-228604" algn="l">
              <a:spcBef>
                <a:spcPts val="600"/>
              </a:spcBef>
              <a:spcAft>
                <a:spcPts val="0"/>
              </a:spcAft>
              <a:buClr>
                <a:schemeClr val="dk1"/>
              </a:buClr>
              <a:buSzPts val="1800"/>
              <a:buNone/>
              <a:defRPr/>
            </a:lvl2pPr>
            <a:lvl3pPr marL="1371622" lvl="2" indent="-342906" algn="l">
              <a:spcBef>
                <a:spcPts val="600"/>
              </a:spcBef>
              <a:spcAft>
                <a:spcPts val="0"/>
              </a:spcAft>
              <a:buClr>
                <a:schemeClr val="dk1"/>
              </a:buClr>
              <a:buSzPts val="1800"/>
              <a:buChar char="−"/>
              <a:defRPr/>
            </a:lvl3pPr>
            <a:lvl4pPr marL="1828831" lvl="3" indent="-342906" algn="l">
              <a:spcBef>
                <a:spcPts val="300"/>
              </a:spcBef>
              <a:spcAft>
                <a:spcPts val="0"/>
              </a:spcAft>
              <a:buClr>
                <a:schemeClr val="dk1"/>
              </a:buClr>
              <a:buSzPts val="1800"/>
              <a:buChar char="•"/>
              <a:defRPr/>
            </a:lvl4pPr>
            <a:lvl5pPr marL="2286038" lvl="4" indent="-342906" algn="l">
              <a:spcBef>
                <a:spcPts val="300"/>
              </a:spcBef>
              <a:spcAft>
                <a:spcPts val="0"/>
              </a:spcAft>
              <a:buClr>
                <a:schemeClr val="dk1"/>
              </a:buClr>
              <a:buSzPts val="1800"/>
              <a:buChar char="−"/>
              <a:defRPr/>
            </a:lvl5pPr>
            <a:lvl6pPr marL="2743246" lvl="5" indent="-342906" algn="l">
              <a:spcBef>
                <a:spcPts val="360"/>
              </a:spcBef>
              <a:spcAft>
                <a:spcPts val="0"/>
              </a:spcAft>
              <a:buClr>
                <a:schemeClr val="dk1"/>
              </a:buClr>
              <a:buSzPts val="1800"/>
              <a:buChar char="•"/>
              <a:defRPr/>
            </a:lvl6pPr>
            <a:lvl7pPr marL="3200453" lvl="6" indent="-342906" algn="l">
              <a:spcBef>
                <a:spcPts val="360"/>
              </a:spcBef>
              <a:spcAft>
                <a:spcPts val="0"/>
              </a:spcAft>
              <a:buClr>
                <a:schemeClr val="dk1"/>
              </a:buClr>
              <a:buSzPts val="1800"/>
              <a:buChar char="•"/>
              <a:defRPr/>
            </a:lvl7pPr>
            <a:lvl8pPr marL="3657661" lvl="7" indent="-342906" algn="l">
              <a:spcBef>
                <a:spcPts val="360"/>
              </a:spcBef>
              <a:spcAft>
                <a:spcPts val="0"/>
              </a:spcAft>
              <a:buClr>
                <a:schemeClr val="dk1"/>
              </a:buClr>
              <a:buSzPts val="1800"/>
              <a:buChar char="•"/>
              <a:defRPr/>
            </a:lvl8pPr>
            <a:lvl9pPr marL="4114868" lvl="8" indent="-342906" algn="l">
              <a:spcBef>
                <a:spcPts val="360"/>
              </a:spcBef>
              <a:spcAft>
                <a:spcPts val="0"/>
              </a:spcAft>
              <a:buClr>
                <a:schemeClr val="dk1"/>
              </a:buClr>
              <a:buSzPts val="1800"/>
              <a:buChar char="•"/>
              <a:defRPr/>
            </a:lvl9pPr>
          </a:lstStyle>
          <a:p>
            <a:endParaRPr/>
          </a:p>
        </p:txBody>
      </p:sp>
      <p:pic>
        <p:nvPicPr>
          <p:cNvPr id="253" name="Google Shape;253;p48" descr="A picture containing drawing&#10;&#10;Description automatically generated"/>
          <p:cNvPicPr preferRelativeResize="0"/>
          <p:nvPr/>
        </p:nvPicPr>
        <p:blipFill rotWithShape="1">
          <a:blip r:embed="rId2">
            <a:alphaModFix/>
          </a:blip>
          <a:srcRect b="31356"/>
          <a:stretch/>
        </p:blipFill>
        <p:spPr>
          <a:xfrm>
            <a:off x="455619" y="6277208"/>
            <a:ext cx="685807" cy="352192"/>
          </a:xfrm>
          <a:prstGeom prst="rect">
            <a:avLst/>
          </a:prstGeom>
          <a:noFill/>
          <a:ln>
            <a:noFill/>
          </a:ln>
        </p:spPr>
      </p:pic>
    </p:spTree>
  </p:cSld>
  <p:clrMapOvr>
    <a:masterClrMapping/>
  </p:clrMapOvr>
  <mc:AlternateContent xmlns:mc="http://schemas.openxmlformats.org/markup-compatibility/2006" xmlns:p14="http://schemas.microsoft.com/office/powerpoint/2010/main">
    <mc:Choice Requires="p14">
      <p:transition p14:dur="250">
        <p:fade/>
      </p:transition>
    </mc:Choice>
    <mc:Fallback xmlns:ahyp="http://schemas.microsoft.com/office/drawing/2018/hyperlinkcolor" xmlns:p15="http://schemas.microsoft.com/office/powerpoint/2012/main" xmlns:com="http://schemas.openxmlformats.org/drawingml/2006/compatibility" xmlns:pvml="urn:schemas-microsoft-com:office:powerpoint" xmlns:v="urn:schemas-microsoft-com:vml" xmlns:o="urn:schemas-microsoft-com:office:office" xmlns:dgm="http://schemas.openxmlformats.org/drawingml/2006/diagram" xmlns:c="http://schemas.openxmlformats.org/drawingml/2006/chart" xmlns:mv="urn:schemas-microsoft-com:mac:vml" xmlns="">
      <p:transition>
        <p:fade/>
      </p:transition>
    </mc:Fallback>
  </mc:AlternateContent>
</p:sldLayout>
</file>

<file path=ppt/slideLayouts/slideLayout47.xml><?xml version="1.0" encoding="utf-8"?>
<p:sldLayout xmlns:a="http://schemas.openxmlformats.org/drawingml/2006/main" xmlns:r="http://schemas.openxmlformats.org/officeDocument/2006/relationships" xmlns:p="http://schemas.openxmlformats.org/presentationml/2006/main" matchingName="NAVY Subhead | Title">
  <p:cSld name="NAVY Subhead | Title">
    <p:bg>
      <p:bgPr>
        <a:solidFill>
          <a:srgbClr val="030A14"/>
        </a:solidFill>
        <a:effectLst/>
      </p:bgPr>
    </p:bg>
    <p:spTree>
      <p:nvGrpSpPr>
        <p:cNvPr id="1" name="Shape 254"/>
        <p:cNvGrpSpPr/>
        <p:nvPr/>
      </p:nvGrpSpPr>
      <p:grpSpPr>
        <a:xfrm>
          <a:off x="0" y="0"/>
          <a:ext cx="0" cy="0"/>
          <a:chOff x="0" y="0"/>
          <a:chExt cx="0" cy="0"/>
        </a:xfrm>
      </p:grpSpPr>
      <p:sp>
        <p:nvSpPr>
          <p:cNvPr id="255" name="Google Shape;255;p49"/>
          <p:cNvSpPr txBox="1">
            <a:spLocks noGrp="1"/>
          </p:cNvSpPr>
          <p:nvPr>
            <p:ph type="title"/>
          </p:nvPr>
        </p:nvSpPr>
        <p:spPr>
          <a:xfrm>
            <a:off x="455618" y="731522"/>
            <a:ext cx="8915492" cy="524543"/>
          </a:xfrm>
          <a:prstGeom prst="rect">
            <a:avLst/>
          </a:prstGeom>
          <a:noFill/>
          <a:ln>
            <a:noFill/>
          </a:ln>
        </p:spPr>
        <p:txBody>
          <a:bodyPr spcFirstLastPara="1" wrap="square" lIns="0" tIns="0" rIns="0" bIns="0" anchor="t" anchorCtr="0">
            <a:noAutofit/>
          </a:bodyPr>
          <a:lstStyle>
            <a:lvl1pPr lvl="0" algn="l">
              <a:lnSpc>
                <a:spcPct val="80000"/>
              </a:lnSpc>
              <a:spcBef>
                <a:spcPts val="0"/>
              </a:spcBef>
              <a:spcAft>
                <a:spcPts val="0"/>
              </a:spcAft>
              <a:buClr>
                <a:schemeClr val="lt1"/>
              </a:buClr>
              <a:buSzPts val="3200"/>
              <a:buFont typeface="Roboto Medium"/>
              <a:buNone/>
              <a:defRPr>
                <a:solidFill>
                  <a:schemeClr val="lt1"/>
                </a:solidFill>
              </a:defRPr>
            </a:lvl1pPr>
            <a:lvl2pPr lvl="1">
              <a:spcBef>
                <a:spcPts val="0"/>
              </a:spcBef>
              <a:spcAft>
                <a:spcPts val="0"/>
              </a:spcAft>
              <a:buSzPts val="1400"/>
              <a:buNone/>
              <a:defRPr/>
            </a:lvl2pPr>
            <a:lvl3pPr lvl="2">
              <a:spcBef>
                <a:spcPts val="0"/>
              </a:spcBef>
              <a:spcAft>
                <a:spcPts val="0"/>
              </a:spcAft>
              <a:buSzPts val="1400"/>
              <a:buNone/>
              <a:defRPr/>
            </a:lvl3pPr>
            <a:lvl4pPr lvl="3">
              <a:spcBef>
                <a:spcPts val="0"/>
              </a:spcBef>
              <a:spcAft>
                <a:spcPts val="0"/>
              </a:spcAft>
              <a:buSzPts val="1400"/>
              <a:buNone/>
              <a:defRPr/>
            </a:lvl4pPr>
            <a:lvl5pPr lvl="4">
              <a:spcBef>
                <a:spcPts val="0"/>
              </a:spcBef>
              <a:spcAft>
                <a:spcPts val="0"/>
              </a:spcAft>
              <a:buSzPts val="1400"/>
              <a:buNone/>
              <a:defRPr/>
            </a:lvl5pPr>
            <a:lvl6pPr lvl="5">
              <a:spcBef>
                <a:spcPts val="0"/>
              </a:spcBef>
              <a:spcAft>
                <a:spcPts val="0"/>
              </a:spcAft>
              <a:buSzPts val="1400"/>
              <a:buNone/>
              <a:defRPr/>
            </a:lvl6pPr>
            <a:lvl7pPr lvl="6">
              <a:spcBef>
                <a:spcPts val="0"/>
              </a:spcBef>
              <a:spcAft>
                <a:spcPts val="0"/>
              </a:spcAft>
              <a:buSzPts val="1400"/>
              <a:buNone/>
              <a:defRPr/>
            </a:lvl7pPr>
            <a:lvl8pPr lvl="7">
              <a:spcBef>
                <a:spcPts val="0"/>
              </a:spcBef>
              <a:spcAft>
                <a:spcPts val="0"/>
              </a:spcAft>
              <a:buSzPts val="1400"/>
              <a:buNone/>
              <a:defRPr/>
            </a:lvl8pPr>
            <a:lvl9pPr lvl="8">
              <a:spcBef>
                <a:spcPts val="0"/>
              </a:spcBef>
              <a:spcAft>
                <a:spcPts val="0"/>
              </a:spcAft>
              <a:buSzPts val="1400"/>
              <a:buNone/>
              <a:defRPr/>
            </a:lvl9pPr>
          </a:lstStyle>
          <a:p>
            <a:endParaRPr/>
          </a:p>
        </p:txBody>
      </p:sp>
      <p:sp>
        <p:nvSpPr>
          <p:cNvPr id="256" name="Google Shape;256;p49"/>
          <p:cNvSpPr txBox="1">
            <a:spLocks noGrp="1"/>
          </p:cNvSpPr>
          <p:nvPr>
            <p:ph type="body" idx="1"/>
          </p:nvPr>
        </p:nvSpPr>
        <p:spPr>
          <a:xfrm>
            <a:off x="455618" y="460685"/>
            <a:ext cx="8915492" cy="229235"/>
          </a:xfrm>
          <a:prstGeom prst="rect">
            <a:avLst/>
          </a:prstGeom>
          <a:noFill/>
          <a:ln>
            <a:noFill/>
          </a:ln>
        </p:spPr>
        <p:txBody>
          <a:bodyPr spcFirstLastPara="1" wrap="square" lIns="0" tIns="0" rIns="0" bIns="0" anchor="t" anchorCtr="0">
            <a:noAutofit/>
          </a:bodyPr>
          <a:lstStyle>
            <a:lvl1pPr marL="457207" lvl="0" indent="-228604" algn="l">
              <a:spcBef>
                <a:spcPts val="1800"/>
              </a:spcBef>
              <a:spcAft>
                <a:spcPts val="0"/>
              </a:spcAft>
              <a:buClr>
                <a:schemeClr val="accent2"/>
              </a:buClr>
              <a:buSzPts val="1400"/>
              <a:buFont typeface="Roboto Medium"/>
              <a:buNone/>
              <a:defRPr sz="1400" b="0" i="0">
                <a:solidFill>
                  <a:schemeClr val="accent2"/>
                </a:solidFill>
                <a:latin typeface="Roboto Medium"/>
                <a:ea typeface="Roboto Medium"/>
                <a:cs typeface="Roboto Medium"/>
                <a:sym typeface="Roboto Medium"/>
              </a:defRPr>
            </a:lvl1pPr>
            <a:lvl2pPr marL="914415" lvl="1" indent="-228604" algn="l">
              <a:spcBef>
                <a:spcPts val="600"/>
              </a:spcBef>
              <a:spcAft>
                <a:spcPts val="0"/>
              </a:spcAft>
              <a:buClr>
                <a:schemeClr val="dk1"/>
              </a:buClr>
              <a:buSzPts val="1800"/>
              <a:buNone/>
              <a:defRPr/>
            </a:lvl2pPr>
            <a:lvl3pPr marL="1371622" lvl="2" indent="-342906" algn="l">
              <a:spcBef>
                <a:spcPts val="600"/>
              </a:spcBef>
              <a:spcAft>
                <a:spcPts val="0"/>
              </a:spcAft>
              <a:buClr>
                <a:schemeClr val="dk1"/>
              </a:buClr>
              <a:buSzPts val="1800"/>
              <a:buChar char="−"/>
              <a:defRPr/>
            </a:lvl3pPr>
            <a:lvl4pPr marL="1828831" lvl="3" indent="-342906" algn="l">
              <a:spcBef>
                <a:spcPts val="300"/>
              </a:spcBef>
              <a:spcAft>
                <a:spcPts val="0"/>
              </a:spcAft>
              <a:buClr>
                <a:schemeClr val="dk1"/>
              </a:buClr>
              <a:buSzPts val="1800"/>
              <a:buChar char="•"/>
              <a:defRPr/>
            </a:lvl4pPr>
            <a:lvl5pPr marL="2286038" lvl="4" indent="-342906" algn="l">
              <a:spcBef>
                <a:spcPts val="300"/>
              </a:spcBef>
              <a:spcAft>
                <a:spcPts val="0"/>
              </a:spcAft>
              <a:buClr>
                <a:schemeClr val="dk1"/>
              </a:buClr>
              <a:buSzPts val="1800"/>
              <a:buChar char="−"/>
              <a:defRPr/>
            </a:lvl5pPr>
            <a:lvl6pPr marL="2743246" lvl="5" indent="-342906" algn="l">
              <a:spcBef>
                <a:spcPts val="360"/>
              </a:spcBef>
              <a:spcAft>
                <a:spcPts val="0"/>
              </a:spcAft>
              <a:buClr>
                <a:schemeClr val="dk1"/>
              </a:buClr>
              <a:buSzPts val="1800"/>
              <a:buChar char="•"/>
              <a:defRPr/>
            </a:lvl6pPr>
            <a:lvl7pPr marL="3200453" lvl="6" indent="-342906" algn="l">
              <a:spcBef>
                <a:spcPts val="360"/>
              </a:spcBef>
              <a:spcAft>
                <a:spcPts val="0"/>
              </a:spcAft>
              <a:buClr>
                <a:schemeClr val="dk1"/>
              </a:buClr>
              <a:buSzPts val="1800"/>
              <a:buChar char="•"/>
              <a:defRPr/>
            </a:lvl7pPr>
            <a:lvl8pPr marL="3657661" lvl="7" indent="-342906" algn="l">
              <a:spcBef>
                <a:spcPts val="360"/>
              </a:spcBef>
              <a:spcAft>
                <a:spcPts val="0"/>
              </a:spcAft>
              <a:buClr>
                <a:schemeClr val="dk1"/>
              </a:buClr>
              <a:buSzPts val="1800"/>
              <a:buChar char="•"/>
              <a:defRPr/>
            </a:lvl8pPr>
            <a:lvl9pPr marL="4114868" lvl="8" indent="-342906" algn="l">
              <a:spcBef>
                <a:spcPts val="360"/>
              </a:spcBef>
              <a:spcAft>
                <a:spcPts val="0"/>
              </a:spcAft>
              <a:buClr>
                <a:schemeClr val="dk1"/>
              </a:buClr>
              <a:buSzPts val="1800"/>
              <a:buChar char="•"/>
              <a:defRPr/>
            </a:lvl9pPr>
          </a:lstStyle>
          <a:p>
            <a:endParaRPr/>
          </a:p>
        </p:txBody>
      </p:sp>
      <p:sp>
        <p:nvSpPr>
          <p:cNvPr id="257" name="Google Shape;257;p49"/>
          <p:cNvSpPr txBox="1">
            <a:spLocks noGrp="1"/>
          </p:cNvSpPr>
          <p:nvPr>
            <p:ph type="body" idx="2"/>
          </p:nvPr>
        </p:nvSpPr>
        <p:spPr>
          <a:xfrm>
            <a:off x="7508953" y="6432334"/>
            <a:ext cx="4224381" cy="228601"/>
          </a:xfrm>
          <a:prstGeom prst="rect">
            <a:avLst/>
          </a:prstGeom>
          <a:noFill/>
          <a:ln>
            <a:noFill/>
          </a:ln>
        </p:spPr>
        <p:txBody>
          <a:bodyPr spcFirstLastPara="1" wrap="square" lIns="0" tIns="0" rIns="0" bIns="0" anchor="b" anchorCtr="0">
            <a:noAutofit/>
          </a:bodyPr>
          <a:lstStyle>
            <a:lvl1pPr marL="457207" lvl="0" indent="-228604" algn="r">
              <a:spcBef>
                <a:spcPts val="1800"/>
              </a:spcBef>
              <a:spcAft>
                <a:spcPts val="0"/>
              </a:spcAft>
              <a:buClr>
                <a:schemeClr val="lt1"/>
              </a:buClr>
              <a:buSzPts val="1000"/>
              <a:buFont typeface="Roboto Medium"/>
              <a:buNone/>
              <a:defRPr sz="1000" b="0" i="0">
                <a:solidFill>
                  <a:schemeClr val="lt1"/>
                </a:solidFill>
                <a:latin typeface="Roboto Medium"/>
                <a:ea typeface="Roboto Medium"/>
                <a:cs typeface="Roboto Medium"/>
                <a:sym typeface="Roboto Medium"/>
              </a:defRPr>
            </a:lvl1pPr>
            <a:lvl2pPr marL="914415" lvl="1" indent="-228604" algn="l">
              <a:spcBef>
                <a:spcPts val="600"/>
              </a:spcBef>
              <a:spcAft>
                <a:spcPts val="0"/>
              </a:spcAft>
              <a:buClr>
                <a:schemeClr val="dk1"/>
              </a:buClr>
              <a:buSzPts val="1800"/>
              <a:buNone/>
              <a:defRPr/>
            </a:lvl2pPr>
            <a:lvl3pPr marL="1371622" lvl="2" indent="-342906" algn="l">
              <a:spcBef>
                <a:spcPts val="600"/>
              </a:spcBef>
              <a:spcAft>
                <a:spcPts val="0"/>
              </a:spcAft>
              <a:buClr>
                <a:schemeClr val="dk1"/>
              </a:buClr>
              <a:buSzPts val="1800"/>
              <a:buChar char="−"/>
              <a:defRPr/>
            </a:lvl3pPr>
            <a:lvl4pPr marL="1828831" lvl="3" indent="-342906" algn="l">
              <a:spcBef>
                <a:spcPts val="300"/>
              </a:spcBef>
              <a:spcAft>
                <a:spcPts val="0"/>
              </a:spcAft>
              <a:buClr>
                <a:schemeClr val="dk1"/>
              </a:buClr>
              <a:buSzPts val="1800"/>
              <a:buChar char="•"/>
              <a:defRPr/>
            </a:lvl4pPr>
            <a:lvl5pPr marL="2286038" lvl="4" indent="-342906" algn="l">
              <a:spcBef>
                <a:spcPts val="300"/>
              </a:spcBef>
              <a:spcAft>
                <a:spcPts val="0"/>
              </a:spcAft>
              <a:buClr>
                <a:schemeClr val="dk1"/>
              </a:buClr>
              <a:buSzPts val="1800"/>
              <a:buChar char="−"/>
              <a:defRPr/>
            </a:lvl5pPr>
            <a:lvl6pPr marL="2743246" lvl="5" indent="-342906" algn="l">
              <a:spcBef>
                <a:spcPts val="360"/>
              </a:spcBef>
              <a:spcAft>
                <a:spcPts val="0"/>
              </a:spcAft>
              <a:buClr>
                <a:schemeClr val="dk1"/>
              </a:buClr>
              <a:buSzPts val="1800"/>
              <a:buChar char="•"/>
              <a:defRPr/>
            </a:lvl6pPr>
            <a:lvl7pPr marL="3200453" lvl="6" indent="-342906" algn="l">
              <a:spcBef>
                <a:spcPts val="360"/>
              </a:spcBef>
              <a:spcAft>
                <a:spcPts val="0"/>
              </a:spcAft>
              <a:buClr>
                <a:schemeClr val="dk1"/>
              </a:buClr>
              <a:buSzPts val="1800"/>
              <a:buChar char="•"/>
              <a:defRPr/>
            </a:lvl7pPr>
            <a:lvl8pPr marL="3657661" lvl="7" indent="-342906" algn="l">
              <a:spcBef>
                <a:spcPts val="360"/>
              </a:spcBef>
              <a:spcAft>
                <a:spcPts val="0"/>
              </a:spcAft>
              <a:buClr>
                <a:schemeClr val="dk1"/>
              </a:buClr>
              <a:buSzPts val="1800"/>
              <a:buChar char="•"/>
              <a:defRPr/>
            </a:lvl8pPr>
            <a:lvl9pPr marL="4114868" lvl="8" indent="-342906" algn="l">
              <a:spcBef>
                <a:spcPts val="360"/>
              </a:spcBef>
              <a:spcAft>
                <a:spcPts val="0"/>
              </a:spcAft>
              <a:buClr>
                <a:schemeClr val="dk1"/>
              </a:buClr>
              <a:buSzPts val="1800"/>
              <a:buChar char="•"/>
              <a:defRPr/>
            </a:lvl9pPr>
          </a:lstStyle>
          <a:p>
            <a:endParaRPr/>
          </a:p>
        </p:txBody>
      </p:sp>
      <p:pic>
        <p:nvPicPr>
          <p:cNvPr id="258" name="Google Shape;258;p49" descr="A picture containing drawing&#10;&#10;Description automatically generated"/>
          <p:cNvPicPr preferRelativeResize="0"/>
          <p:nvPr/>
        </p:nvPicPr>
        <p:blipFill rotWithShape="1">
          <a:blip r:embed="rId2">
            <a:alphaModFix/>
          </a:blip>
          <a:srcRect b="31356"/>
          <a:stretch/>
        </p:blipFill>
        <p:spPr>
          <a:xfrm>
            <a:off x="455619" y="6277208"/>
            <a:ext cx="685807" cy="352192"/>
          </a:xfrm>
          <a:prstGeom prst="rect">
            <a:avLst/>
          </a:prstGeom>
          <a:noFill/>
          <a:ln>
            <a:noFill/>
          </a:ln>
        </p:spPr>
      </p:pic>
    </p:spTree>
  </p:cSld>
  <p:clrMapOvr>
    <a:masterClrMapping/>
  </p:clrMapOvr>
  <mc:AlternateContent xmlns:mc="http://schemas.openxmlformats.org/markup-compatibility/2006" xmlns:p14="http://schemas.microsoft.com/office/powerpoint/2010/main">
    <mc:Choice Requires="p14">
      <p:transition p14:dur="250">
        <p:fade/>
      </p:transition>
    </mc:Choice>
    <mc:Fallback xmlns:ahyp="http://schemas.microsoft.com/office/drawing/2018/hyperlinkcolor" xmlns:p15="http://schemas.microsoft.com/office/powerpoint/2012/main" xmlns:com="http://schemas.openxmlformats.org/drawingml/2006/compatibility" xmlns:pvml="urn:schemas-microsoft-com:office:powerpoint" xmlns:v="urn:schemas-microsoft-com:vml" xmlns:o="urn:schemas-microsoft-com:office:office" xmlns:dgm="http://schemas.openxmlformats.org/drawingml/2006/diagram" xmlns:c="http://schemas.openxmlformats.org/drawingml/2006/chart" xmlns:mv="urn:schemas-microsoft-com:mac:vml" xmlns="">
      <p:transition>
        <p:fade/>
      </p:transition>
    </mc:Fallback>
  </mc:AlternateContent>
</p:sldLayout>
</file>

<file path=ppt/slideLayouts/slideLayout48.xml><?xml version="1.0" encoding="utf-8"?>
<p:sldLayout xmlns:a="http://schemas.openxmlformats.org/drawingml/2006/main" xmlns:r="http://schemas.openxmlformats.org/officeDocument/2006/relationships" xmlns:p="http://schemas.openxmlformats.org/presentationml/2006/main" matchingName="NAVY 1Col Title | Subhead | Text">
  <p:cSld name="NAVY 1Col Title | Subhead | Text">
    <p:bg>
      <p:bgPr>
        <a:solidFill>
          <a:srgbClr val="030A14"/>
        </a:solidFill>
        <a:effectLst/>
      </p:bgPr>
    </p:bg>
    <p:spTree>
      <p:nvGrpSpPr>
        <p:cNvPr id="1" name="Shape 259"/>
        <p:cNvGrpSpPr/>
        <p:nvPr/>
      </p:nvGrpSpPr>
      <p:grpSpPr>
        <a:xfrm>
          <a:off x="0" y="0"/>
          <a:ext cx="0" cy="0"/>
          <a:chOff x="0" y="0"/>
          <a:chExt cx="0" cy="0"/>
        </a:xfrm>
      </p:grpSpPr>
      <p:sp>
        <p:nvSpPr>
          <p:cNvPr id="260" name="Google Shape;260;p50"/>
          <p:cNvSpPr txBox="1">
            <a:spLocks noGrp="1"/>
          </p:cNvSpPr>
          <p:nvPr>
            <p:ph type="title"/>
          </p:nvPr>
        </p:nvSpPr>
        <p:spPr>
          <a:xfrm>
            <a:off x="455618" y="491681"/>
            <a:ext cx="8915492" cy="524543"/>
          </a:xfrm>
          <a:prstGeom prst="rect">
            <a:avLst/>
          </a:prstGeom>
          <a:noFill/>
          <a:ln>
            <a:noFill/>
          </a:ln>
        </p:spPr>
        <p:txBody>
          <a:bodyPr spcFirstLastPara="1" wrap="square" lIns="0" tIns="0" rIns="0" bIns="0" anchor="t" anchorCtr="0">
            <a:noAutofit/>
          </a:bodyPr>
          <a:lstStyle>
            <a:lvl1pPr lvl="0" algn="l">
              <a:lnSpc>
                <a:spcPct val="80000"/>
              </a:lnSpc>
              <a:spcBef>
                <a:spcPts val="0"/>
              </a:spcBef>
              <a:spcAft>
                <a:spcPts val="0"/>
              </a:spcAft>
              <a:buClr>
                <a:schemeClr val="lt1"/>
              </a:buClr>
              <a:buSzPts val="3200"/>
              <a:buFont typeface="Roboto Medium"/>
              <a:buNone/>
              <a:defRPr b="0">
                <a:solidFill>
                  <a:schemeClr val="lt1"/>
                </a:solidFill>
              </a:defRPr>
            </a:lvl1pPr>
            <a:lvl2pPr lvl="1">
              <a:spcBef>
                <a:spcPts val="0"/>
              </a:spcBef>
              <a:spcAft>
                <a:spcPts val="0"/>
              </a:spcAft>
              <a:buSzPts val="1400"/>
              <a:buNone/>
              <a:defRPr/>
            </a:lvl2pPr>
            <a:lvl3pPr lvl="2">
              <a:spcBef>
                <a:spcPts val="0"/>
              </a:spcBef>
              <a:spcAft>
                <a:spcPts val="0"/>
              </a:spcAft>
              <a:buSzPts val="1400"/>
              <a:buNone/>
              <a:defRPr/>
            </a:lvl3pPr>
            <a:lvl4pPr lvl="3">
              <a:spcBef>
                <a:spcPts val="0"/>
              </a:spcBef>
              <a:spcAft>
                <a:spcPts val="0"/>
              </a:spcAft>
              <a:buSzPts val="1400"/>
              <a:buNone/>
              <a:defRPr/>
            </a:lvl4pPr>
            <a:lvl5pPr lvl="4">
              <a:spcBef>
                <a:spcPts val="0"/>
              </a:spcBef>
              <a:spcAft>
                <a:spcPts val="0"/>
              </a:spcAft>
              <a:buSzPts val="1400"/>
              <a:buNone/>
              <a:defRPr/>
            </a:lvl5pPr>
            <a:lvl6pPr lvl="5">
              <a:spcBef>
                <a:spcPts val="0"/>
              </a:spcBef>
              <a:spcAft>
                <a:spcPts val="0"/>
              </a:spcAft>
              <a:buSzPts val="1400"/>
              <a:buNone/>
              <a:defRPr/>
            </a:lvl6pPr>
            <a:lvl7pPr lvl="6">
              <a:spcBef>
                <a:spcPts val="0"/>
              </a:spcBef>
              <a:spcAft>
                <a:spcPts val="0"/>
              </a:spcAft>
              <a:buSzPts val="1400"/>
              <a:buNone/>
              <a:defRPr/>
            </a:lvl7pPr>
            <a:lvl8pPr lvl="7">
              <a:spcBef>
                <a:spcPts val="0"/>
              </a:spcBef>
              <a:spcAft>
                <a:spcPts val="0"/>
              </a:spcAft>
              <a:buSzPts val="1400"/>
              <a:buNone/>
              <a:defRPr/>
            </a:lvl8pPr>
            <a:lvl9pPr lvl="8">
              <a:spcBef>
                <a:spcPts val="0"/>
              </a:spcBef>
              <a:spcAft>
                <a:spcPts val="0"/>
              </a:spcAft>
              <a:buSzPts val="1400"/>
              <a:buNone/>
              <a:defRPr/>
            </a:lvl9pPr>
          </a:lstStyle>
          <a:p>
            <a:endParaRPr/>
          </a:p>
        </p:txBody>
      </p:sp>
      <p:sp>
        <p:nvSpPr>
          <p:cNvPr id="261" name="Google Shape;261;p50"/>
          <p:cNvSpPr txBox="1">
            <a:spLocks noGrp="1"/>
          </p:cNvSpPr>
          <p:nvPr>
            <p:ph type="body" idx="1"/>
          </p:nvPr>
        </p:nvSpPr>
        <p:spPr>
          <a:xfrm>
            <a:off x="455618" y="2971800"/>
            <a:ext cx="8915492" cy="2971800"/>
          </a:xfrm>
          <a:prstGeom prst="rect">
            <a:avLst/>
          </a:prstGeom>
          <a:noFill/>
          <a:ln>
            <a:noFill/>
          </a:ln>
        </p:spPr>
        <p:txBody>
          <a:bodyPr spcFirstLastPara="1" wrap="square" lIns="0" tIns="0" rIns="0" bIns="0" anchor="t" anchorCtr="0">
            <a:noAutofit/>
          </a:bodyPr>
          <a:lstStyle>
            <a:lvl1pPr marL="457207" lvl="0" indent="-228604" algn="l">
              <a:spcBef>
                <a:spcPts val="1800"/>
              </a:spcBef>
              <a:spcAft>
                <a:spcPts val="0"/>
              </a:spcAft>
              <a:buClr>
                <a:schemeClr val="lt1"/>
              </a:buClr>
              <a:buSzPts val="2000"/>
              <a:buFont typeface="Roboto"/>
              <a:buNone/>
              <a:defRPr b="0" i="0">
                <a:solidFill>
                  <a:schemeClr val="lt1"/>
                </a:solidFill>
                <a:latin typeface="Roboto"/>
                <a:ea typeface="Roboto"/>
                <a:cs typeface="Roboto"/>
                <a:sym typeface="Roboto"/>
              </a:defRPr>
            </a:lvl1pPr>
            <a:lvl2pPr marL="914415" lvl="1" indent="-342906" algn="l">
              <a:spcBef>
                <a:spcPts val="600"/>
              </a:spcBef>
              <a:spcAft>
                <a:spcPts val="0"/>
              </a:spcAft>
              <a:buClr>
                <a:schemeClr val="lt1"/>
              </a:buClr>
              <a:buSzPts val="1800"/>
              <a:buChar char="•"/>
              <a:defRPr b="0" i="0">
                <a:solidFill>
                  <a:schemeClr val="lt1"/>
                </a:solidFill>
                <a:latin typeface="Roboto"/>
                <a:ea typeface="Roboto"/>
                <a:cs typeface="Roboto"/>
                <a:sym typeface="Roboto"/>
              </a:defRPr>
            </a:lvl2pPr>
            <a:lvl3pPr marL="1371622" lvl="2" indent="-330205" algn="l">
              <a:spcBef>
                <a:spcPts val="600"/>
              </a:spcBef>
              <a:spcAft>
                <a:spcPts val="0"/>
              </a:spcAft>
              <a:buClr>
                <a:schemeClr val="lt1"/>
              </a:buClr>
              <a:buSzPts val="1600"/>
              <a:buChar char="−"/>
              <a:defRPr b="0" i="0">
                <a:solidFill>
                  <a:schemeClr val="lt1"/>
                </a:solidFill>
                <a:latin typeface="Roboto"/>
                <a:ea typeface="Roboto"/>
                <a:cs typeface="Roboto"/>
                <a:sym typeface="Roboto"/>
              </a:defRPr>
            </a:lvl3pPr>
            <a:lvl4pPr marL="1828831" lvl="3" indent="-317506" algn="l">
              <a:spcBef>
                <a:spcPts val="300"/>
              </a:spcBef>
              <a:spcAft>
                <a:spcPts val="0"/>
              </a:spcAft>
              <a:buClr>
                <a:schemeClr val="lt1"/>
              </a:buClr>
              <a:buSzPts val="1400"/>
              <a:buChar char="•"/>
              <a:defRPr b="0" i="0">
                <a:solidFill>
                  <a:schemeClr val="lt1"/>
                </a:solidFill>
                <a:latin typeface="Roboto"/>
                <a:ea typeface="Roboto"/>
                <a:cs typeface="Roboto"/>
                <a:sym typeface="Roboto"/>
              </a:defRPr>
            </a:lvl4pPr>
            <a:lvl5pPr marL="2286038" lvl="4" indent="-304805" algn="l">
              <a:spcBef>
                <a:spcPts val="300"/>
              </a:spcBef>
              <a:spcAft>
                <a:spcPts val="0"/>
              </a:spcAft>
              <a:buClr>
                <a:schemeClr val="lt1"/>
              </a:buClr>
              <a:buSzPts val="1200"/>
              <a:buChar char="−"/>
              <a:defRPr b="0" i="0">
                <a:solidFill>
                  <a:schemeClr val="lt1"/>
                </a:solidFill>
                <a:latin typeface="Roboto"/>
                <a:ea typeface="Roboto"/>
                <a:cs typeface="Roboto"/>
                <a:sym typeface="Roboto"/>
              </a:defRPr>
            </a:lvl5pPr>
            <a:lvl6pPr marL="2743246" lvl="5" indent="-342906" algn="l">
              <a:spcBef>
                <a:spcPts val="360"/>
              </a:spcBef>
              <a:spcAft>
                <a:spcPts val="0"/>
              </a:spcAft>
              <a:buClr>
                <a:schemeClr val="dk1"/>
              </a:buClr>
              <a:buSzPts val="1800"/>
              <a:buChar char="•"/>
              <a:defRPr/>
            </a:lvl6pPr>
            <a:lvl7pPr marL="3200453" lvl="6" indent="-342906" algn="l">
              <a:spcBef>
                <a:spcPts val="360"/>
              </a:spcBef>
              <a:spcAft>
                <a:spcPts val="0"/>
              </a:spcAft>
              <a:buClr>
                <a:schemeClr val="dk1"/>
              </a:buClr>
              <a:buSzPts val="1800"/>
              <a:buChar char="•"/>
              <a:defRPr/>
            </a:lvl7pPr>
            <a:lvl8pPr marL="3657661" lvl="7" indent="-342906" algn="l">
              <a:spcBef>
                <a:spcPts val="360"/>
              </a:spcBef>
              <a:spcAft>
                <a:spcPts val="0"/>
              </a:spcAft>
              <a:buClr>
                <a:schemeClr val="dk1"/>
              </a:buClr>
              <a:buSzPts val="1800"/>
              <a:buChar char="•"/>
              <a:defRPr/>
            </a:lvl8pPr>
            <a:lvl9pPr marL="4114868" lvl="8" indent="-342906" algn="l">
              <a:spcBef>
                <a:spcPts val="360"/>
              </a:spcBef>
              <a:spcAft>
                <a:spcPts val="0"/>
              </a:spcAft>
              <a:buClr>
                <a:schemeClr val="dk1"/>
              </a:buClr>
              <a:buSzPts val="1800"/>
              <a:buChar char="•"/>
              <a:defRPr/>
            </a:lvl9pPr>
          </a:lstStyle>
          <a:p>
            <a:endParaRPr/>
          </a:p>
        </p:txBody>
      </p:sp>
      <p:sp>
        <p:nvSpPr>
          <p:cNvPr id="262" name="Google Shape;262;p50"/>
          <p:cNvSpPr txBox="1">
            <a:spLocks noGrp="1"/>
          </p:cNvSpPr>
          <p:nvPr>
            <p:ph type="body" idx="2"/>
          </p:nvPr>
        </p:nvSpPr>
        <p:spPr>
          <a:xfrm>
            <a:off x="455618" y="868681"/>
            <a:ext cx="8915492" cy="229235"/>
          </a:xfrm>
          <a:prstGeom prst="rect">
            <a:avLst/>
          </a:prstGeom>
          <a:noFill/>
          <a:ln>
            <a:noFill/>
          </a:ln>
        </p:spPr>
        <p:txBody>
          <a:bodyPr spcFirstLastPara="1" wrap="square" lIns="0" tIns="0" rIns="0" bIns="0" anchor="t" anchorCtr="0">
            <a:noAutofit/>
          </a:bodyPr>
          <a:lstStyle>
            <a:lvl1pPr marL="457207" lvl="0" indent="-228604" algn="l">
              <a:spcBef>
                <a:spcPts val="1800"/>
              </a:spcBef>
              <a:spcAft>
                <a:spcPts val="0"/>
              </a:spcAft>
              <a:buClr>
                <a:schemeClr val="accent2"/>
              </a:buClr>
              <a:buSzPts val="1600"/>
              <a:buFont typeface="Roboto Medium"/>
              <a:buNone/>
              <a:defRPr sz="1600" b="0" i="0">
                <a:solidFill>
                  <a:schemeClr val="accent2"/>
                </a:solidFill>
                <a:latin typeface="Roboto Medium"/>
                <a:ea typeface="Roboto Medium"/>
                <a:cs typeface="Roboto Medium"/>
                <a:sym typeface="Roboto Medium"/>
              </a:defRPr>
            </a:lvl1pPr>
            <a:lvl2pPr marL="914415" lvl="1" indent="-228604" algn="l">
              <a:spcBef>
                <a:spcPts val="600"/>
              </a:spcBef>
              <a:spcAft>
                <a:spcPts val="0"/>
              </a:spcAft>
              <a:buClr>
                <a:schemeClr val="dk1"/>
              </a:buClr>
              <a:buSzPts val="1800"/>
              <a:buNone/>
              <a:defRPr/>
            </a:lvl2pPr>
            <a:lvl3pPr marL="1371622" lvl="2" indent="-342906" algn="l">
              <a:spcBef>
                <a:spcPts val="600"/>
              </a:spcBef>
              <a:spcAft>
                <a:spcPts val="0"/>
              </a:spcAft>
              <a:buClr>
                <a:schemeClr val="dk1"/>
              </a:buClr>
              <a:buSzPts val="1800"/>
              <a:buChar char="−"/>
              <a:defRPr/>
            </a:lvl3pPr>
            <a:lvl4pPr marL="1828831" lvl="3" indent="-342906" algn="l">
              <a:spcBef>
                <a:spcPts val="300"/>
              </a:spcBef>
              <a:spcAft>
                <a:spcPts val="0"/>
              </a:spcAft>
              <a:buClr>
                <a:schemeClr val="dk1"/>
              </a:buClr>
              <a:buSzPts val="1800"/>
              <a:buChar char="•"/>
              <a:defRPr/>
            </a:lvl4pPr>
            <a:lvl5pPr marL="2286038" lvl="4" indent="-342906" algn="l">
              <a:spcBef>
                <a:spcPts val="300"/>
              </a:spcBef>
              <a:spcAft>
                <a:spcPts val="0"/>
              </a:spcAft>
              <a:buClr>
                <a:schemeClr val="dk1"/>
              </a:buClr>
              <a:buSzPts val="1800"/>
              <a:buChar char="−"/>
              <a:defRPr/>
            </a:lvl5pPr>
            <a:lvl6pPr marL="2743246" lvl="5" indent="-342906" algn="l">
              <a:spcBef>
                <a:spcPts val="360"/>
              </a:spcBef>
              <a:spcAft>
                <a:spcPts val="0"/>
              </a:spcAft>
              <a:buClr>
                <a:schemeClr val="dk1"/>
              </a:buClr>
              <a:buSzPts val="1800"/>
              <a:buChar char="•"/>
              <a:defRPr/>
            </a:lvl6pPr>
            <a:lvl7pPr marL="3200453" lvl="6" indent="-342906" algn="l">
              <a:spcBef>
                <a:spcPts val="360"/>
              </a:spcBef>
              <a:spcAft>
                <a:spcPts val="0"/>
              </a:spcAft>
              <a:buClr>
                <a:schemeClr val="dk1"/>
              </a:buClr>
              <a:buSzPts val="1800"/>
              <a:buChar char="•"/>
              <a:defRPr/>
            </a:lvl7pPr>
            <a:lvl8pPr marL="3657661" lvl="7" indent="-342906" algn="l">
              <a:spcBef>
                <a:spcPts val="360"/>
              </a:spcBef>
              <a:spcAft>
                <a:spcPts val="0"/>
              </a:spcAft>
              <a:buClr>
                <a:schemeClr val="dk1"/>
              </a:buClr>
              <a:buSzPts val="1800"/>
              <a:buChar char="•"/>
              <a:defRPr/>
            </a:lvl8pPr>
            <a:lvl9pPr marL="4114868" lvl="8" indent="-342906" algn="l">
              <a:spcBef>
                <a:spcPts val="360"/>
              </a:spcBef>
              <a:spcAft>
                <a:spcPts val="0"/>
              </a:spcAft>
              <a:buClr>
                <a:schemeClr val="dk1"/>
              </a:buClr>
              <a:buSzPts val="1800"/>
              <a:buChar char="•"/>
              <a:defRPr/>
            </a:lvl9pPr>
          </a:lstStyle>
          <a:p>
            <a:endParaRPr/>
          </a:p>
        </p:txBody>
      </p:sp>
      <p:sp>
        <p:nvSpPr>
          <p:cNvPr id="263" name="Google Shape;263;p50"/>
          <p:cNvSpPr txBox="1">
            <a:spLocks noGrp="1"/>
          </p:cNvSpPr>
          <p:nvPr>
            <p:ph type="body" idx="3"/>
          </p:nvPr>
        </p:nvSpPr>
        <p:spPr>
          <a:xfrm>
            <a:off x="7508953" y="6432334"/>
            <a:ext cx="4224381" cy="228601"/>
          </a:xfrm>
          <a:prstGeom prst="rect">
            <a:avLst/>
          </a:prstGeom>
          <a:noFill/>
          <a:ln>
            <a:noFill/>
          </a:ln>
        </p:spPr>
        <p:txBody>
          <a:bodyPr spcFirstLastPara="1" wrap="square" lIns="0" tIns="0" rIns="0" bIns="0" anchor="b" anchorCtr="0">
            <a:noAutofit/>
          </a:bodyPr>
          <a:lstStyle>
            <a:lvl1pPr marL="457207" lvl="0" indent="-228604" algn="r">
              <a:spcBef>
                <a:spcPts val="1800"/>
              </a:spcBef>
              <a:spcAft>
                <a:spcPts val="0"/>
              </a:spcAft>
              <a:buClr>
                <a:schemeClr val="lt1"/>
              </a:buClr>
              <a:buSzPts val="1000"/>
              <a:buFont typeface="Roboto Medium"/>
              <a:buNone/>
              <a:defRPr sz="1000" b="0" i="0">
                <a:solidFill>
                  <a:schemeClr val="lt1"/>
                </a:solidFill>
                <a:latin typeface="Roboto Medium"/>
                <a:ea typeface="Roboto Medium"/>
                <a:cs typeface="Roboto Medium"/>
                <a:sym typeface="Roboto Medium"/>
              </a:defRPr>
            </a:lvl1pPr>
            <a:lvl2pPr marL="914415" lvl="1" indent="-228604" algn="l">
              <a:spcBef>
                <a:spcPts val="600"/>
              </a:spcBef>
              <a:spcAft>
                <a:spcPts val="0"/>
              </a:spcAft>
              <a:buClr>
                <a:schemeClr val="dk1"/>
              </a:buClr>
              <a:buSzPts val="1800"/>
              <a:buNone/>
              <a:defRPr/>
            </a:lvl2pPr>
            <a:lvl3pPr marL="1371622" lvl="2" indent="-342906" algn="l">
              <a:spcBef>
                <a:spcPts val="600"/>
              </a:spcBef>
              <a:spcAft>
                <a:spcPts val="0"/>
              </a:spcAft>
              <a:buClr>
                <a:schemeClr val="dk1"/>
              </a:buClr>
              <a:buSzPts val="1800"/>
              <a:buChar char="−"/>
              <a:defRPr/>
            </a:lvl3pPr>
            <a:lvl4pPr marL="1828831" lvl="3" indent="-342906" algn="l">
              <a:spcBef>
                <a:spcPts val="300"/>
              </a:spcBef>
              <a:spcAft>
                <a:spcPts val="0"/>
              </a:spcAft>
              <a:buClr>
                <a:schemeClr val="dk1"/>
              </a:buClr>
              <a:buSzPts val="1800"/>
              <a:buChar char="•"/>
              <a:defRPr/>
            </a:lvl4pPr>
            <a:lvl5pPr marL="2286038" lvl="4" indent="-342906" algn="l">
              <a:spcBef>
                <a:spcPts val="300"/>
              </a:spcBef>
              <a:spcAft>
                <a:spcPts val="0"/>
              </a:spcAft>
              <a:buClr>
                <a:schemeClr val="dk1"/>
              </a:buClr>
              <a:buSzPts val="1800"/>
              <a:buChar char="−"/>
              <a:defRPr/>
            </a:lvl5pPr>
            <a:lvl6pPr marL="2743246" lvl="5" indent="-342906" algn="l">
              <a:spcBef>
                <a:spcPts val="360"/>
              </a:spcBef>
              <a:spcAft>
                <a:spcPts val="0"/>
              </a:spcAft>
              <a:buClr>
                <a:schemeClr val="dk1"/>
              </a:buClr>
              <a:buSzPts val="1800"/>
              <a:buChar char="•"/>
              <a:defRPr/>
            </a:lvl6pPr>
            <a:lvl7pPr marL="3200453" lvl="6" indent="-342906" algn="l">
              <a:spcBef>
                <a:spcPts val="360"/>
              </a:spcBef>
              <a:spcAft>
                <a:spcPts val="0"/>
              </a:spcAft>
              <a:buClr>
                <a:schemeClr val="dk1"/>
              </a:buClr>
              <a:buSzPts val="1800"/>
              <a:buChar char="•"/>
              <a:defRPr/>
            </a:lvl7pPr>
            <a:lvl8pPr marL="3657661" lvl="7" indent="-342906" algn="l">
              <a:spcBef>
                <a:spcPts val="360"/>
              </a:spcBef>
              <a:spcAft>
                <a:spcPts val="0"/>
              </a:spcAft>
              <a:buClr>
                <a:schemeClr val="dk1"/>
              </a:buClr>
              <a:buSzPts val="1800"/>
              <a:buChar char="•"/>
              <a:defRPr/>
            </a:lvl8pPr>
            <a:lvl9pPr marL="4114868" lvl="8" indent="-342906" algn="l">
              <a:spcBef>
                <a:spcPts val="360"/>
              </a:spcBef>
              <a:spcAft>
                <a:spcPts val="0"/>
              </a:spcAft>
              <a:buClr>
                <a:schemeClr val="dk1"/>
              </a:buClr>
              <a:buSzPts val="1800"/>
              <a:buChar char="•"/>
              <a:defRPr/>
            </a:lvl9pPr>
          </a:lstStyle>
          <a:p>
            <a:endParaRPr/>
          </a:p>
        </p:txBody>
      </p:sp>
      <p:pic>
        <p:nvPicPr>
          <p:cNvPr id="264" name="Google Shape;264;p50" descr="A picture containing drawing&#10;&#10;Description automatically generated"/>
          <p:cNvPicPr preferRelativeResize="0"/>
          <p:nvPr/>
        </p:nvPicPr>
        <p:blipFill rotWithShape="1">
          <a:blip r:embed="rId2">
            <a:alphaModFix/>
          </a:blip>
          <a:srcRect b="31356"/>
          <a:stretch/>
        </p:blipFill>
        <p:spPr>
          <a:xfrm>
            <a:off x="455619" y="6277208"/>
            <a:ext cx="685807" cy="352192"/>
          </a:xfrm>
          <a:prstGeom prst="rect">
            <a:avLst/>
          </a:prstGeom>
          <a:noFill/>
          <a:ln>
            <a:noFill/>
          </a:ln>
        </p:spPr>
      </p:pic>
    </p:spTree>
  </p:cSld>
  <p:clrMapOvr>
    <a:masterClrMapping/>
  </p:clrMapOvr>
  <mc:AlternateContent xmlns:mc="http://schemas.openxmlformats.org/markup-compatibility/2006" xmlns:p14="http://schemas.microsoft.com/office/powerpoint/2010/main">
    <mc:Choice Requires="p14">
      <p:transition p14:dur="250">
        <p:fade/>
      </p:transition>
    </mc:Choice>
    <mc:Fallback xmlns:ahyp="http://schemas.microsoft.com/office/drawing/2018/hyperlinkcolor" xmlns:p15="http://schemas.microsoft.com/office/powerpoint/2012/main" xmlns:com="http://schemas.openxmlformats.org/drawingml/2006/compatibility" xmlns:pvml="urn:schemas-microsoft-com:office:powerpoint" xmlns:v="urn:schemas-microsoft-com:vml" xmlns:o="urn:schemas-microsoft-com:office:office" xmlns:dgm="http://schemas.openxmlformats.org/drawingml/2006/diagram" xmlns:c="http://schemas.openxmlformats.org/drawingml/2006/chart" xmlns:mv="urn:schemas-microsoft-com:mac:vml" xmlns="">
      <p:transition>
        <p:fade/>
      </p:transition>
    </mc:Fallback>
  </mc:AlternateContent>
</p:sldLayout>
</file>

<file path=ppt/slideLayouts/slideLayout49.xml><?xml version="1.0" encoding="utf-8"?>
<p:sldLayout xmlns:a="http://schemas.openxmlformats.org/drawingml/2006/main" xmlns:r="http://schemas.openxmlformats.org/officeDocument/2006/relationships" xmlns:p="http://schemas.openxmlformats.org/presentationml/2006/main" matchingName="NAVY 2Col Title | Subhead | Text">
  <p:cSld name="NAVY 2Col Title | Subhead | Text">
    <p:bg>
      <p:bgPr>
        <a:solidFill>
          <a:srgbClr val="030A14"/>
        </a:solidFill>
        <a:effectLst/>
      </p:bgPr>
    </p:bg>
    <p:spTree>
      <p:nvGrpSpPr>
        <p:cNvPr id="1" name="Shape 265"/>
        <p:cNvGrpSpPr/>
        <p:nvPr/>
      </p:nvGrpSpPr>
      <p:grpSpPr>
        <a:xfrm>
          <a:off x="0" y="0"/>
          <a:ext cx="0" cy="0"/>
          <a:chOff x="0" y="0"/>
          <a:chExt cx="0" cy="0"/>
        </a:xfrm>
      </p:grpSpPr>
      <p:sp>
        <p:nvSpPr>
          <p:cNvPr id="266" name="Google Shape;266;p51"/>
          <p:cNvSpPr txBox="1">
            <a:spLocks noGrp="1"/>
          </p:cNvSpPr>
          <p:nvPr>
            <p:ph type="title"/>
          </p:nvPr>
        </p:nvSpPr>
        <p:spPr>
          <a:xfrm>
            <a:off x="455618" y="503696"/>
            <a:ext cx="8915492" cy="524543"/>
          </a:xfrm>
          <a:prstGeom prst="rect">
            <a:avLst/>
          </a:prstGeom>
          <a:noFill/>
          <a:ln>
            <a:noFill/>
          </a:ln>
        </p:spPr>
        <p:txBody>
          <a:bodyPr spcFirstLastPara="1" wrap="square" lIns="0" tIns="0" rIns="0" bIns="0" anchor="t" anchorCtr="0">
            <a:noAutofit/>
          </a:bodyPr>
          <a:lstStyle>
            <a:lvl1pPr lvl="0" algn="l">
              <a:lnSpc>
                <a:spcPct val="80000"/>
              </a:lnSpc>
              <a:spcBef>
                <a:spcPts val="0"/>
              </a:spcBef>
              <a:spcAft>
                <a:spcPts val="0"/>
              </a:spcAft>
              <a:buClr>
                <a:schemeClr val="lt1"/>
              </a:buClr>
              <a:buSzPts val="3200"/>
              <a:buFont typeface="Roboto Medium"/>
              <a:buNone/>
              <a:defRPr b="0">
                <a:solidFill>
                  <a:schemeClr val="lt1"/>
                </a:solidFill>
              </a:defRPr>
            </a:lvl1pPr>
            <a:lvl2pPr lvl="1">
              <a:spcBef>
                <a:spcPts val="0"/>
              </a:spcBef>
              <a:spcAft>
                <a:spcPts val="0"/>
              </a:spcAft>
              <a:buSzPts val="1400"/>
              <a:buNone/>
              <a:defRPr/>
            </a:lvl2pPr>
            <a:lvl3pPr lvl="2">
              <a:spcBef>
                <a:spcPts val="0"/>
              </a:spcBef>
              <a:spcAft>
                <a:spcPts val="0"/>
              </a:spcAft>
              <a:buSzPts val="1400"/>
              <a:buNone/>
              <a:defRPr/>
            </a:lvl3pPr>
            <a:lvl4pPr lvl="3">
              <a:spcBef>
                <a:spcPts val="0"/>
              </a:spcBef>
              <a:spcAft>
                <a:spcPts val="0"/>
              </a:spcAft>
              <a:buSzPts val="1400"/>
              <a:buNone/>
              <a:defRPr/>
            </a:lvl4pPr>
            <a:lvl5pPr lvl="4">
              <a:spcBef>
                <a:spcPts val="0"/>
              </a:spcBef>
              <a:spcAft>
                <a:spcPts val="0"/>
              </a:spcAft>
              <a:buSzPts val="1400"/>
              <a:buNone/>
              <a:defRPr/>
            </a:lvl5pPr>
            <a:lvl6pPr lvl="5">
              <a:spcBef>
                <a:spcPts val="0"/>
              </a:spcBef>
              <a:spcAft>
                <a:spcPts val="0"/>
              </a:spcAft>
              <a:buSzPts val="1400"/>
              <a:buNone/>
              <a:defRPr/>
            </a:lvl6pPr>
            <a:lvl7pPr lvl="6">
              <a:spcBef>
                <a:spcPts val="0"/>
              </a:spcBef>
              <a:spcAft>
                <a:spcPts val="0"/>
              </a:spcAft>
              <a:buSzPts val="1400"/>
              <a:buNone/>
              <a:defRPr/>
            </a:lvl7pPr>
            <a:lvl8pPr lvl="7">
              <a:spcBef>
                <a:spcPts val="0"/>
              </a:spcBef>
              <a:spcAft>
                <a:spcPts val="0"/>
              </a:spcAft>
              <a:buSzPts val="1400"/>
              <a:buNone/>
              <a:defRPr/>
            </a:lvl8pPr>
            <a:lvl9pPr lvl="8">
              <a:spcBef>
                <a:spcPts val="0"/>
              </a:spcBef>
              <a:spcAft>
                <a:spcPts val="0"/>
              </a:spcAft>
              <a:buSzPts val="1400"/>
              <a:buNone/>
              <a:defRPr/>
            </a:lvl9pPr>
          </a:lstStyle>
          <a:p>
            <a:endParaRPr/>
          </a:p>
        </p:txBody>
      </p:sp>
      <p:sp>
        <p:nvSpPr>
          <p:cNvPr id="267" name="Google Shape;267;p51"/>
          <p:cNvSpPr txBox="1">
            <a:spLocks noGrp="1"/>
          </p:cNvSpPr>
          <p:nvPr>
            <p:ph type="body" idx="1"/>
          </p:nvPr>
        </p:nvSpPr>
        <p:spPr>
          <a:xfrm>
            <a:off x="455617" y="2971800"/>
            <a:ext cx="5486456" cy="2971800"/>
          </a:xfrm>
          <a:prstGeom prst="rect">
            <a:avLst/>
          </a:prstGeom>
          <a:noFill/>
          <a:ln>
            <a:noFill/>
          </a:ln>
        </p:spPr>
        <p:txBody>
          <a:bodyPr spcFirstLastPara="1" wrap="square" lIns="0" tIns="0" rIns="0" bIns="0" anchor="t" anchorCtr="0">
            <a:noAutofit/>
          </a:bodyPr>
          <a:lstStyle>
            <a:lvl1pPr marL="457207" lvl="0" indent="-228604" algn="l">
              <a:lnSpc>
                <a:spcPct val="100000"/>
              </a:lnSpc>
              <a:spcBef>
                <a:spcPts val="1800"/>
              </a:spcBef>
              <a:spcAft>
                <a:spcPts val="0"/>
              </a:spcAft>
              <a:buClr>
                <a:schemeClr val="lt1"/>
              </a:buClr>
              <a:buSzPts val="2000"/>
              <a:buFont typeface="Roboto"/>
              <a:buNone/>
              <a:defRPr b="0" i="0">
                <a:solidFill>
                  <a:schemeClr val="lt1"/>
                </a:solidFill>
                <a:latin typeface="Roboto"/>
                <a:ea typeface="Roboto"/>
                <a:cs typeface="Roboto"/>
                <a:sym typeface="Roboto"/>
              </a:defRPr>
            </a:lvl1pPr>
            <a:lvl2pPr marL="914415" lvl="1" indent="-342906" algn="l">
              <a:spcBef>
                <a:spcPts val="600"/>
              </a:spcBef>
              <a:spcAft>
                <a:spcPts val="0"/>
              </a:spcAft>
              <a:buClr>
                <a:schemeClr val="lt1"/>
              </a:buClr>
              <a:buSzPts val="1800"/>
              <a:buChar char="•"/>
              <a:defRPr b="0" i="0">
                <a:solidFill>
                  <a:schemeClr val="lt1"/>
                </a:solidFill>
                <a:latin typeface="Roboto"/>
                <a:ea typeface="Roboto"/>
                <a:cs typeface="Roboto"/>
                <a:sym typeface="Roboto"/>
              </a:defRPr>
            </a:lvl2pPr>
            <a:lvl3pPr marL="1371622" lvl="2" indent="-330205" algn="l">
              <a:spcBef>
                <a:spcPts val="600"/>
              </a:spcBef>
              <a:spcAft>
                <a:spcPts val="0"/>
              </a:spcAft>
              <a:buClr>
                <a:schemeClr val="lt1"/>
              </a:buClr>
              <a:buSzPts val="1600"/>
              <a:buChar char="−"/>
              <a:defRPr b="0" i="0">
                <a:solidFill>
                  <a:schemeClr val="lt1"/>
                </a:solidFill>
                <a:latin typeface="Roboto"/>
                <a:ea typeface="Roboto"/>
                <a:cs typeface="Roboto"/>
                <a:sym typeface="Roboto"/>
              </a:defRPr>
            </a:lvl3pPr>
            <a:lvl4pPr marL="1828831" lvl="3" indent="-317506" algn="l">
              <a:spcBef>
                <a:spcPts val="300"/>
              </a:spcBef>
              <a:spcAft>
                <a:spcPts val="0"/>
              </a:spcAft>
              <a:buClr>
                <a:schemeClr val="lt1"/>
              </a:buClr>
              <a:buSzPts val="1400"/>
              <a:buChar char="•"/>
              <a:defRPr b="0" i="0">
                <a:solidFill>
                  <a:schemeClr val="lt1"/>
                </a:solidFill>
                <a:latin typeface="Roboto"/>
                <a:ea typeface="Roboto"/>
                <a:cs typeface="Roboto"/>
                <a:sym typeface="Roboto"/>
              </a:defRPr>
            </a:lvl4pPr>
            <a:lvl5pPr marL="2286038" lvl="4" indent="-304805" algn="l">
              <a:spcBef>
                <a:spcPts val="300"/>
              </a:spcBef>
              <a:spcAft>
                <a:spcPts val="0"/>
              </a:spcAft>
              <a:buClr>
                <a:schemeClr val="lt1"/>
              </a:buClr>
              <a:buSzPts val="1200"/>
              <a:buChar char="−"/>
              <a:defRPr b="0" i="0">
                <a:solidFill>
                  <a:schemeClr val="lt1"/>
                </a:solidFill>
                <a:latin typeface="Roboto"/>
                <a:ea typeface="Roboto"/>
                <a:cs typeface="Roboto"/>
                <a:sym typeface="Roboto"/>
              </a:defRPr>
            </a:lvl5pPr>
            <a:lvl6pPr marL="2743246" lvl="5" indent="-342906" algn="l">
              <a:spcBef>
                <a:spcPts val="360"/>
              </a:spcBef>
              <a:spcAft>
                <a:spcPts val="0"/>
              </a:spcAft>
              <a:buClr>
                <a:schemeClr val="dk1"/>
              </a:buClr>
              <a:buSzPts val="1800"/>
              <a:buChar char="•"/>
              <a:defRPr/>
            </a:lvl6pPr>
            <a:lvl7pPr marL="3200453" lvl="6" indent="-342906" algn="l">
              <a:spcBef>
                <a:spcPts val="360"/>
              </a:spcBef>
              <a:spcAft>
                <a:spcPts val="0"/>
              </a:spcAft>
              <a:buClr>
                <a:schemeClr val="dk1"/>
              </a:buClr>
              <a:buSzPts val="1800"/>
              <a:buChar char="•"/>
              <a:defRPr/>
            </a:lvl7pPr>
            <a:lvl8pPr marL="3657661" lvl="7" indent="-342906" algn="l">
              <a:spcBef>
                <a:spcPts val="360"/>
              </a:spcBef>
              <a:spcAft>
                <a:spcPts val="0"/>
              </a:spcAft>
              <a:buClr>
                <a:schemeClr val="dk1"/>
              </a:buClr>
              <a:buSzPts val="1800"/>
              <a:buChar char="•"/>
              <a:defRPr/>
            </a:lvl8pPr>
            <a:lvl9pPr marL="4114868" lvl="8" indent="-342906" algn="l">
              <a:spcBef>
                <a:spcPts val="360"/>
              </a:spcBef>
              <a:spcAft>
                <a:spcPts val="0"/>
              </a:spcAft>
              <a:buClr>
                <a:schemeClr val="dk1"/>
              </a:buClr>
              <a:buSzPts val="1800"/>
              <a:buChar char="•"/>
              <a:defRPr/>
            </a:lvl9pPr>
          </a:lstStyle>
          <a:p>
            <a:endParaRPr/>
          </a:p>
        </p:txBody>
      </p:sp>
      <p:sp>
        <p:nvSpPr>
          <p:cNvPr id="268" name="Google Shape;268;p51"/>
          <p:cNvSpPr txBox="1">
            <a:spLocks noGrp="1"/>
          </p:cNvSpPr>
          <p:nvPr>
            <p:ph type="body" idx="2"/>
          </p:nvPr>
        </p:nvSpPr>
        <p:spPr>
          <a:xfrm>
            <a:off x="455618" y="868681"/>
            <a:ext cx="8915492" cy="229235"/>
          </a:xfrm>
          <a:prstGeom prst="rect">
            <a:avLst/>
          </a:prstGeom>
          <a:noFill/>
          <a:ln>
            <a:noFill/>
          </a:ln>
        </p:spPr>
        <p:txBody>
          <a:bodyPr spcFirstLastPara="1" wrap="square" lIns="0" tIns="0" rIns="0" bIns="0" anchor="t" anchorCtr="0">
            <a:noAutofit/>
          </a:bodyPr>
          <a:lstStyle>
            <a:lvl1pPr marL="457207" lvl="0" indent="-228604" algn="l">
              <a:spcBef>
                <a:spcPts val="1800"/>
              </a:spcBef>
              <a:spcAft>
                <a:spcPts val="0"/>
              </a:spcAft>
              <a:buClr>
                <a:schemeClr val="accent2"/>
              </a:buClr>
              <a:buSzPts val="1600"/>
              <a:buFont typeface="Roboto Medium"/>
              <a:buNone/>
              <a:defRPr sz="1600" b="0" i="0">
                <a:solidFill>
                  <a:schemeClr val="accent2"/>
                </a:solidFill>
                <a:latin typeface="Roboto Medium"/>
                <a:ea typeface="Roboto Medium"/>
                <a:cs typeface="Roboto Medium"/>
                <a:sym typeface="Roboto Medium"/>
              </a:defRPr>
            </a:lvl1pPr>
            <a:lvl2pPr marL="914415" lvl="1" indent="-228604" algn="l">
              <a:spcBef>
                <a:spcPts val="600"/>
              </a:spcBef>
              <a:spcAft>
                <a:spcPts val="0"/>
              </a:spcAft>
              <a:buClr>
                <a:schemeClr val="dk1"/>
              </a:buClr>
              <a:buSzPts val="1800"/>
              <a:buNone/>
              <a:defRPr/>
            </a:lvl2pPr>
            <a:lvl3pPr marL="1371622" lvl="2" indent="-342906" algn="l">
              <a:spcBef>
                <a:spcPts val="600"/>
              </a:spcBef>
              <a:spcAft>
                <a:spcPts val="0"/>
              </a:spcAft>
              <a:buClr>
                <a:schemeClr val="dk1"/>
              </a:buClr>
              <a:buSzPts val="1800"/>
              <a:buChar char="−"/>
              <a:defRPr/>
            </a:lvl3pPr>
            <a:lvl4pPr marL="1828831" lvl="3" indent="-342906" algn="l">
              <a:spcBef>
                <a:spcPts val="300"/>
              </a:spcBef>
              <a:spcAft>
                <a:spcPts val="0"/>
              </a:spcAft>
              <a:buClr>
                <a:schemeClr val="dk1"/>
              </a:buClr>
              <a:buSzPts val="1800"/>
              <a:buChar char="•"/>
              <a:defRPr/>
            </a:lvl4pPr>
            <a:lvl5pPr marL="2286038" lvl="4" indent="-342906" algn="l">
              <a:spcBef>
                <a:spcPts val="300"/>
              </a:spcBef>
              <a:spcAft>
                <a:spcPts val="0"/>
              </a:spcAft>
              <a:buClr>
                <a:schemeClr val="dk1"/>
              </a:buClr>
              <a:buSzPts val="1800"/>
              <a:buChar char="−"/>
              <a:defRPr/>
            </a:lvl5pPr>
            <a:lvl6pPr marL="2743246" lvl="5" indent="-342906" algn="l">
              <a:spcBef>
                <a:spcPts val="360"/>
              </a:spcBef>
              <a:spcAft>
                <a:spcPts val="0"/>
              </a:spcAft>
              <a:buClr>
                <a:schemeClr val="dk1"/>
              </a:buClr>
              <a:buSzPts val="1800"/>
              <a:buChar char="•"/>
              <a:defRPr/>
            </a:lvl6pPr>
            <a:lvl7pPr marL="3200453" lvl="6" indent="-342906" algn="l">
              <a:spcBef>
                <a:spcPts val="360"/>
              </a:spcBef>
              <a:spcAft>
                <a:spcPts val="0"/>
              </a:spcAft>
              <a:buClr>
                <a:schemeClr val="dk1"/>
              </a:buClr>
              <a:buSzPts val="1800"/>
              <a:buChar char="•"/>
              <a:defRPr/>
            </a:lvl7pPr>
            <a:lvl8pPr marL="3657661" lvl="7" indent="-342906" algn="l">
              <a:spcBef>
                <a:spcPts val="360"/>
              </a:spcBef>
              <a:spcAft>
                <a:spcPts val="0"/>
              </a:spcAft>
              <a:buClr>
                <a:schemeClr val="dk1"/>
              </a:buClr>
              <a:buSzPts val="1800"/>
              <a:buChar char="•"/>
              <a:defRPr/>
            </a:lvl8pPr>
            <a:lvl9pPr marL="4114868" lvl="8" indent="-342906" algn="l">
              <a:spcBef>
                <a:spcPts val="360"/>
              </a:spcBef>
              <a:spcAft>
                <a:spcPts val="0"/>
              </a:spcAft>
              <a:buClr>
                <a:schemeClr val="dk1"/>
              </a:buClr>
              <a:buSzPts val="1800"/>
              <a:buChar char="•"/>
              <a:defRPr/>
            </a:lvl9pPr>
          </a:lstStyle>
          <a:p>
            <a:endParaRPr/>
          </a:p>
        </p:txBody>
      </p:sp>
      <p:sp>
        <p:nvSpPr>
          <p:cNvPr id="269" name="Google Shape;269;p51"/>
          <p:cNvSpPr txBox="1">
            <a:spLocks noGrp="1"/>
          </p:cNvSpPr>
          <p:nvPr>
            <p:ph type="body" idx="3"/>
          </p:nvPr>
        </p:nvSpPr>
        <p:spPr>
          <a:xfrm>
            <a:off x="7508953" y="6432334"/>
            <a:ext cx="4224381" cy="228601"/>
          </a:xfrm>
          <a:prstGeom prst="rect">
            <a:avLst/>
          </a:prstGeom>
          <a:noFill/>
          <a:ln>
            <a:noFill/>
          </a:ln>
        </p:spPr>
        <p:txBody>
          <a:bodyPr spcFirstLastPara="1" wrap="square" lIns="0" tIns="0" rIns="0" bIns="0" anchor="b" anchorCtr="0">
            <a:noAutofit/>
          </a:bodyPr>
          <a:lstStyle>
            <a:lvl1pPr marL="457207" lvl="0" indent="-228604" algn="r">
              <a:spcBef>
                <a:spcPts val="1800"/>
              </a:spcBef>
              <a:spcAft>
                <a:spcPts val="0"/>
              </a:spcAft>
              <a:buClr>
                <a:schemeClr val="lt1"/>
              </a:buClr>
              <a:buSzPts val="1000"/>
              <a:buFont typeface="Roboto Medium"/>
              <a:buNone/>
              <a:defRPr sz="1000" b="0" i="0">
                <a:solidFill>
                  <a:schemeClr val="lt1"/>
                </a:solidFill>
                <a:latin typeface="Roboto Medium"/>
                <a:ea typeface="Roboto Medium"/>
                <a:cs typeface="Roboto Medium"/>
                <a:sym typeface="Roboto Medium"/>
              </a:defRPr>
            </a:lvl1pPr>
            <a:lvl2pPr marL="914415" lvl="1" indent="-228604" algn="l">
              <a:spcBef>
                <a:spcPts val="600"/>
              </a:spcBef>
              <a:spcAft>
                <a:spcPts val="0"/>
              </a:spcAft>
              <a:buClr>
                <a:schemeClr val="dk1"/>
              </a:buClr>
              <a:buSzPts val="1800"/>
              <a:buNone/>
              <a:defRPr/>
            </a:lvl2pPr>
            <a:lvl3pPr marL="1371622" lvl="2" indent="-342906" algn="l">
              <a:spcBef>
                <a:spcPts val="600"/>
              </a:spcBef>
              <a:spcAft>
                <a:spcPts val="0"/>
              </a:spcAft>
              <a:buClr>
                <a:schemeClr val="dk1"/>
              </a:buClr>
              <a:buSzPts val="1800"/>
              <a:buChar char="−"/>
              <a:defRPr/>
            </a:lvl3pPr>
            <a:lvl4pPr marL="1828831" lvl="3" indent="-342906" algn="l">
              <a:spcBef>
                <a:spcPts val="300"/>
              </a:spcBef>
              <a:spcAft>
                <a:spcPts val="0"/>
              </a:spcAft>
              <a:buClr>
                <a:schemeClr val="dk1"/>
              </a:buClr>
              <a:buSzPts val="1800"/>
              <a:buChar char="•"/>
              <a:defRPr/>
            </a:lvl4pPr>
            <a:lvl5pPr marL="2286038" lvl="4" indent="-342906" algn="l">
              <a:spcBef>
                <a:spcPts val="300"/>
              </a:spcBef>
              <a:spcAft>
                <a:spcPts val="0"/>
              </a:spcAft>
              <a:buClr>
                <a:schemeClr val="dk1"/>
              </a:buClr>
              <a:buSzPts val="1800"/>
              <a:buChar char="−"/>
              <a:defRPr/>
            </a:lvl5pPr>
            <a:lvl6pPr marL="2743246" lvl="5" indent="-342906" algn="l">
              <a:spcBef>
                <a:spcPts val="360"/>
              </a:spcBef>
              <a:spcAft>
                <a:spcPts val="0"/>
              </a:spcAft>
              <a:buClr>
                <a:schemeClr val="dk1"/>
              </a:buClr>
              <a:buSzPts val="1800"/>
              <a:buChar char="•"/>
              <a:defRPr/>
            </a:lvl6pPr>
            <a:lvl7pPr marL="3200453" lvl="6" indent="-342906" algn="l">
              <a:spcBef>
                <a:spcPts val="360"/>
              </a:spcBef>
              <a:spcAft>
                <a:spcPts val="0"/>
              </a:spcAft>
              <a:buClr>
                <a:schemeClr val="dk1"/>
              </a:buClr>
              <a:buSzPts val="1800"/>
              <a:buChar char="•"/>
              <a:defRPr/>
            </a:lvl7pPr>
            <a:lvl8pPr marL="3657661" lvl="7" indent="-342906" algn="l">
              <a:spcBef>
                <a:spcPts val="360"/>
              </a:spcBef>
              <a:spcAft>
                <a:spcPts val="0"/>
              </a:spcAft>
              <a:buClr>
                <a:schemeClr val="dk1"/>
              </a:buClr>
              <a:buSzPts val="1800"/>
              <a:buChar char="•"/>
              <a:defRPr/>
            </a:lvl8pPr>
            <a:lvl9pPr marL="4114868" lvl="8" indent="-342906" algn="l">
              <a:spcBef>
                <a:spcPts val="360"/>
              </a:spcBef>
              <a:spcAft>
                <a:spcPts val="0"/>
              </a:spcAft>
              <a:buClr>
                <a:schemeClr val="dk1"/>
              </a:buClr>
              <a:buSzPts val="1800"/>
              <a:buChar char="•"/>
              <a:defRPr/>
            </a:lvl9pPr>
          </a:lstStyle>
          <a:p>
            <a:endParaRPr/>
          </a:p>
        </p:txBody>
      </p:sp>
      <p:sp>
        <p:nvSpPr>
          <p:cNvPr id="270" name="Google Shape;270;p51"/>
          <p:cNvSpPr txBox="1">
            <a:spLocks noGrp="1"/>
          </p:cNvSpPr>
          <p:nvPr>
            <p:ph type="body" idx="4"/>
          </p:nvPr>
        </p:nvSpPr>
        <p:spPr>
          <a:xfrm>
            <a:off x="6246876" y="2971801"/>
            <a:ext cx="5486456" cy="2971800"/>
          </a:xfrm>
          <a:prstGeom prst="rect">
            <a:avLst/>
          </a:prstGeom>
          <a:noFill/>
          <a:ln>
            <a:noFill/>
          </a:ln>
        </p:spPr>
        <p:txBody>
          <a:bodyPr spcFirstLastPara="1" wrap="square" lIns="0" tIns="0" rIns="0" bIns="0" anchor="t" anchorCtr="0">
            <a:noAutofit/>
          </a:bodyPr>
          <a:lstStyle>
            <a:lvl1pPr marL="457207" lvl="0" indent="-228604" algn="l">
              <a:spcBef>
                <a:spcPts val="1800"/>
              </a:spcBef>
              <a:spcAft>
                <a:spcPts val="0"/>
              </a:spcAft>
              <a:buClr>
                <a:schemeClr val="lt1"/>
              </a:buClr>
              <a:buSzPts val="2000"/>
              <a:buFont typeface="Roboto"/>
              <a:buNone/>
              <a:defRPr>
                <a:solidFill>
                  <a:schemeClr val="lt1"/>
                </a:solidFill>
              </a:defRPr>
            </a:lvl1pPr>
            <a:lvl2pPr marL="914415" lvl="1" indent="-342906" algn="l">
              <a:spcBef>
                <a:spcPts val="600"/>
              </a:spcBef>
              <a:spcAft>
                <a:spcPts val="0"/>
              </a:spcAft>
              <a:buClr>
                <a:schemeClr val="lt1"/>
              </a:buClr>
              <a:buSzPts val="1800"/>
              <a:buChar char="•"/>
              <a:defRPr>
                <a:solidFill>
                  <a:schemeClr val="lt1"/>
                </a:solidFill>
              </a:defRPr>
            </a:lvl2pPr>
            <a:lvl3pPr marL="1371622" lvl="2" indent="-330205" algn="l">
              <a:spcBef>
                <a:spcPts val="600"/>
              </a:spcBef>
              <a:spcAft>
                <a:spcPts val="0"/>
              </a:spcAft>
              <a:buClr>
                <a:schemeClr val="lt1"/>
              </a:buClr>
              <a:buSzPts val="1600"/>
              <a:buChar char="−"/>
              <a:defRPr>
                <a:solidFill>
                  <a:schemeClr val="lt1"/>
                </a:solidFill>
              </a:defRPr>
            </a:lvl3pPr>
            <a:lvl4pPr marL="1828831" lvl="3" indent="-317506" algn="l">
              <a:spcBef>
                <a:spcPts val="300"/>
              </a:spcBef>
              <a:spcAft>
                <a:spcPts val="0"/>
              </a:spcAft>
              <a:buClr>
                <a:schemeClr val="lt1"/>
              </a:buClr>
              <a:buSzPts val="1400"/>
              <a:buChar char="•"/>
              <a:defRPr>
                <a:solidFill>
                  <a:schemeClr val="lt1"/>
                </a:solidFill>
              </a:defRPr>
            </a:lvl4pPr>
            <a:lvl5pPr marL="2286038" lvl="4" indent="-304805" algn="l">
              <a:spcBef>
                <a:spcPts val="300"/>
              </a:spcBef>
              <a:spcAft>
                <a:spcPts val="0"/>
              </a:spcAft>
              <a:buClr>
                <a:schemeClr val="lt1"/>
              </a:buClr>
              <a:buSzPts val="1200"/>
              <a:buChar char="−"/>
              <a:defRPr>
                <a:solidFill>
                  <a:schemeClr val="lt1"/>
                </a:solidFill>
              </a:defRPr>
            </a:lvl5pPr>
            <a:lvl6pPr marL="2743246" lvl="5" indent="-342906" algn="l">
              <a:spcBef>
                <a:spcPts val="360"/>
              </a:spcBef>
              <a:spcAft>
                <a:spcPts val="0"/>
              </a:spcAft>
              <a:buClr>
                <a:schemeClr val="dk1"/>
              </a:buClr>
              <a:buSzPts val="1800"/>
              <a:buChar char="•"/>
              <a:defRPr/>
            </a:lvl6pPr>
            <a:lvl7pPr marL="3200453" lvl="6" indent="-342906" algn="l">
              <a:spcBef>
                <a:spcPts val="360"/>
              </a:spcBef>
              <a:spcAft>
                <a:spcPts val="0"/>
              </a:spcAft>
              <a:buClr>
                <a:schemeClr val="dk1"/>
              </a:buClr>
              <a:buSzPts val="1800"/>
              <a:buChar char="•"/>
              <a:defRPr/>
            </a:lvl7pPr>
            <a:lvl8pPr marL="3657661" lvl="7" indent="-342906" algn="l">
              <a:spcBef>
                <a:spcPts val="360"/>
              </a:spcBef>
              <a:spcAft>
                <a:spcPts val="0"/>
              </a:spcAft>
              <a:buClr>
                <a:schemeClr val="dk1"/>
              </a:buClr>
              <a:buSzPts val="1800"/>
              <a:buChar char="•"/>
              <a:defRPr/>
            </a:lvl8pPr>
            <a:lvl9pPr marL="4114868" lvl="8" indent="-342906" algn="l">
              <a:spcBef>
                <a:spcPts val="360"/>
              </a:spcBef>
              <a:spcAft>
                <a:spcPts val="0"/>
              </a:spcAft>
              <a:buClr>
                <a:schemeClr val="dk1"/>
              </a:buClr>
              <a:buSzPts val="1800"/>
              <a:buChar char="•"/>
              <a:defRPr/>
            </a:lvl9pPr>
          </a:lstStyle>
          <a:p>
            <a:endParaRPr/>
          </a:p>
        </p:txBody>
      </p:sp>
      <p:pic>
        <p:nvPicPr>
          <p:cNvPr id="271" name="Google Shape;271;p51" descr="A picture containing drawing&#10;&#10;Description automatically generated"/>
          <p:cNvPicPr preferRelativeResize="0"/>
          <p:nvPr/>
        </p:nvPicPr>
        <p:blipFill rotWithShape="1">
          <a:blip r:embed="rId2">
            <a:alphaModFix/>
          </a:blip>
          <a:srcRect b="31356"/>
          <a:stretch/>
        </p:blipFill>
        <p:spPr>
          <a:xfrm>
            <a:off x="455619" y="6277208"/>
            <a:ext cx="685807" cy="352192"/>
          </a:xfrm>
          <a:prstGeom prst="rect">
            <a:avLst/>
          </a:prstGeom>
          <a:noFill/>
          <a:ln>
            <a:noFill/>
          </a:ln>
        </p:spPr>
      </p:pic>
    </p:spTree>
  </p:cSld>
  <p:clrMapOvr>
    <a:masterClrMapping/>
  </p:clrMapOvr>
  <mc:AlternateContent xmlns:mc="http://schemas.openxmlformats.org/markup-compatibility/2006" xmlns:p14="http://schemas.microsoft.com/office/powerpoint/2010/main">
    <mc:Choice Requires="p14">
      <p:transition p14:dur="250">
        <p:fade/>
      </p:transition>
    </mc:Choice>
    <mc:Fallback xmlns:ahyp="http://schemas.microsoft.com/office/drawing/2018/hyperlinkcolor" xmlns:p15="http://schemas.microsoft.com/office/powerpoint/2012/main" xmlns:com="http://schemas.openxmlformats.org/drawingml/2006/compatibility" xmlns:pvml="urn:schemas-microsoft-com:office:powerpoint" xmlns:v="urn:schemas-microsoft-com:vml" xmlns:o="urn:schemas-microsoft-com:office:office" xmlns:dgm="http://schemas.openxmlformats.org/drawingml/2006/diagram" xmlns:c="http://schemas.openxmlformats.org/drawingml/2006/chart" xmlns:mv="urn:schemas-microsoft-com:mac:vml" xmlns="">
      <p:transition>
        <p:fade/>
      </p:transition>
    </mc:Fallback>
  </mc:AlternateContent>
</p:sldLayout>
</file>

<file path=ppt/slideLayouts/slideLayout50.xml><?xml version="1.0" encoding="utf-8"?>
<p:sldLayout xmlns:a="http://schemas.openxmlformats.org/drawingml/2006/main" xmlns:r="http://schemas.openxmlformats.org/officeDocument/2006/relationships" xmlns:p="http://schemas.openxmlformats.org/presentationml/2006/main" matchingName="NAVY 1Col Title | Subhead | Text | Image">
  <p:cSld name="NAVY 1Col Title | Subhead | Text | Image">
    <p:bg>
      <p:bgPr>
        <a:solidFill>
          <a:srgbClr val="030A14"/>
        </a:solidFill>
        <a:effectLst/>
      </p:bgPr>
    </p:bg>
    <p:spTree>
      <p:nvGrpSpPr>
        <p:cNvPr id="1" name="Shape 272"/>
        <p:cNvGrpSpPr/>
        <p:nvPr/>
      </p:nvGrpSpPr>
      <p:grpSpPr>
        <a:xfrm>
          <a:off x="0" y="0"/>
          <a:ext cx="0" cy="0"/>
          <a:chOff x="0" y="0"/>
          <a:chExt cx="0" cy="0"/>
        </a:xfrm>
      </p:grpSpPr>
      <p:sp>
        <p:nvSpPr>
          <p:cNvPr id="273" name="Google Shape;273;p52"/>
          <p:cNvSpPr txBox="1">
            <a:spLocks noGrp="1"/>
          </p:cNvSpPr>
          <p:nvPr>
            <p:ph type="title"/>
          </p:nvPr>
        </p:nvSpPr>
        <p:spPr>
          <a:xfrm>
            <a:off x="455618" y="503696"/>
            <a:ext cx="8915492" cy="524543"/>
          </a:xfrm>
          <a:prstGeom prst="rect">
            <a:avLst/>
          </a:prstGeom>
          <a:noFill/>
          <a:ln>
            <a:noFill/>
          </a:ln>
        </p:spPr>
        <p:txBody>
          <a:bodyPr spcFirstLastPara="1" wrap="square" lIns="0" tIns="0" rIns="0" bIns="0" anchor="t" anchorCtr="0">
            <a:noAutofit/>
          </a:bodyPr>
          <a:lstStyle>
            <a:lvl1pPr lvl="0" algn="l">
              <a:lnSpc>
                <a:spcPct val="80000"/>
              </a:lnSpc>
              <a:spcBef>
                <a:spcPts val="0"/>
              </a:spcBef>
              <a:spcAft>
                <a:spcPts val="0"/>
              </a:spcAft>
              <a:buClr>
                <a:schemeClr val="lt1"/>
              </a:buClr>
              <a:buSzPts val="3200"/>
              <a:buFont typeface="Roboto Medium"/>
              <a:buNone/>
              <a:defRPr b="0">
                <a:solidFill>
                  <a:schemeClr val="lt1"/>
                </a:solidFill>
              </a:defRPr>
            </a:lvl1pPr>
            <a:lvl2pPr lvl="1">
              <a:spcBef>
                <a:spcPts val="0"/>
              </a:spcBef>
              <a:spcAft>
                <a:spcPts val="0"/>
              </a:spcAft>
              <a:buSzPts val="1400"/>
              <a:buNone/>
              <a:defRPr/>
            </a:lvl2pPr>
            <a:lvl3pPr lvl="2">
              <a:spcBef>
                <a:spcPts val="0"/>
              </a:spcBef>
              <a:spcAft>
                <a:spcPts val="0"/>
              </a:spcAft>
              <a:buSzPts val="1400"/>
              <a:buNone/>
              <a:defRPr/>
            </a:lvl3pPr>
            <a:lvl4pPr lvl="3">
              <a:spcBef>
                <a:spcPts val="0"/>
              </a:spcBef>
              <a:spcAft>
                <a:spcPts val="0"/>
              </a:spcAft>
              <a:buSzPts val="1400"/>
              <a:buNone/>
              <a:defRPr/>
            </a:lvl4pPr>
            <a:lvl5pPr lvl="4">
              <a:spcBef>
                <a:spcPts val="0"/>
              </a:spcBef>
              <a:spcAft>
                <a:spcPts val="0"/>
              </a:spcAft>
              <a:buSzPts val="1400"/>
              <a:buNone/>
              <a:defRPr/>
            </a:lvl5pPr>
            <a:lvl6pPr lvl="5">
              <a:spcBef>
                <a:spcPts val="0"/>
              </a:spcBef>
              <a:spcAft>
                <a:spcPts val="0"/>
              </a:spcAft>
              <a:buSzPts val="1400"/>
              <a:buNone/>
              <a:defRPr/>
            </a:lvl6pPr>
            <a:lvl7pPr lvl="6">
              <a:spcBef>
                <a:spcPts val="0"/>
              </a:spcBef>
              <a:spcAft>
                <a:spcPts val="0"/>
              </a:spcAft>
              <a:buSzPts val="1400"/>
              <a:buNone/>
              <a:defRPr/>
            </a:lvl7pPr>
            <a:lvl8pPr lvl="7">
              <a:spcBef>
                <a:spcPts val="0"/>
              </a:spcBef>
              <a:spcAft>
                <a:spcPts val="0"/>
              </a:spcAft>
              <a:buSzPts val="1400"/>
              <a:buNone/>
              <a:defRPr/>
            </a:lvl8pPr>
            <a:lvl9pPr lvl="8">
              <a:spcBef>
                <a:spcPts val="0"/>
              </a:spcBef>
              <a:spcAft>
                <a:spcPts val="0"/>
              </a:spcAft>
              <a:buSzPts val="1400"/>
              <a:buNone/>
              <a:defRPr/>
            </a:lvl9pPr>
          </a:lstStyle>
          <a:p>
            <a:endParaRPr/>
          </a:p>
        </p:txBody>
      </p:sp>
      <p:sp>
        <p:nvSpPr>
          <p:cNvPr id="274" name="Google Shape;274;p52"/>
          <p:cNvSpPr txBox="1">
            <a:spLocks noGrp="1"/>
          </p:cNvSpPr>
          <p:nvPr>
            <p:ph type="body" idx="1"/>
          </p:nvPr>
        </p:nvSpPr>
        <p:spPr>
          <a:xfrm>
            <a:off x="455616" y="2971800"/>
            <a:ext cx="5638859" cy="2971800"/>
          </a:xfrm>
          <a:prstGeom prst="rect">
            <a:avLst/>
          </a:prstGeom>
          <a:noFill/>
          <a:ln>
            <a:noFill/>
          </a:ln>
        </p:spPr>
        <p:txBody>
          <a:bodyPr spcFirstLastPara="1" wrap="square" lIns="0" tIns="0" rIns="0" bIns="0" anchor="t" anchorCtr="0">
            <a:noAutofit/>
          </a:bodyPr>
          <a:lstStyle>
            <a:lvl1pPr marL="457207" lvl="0" indent="-228604" algn="l">
              <a:lnSpc>
                <a:spcPct val="100000"/>
              </a:lnSpc>
              <a:spcBef>
                <a:spcPts val="1800"/>
              </a:spcBef>
              <a:spcAft>
                <a:spcPts val="0"/>
              </a:spcAft>
              <a:buClr>
                <a:schemeClr val="lt1"/>
              </a:buClr>
              <a:buSzPts val="2000"/>
              <a:buFont typeface="Roboto"/>
              <a:buNone/>
              <a:defRPr b="0" i="0">
                <a:solidFill>
                  <a:schemeClr val="lt1"/>
                </a:solidFill>
                <a:latin typeface="Roboto"/>
                <a:ea typeface="Roboto"/>
                <a:cs typeface="Roboto"/>
                <a:sym typeface="Roboto"/>
              </a:defRPr>
            </a:lvl1pPr>
            <a:lvl2pPr marL="914415" lvl="1" indent="-342906" algn="l">
              <a:spcBef>
                <a:spcPts val="600"/>
              </a:spcBef>
              <a:spcAft>
                <a:spcPts val="0"/>
              </a:spcAft>
              <a:buClr>
                <a:schemeClr val="lt1"/>
              </a:buClr>
              <a:buSzPts val="1800"/>
              <a:buChar char="•"/>
              <a:defRPr b="0" i="0">
                <a:solidFill>
                  <a:schemeClr val="lt1"/>
                </a:solidFill>
                <a:latin typeface="Roboto"/>
                <a:ea typeface="Roboto"/>
                <a:cs typeface="Roboto"/>
                <a:sym typeface="Roboto"/>
              </a:defRPr>
            </a:lvl2pPr>
            <a:lvl3pPr marL="1371622" lvl="2" indent="-330205" algn="l">
              <a:spcBef>
                <a:spcPts val="600"/>
              </a:spcBef>
              <a:spcAft>
                <a:spcPts val="0"/>
              </a:spcAft>
              <a:buClr>
                <a:schemeClr val="lt1"/>
              </a:buClr>
              <a:buSzPts val="1600"/>
              <a:buChar char="−"/>
              <a:defRPr b="0" i="0">
                <a:solidFill>
                  <a:schemeClr val="lt1"/>
                </a:solidFill>
                <a:latin typeface="Roboto"/>
                <a:ea typeface="Roboto"/>
                <a:cs typeface="Roboto"/>
                <a:sym typeface="Roboto"/>
              </a:defRPr>
            </a:lvl3pPr>
            <a:lvl4pPr marL="1828831" lvl="3" indent="-317506" algn="l">
              <a:lnSpc>
                <a:spcPct val="100000"/>
              </a:lnSpc>
              <a:spcBef>
                <a:spcPts val="300"/>
              </a:spcBef>
              <a:spcAft>
                <a:spcPts val="0"/>
              </a:spcAft>
              <a:buClr>
                <a:schemeClr val="lt1"/>
              </a:buClr>
              <a:buSzPts val="1400"/>
              <a:buChar char="•"/>
              <a:defRPr b="0" i="0">
                <a:solidFill>
                  <a:schemeClr val="lt1"/>
                </a:solidFill>
                <a:latin typeface="Roboto"/>
                <a:ea typeface="Roboto"/>
                <a:cs typeface="Roboto"/>
                <a:sym typeface="Roboto"/>
              </a:defRPr>
            </a:lvl4pPr>
            <a:lvl5pPr marL="2286038" lvl="4" indent="-304805" algn="l">
              <a:spcBef>
                <a:spcPts val="300"/>
              </a:spcBef>
              <a:spcAft>
                <a:spcPts val="0"/>
              </a:spcAft>
              <a:buClr>
                <a:schemeClr val="lt1"/>
              </a:buClr>
              <a:buSzPts val="1200"/>
              <a:buChar char="−"/>
              <a:defRPr b="0" i="0">
                <a:solidFill>
                  <a:schemeClr val="lt1"/>
                </a:solidFill>
                <a:latin typeface="Roboto"/>
                <a:ea typeface="Roboto"/>
                <a:cs typeface="Roboto"/>
                <a:sym typeface="Roboto"/>
              </a:defRPr>
            </a:lvl5pPr>
            <a:lvl6pPr marL="2743246" lvl="5" indent="-342906" algn="l">
              <a:spcBef>
                <a:spcPts val="360"/>
              </a:spcBef>
              <a:spcAft>
                <a:spcPts val="0"/>
              </a:spcAft>
              <a:buClr>
                <a:schemeClr val="dk1"/>
              </a:buClr>
              <a:buSzPts val="1800"/>
              <a:buChar char="•"/>
              <a:defRPr/>
            </a:lvl6pPr>
            <a:lvl7pPr marL="3200453" lvl="6" indent="-342906" algn="l">
              <a:spcBef>
                <a:spcPts val="360"/>
              </a:spcBef>
              <a:spcAft>
                <a:spcPts val="0"/>
              </a:spcAft>
              <a:buClr>
                <a:schemeClr val="dk1"/>
              </a:buClr>
              <a:buSzPts val="1800"/>
              <a:buChar char="•"/>
              <a:defRPr/>
            </a:lvl7pPr>
            <a:lvl8pPr marL="3657661" lvl="7" indent="-342906" algn="l">
              <a:spcBef>
                <a:spcPts val="360"/>
              </a:spcBef>
              <a:spcAft>
                <a:spcPts val="0"/>
              </a:spcAft>
              <a:buClr>
                <a:schemeClr val="dk1"/>
              </a:buClr>
              <a:buSzPts val="1800"/>
              <a:buChar char="•"/>
              <a:defRPr/>
            </a:lvl8pPr>
            <a:lvl9pPr marL="4114868" lvl="8" indent="-342906" algn="l">
              <a:spcBef>
                <a:spcPts val="360"/>
              </a:spcBef>
              <a:spcAft>
                <a:spcPts val="0"/>
              </a:spcAft>
              <a:buClr>
                <a:schemeClr val="dk1"/>
              </a:buClr>
              <a:buSzPts val="1800"/>
              <a:buChar char="•"/>
              <a:defRPr/>
            </a:lvl9pPr>
          </a:lstStyle>
          <a:p>
            <a:endParaRPr/>
          </a:p>
        </p:txBody>
      </p:sp>
      <p:sp>
        <p:nvSpPr>
          <p:cNvPr id="275" name="Google Shape;275;p52"/>
          <p:cNvSpPr>
            <a:spLocks noGrp="1"/>
          </p:cNvSpPr>
          <p:nvPr>
            <p:ph type="pic" idx="2"/>
          </p:nvPr>
        </p:nvSpPr>
        <p:spPr>
          <a:xfrm>
            <a:off x="7389890" y="1371600"/>
            <a:ext cx="4343445" cy="4572000"/>
          </a:xfrm>
          <a:prstGeom prst="rect">
            <a:avLst/>
          </a:prstGeom>
          <a:solidFill>
            <a:srgbClr val="F2F2F2"/>
          </a:solidFill>
          <a:ln>
            <a:noFill/>
          </a:ln>
        </p:spPr>
        <p:txBody>
          <a:bodyPr spcFirstLastPara="1" wrap="square" lIns="0" tIns="0" rIns="0" bIns="0" anchor="ctr" anchorCtr="0">
            <a:noAutofit/>
          </a:bodyPr>
          <a:lstStyle>
            <a:lvl1pPr marR="0" lvl="0" algn="ctr" rtl="0">
              <a:spcBef>
                <a:spcPts val="1800"/>
              </a:spcBef>
              <a:spcAft>
                <a:spcPts val="0"/>
              </a:spcAft>
              <a:buClr>
                <a:srgbClr val="D8D8D8"/>
              </a:buClr>
              <a:buSzPts val="2000"/>
              <a:buFont typeface="Roboto"/>
              <a:buNone/>
              <a:defRPr sz="2000" b="0" i="0" u="none" strike="noStrike" cap="none">
                <a:solidFill>
                  <a:srgbClr val="D8D8D8"/>
                </a:solidFill>
                <a:latin typeface="Roboto"/>
                <a:ea typeface="Roboto"/>
                <a:cs typeface="Roboto"/>
                <a:sym typeface="Roboto"/>
              </a:defRPr>
            </a:lvl1pPr>
            <a:lvl2pPr marR="0" lvl="1" algn="l" rtl="0">
              <a:spcBef>
                <a:spcPts val="600"/>
              </a:spcBef>
              <a:spcAft>
                <a:spcPts val="0"/>
              </a:spcAft>
              <a:buClr>
                <a:schemeClr val="dk1"/>
              </a:buClr>
              <a:buSzPts val="1800"/>
              <a:buFont typeface="Arial"/>
              <a:buChar char="•"/>
              <a:defRPr sz="1800" b="0" i="0" u="none" strike="noStrike" cap="none">
                <a:solidFill>
                  <a:schemeClr val="dk1"/>
                </a:solidFill>
                <a:latin typeface="Roboto"/>
                <a:ea typeface="Roboto"/>
                <a:cs typeface="Roboto"/>
                <a:sym typeface="Roboto"/>
              </a:defRPr>
            </a:lvl2pPr>
            <a:lvl3pPr marR="0" lvl="2" algn="l" rtl="0">
              <a:spcBef>
                <a:spcPts val="600"/>
              </a:spcBef>
              <a:spcAft>
                <a:spcPts val="0"/>
              </a:spcAft>
              <a:buClr>
                <a:schemeClr val="dk1"/>
              </a:buClr>
              <a:buSzPts val="1600"/>
              <a:buFont typeface="Merriweather Sans"/>
              <a:buChar char="−"/>
              <a:defRPr sz="1600" b="0" i="0" u="none" strike="noStrike" cap="none">
                <a:solidFill>
                  <a:schemeClr val="dk1"/>
                </a:solidFill>
                <a:latin typeface="Roboto"/>
                <a:ea typeface="Roboto"/>
                <a:cs typeface="Roboto"/>
                <a:sym typeface="Roboto"/>
              </a:defRPr>
            </a:lvl3pPr>
            <a:lvl4pPr marR="0" lvl="3" algn="l" rtl="0">
              <a:spcBef>
                <a:spcPts val="300"/>
              </a:spcBef>
              <a:spcAft>
                <a:spcPts val="0"/>
              </a:spcAft>
              <a:buClr>
                <a:schemeClr val="dk1"/>
              </a:buClr>
              <a:buSzPts val="1400"/>
              <a:buFont typeface="Arial"/>
              <a:buChar char="•"/>
              <a:defRPr sz="1400" b="0" i="0" u="none" strike="noStrike" cap="none">
                <a:solidFill>
                  <a:schemeClr val="dk1"/>
                </a:solidFill>
                <a:latin typeface="Roboto"/>
                <a:ea typeface="Roboto"/>
                <a:cs typeface="Roboto"/>
                <a:sym typeface="Roboto"/>
              </a:defRPr>
            </a:lvl4pPr>
            <a:lvl5pPr marR="0" lvl="4" algn="l" rtl="0">
              <a:spcBef>
                <a:spcPts val="300"/>
              </a:spcBef>
              <a:spcAft>
                <a:spcPts val="0"/>
              </a:spcAft>
              <a:buClr>
                <a:schemeClr val="dk1"/>
              </a:buClr>
              <a:buSzPts val="1200"/>
              <a:buFont typeface="Merriweather Sans"/>
              <a:buChar char="−"/>
              <a:defRPr sz="1200" b="0" i="0" u="none" strike="noStrike" cap="none">
                <a:solidFill>
                  <a:schemeClr val="dk1"/>
                </a:solidFill>
                <a:latin typeface="Roboto"/>
                <a:ea typeface="Roboto"/>
                <a:cs typeface="Roboto"/>
                <a:sym typeface="Roboto"/>
              </a:defRPr>
            </a:lvl5pPr>
            <a:lvl6pPr marR="0" lvl="5" algn="l" rtl="0">
              <a:spcBef>
                <a:spcPts val="533"/>
              </a:spcBef>
              <a:spcAft>
                <a:spcPts val="0"/>
              </a:spcAft>
              <a:buClr>
                <a:schemeClr val="dk1"/>
              </a:buClr>
              <a:buSzPts val="2666"/>
              <a:buFont typeface="Arial"/>
              <a:buChar char="•"/>
              <a:defRPr sz="2666" b="0" i="0" u="none" strike="noStrike" cap="none">
                <a:solidFill>
                  <a:schemeClr val="dk1"/>
                </a:solidFill>
                <a:latin typeface="Poppins Medium"/>
                <a:ea typeface="Poppins Medium"/>
                <a:cs typeface="Poppins Medium"/>
                <a:sym typeface="Poppins Medium"/>
              </a:defRPr>
            </a:lvl6pPr>
            <a:lvl7pPr marR="0" lvl="6" algn="l" rtl="0">
              <a:spcBef>
                <a:spcPts val="533"/>
              </a:spcBef>
              <a:spcAft>
                <a:spcPts val="0"/>
              </a:spcAft>
              <a:buClr>
                <a:schemeClr val="dk1"/>
              </a:buClr>
              <a:buSzPts val="2666"/>
              <a:buFont typeface="Arial"/>
              <a:buChar char="•"/>
              <a:defRPr sz="2666" b="0" i="0" u="none" strike="noStrike" cap="none">
                <a:solidFill>
                  <a:schemeClr val="dk1"/>
                </a:solidFill>
                <a:latin typeface="Poppins Medium"/>
                <a:ea typeface="Poppins Medium"/>
                <a:cs typeface="Poppins Medium"/>
                <a:sym typeface="Poppins Medium"/>
              </a:defRPr>
            </a:lvl7pPr>
            <a:lvl8pPr marR="0" lvl="7" algn="l" rtl="0">
              <a:spcBef>
                <a:spcPts val="533"/>
              </a:spcBef>
              <a:spcAft>
                <a:spcPts val="0"/>
              </a:spcAft>
              <a:buClr>
                <a:schemeClr val="dk1"/>
              </a:buClr>
              <a:buSzPts val="2666"/>
              <a:buFont typeface="Arial"/>
              <a:buChar char="•"/>
              <a:defRPr sz="2666" b="0" i="0" u="none" strike="noStrike" cap="none">
                <a:solidFill>
                  <a:schemeClr val="dk1"/>
                </a:solidFill>
                <a:latin typeface="Poppins Medium"/>
                <a:ea typeface="Poppins Medium"/>
                <a:cs typeface="Poppins Medium"/>
                <a:sym typeface="Poppins Medium"/>
              </a:defRPr>
            </a:lvl8pPr>
            <a:lvl9pPr marR="0" lvl="8" algn="l" rtl="0">
              <a:spcBef>
                <a:spcPts val="533"/>
              </a:spcBef>
              <a:spcAft>
                <a:spcPts val="0"/>
              </a:spcAft>
              <a:buClr>
                <a:schemeClr val="dk1"/>
              </a:buClr>
              <a:buSzPts val="2666"/>
              <a:buFont typeface="Arial"/>
              <a:buChar char="•"/>
              <a:defRPr sz="2666" b="0" i="0" u="none" strike="noStrike" cap="none">
                <a:solidFill>
                  <a:schemeClr val="dk1"/>
                </a:solidFill>
                <a:latin typeface="Poppins Medium"/>
                <a:ea typeface="Poppins Medium"/>
                <a:cs typeface="Poppins Medium"/>
                <a:sym typeface="Poppins Medium"/>
              </a:defRPr>
            </a:lvl9pPr>
          </a:lstStyle>
          <a:p>
            <a:endParaRPr/>
          </a:p>
        </p:txBody>
      </p:sp>
      <p:sp>
        <p:nvSpPr>
          <p:cNvPr id="276" name="Google Shape;276;p52"/>
          <p:cNvSpPr txBox="1">
            <a:spLocks noGrp="1"/>
          </p:cNvSpPr>
          <p:nvPr>
            <p:ph type="body" idx="3"/>
          </p:nvPr>
        </p:nvSpPr>
        <p:spPr>
          <a:xfrm>
            <a:off x="455618" y="868681"/>
            <a:ext cx="8915492" cy="229235"/>
          </a:xfrm>
          <a:prstGeom prst="rect">
            <a:avLst/>
          </a:prstGeom>
          <a:noFill/>
          <a:ln>
            <a:noFill/>
          </a:ln>
        </p:spPr>
        <p:txBody>
          <a:bodyPr spcFirstLastPara="1" wrap="square" lIns="0" tIns="0" rIns="0" bIns="0" anchor="t" anchorCtr="0">
            <a:noAutofit/>
          </a:bodyPr>
          <a:lstStyle>
            <a:lvl1pPr marL="457207" lvl="0" indent="-228604" algn="l">
              <a:spcBef>
                <a:spcPts val="1800"/>
              </a:spcBef>
              <a:spcAft>
                <a:spcPts val="0"/>
              </a:spcAft>
              <a:buClr>
                <a:schemeClr val="accent2"/>
              </a:buClr>
              <a:buSzPts val="1600"/>
              <a:buFont typeface="Roboto Medium"/>
              <a:buNone/>
              <a:defRPr sz="1600" b="0" i="0">
                <a:solidFill>
                  <a:schemeClr val="accent2"/>
                </a:solidFill>
                <a:latin typeface="Roboto Medium"/>
                <a:ea typeface="Roboto Medium"/>
                <a:cs typeface="Roboto Medium"/>
                <a:sym typeface="Roboto Medium"/>
              </a:defRPr>
            </a:lvl1pPr>
            <a:lvl2pPr marL="914415" lvl="1" indent="-228604" algn="l">
              <a:spcBef>
                <a:spcPts val="600"/>
              </a:spcBef>
              <a:spcAft>
                <a:spcPts val="0"/>
              </a:spcAft>
              <a:buClr>
                <a:schemeClr val="dk1"/>
              </a:buClr>
              <a:buSzPts val="1800"/>
              <a:buNone/>
              <a:defRPr/>
            </a:lvl2pPr>
            <a:lvl3pPr marL="1371622" lvl="2" indent="-342906" algn="l">
              <a:spcBef>
                <a:spcPts val="600"/>
              </a:spcBef>
              <a:spcAft>
                <a:spcPts val="0"/>
              </a:spcAft>
              <a:buClr>
                <a:schemeClr val="dk1"/>
              </a:buClr>
              <a:buSzPts val="1800"/>
              <a:buChar char="−"/>
              <a:defRPr/>
            </a:lvl3pPr>
            <a:lvl4pPr marL="1828831" lvl="3" indent="-342906" algn="l">
              <a:spcBef>
                <a:spcPts val="300"/>
              </a:spcBef>
              <a:spcAft>
                <a:spcPts val="0"/>
              </a:spcAft>
              <a:buClr>
                <a:schemeClr val="dk1"/>
              </a:buClr>
              <a:buSzPts val="1800"/>
              <a:buChar char="•"/>
              <a:defRPr/>
            </a:lvl4pPr>
            <a:lvl5pPr marL="2286038" lvl="4" indent="-342906" algn="l">
              <a:spcBef>
                <a:spcPts val="300"/>
              </a:spcBef>
              <a:spcAft>
                <a:spcPts val="0"/>
              </a:spcAft>
              <a:buClr>
                <a:schemeClr val="dk1"/>
              </a:buClr>
              <a:buSzPts val="1800"/>
              <a:buChar char="−"/>
              <a:defRPr/>
            </a:lvl5pPr>
            <a:lvl6pPr marL="2743246" lvl="5" indent="-342906" algn="l">
              <a:spcBef>
                <a:spcPts val="360"/>
              </a:spcBef>
              <a:spcAft>
                <a:spcPts val="0"/>
              </a:spcAft>
              <a:buClr>
                <a:schemeClr val="dk1"/>
              </a:buClr>
              <a:buSzPts val="1800"/>
              <a:buChar char="•"/>
              <a:defRPr/>
            </a:lvl6pPr>
            <a:lvl7pPr marL="3200453" lvl="6" indent="-342906" algn="l">
              <a:spcBef>
                <a:spcPts val="360"/>
              </a:spcBef>
              <a:spcAft>
                <a:spcPts val="0"/>
              </a:spcAft>
              <a:buClr>
                <a:schemeClr val="dk1"/>
              </a:buClr>
              <a:buSzPts val="1800"/>
              <a:buChar char="•"/>
              <a:defRPr/>
            </a:lvl7pPr>
            <a:lvl8pPr marL="3657661" lvl="7" indent="-342906" algn="l">
              <a:spcBef>
                <a:spcPts val="360"/>
              </a:spcBef>
              <a:spcAft>
                <a:spcPts val="0"/>
              </a:spcAft>
              <a:buClr>
                <a:schemeClr val="dk1"/>
              </a:buClr>
              <a:buSzPts val="1800"/>
              <a:buChar char="•"/>
              <a:defRPr/>
            </a:lvl8pPr>
            <a:lvl9pPr marL="4114868" lvl="8" indent="-342906" algn="l">
              <a:spcBef>
                <a:spcPts val="360"/>
              </a:spcBef>
              <a:spcAft>
                <a:spcPts val="0"/>
              </a:spcAft>
              <a:buClr>
                <a:schemeClr val="dk1"/>
              </a:buClr>
              <a:buSzPts val="1800"/>
              <a:buChar char="•"/>
              <a:defRPr/>
            </a:lvl9pPr>
          </a:lstStyle>
          <a:p>
            <a:endParaRPr/>
          </a:p>
        </p:txBody>
      </p:sp>
      <p:sp>
        <p:nvSpPr>
          <p:cNvPr id="277" name="Google Shape;277;p52"/>
          <p:cNvSpPr txBox="1">
            <a:spLocks noGrp="1"/>
          </p:cNvSpPr>
          <p:nvPr>
            <p:ph type="body" idx="4"/>
          </p:nvPr>
        </p:nvSpPr>
        <p:spPr>
          <a:xfrm>
            <a:off x="7508953" y="6432334"/>
            <a:ext cx="4224381" cy="228601"/>
          </a:xfrm>
          <a:prstGeom prst="rect">
            <a:avLst/>
          </a:prstGeom>
          <a:noFill/>
          <a:ln>
            <a:noFill/>
          </a:ln>
        </p:spPr>
        <p:txBody>
          <a:bodyPr spcFirstLastPara="1" wrap="square" lIns="0" tIns="0" rIns="0" bIns="0" anchor="b" anchorCtr="0">
            <a:noAutofit/>
          </a:bodyPr>
          <a:lstStyle>
            <a:lvl1pPr marL="457207" lvl="0" indent="-228604" algn="r">
              <a:spcBef>
                <a:spcPts val="1800"/>
              </a:spcBef>
              <a:spcAft>
                <a:spcPts val="0"/>
              </a:spcAft>
              <a:buClr>
                <a:schemeClr val="lt1"/>
              </a:buClr>
              <a:buSzPts val="1000"/>
              <a:buFont typeface="Roboto Medium"/>
              <a:buNone/>
              <a:defRPr sz="1000" b="0" i="0">
                <a:solidFill>
                  <a:schemeClr val="lt1"/>
                </a:solidFill>
                <a:latin typeface="Roboto Medium"/>
                <a:ea typeface="Roboto Medium"/>
                <a:cs typeface="Roboto Medium"/>
                <a:sym typeface="Roboto Medium"/>
              </a:defRPr>
            </a:lvl1pPr>
            <a:lvl2pPr marL="914415" lvl="1" indent="-228604" algn="l">
              <a:spcBef>
                <a:spcPts val="600"/>
              </a:spcBef>
              <a:spcAft>
                <a:spcPts val="0"/>
              </a:spcAft>
              <a:buClr>
                <a:schemeClr val="dk1"/>
              </a:buClr>
              <a:buSzPts val="1800"/>
              <a:buNone/>
              <a:defRPr/>
            </a:lvl2pPr>
            <a:lvl3pPr marL="1371622" lvl="2" indent="-342906" algn="l">
              <a:spcBef>
                <a:spcPts val="600"/>
              </a:spcBef>
              <a:spcAft>
                <a:spcPts val="0"/>
              </a:spcAft>
              <a:buClr>
                <a:schemeClr val="dk1"/>
              </a:buClr>
              <a:buSzPts val="1800"/>
              <a:buChar char="−"/>
              <a:defRPr/>
            </a:lvl3pPr>
            <a:lvl4pPr marL="1828831" lvl="3" indent="-342906" algn="l">
              <a:spcBef>
                <a:spcPts val="300"/>
              </a:spcBef>
              <a:spcAft>
                <a:spcPts val="0"/>
              </a:spcAft>
              <a:buClr>
                <a:schemeClr val="dk1"/>
              </a:buClr>
              <a:buSzPts val="1800"/>
              <a:buChar char="•"/>
              <a:defRPr/>
            </a:lvl4pPr>
            <a:lvl5pPr marL="2286038" lvl="4" indent="-342906" algn="l">
              <a:spcBef>
                <a:spcPts val="300"/>
              </a:spcBef>
              <a:spcAft>
                <a:spcPts val="0"/>
              </a:spcAft>
              <a:buClr>
                <a:schemeClr val="dk1"/>
              </a:buClr>
              <a:buSzPts val="1800"/>
              <a:buChar char="−"/>
              <a:defRPr/>
            </a:lvl5pPr>
            <a:lvl6pPr marL="2743246" lvl="5" indent="-342906" algn="l">
              <a:spcBef>
                <a:spcPts val="360"/>
              </a:spcBef>
              <a:spcAft>
                <a:spcPts val="0"/>
              </a:spcAft>
              <a:buClr>
                <a:schemeClr val="dk1"/>
              </a:buClr>
              <a:buSzPts val="1800"/>
              <a:buChar char="•"/>
              <a:defRPr/>
            </a:lvl6pPr>
            <a:lvl7pPr marL="3200453" lvl="6" indent="-342906" algn="l">
              <a:spcBef>
                <a:spcPts val="360"/>
              </a:spcBef>
              <a:spcAft>
                <a:spcPts val="0"/>
              </a:spcAft>
              <a:buClr>
                <a:schemeClr val="dk1"/>
              </a:buClr>
              <a:buSzPts val="1800"/>
              <a:buChar char="•"/>
              <a:defRPr/>
            </a:lvl7pPr>
            <a:lvl8pPr marL="3657661" lvl="7" indent="-342906" algn="l">
              <a:spcBef>
                <a:spcPts val="360"/>
              </a:spcBef>
              <a:spcAft>
                <a:spcPts val="0"/>
              </a:spcAft>
              <a:buClr>
                <a:schemeClr val="dk1"/>
              </a:buClr>
              <a:buSzPts val="1800"/>
              <a:buChar char="•"/>
              <a:defRPr/>
            </a:lvl8pPr>
            <a:lvl9pPr marL="4114868" lvl="8" indent="-342906" algn="l">
              <a:spcBef>
                <a:spcPts val="360"/>
              </a:spcBef>
              <a:spcAft>
                <a:spcPts val="0"/>
              </a:spcAft>
              <a:buClr>
                <a:schemeClr val="dk1"/>
              </a:buClr>
              <a:buSzPts val="1800"/>
              <a:buChar char="•"/>
              <a:defRPr/>
            </a:lvl9pPr>
          </a:lstStyle>
          <a:p>
            <a:endParaRPr/>
          </a:p>
        </p:txBody>
      </p:sp>
      <p:pic>
        <p:nvPicPr>
          <p:cNvPr id="278" name="Google Shape;278;p52" descr="A picture containing drawing&#10;&#10;Description automatically generated"/>
          <p:cNvPicPr preferRelativeResize="0"/>
          <p:nvPr/>
        </p:nvPicPr>
        <p:blipFill rotWithShape="1">
          <a:blip r:embed="rId2">
            <a:alphaModFix/>
          </a:blip>
          <a:srcRect b="31356"/>
          <a:stretch/>
        </p:blipFill>
        <p:spPr>
          <a:xfrm>
            <a:off x="455619" y="6277208"/>
            <a:ext cx="685807" cy="352192"/>
          </a:xfrm>
          <a:prstGeom prst="rect">
            <a:avLst/>
          </a:prstGeom>
          <a:noFill/>
          <a:ln>
            <a:noFill/>
          </a:ln>
        </p:spPr>
      </p:pic>
    </p:spTree>
  </p:cSld>
  <p:clrMapOvr>
    <a:masterClrMapping/>
  </p:clrMapOvr>
  <mc:AlternateContent xmlns:mc="http://schemas.openxmlformats.org/markup-compatibility/2006" xmlns:p14="http://schemas.microsoft.com/office/powerpoint/2010/main">
    <mc:Choice Requires="p14">
      <p:transition p14:dur="250">
        <p:fade/>
      </p:transition>
    </mc:Choice>
    <mc:Fallback xmlns:ahyp="http://schemas.microsoft.com/office/drawing/2018/hyperlinkcolor" xmlns:p15="http://schemas.microsoft.com/office/powerpoint/2012/main" xmlns:com="http://schemas.openxmlformats.org/drawingml/2006/compatibility" xmlns:pvml="urn:schemas-microsoft-com:office:powerpoint" xmlns:v="urn:schemas-microsoft-com:vml" xmlns:o="urn:schemas-microsoft-com:office:office" xmlns:dgm="http://schemas.openxmlformats.org/drawingml/2006/diagram" xmlns:c="http://schemas.openxmlformats.org/drawingml/2006/chart" xmlns:mv="urn:schemas-microsoft-com:mac:vml" xmlns="">
      <p:transition>
        <p:fade/>
      </p:transition>
    </mc:Fallback>
  </mc:AlternateContent>
</p:sldLayout>
</file>

<file path=ppt/slideLayouts/slideLayout51.xml><?xml version="1.0" encoding="utf-8"?>
<p:sldLayout xmlns:a="http://schemas.openxmlformats.org/drawingml/2006/main" xmlns:r="http://schemas.openxmlformats.org/officeDocument/2006/relationships" xmlns:p="http://schemas.openxmlformats.org/presentationml/2006/main" matchingName="NAVY Title | Subhead | Text | HP Image">
  <p:cSld name="NAVY Title | Subhead | Text | HP Image">
    <p:bg>
      <p:bgPr>
        <a:solidFill>
          <a:srgbClr val="030A14"/>
        </a:solidFill>
        <a:effectLst/>
      </p:bgPr>
    </p:bg>
    <p:spTree>
      <p:nvGrpSpPr>
        <p:cNvPr id="1" name="Shape 279"/>
        <p:cNvGrpSpPr/>
        <p:nvPr/>
      </p:nvGrpSpPr>
      <p:grpSpPr>
        <a:xfrm>
          <a:off x="0" y="0"/>
          <a:ext cx="0" cy="0"/>
          <a:chOff x="0" y="0"/>
          <a:chExt cx="0" cy="0"/>
        </a:xfrm>
      </p:grpSpPr>
      <p:sp>
        <p:nvSpPr>
          <p:cNvPr id="280" name="Google Shape;280;p53"/>
          <p:cNvSpPr>
            <a:spLocks noGrp="1"/>
          </p:cNvSpPr>
          <p:nvPr>
            <p:ph type="pic" idx="2"/>
          </p:nvPr>
        </p:nvSpPr>
        <p:spPr>
          <a:xfrm>
            <a:off x="6094475" y="359"/>
            <a:ext cx="6094476" cy="6858000"/>
          </a:xfrm>
          <a:prstGeom prst="rect">
            <a:avLst/>
          </a:prstGeom>
          <a:solidFill>
            <a:srgbClr val="F2F2F2"/>
          </a:solidFill>
          <a:ln>
            <a:noFill/>
          </a:ln>
        </p:spPr>
        <p:txBody>
          <a:bodyPr spcFirstLastPara="1" wrap="square" lIns="0" tIns="0" rIns="0" bIns="0" anchor="ctr" anchorCtr="0">
            <a:noAutofit/>
          </a:bodyPr>
          <a:lstStyle>
            <a:lvl1pPr marR="0" lvl="0" algn="ctr" rtl="0">
              <a:spcBef>
                <a:spcPts val="1800"/>
              </a:spcBef>
              <a:spcAft>
                <a:spcPts val="0"/>
              </a:spcAft>
              <a:buClr>
                <a:srgbClr val="D8D8D8"/>
              </a:buClr>
              <a:buSzPts val="2000"/>
              <a:buFont typeface="Roboto"/>
              <a:buNone/>
              <a:defRPr sz="2000" b="0" i="0" u="none" strike="noStrike" cap="none">
                <a:solidFill>
                  <a:srgbClr val="D8D8D8"/>
                </a:solidFill>
                <a:latin typeface="Roboto"/>
                <a:ea typeface="Roboto"/>
                <a:cs typeface="Roboto"/>
                <a:sym typeface="Roboto"/>
              </a:defRPr>
            </a:lvl1pPr>
            <a:lvl2pPr marR="0" lvl="1" algn="l" rtl="0">
              <a:spcBef>
                <a:spcPts val="600"/>
              </a:spcBef>
              <a:spcAft>
                <a:spcPts val="0"/>
              </a:spcAft>
              <a:buClr>
                <a:schemeClr val="dk1"/>
              </a:buClr>
              <a:buSzPts val="1800"/>
              <a:buFont typeface="Arial"/>
              <a:buChar char="•"/>
              <a:defRPr sz="1800" b="0" i="0" u="none" strike="noStrike" cap="none">
                <a:solidFill>
                  <a:schemeClr val="dk1"/>
                </a:solidFill>
                <a:latin typeface="Roboto"/>
                <a:ea typeface="Roboto"/>
                <a:cs typeface="Roboto"/>
                <a:sym typeface="Roboto"/>
              </a:defRPr>
            </a:lvl2pPr>
            <a:lvl3pPr marR="0" lvl="2" algn="l" rtl="0">
              <a:spcBef>
                <a:spcPts val="600"/>
              </a:spcBef>
              <a:spcAft>
                <a:spcPts val="0"/>
              </a:spcAft>
              <a:buClr>
                <a:schemeClr val="dk1"/>
              </a:buClr>
              <a:buSzPts val="1600"/>
              <a:buFont typeface="Merriweather Sans"/>
              <a:buChar char="−"/>
              <a:defRPr sz="1600" b="0" i="0" u="none" strike="noStrike" cap="none">
                <a:solidFill>
                  <a:schemeClr val="dk1"/>
                </a:solidFill>
                <a:latin typeface="Roboto"/>
                <a:ea typeface="Roboto"/>
                <a:cs typeface="Roboto"/>
                <a:sym typeface="Roboto"/>
              </a:defRPr>
            </a:lvl3pPr>
            <a:lvl4pPr marR="0" lvl="3" algn="l" rtl="0">
              <a:spcBef>
                <a:spcPts val="300"/>
              </a:spcBef>
              <a:spcAft>
                <a:spcPts val="0"/>
              </a:spcAft>
              <a:buClr>
                <a:schemeClr val="dk1"/>
              </a:buClr>
              <a:buSzPts val="1400"/>
              <a:buFont typeface="Arial"/>
              <a:buChar char="•"/>
              <a:defRPr sz="1400" b="0" i="0" u="none" strike="noStrike" cap="none">
                <a:solidFill>
                  <a:schemeClr val="dk1"/>
                </a:solidFill>
                <a:latin typeface="Roboto"/>
                <a:ea typeface="Roboto"/>
                <a:cs typeface="Roboto"/>
                <a:sym typeface="Roboto"/>
              </a:defRPr>
            </a:lvl4pPr>
            <a:lvl5pPr marR="0" lvl="4" algn="l" rtl="0">
              <a:spcBef>
                <a:spcPts val="300"/>
              </a:spcBef>
              <a:spcAft>
                <a:spcPts val="0"/>
              </a:spcAft>
              <a:buClr>
                <a:schemeClr val="dk1"/>
              </a:buClr>
              <a:buSzPts val="1200"/>
              <a:buFont typeface="Merriweather Sans"/>
              <a:buChar char="−"/>
              <a:defRPr sz="1200" b="0" i="0" u="none" strike="noStrike" cap="none">
                <a:solidFill>
                  <a:schemeClr val="dk1"/>
                </a:solidFill>
                <a:latin typeface="Roboto"/>
                <a:ea typeface="Roboto"/>
                <a:cs typeface="Roboto"/>
                <a:sym typeface="Roboto"/>
              </a:defRPr>
            </a:lvl5pPr>
            <a:lvl6pPr marR="0" lvl="5" algn="l" rtl="0">
              <a:spcBef>
                <a:spcPts val="533"/>
              </a:spcBef>
              <a:spcAft>
                <a:spcPts val="0"/>
              </a:spcAft>
              <a:buClr>
                <a:schemeClr val="dk1"/>
              </a:buClr>
              <a:buSzPts val="2666"/>
              <a:buFont typeface="Arial"/>
              <a:buChar char="•"/>
              <a:defRPr sz="2666" b="0" i="0" u="none" strike="noStrike" cap="none">
                <a:solidFill>
                  <a:schemeClr val="dk1"/>
                </a:solidFill>
                <a:latin typeface="Poppins Medium"/>
                <a:ea typeface="Poppins Medium"/>
                <a:cs typeface="Poppins Medium"/>
                <a:sym typeface="Poppins Medium"/>
              </a:defRPr>
            </a:lvl6pPr>
            <a:lvl7pPr marR="0" lvl="6" algn="l" rtl="0">
              <a:spcBef>
                <a:spcPts val="533"/>
              </a:spcBef>
              <a:spcAft>
                <a:spcPts val="0"/>
              </a:spcAft>
              <a:buClr>
                <a:schemeClr val="dk1"/>
              </a:buClr>
              <a:buSzPts val="2666"/>
              <a:buFont typeface="Arial"/>
              <a:buChar char="•"/>
              <a:defRPr sz="2666" b="0" i="0" u="none" strike="noStrike" cap="none">
                <a:solidFill>
                  <a:schemeClr val="dk1"/>
                </a:solidFill>
                <a:latin typeface="Poppins Medium"/>
                <a:ea typeface="Poppins Medium"/>
                <a:cs typeface="Poppins Medium"/>
                <a:sym typeface="Poppins Medium"/>
              </a:defRPr>
            </a:lvl7pPr>
            <a:lvl8pPr marR="0" lvl="7" algn="l" rtl="0">
              <a:spcBef>
                <a:spcPts val="533"/>
              </a:spcBef>
              <a:spcAft>
                <a:spcPts val="0"/>
              </a:spcAft>
              <a:buClr>
                <a:schemeClr val="dk1"/>
              </a:buClr>
              <a:buSzPts val="2666"/>
              <a:buFont typeface="Arial"/>
              <a:buChar char="•"/>
              <a:defRPr sz="2666" b="0" i="0" u="none" strike="noStrike" cap="none">
                <a:solidFill>
                  <a:schemeClr val="dk1"/>
                </a:solidFill>
                <a:latin typeface="Poppins Medium"/>
                <a:ea typeface="Poppins Medium"/>
                <a:cs typeface="Poppins Medium"/>
                <a:sym typeface="Poppins Medium"/>
              </a:defRPr>
            </a:lvl8pPr>
            <a:lvl9pPr marR="0" lvl="8" algn="l" rtl="0">
              <a:spcBef>
                <a:spcPts val="533"/>
              </a:spcBef>
              <a:spcAft>
                <a:spcPts val="0"/>
              </a:spcAft>
              <a:buClr>
                <a:schemeClr val="dk1"/>
              </a:buClr>
              <a:buSzPts val="2666"/>
              <a:buFont typeface="Arial"/>
              <a:buChar char="•"/>
              <a:defRPr sz="2666" b="0" i="0" u="none" strike="noStrike" cap="none">
                <a:solidFill>
                  <a:schemeClr val="dk1"/>
                </a:solidFill>
                <a:latin typeface="Poppins Medium"/>
                <a:ea typeface="Poppins Medium"/>
                <a:cs typeface="Poppins Medium"/>
                <a:sym typeface="Poppins Medium"/>
              </a:defRPr>
            </a:lvl9pPr>
          </a:lstStyle>
          <a:p>
            <a:endParaRPr/>
          </a:p>
        </p:txBody>
      </p:sp>
      <p:sp>
        <p:nvSpPr>
          <p:cNvPr id="281" name="Google Shape;281;p53"/>
          <p:cNvSpPr txBox="1">
            <a:spLocks noGrp="1"/>
          </p:cNvSpPr>
          <p:nvPr>
            <p:ph type="title"/>
          </p:nvPr>
        </p:nvSpPr>
        <p:spPr>
          <a:xfrm>
            <a:off x="455618" y="503696"/>
            <a:ext cx="5029251" cy="524543"/>
          </a:xfrm>
          <a:prstGeom prst="rect">
            <a:avLst/>
          </a:prstGeom>
          <a:noFill/>
          <a:ln>
            <a:noFill/>
          </a:ln>
        </p:spPr>
        <p:txBody>
          <a:bodyPr spcFirstLastPara="1" wrap="square" lIns="0" tIns="0" rIns="0" bIns="0" anchor="t" anchorCtr="0">
            <a:noAutofit/>
          </a:bodyPr>
          <a:lstStyle>
            <a:lvl1pPr lvl="0" algn="l">
              <a:lnSpc>
                <a:spcPct val="80000"/>
              </a:lnSpc>
              <a:spcBef>
                <a:spcPts val="0"/>
              </a:spcBef>
              <a:spcAft>
                <a:spcPts val="0"/>
              </a:spcAft>
              <a:buClr>
                <a:schemeClr val="lt1"/>
              </a:buClr>
              <a:buSzPts val="3200"/>
              <a:buFont typeface="Roboto Medium"/>
              <a:buNone/>
              <a:defRPr b="0">
                <a:solidFill>
                  <a:schemeClr val="lt1"/>
                </a:solidFill>
              </a:defRPr>
            </a:lvl1pPr>
            <a:lvl2pPr lvl="1">
              <a:spcBef>
                <a:spcPts val="0"/>
              </a:spcBef>
              <a:spcAft>
                <a:spcPts val="0"/>
              </a:spcAft>
              <a:buSzPts val="1400"/>
              <a:buNone/>
              <a:defRPr/>
            </a:lvl2pPr>
            <a:lvl3pPr lvl="2">
              <a:spcBef>
                <a:spcPts val="0"/>
              </a:spcBef>
              <a:spcAft>
                <a:spcPts val="0"/>
              </a:spcAft>
              <a:buSzPts val="1400"/>
              <a:buNone/>
              <a:defRPr/>
            </a:lvl3pPr>
            <a:lvl4pPr lvl="3">
              <a:spcBef>
                <a:spcPts val="0"/>
              </a:spcBef>
              <a:spcAft>
                <a:spcPts val="0"/>
              </a:spcAft>
              <a:buSzPts val="1400"/>
              <a:buNone/>
              <a:defRPr/>
            </a:lvl4pPr>
            <a:lvl5pPr lvl="4">
              <a:spcBef>
                <a:spcPts val="0"/>
              </a:spcBef>
              <a:spcAft>
                <a:spcPts val="0"/>
              </a:spcAft>
              <a:buSzPts val="1400"/>
              <a:buNone/>
              <a:defRPr/>
            </a:lvl5pPr>
            <a:lvl6pPr lvl="5">
              <a:spcBef>
                <a:spcPts val="0"/>
              </a:spcBef>
              <a:spcAft>
                <a:spcPts val="0"/>
              </a:spcAft>
              <a:buSzPts val="1400"/>
              <a:buNone/>
              <a:defRPr/>
            </a:lvl6pPr>
            <a:lvl7pPr lvl="6">
              <a:spcBef>
                <a:spcPts val="0"/>
              </a:spcBef>
              <a:spcAft>
                <a:spcPts val="0"/>
              </a:spcAft>
              <a:buSzPts val="1400"/>
              <a:buNone/>
              <a:defRPr/>
            </a:lvl7pPr>
            <a:lvl8pPr lvl="7">
              <a:spcBef>
                <a:spcPts val="0"/>
              </a:spcBef>
              <a:spcAft>
                <a:spcPts val="0"/>
              </a:spcAft>
              <a:buSzPts val="1400"/>
              <a:buNone/>
              <a:defRPr/>
            </a:lvl8pPr>
            <a:lvl9pPr lvl="8">
              <a:spcBef>
                <a:spcPts val="0"/>
              </a:spcBef>
              <a:spcAft>
                <a:spcPts val="0"/>
              </a:spcAft>
              <a:buSzPts val="1400"/>
              <a:buNone/>
              <a:defRPr/>
            </a:lvl9pPr>
          </a:lstStyle>
          <a:p>
            <a:endParaRPr/>
          </a:p>
        </p:txBody>
      </p:sp>
      <p:sp>
        <p:nvSpPr>
          <p:cNvPr id="282" name="Google Shape;282;p53"/>
          <p:cNvSpPr txBox="1">
            <a:spLocks noGrp="1"/>
          </p:cNvSpPr>
          <p:nvPr>
            <p:ph type="body" idx="1"/>
          </p:nvPr>
        </p:nvSpPr>
        <p:spPr>
          <a:xfrm>
            <a:off x="455618" y="2971800"/>
            <a:ext cx="5029251" cy="2971800"/>
          </a:xfrm>
          <a:prstGeom prst="rect">
            <a:avLst/>
          </a:prstGeom>
          <a:noFill/>
          <a:ln>
            <a:noFill/>
          </a:ln>
        </p:spPr>
        <p:txBody>
          <a:bodyPr spcFirstLastPara="1" wrap="square" lIns="0" tIns="0" rIns="0" bIns="0" anchor="t" anchorCtr="0">
            <a:noAutofit/>
          </a:bodyPr>
          <a:lstStyle>
            <a:lvl1pPr marL="457207" lvl="0" indent="-228604" algn="l">
              <a:lnSpc>
                <a:spcPct val="100000"/>
              </a:lnSpc>
              <a:spcBef>
                <a:spcPts val="1800"/>
              </a:spcBef>
              <a:spcAft>
                <a:spcPts val="0"/>
              </a:spcAft>
              <a:buClr>
                <a:schemeClr val="lt1"/>
              </a:buClr>
              <a:buSzPts val="2000"/>
              <a:buFont typeface="Roboto"/>
              <a:buNone/>
              <a:defRPr b="0" i="0">
                <a:solidFill>
                  <a:schemeClr val="lt1"/>
                </a:solidFill>
                <a:latin typeface="Roboto"/>
                <a:ea typeface="Roboto"/>
                <a:cs typeface="Roboto"/>
                <a:sym typeface="Roboto"/>
              </a:defRPr>
            </a:lvl1pPr>
            <a:lvl2pPr marL="914415" lvl="1" indent="-342906" algn="l">
              <a:spcBef>
                <a:spcPts val="600"/>
              </a:spcBef>
              <a:spcAft>
                <a:spcPts val="0"/>
              </a:spcAft>
              <a:buClr>
                <a:schemeClr val="lt1"/>
              </a:buClr>
              <a:buSzPts val="1800"/>
              <a:buChar char="•"/>
              <a:defRPr b="0" i="0">
                <a:solidFill>
                  <a:schemeClr val="lt1"/>
                </a:solidFill>
                <a:latin typeface="Roboto"/>
                <a:ea typeface="Roboto"/>
                <a:cs typeface="Roboto"/>
                <a:sym typeface="Roboto"/>
              </a:defRPr>
            </a:lvl2pPr>
            <a:lvl3pPr marL="1371622" lvl="2" indent="-330205" algn="l">
              <a:spcBef>
                <a:spcPts val="600"/>
              </a:spcBef>
              <a:spcAft>
                <a:spcPts val="0"/>
              </a:spcAft>
              <a:buClr>
                <a:schemeClr val="lt1"/>
              </a:buClr>
              <a:buSzPts val="1600"/>
              <a:buChar char="−"/>
              <a:defRPr b="0" i="0">
                <a:solidFill>
                  <a:schemeClr val="lt1"/>
                </a:solidFill>
                <a:latin typeface="Roboto"/>
                <a:ea typeface="Roboto"/>
                <a:cs typeface="Roboto"/>
                <a:sym typeface="Roboto"/>
              </a:defRPr>
            </a:lvl3pPr>
            <a:lvl4pPr marL="1828831" lvl="3" indent="-317506" algn="l">
              <a:lnSpc>
                <a:spcPct val="100000"/>
              </a:lnSpc>
              <a:spcBef>
                <a:spcPts val="300"/>
              </a:spcBef>
              <a:spcAft>
                <a:spcPts val="0"/>
              </a:spcAft>
              <a:buClr>
                <a:schemeClr val="lt1"/>
              </a:buClr>
              <a:buSzPts val="1400"/>
              <a:buChar char="•"/>
              <a:defRPr b="0" i="0">
                <a:solidFill>
                  <a:schemeClr val="lt1"/>
                </a:solidFill>
                <a:latin typeface="Roboto"/>
                <a:ea typeface="Roboto"/>
                <a:cs typeface="Roboto"/>
                <a:sym typeface="Roboto"/>
              </a:defRPr>
            </a:lvl4pPr>
            <a:lvl5pPr marL="2286038" lvl="4" indent="-304805" algn="l">
              <a:spcBef>
                <a:spcPts val="300"/>
              </a:spcBef>
              <a:spcAft>
                <a:spcPts val="0"/>
              </a:spcAft>
              <a:buClr>
                <a:schemeClr val="lt1"/>
              </a:buClr>
              <a:buSzPts val="1200"/>
              <a:buChar char="−"/>
              <a:defRPr b="0" i="0">
                <a:solidFill>
                  <a:schemeClr val="lt1"/>
                </a:solidFill>
                <a:latin typeface="Roboto"/>
                <a:ea typeface="Roboto"/>
                <a:cs typeface="Roboto"/>
                <a:sym typeface="Roboto"/>
              </a:defRPr>
            </a:lvl5pPr>
            <a:lvl6pPr marL="2743246" lvl="5" indent="-342906" algn="l">
              <a:spcBef>
                <a:spcPts val="360"/>
              </a:spcBef>
              <a:spcAft>
                <a:spcPts val="0"/>
              </a:spcAft>
              <a:buClr>
                <a:schemeClr val="dk1"/>
              </a:buClr>
              <a:buSzPts val="1800"/>
              <a:buChar char="•"/>
              <a:defRPr/>
            </a:lvl6pPr>
            <a:lvl7pPr marL="3200453" lvl="6" indent="-342906" algn="l">
              <a:spcBef>
                <a:spcPts val="360"/>
              </a:spcBef>
              <a:spcAft>
                <a:spcPts val="0"/>
              </a:spcAft>
              <a:buClr>
                <a:schemeClr val="dk1"/>
              </a:buClr>
              <a:buSzPts val="1800"/>
              <a:buChar char="•"/>
              <a:defRPr/>
            </a:lvl7pPr>
            <a:lvl8pPr marL="3657661" lvl="7" indent="-342906" algn="l">
              <a:spcBef>
                <a:spcPts val="360"/>
              </a:spcBef>
              <a:spcAft>
                <a:spcPts val="0"/>
              </a:spcAft>
              <a:buClr>
                <a:schemeClr val="dk1"/>
              </a:buClr>
              <a:buSzPts val="1800"/>
              <a:buChar char="•"/>
              <a:defRPr/>
            </a:lvl8pPr>
            <a:lvl9pPr marL="4114868" lvl="8" indent="-342906" algn="l">
              <a:spcBef>
                <a:spcPts val="360"/>
              </a:spcBef>
              <a:spcAft>
                <a:spcPts val="0"/>
              </a:spcAft>
              <a:buClr>
                <a:schemeClr val="dk1"/>
              </a:buClr>
              <a:buSzPts val="1800"/>
              <a:buChar char="•"/>
              <a:defRPr/>
            </a:lvl9pPr>
          </a:lstStyle>
          <a:p>
            <a:endParaRPr/>
          </a:p>
        </p:txBody>
      </p:sp>
      <p:sp>
        <p:nvSpPr>
          <p:cNvPr id="283" name="Google Shape;283;p53"/>
          <p:cNvSpPr txBox="1">
            <a:spLocks noGrp="1"/>
          </p:cNvSpPr>
          <p:nvPr>
            <p:ph type="body" idx="3"/>
          </p:nvPr>
        </p:nvSpPr>
        <p:spPr>
          <a:xfrm>
            <a:off x="455619" y="868681"/>
            <a:ext cx="5029251" cy="229235"/>
          </a:xfrm>
          <a:prstGeom prst="rect">
            <a:avLst/>
          </a:prstGeom>
          <a:noFill/>
          <a:ln>
            <a:noFill/>
          </a:ln>
        </p:spPr>
        <p:txBody>
          <a:bodyPr spcFirstLastPara="1" wrap="square" lIns="0" tIns="0" rIns="0" bIns="0" anchor="t" anchorCtr="0">
            <a:noAutofit/>
          </a:bodyPr>
          <a:lstStyle>
            <a:lvl1pPr marL="457207" lvl="0" indent="-228604" algn="l">
              <a:spcBef>
                <a:spcPts val="1800"/>
              </a:spcBef>
              <a:spcAft>
                <a:spcPts val="0"/>
              </a:spcAft>
              <a:buClr>
                <a:schemeClr val="accent2"/>
              </a:buClr>
              <a:buSzPts val="1600"/>
              <a:buFont typeface="Roboto Medium"/>
              <a:buNone/>
              <a:defRPr sz="1600" b="0" i="0">
                <a:solidFill>
                  <a:schemeClr val="accent2"/>
                </a:solidFill>
                <a:latin typeface="Roboto Medium"/>
                <a:ea typeface="Roboto Medium"/>
                <a:cs typeface="Roboto Medium"/>
                <a:sym typeface="Roboto Medium"/>
              </a:defRPr>
            </a:lvl1pPr>
            <a:lvl2pPr marL="914415" lvl="1" indent="-228604" algn="l">
              <a:spcBef>
                <a:spcPts val="600"/>
              </a:spcBef>
              <a:spcAft>
                <a:spcPts val="0"/>
              </a:spcAft>
              <a:buClr>
                <a:schemeClr val="dk1"/>
              </a:buClr>
              <a:buSzPts val="1800"/>
              <a:buNone/>
              <a:defRPr/>
            </a:lvl2pPr>
            <a:lvl3pPr marL="1371622" lvl="2" indent="-342906" algn="l">
              <a:spcBef>
                <a:spcPts val="600"/>
              </a:spcBef>
              <a:spcAft>
                <a:spcPts val="0"/>
              </a:spcAft>
              <a:buClr>
                <a:schemeClr val="dk1"/>
              </a:buClr>
              <a:buSzPts val="1800"/>
              <a:buChar char="−"/>
              <a:defRPr/>
            </a:lvl3pPr>
            <a:lvl4pPr marL="1828831" lvl="3" indent="-342906" algn="l">
              <a:spcBef>
                <a:spcPts val="300"/>
              </a:spcBef>
              <a:spcAft>
                <a:spcPts val="0"/>
              </a:spcAft>
              <a:buClr>
                <a:schemeClr val="dk1"/>
              </a:buClr>
              <a:buSzPts val="1800"/>
              <a:buChar char="•"/>
              <a:defRPr/>
            </a:lvl4pPr>
            <a:lvl5pPr marL="2286038" lvl="4" indent="-342906" algn="l">
              <a:spcBef>
                <a:spcPts val="300"/>
              </a:spcBef>
              <a:spcAft>
                <a:spcPts val="0"/>
              </a:spcAft>
              <a:buClr>
                <a:schemeClr val="dk1"/>
              </a:buClr>
              <a:buSzPts val="1800"/>
              <a:buChar char="−"/>
              <a:defRPr/>
            </a:lvl5pPr>
            <a:lvl6pPr marL="2743246" lvl="5" indent="-342906" algn="l">
              <a:spcBef>
                <a:spcPts val="360"/>
              </a:spcBef>
              <a:spcAft>
                <a:spcPts val="0"/>
              </a:spcAft>
              <a:buClr>
                <a:schemeClr val="dk1"/>
              </a:buClr>
              <a:buSzPts val="1800"/>
              <a:buChar char="•"/>
              <a:defRPr/>
            </a:lvl6pPr>
            <a:lvl7pPr marL="3200453" lvl="6" indent="-342906" algn="l">
              <a:spcBef>
                <a:spcPts val="360"/>
              </a:spcBef>
              <a:spcAft>
                <a:spcPts val="0"/>
              </a:spcAft>
              <a:buClr>
                <a:schemeClr val="dk1"/>
              </a:buClr>
              <a:buSzPts val="1800"/>
              <a:buChar char="•"/>
              <a:defRPr/>
            </a:lvl7pPr>
            <a:lvl8pPr marL="3657661" lvl="7" indent="-342906" algn="l">
              <a:spcBef>
                <a:spcPts val="360"/>
              </a:spcBef>
              <a:spcAft>
                <a:spcPts val="0"/>
              </a:spcAft>
              <a:buClr>
                <a:schemeClr val="dk1"/>
              </a:buClr>
              <a:buSzPts val="1800"/>
              <a:buChar char="•"/>
              <a:defRPr/>
            </a:lvl8pPr>
            <a:lvl9pPr marL="4114868" lvl="8" indent="-342906" algn="l">
              <a:spcBef>
                <a:spcPts val="360"/>
              </a:spcBef>
              <a:spcAft>
                <a:spcPts val="0"/>
              </a:spcAft>
              <a:buClr>
                <a:schemeClr val="dk1"/>
              </a:buClr>
              <a:buSzPts val="1800"/>
              <a:buChar char="•"/>
              <a:defRPr/>
            </a:lvl9pPr>
          </a:lstStyle>
          <a:p>
            <a:endParaRPr/>
          </a:p>
        </p:txBody>
      </p:sp>
      <p:sp>
        <p:nvSpPr>
          <p:cNvPr id="284" name="Google Shape;284;p53"/>
          <p:cNvSpPr txBox="1">
            <a:spLocks noGrp="1"/>
          </p:cNvSpPr>
          <p:nvPr>
            <p:ph type="body" idx="4"/>
          </p:nvPr>
        </p:nvSpPr>
        <p:spPr>
          <a:xfrm>
            <a:off x="7508953" y="6432334"/>
            <a:ext cx="4224381" cy="228601"/>
          </a:xfrm>
          <a:prstGeom prst="rect">
            <a:avLst/>
          </a:prstGeom>
          <a:noFill/>
          <a:ln>
            <a:noFill/>
          </a:ln>
        </p:spPr>
        <p:txBody>
          <a:bodyPr spcFirstLastPara="1" wrap="square" lIns="0" tIns="0" rIns="0" bIns="0" anchor="b" anchorCtr="0">
            <a:noAutofit/>
          </a:bodyPr>
          <a:lstStyle>
            <a:lvl1pPr marL="457207" lvl="0" indent="-228604" algn="r">
              <a:spcBef>
                <a:spcPts val="1800"/>
              </a:spcBef>
              <a:spcAft>
                <a:spcPts val="0"/>
              </a:spcAft>
              <a:buClr>
                <a:schemeClr val="lt1"/>
              </a:buClr>
              <a:buSzPts val="1000"/>
              <a:buFont typeface="Roboto Medium"/>
              <a:buNone/>
              <a:defRPr sz="1000" b="0" i="0">
                <a:solidFill>
                  <a:schemeClr val="lt1"/>
                </a:solidFill>
                <a:latin typeface="Roboto Medium"/>
                <a:ea typeface="Roboto Medium"/>
                <a:cs typeface="Roboto Medium"/>
                <a:sym typeface="Roboto Medium"/>
              </a:defRPr>
            </a:lvl1pPr>
            <a:lvl2pPr marL="914415" lvl="1" indent="-228604" algn="l">
              <a:spcBef>
                <a:spcPts val="600"/>
              </a:spcBef>
              <a:spcAft>
                <a:spcPts val="0"/>
              </a:spcAft>
              <a:buClr>
                <a:schemeClr val="dk1"/>
              </a:buClr>
              <a:buSzPts val="1800"/>
              <a:buNone/>
              <a:defRPr/>
            </a:lvl2pPr>
            <a:lvl3pPr marL="1371622" lvl="2" indent="-342906" algn="l">
              <a:spcBef>
                <a:spcPts val="600"/>
              </a:spcBef>
              <a:spcAft>
                <a:spcPts val="0"/>
              </a:spcAft>
              <a:buClr>
                <a:schemeClr val="dk1"/>
              </a:buClr>
              <a:buSzPts val="1800"/>
              <a:buChar char="−"/>
              <a:defRPr/>
            </a:lvl3pPr>
            <a:lvl4pPr marL="1828831" lvl="3" indent="-342906" algn="l">
              <a:spcBef>
                <a:spcPts val="300"/>
              </a:spcBef>
              <a:spcAft>
                <a:spcPts val="0"/>
              </a:spcAft>
              <a:buClr>
                <a:schemeClr val="dk1"/>
              </a:buClr>
              <a:buSzPts val="1800"/>
              <a:buChar char="•"/>
              <a:defRPr/>
            </a:lvl4pPr>
            <a:lvl5pPr marL="2286038" lvl="4" indent="-342906" algn="l">
              <a:spcBef>
                <a:spcPts val="300"/>
              </a:spcBef>
              <a:spcAft>
                <a:spcPts val="0"/>
              </a:spcAft>
              <a:buClr>
                <a:schemeClr val="dk1"/>
              </a:buClr>
              <a:buSzPts val="1800"/>
              <a:buChar char="−"/>
              <a:defRPr/>
            </a:lvl5pPr>
            <a:lvl6pPr marL="2743246" lvl="5" indent="-342906" algn="l">
              <a:spcBef>
                <a:spcPts val="360"/>
              </a:spcBef>
              <a:spcAft>
                <a:spcPts val="0"/>
              </a:spcAft>
              <a:buClr>
                <a:schemeClr val="dk1"/>
              </a:buClr>
              <a:buSzPts val="1800"/>
              <a:buChar char="•"/>
              <a:defRPr/>
            </a:lvl6pPr>
            <a:lvl7pPr marL="3200453" lvl="6" indent="-342906" algn="l">
              <a:spcBef>
                <a:spcPts val="360"/>
              </a:spcBef>
              <a:spcAft>
                <a:spcPts val="0"/>
              </a:spcAft>
              <a:buClr>
                <a:schemeClr val="dk1"/>
              </a:buClr>
              <a:buSzPts val="1800"/>
              <a:buChar char="•"/>
              <a:defRPr/>
            </a:lvl7pPr>
            <a:lvl8pPr marL="3657661" lvl="7" indent="-342906" algn="l">
              <a:spcBef>
                <a:spcPts val="360"/>
              </a:spcBef>
              <a:spcAft>
                <a:spcPts val="0"/>
              </a:spcAft>
              <a:buClr>
                <a:schemeClr val="dk1"/>
              </a:buClr>
              <a:buSzPts val="1800"/>
              <a:buChar char="•"/>
              <a:defRPr/>
            </a:lvl8pPr>
            <a:lvl9pPr marL="4114868" lvl="8" indent="-342906" algn="l">
              <a:spcBef>
                <a:spcPts val="360"/>
              </a:spcBef>
              <a:spcAft>
                <a:spcPts val="0"/>
              </a:spcAft>
              <a:buClr>
                <a:schemeClr val="dk1"/>
              </a:buClr>
              <a:buSzPts val="1800"/>
              <a:buChar char="•"/>
              <a:defRPr/>
            </a:lvl9pPr>
          </a:lstStyle>
          <a:p>
            <a:endParaRPr/>
          </a:p>
        </p:txBody>
      </p:sp>
      <p:pic>
        <p:nvPicPr>
          <p:cNvPr id="285" name="Google Shape;285;p53" descr="A picture containing drawing&#10;&#10;Description automatically generated"/>
          <p:cNvPicPr preferRelativeResize="0"/>
          <p:nvPr/>
        </p:nvPicPr>
        <p:blipFill rotWithShape="1">
          <a:blip r:embed="rId2">
            <a:alphaModFix/>
          </a:blip>
          <a:srcRect b="31356"/>
          <a:stretch/>
        </p:blipFill>
        <p:spPr>
          <a:xfrm>
            <a:off x="455619" y="6277208"/>
            <a:ext cx="685807" cy="352192"/>
          </a:xfrm>
          <a:prstGeom prst="rect">
            <a:avLst/>
          </a:prstGeom>
          <a:noFill/>
          <a:ln>
            <a:noFill/>
          </a:ln>
        </p:spPr>
      </p:pic>
    </p:spTree>
  </p:cSld>
  <p:clrMapOvr>
    <a:masterClrMapping/>
  </p:clrMapOvr>
  <mc:AlternateContent xmlns:mc="http://schemas.openxmlformats.org/markup-compatibility/2006" xmlns:p14="http://schemas.microsoft.com/office/powerpoint/2010/main">
    <mc:Choice Requires="p14">
      <p:transition p14:dur="250">
        <p:fade/>
      </p:transition>
    </mc:Choice>
    <mc:Fallback xmlns:ahyp="http://schemas.microsoft.com/office/drawing/2018/hyperlinkcolor" xmlns:p15="http://schemas.microsoft.com/office/powerpoint/2012/main" xmlns:com="http://schemas.openxmlformats.org/drawingml/2006/compatibility" xmlns:pvml="urn:schemas-microsoft-com:office:powerpoint" xmlns:v="urn:schemas-microsoft-com:vml" xmlns:o="urn:schemas-microsoft-com:office:office" xmlns:dgm="http://schemas.openxmlformats.org/drawingml/2006/diagram" xmlns:c="http://schemas.openxmlformats.org/drawingml/2006/chart" xmlns:mv="urn:schemas-microsoft-com:mac:vml" xmlns="">
      <p:transition>
        <p:fade/>
      </p:transition>
    </mc:Fallback>
  </mc:AlternateContent>
</p:sldLayout>
</file>

<file path=ppt/slideLayouts/slideLayout52.xml><?xml version="1.0" encoding="utf-8"?>
<p:sldLayout xmlns:a="http://schemas.openxmlformats.org/drawingml/2006/main" xmlns:r="http://schemas.openxmlformats.org/officeDocument/2006/relationships" xmlns:p="http://schemas.openxmlformats.org/presentationml/2006/main" matchingName="NAVY Title | Subhead">
  <p:cSld name="NAVY Title | Subhead">
    <p:bg>
      <p:bgPr>
        <a:solidFill>
          <a:srgbClr val="030A14"/>
        </a:solidFill>
        <a:effectLst/>
      </p:bgPr>
    </p:bg>
    <p:spTree>
      <p:nvGrpSpPr>
        <p:cNvPr id="1" name="Shape 286"/>
        <p:cNvGrpSpPr/>
        <p:nvPr/>
      </p:nvGrpSpPr>
      <p:grpSpPr>
        <a:xfrm>
          <a:off x="0" y="0"/>
          <a:ext cx="0" cy="0"/>
          <a:chOff x="0" y="0"/>
          <a:chExt cx="0" cy="0"/>
        </a:xfrm>
      </p:grpSpPr>
      <p:sp>
        <p:nvSpPr>
          <p:cNvPr id="287" name="Google Shape;287;p54"/>
          <p:cNvSpPr txBox="1">
            <a:spLocks noGrp="1"/>
          </p:cNvSpPr>
          <p:nvPr>
            <p:ph type="title"/>
          </p:nvPr>
        </p:nvSpPr>
        <p:spPr>
          <a:xfrm>
            <a:off x="455618" y="503696"/>
            <a:ext cx="8915492" cy="524543"/>
          </a:xfrm>
          <a:prstGeom prst="rect">
            <a:avLst/>
          </a:prstGeom>
          <a:noFill/>
          <a:ln>
            <a:noFill/>
          </a:ln>
        </p:spPr>
        <p:txBody>
          <a:bodyPr spcFirstLastPara="1" wrap="square" lIns="0" tIns="0" rIns="0" bIns="0" anchor="t" anchorCtr="0">
            <a:noAutofit/>
          </a:bodyPr>
          <a:lstStyle>
            <a:lvl1pPr lvl="0" algn="l">
              <a:lnSpc>
                <a:spcPct val="80000"/>
              </a:lnSpc>
              <a:spcBef>
                <a:spcPts val="0"/>
              </a:spcBef>
              <a:spcAft>
                <a:spcPts val="0"/>
              </a:spcAft>
              <a:buClr>
                <a:schemeClr val="lt1"/>
              </a:buClr>
              <a:buSzPts val="3200"/>
              <a:buFont typeface="Roboto Medium"/>
              <a:buNone/>
              <a:defRPr>
                <a:solidFill>
                  <a:schemeClr val="lt1"/>
                </a:solidFill>
              </a:defRPr>
            </a:lvl1pPr>
            <a:lvl2pPr lvl="1">
              <a:spcBef>
                <a:spcPts val="0"/>
              </a:spcBef>
              <a:spcAft>
                <a:spcPts val="0"/>
              </a:spcAft>
              <a:buSzPts val="1400"/>
              <a:buNone/>
              <a:defRPr/>
            </a:lvl2pPr>
            <a:lvl3pPr lvl="2">
              <a:spcBef>
                <a:spcPts val="0"/>
              </a:spcBef>
              <a:spcAft>
                <a:spcPts val="0"/>
              </a:spcAft>
              <a:buSzPts val="1400"/>
              <a:buNone/>
              <a:defRPr/>
            </a:lvl3pPr>
            <a:lvl4pPr lvl="3">
              <a:spcBef>
                <a:spcPts val="0"/>
              </a:spcBef>
              <a:spcAft>
                <a:spcPts val="0"/>
              </a:spcAft>
              <a:buSzPts val="1400"/>
              <a:buNone/>
              <a:defRPr/>
            </a:lvl4pPr>
            <a:lvl5pPr lvl="4">
              <a:spcBef>
                <a:spcPts val="0"/>
              </a:spcBef>
              <a:spcAft>
                <a:spcPts val="0"/>
              </a:spcAft>
              <a:buSzPts val="1400"/>
              <a:buNone/>
              <a:defRPr/>
            </a:lvl5pPr>
            <a:lvl6pPr lvl="5">
              <a:spcBef>
                <a:spcPts val="0"/>
              </a:spcBef>
              <a:spcAft>
                <a:spcPts val="0"/>
              </a:spcAft>
              <a:buSzPts val="1400"/>
              <a:buNone/>
              <a:defRPr/>
            </a:lvl6pPr>
            <a:lvl7pPr lvl="6">
              <a:spcBef>
                <a:spcPts val="0"/>
              </a:spcBef>
              <a:spcAft>
                <a:spcPts val="0"/>
              </a:spcAft>
              <a:buSzPts val="1400"/>
              <a:buNone/>
              <a:defRPr/>
            </a:lvl7pPr>
            <a:lvl8pPr lvl="7">
              <a:spcBef>
                <a:spcPts val="0"/>
              </a:spcBef>
              <a:spcAft>
                <a:spcPts val="0"/>
              </a:spcAft>
              <a:buSzPts val="1400"/>
              <a:buNone/>
              <a:defRPr/>
            </a:lvl8pPr>
            <a:lvl9pPr lvl="8">
              <a:spcBef>
                <a:spcPts val="0"/>
              </a:spcBef>
              <a:spcAft>
                <a:spcPts val="0"/>
              </a:spcAft>
              <a:buSzPts val="1400"/>
              <a:buNone/>
              <a:defRPr/>
            </a:lvl9pPr>
          </a:lstStyle>
          <a:p>
            <a:endParaRPr/>
          </a:p>
        </p:txBody>
      </p:sp>
      <p:sp>
        <p:nvSpPr>
          <p:cNvPr id="288" name="Google Shape;288;p54"/>
          <p:cNvSpPr txBox="1">
            <a:spLocks noGrp="1"/>
          </p:cNvSpPr>
          <p:nvPr>
            <p:ph type="body" idx="1"/>
          </p:nvPr>
        </p:nvSpPr>
        <p:spPr>
          <a:xfrm>
            <a:off x="455618" y="868681"/>
            <a:ext cx="8915492" cy="229235"/>
          </a:xfrm>
          <a:prstGeom prst="rect">
            <a:avLst/>
          </a:prstGeom>
          <a:noFill/>
          <a:ln>
            <a:noFill/>
          </a:ln>
        </p:spPr>
        <p:txBody>
          <a:bodyPr spcFirstLastPara="1" wrap="square" lIns="0" tIns="0" rIns="0" bIns="0" anchor="t" anchorCtr="0">
            <a:noAutofit/>
          </a:bodyPr>
          <a:lstStyle>
            <a:lvl1pPr marL="457207" lvl="0" indent="-228604" algn="l">
              <a:spcBef>
                <a:spcPts val="1800"/>
              </a:spcBef>
              <a:spcAft>
                <a:spcPts val="0"/>
              </a:spcAft>
              <a:buClr>
                <a:schemeClr val="accent2"/>
              </a:buClr>
              <a:buSzPts val="1600"/>
              <a:buFont typeface="Roboto Medium"/>
              <a:buNone/>
              <a:defRPr sz="1600" b="0" i="0">
                <a:solidFill>
                  <a:schemeClr val="accent2"/>
                </a:solidFill>
                <a:latin typeface="Roboto Medium"/>
                <a:ea typeface="Roboto Medium"/>
                <a:cs typeface="Roboto Medium"/>
                <a:sym typeface="Roboto Medium"/>
              </a:defRPr>
            </a:lvl1pPr>
            <a:lvl2pPr marL="914415" lvl="1" indent="-228604" algn="l">
              <a:spcBef>
                <a:spcPts val="600"/>
              </a:spcBef>
              <a:spcAft>
                <a:spcPts val="0"/>
              </a:spcAft>
              <a:buClr>
                <a:schemeClr val="dk1"/>
              </a:buClr>
              <a:buSzPts val="1800"/>
              <a:buNone/>
              <a:defRPr/>
            </a:lvl2pPr>
            <a:lvl3pPr marL="1371622" lvl="2" indent="-342906" algn="l">
              <a:spcBef>
                <a:spcPts val="600"/>
              </a:spcBef>
              <a:spcAft>
                <a:spcPts val="0"/>
              </a:spcAft>
              <a:buClr>
                <a:schemeClr val="dk1"/>
              </a:buClr>
              <a:buSzPts val="1800"/>
              <a:buChar char="−"/>
              <a:defRPr/>
            </a:lvl3pPr>
            <a:lvl4pPr marL="1828831" lvl="3" indent="-342906" algn="l">
              <a:spcBef>
                <a:spcPts val="300"/>
              </a:spcBef>
              <a:spcAft>
                <a:spcPts val="0"/>
              </a:spcAft>
              <a:buClr>
                <a:schemeClr val="dk1"/>
              </a:buClr>
              <a:buSzPts val="1800"/>
              <a:buChar char="•"/>
              <a:defRPr/>
            </a:lvl4pPr>
            <a:lvl5pPr marL="2286038" lvl="4" indent="-342906" algn="l">
              <a:spcBef>
                <a:spcPts val="300"/>
              </a:spcBef>
              <a:spcAft>
                <a:spcPts val="0"/>
              </a:spcAft>
              <a:buClr>
                <a:schemeClr val="dk1"/>
              </a:buClr>
              <a:buSzPts val="1800"/>
              <a:buChar char="−"/>
              <a:defRPr/>
            </a:lvl5pPr>
            <a:lvl6pPr marL="2743246" lvl="5" indent="-342906" algn="l">
              <a:spcBef>
                <a:spcPts val="360"/>
              </a:spcBef>
              <a:spcAft>
                <a:spcPts val="0"/>
              </a:spcAft>
              <a:buClr>
                <a:schemeClr val="dk1"/>
              </a:buClr>
              <a:buSzPts val="1800"/>
              <a:buChar char="•"/>
              <a:defRPr/>
            </a:lvl6pPr>
            <a:lvl7pPr marL="3200453" lvl="6" indent="-342906" algn="l">
              <a:spcBef>
                <a:spcPts val="360"/>
              </a:spcBef>
              <a:spcAft>
                <a:spcPts val="0"/>
              </a:spcAft>
              <a:buClr>
                <a:schemeClr val="dk1"/>
              </a:buClr>
              <a:buSzPts val="1800"/>
              <a:buChar char="•"/>
              <a:defRPr/>
            </a:lvl7pPr>
            <a:lvl8pPr marL="3657661" lvl="7" indent="-342906" algn="l">
              <a:spcBef>
                <a:spcPts val="360"/>
              </a:spcBef>
              <a:spcAft>
                <a:spcPts val="0"/>
              </a:spcAft>
              <a:buClr>
                <a:schemeClr val="dk1"/>
              </a:buClr>
              <a:buSzPts val="1800"/>
              <a:buChar char="•"/>
              <a:defRPr/>
            </a:lvl8pPr>
            <a:lvl9pPr marL="4114868" lvl="8" indent="-342906" algn="l">
              <a:spcBef>
                <a:spcPts val="360"/>
              </a:spcBef>
              <a:spcAft>
                <a:spcPts val="0"/>
              </a:spcAft>
              <a:buClr>
                <a:schemeClr val="dk1"/>
              </a:buClr>
              <a:buSzPts val="1800"/>
              <a:buChar char="•"/>
              <a:defRPr/>
            </a:lvl9pPr>
          </a:lstStyle>
          <a:p>
            <a:endParaRPr/>
          </a:p>
        </p:txBody>
      </p:sp>
      <p:sp>
        <p:nvSpPr>
          <p:cNvPr id="289" name="Google Shape;289;p54"/>
          <p:cNvSpPr txBox="1">
            <a:spLocks noGrp="1"/>
          </p:cNvSpPr>
          <p:nvPr>
            <p:ph type="body" idx="2"/>
          </p:nvPr>
        </p:nvSpPr>
        <p:spPr>
          <a:xfrm>
            <a:off x="7508953" y="6432334"/>
            <a:ext cx="4224381" cy="228601"/>
          </a:xfrm>
          <a:prstGeom prst="rect">
            <a:avLst/>
          </a:prstGeom>
          <a:noFill/>
          <a:ln>
            <a:noFill/>
          </a:ln>
        </p:spPr>
        <p:txBody>
          <a:bodyPr spcFirstLastPara="1" wrap="square" lIns="0" tIns="0" rIns="0" bIns="0" anchor="b" anchorCtr="0">
            <a:noAutofit/>
          </a:bodyPr>
          <a:lstStyle>
            <a:lvl1pPr marL="457207" lvl="0" indent="-228604" algn="r">
              <a:spcBef>
                <a:spcPts val="1800"/>
              </a:spcBef>
              <a:spcAft>
                <a:spcPts val="0"/>
              </a:spcAft>
              <a:buClr>
                <a:schemeClr val="lt1"/>
              </a:buClr>
              <a:buSzPts val="1000"/>
              <a:buFont typeface="Roboto Medium"/>
              <a:buNone/>
              <a:defRPr sz="1000" b="0" i="0">
                <a:solidFill>
                  <a:schemeClr val="lt1"/>
                </a:solidFill>
                <a:latin typeface="Roboto Medium"/>
                <a:ea typeface="Roboto Medium"/>
                <a:cs typeface="Roboto Medium"/>
                <a:sym typeface="Roboto Medium"/>
              </a:defRPr>
            </a:lvl1pPr>
            <a:lvl2pPr marL="914415" lvl="1" indent="-228604" algn="l">
              <a:spcBef>
                <a:spcPts val="600"/>
              </a:spcBef>
              <a:spcAft>
                <a:spcPts val="0"/>
              </a:spcAft>
              <a:buClr>
                <a:schemeClr val="dk1"/>
              </a:buClr>
              <a:buSzPts val="1800"/>
              <a:buNone/>
              <a:defRPr/>
            </a:lvl2pPr>
            <a:lvl3pPr marL="1371622" lvl="2" indent="-342906" algn="l">
              <a:spcBef>
                <a:spcPts val="600"/>
              </a:spcBef>
              <a:spcAft>
                <a:spcPts val="0"/>
              </a:spcAft>
              <a:buClr>
                <a:schemeClr val="dk1"/>
              </a:buClr>
              <a:buSzPts val="1800"/>
              <a:buChar char="−"/>
              <a:defRPr/>
            </a:lvl3pPr>
            <a:lvl4pPr marL="1828831" lvl="3" indent="-342906" algn="l">
              <a:spcBef>
                <a:spcPts val="300"/>
              </a:spcBef>
              <a:spcAft>
                <a:spcPts val="0"/>
              </a:spcAft>
              <a:buClr>
                <a:schemeClr val="dk1"/>
              </a:buClr>
              <a:buSzPts val="1800"/>
              <a:buChar char="•"/>
              <a:defRPr/>
            </a:lvl4pPr>
            <a:lvl5pPr marL="2286038" lvl="4" indent="-342906" algn="l">
              <a:spcBef>
                <a:spcPts val="300"/>
              </a:spcBef>
              <a:spcAft>
                <a:spcPts val="0"/>
              </a:spcAft>
              <a:buClr>
                <a:schemeClr val="dk1"/>
              </a:buClr>
              <a:buSzPts val="1800"/>
              <a:buChar char="−"/>
              <a:defRPr/>
            </a:lvl5pPr>
            <a:lvl6pPr marL="2743246" lvl="5" indent="-342906" algn="l">
              <a:spcBef>
                <a:spcPts val="360"/>
              </a:spcBef>
              <a:spcAft>
                <a:spcPts val="0"/>
              </a:spcAft>
              <a:buClr>
                <a:schemeClr val="dk1"/>
              </a:buClr>
              <a:buSzPts val="1800"/>
              <a:buChar char="•"/>
              <a:defRPr/>
            </a:lvl6pPr>
            <a:lvl7pPr marL="3200453" lvl="6" indent="-342906" algn="l">
              <a:spcBef>
                <a:spcPts val="360"/>
              </a:spcBef>
              <a:spcAft>
                <a:spcPts val="0"/>
              </a:spcAft>
              <a:buClr>
                <a:schemeClr val="dk1"/>
              </a:buClr>
              <a:buSzPts val="1800"/>
              <a:buChar char="•"/>
              <a:defRPr/>
            </a:lvl7pPr>
            <a:lvl8pPr marL="3657661" lvl="7" indent="-342906" algn="l">
              <a:spcBef>
                <a:spcPts val="360"/>
              </a:spcBef>
              <a:spcAft>
                <a:spcPts val="0"/>
              </a:spcAft>
              <a:buClr>
                <a:schemeClr val="dk1"/>
              </a:buClr>
              <a:buSzPts val="1800"/>
              <a:buChar char="•"/>
              <a:defRPr/>
            </a:lvl8pPr>
            <a:lvl9pPr marL="4114868" lvl="8" indent="-342906" algn="l">
              <a:spcBef>
                <a:spcPts val="360"/>
              </a:spcBef>
              <a:spcAft>
                <a:spcPts val="0"/>
              </a:spcAft>
              <a:buClr>
                <a:schemeClr val="dk1"/>
              </a:buClr>
              <a:buSzPts val="1800"/>
              <a:buChar char="•"/>
              <a:defRPr/>
            </a:lvl9pPr>
          </a:lstStyle>
          <a:p>
            <a:endParaRPr/>
          </a:p>
        </p:txBody>
      </p:sp>
      <p:pic>
        <p:nvPicPr>
          <p:cNvPr id="290" name="Google Shape;290;p54" descr="A picture containing drawing&#10;&#10;Description automatically generated"/>
          <p:cNvPicPr preferRelativeResize="0"/>
          <p:nvPr/>
        </p:nvPicPr>
        <p:blipFill rotWithShape="1">
          <a:blip r:embed="rId2">
            <a:alphaModFix/>
          </a:blip>
          <a:srcRect b="31356"/>
          <a:stretch/>
        </p:blipFill>
        <p:spPr>
          <a:xfrm>
            <a:off x="455619" y="6277208"/>
            <a:ext cx="685807" cy="352192"/>
          </a:xfrm>
          <a:prstGeom prst="rect">
            <a:avLst/>
          </a:prstGeom>
          <a:noFill/>
          <a:ln>
            <a:noFill/>
          </a:ln>
        </p:spPr>
      </p:pic>
    </p:spTree>
  </p:cSld>
  <p:clrMapOvr>
    <a:masterClrMapping/>
  </p:clrMapOvr>
  <mc:AlternateContent xmlns:mc="http://schemas.openxmlformats.org/markup-compatibility/2006" xmlns:p14="http://schemas.microsoft.com/office/powerpoint/2010/main">
    <mc:Choice Requires="p14">
      <p:transition p14:dur="250">
        <p:fade/>
      </p:transition>
    </mc:Choice>
    <mc:Fallback xmlns:ahyp="http://schemas.microsoft.com/office/drawing/2018/hyperlinkcolor" xmlns:p15="http://schemas.microsoft.com/office/powerpoint/2012/main" xmlns:com="http://schemas.openxmlformats.org/drawingml/2006/compatibility" xmlns:pvml="urn:schemas-microsoft-com:office:powerpoint" xmlns:v="urn:schemas-microsoft-com:vml" xmlns:o="urn:schemas-microsoft-com:office:office" xmlns:dgm="http://schemas.openxmlformats.org/drawingml/2006/diagram" xmlns:c="http://schemas.openxmlformats.org/drawingml/2006/chart" xmlns:mv="urn:schemas-microsoft-com:mac:vml" xmlns="">
      <p:transition>
        <p:fade/>
      </p:transition>
    </mc:Fallback>
  </mc:AlternateContent>
</p:sldLayout>
</file>

<file path=ppt/slideLayouts/slideLayout53.xml><?xml version="1.0" encoding="utf-8"?>
<p:sldLayout xmlns:a="http://schemas.openxmlformats.org/drawingml/2006/main" xmlns:r="http://schemas.openxmlformats.org/officeDocument/2006/relationships" xmlns:p="http://schemas.openxmlformats.org/presentationml/2006/main" matchingName="NAVY Blank">
  <p:cSld name="NAVY Blank">
    <p:bg>
      <p:bgPr>
        <a:solidFill>
          <a:srgbClr val="030A14"/>
        </a:solidFill>
        <a:effectLst/>
      </p:bgPr>
    </p:bg>
    <p:spTree>
      <p:nvGrpSpPr>
        <p:cNvPr id="1" name="Shape 291"/>
        <p:cNvGrpSpPr/>
        <p:nvPr/>
      </p:nvGrpSpPr>
      <p:grpSpPr>
        <a:xfrm>
          <a:off x="0" y="0"/>
          <a:ext cx="0" cy="0"/>
          <a:chOff x="0" y="0"/>
          <a:chExt cx="0" cy="0"/>
        </a:xfrm>
      </p:grpSpPr>
      <p:sp>
        <p:nvSpPr>
          <p:cNvPr id="292" name="Google Shape;292;p55"/>
          <p:cNvSpPr txBox="1">
            <a:spLocks noGrp="1"/>
          </p:cNvSpPr>
          <p:nvPr>
            <p:ph type="body" idx="1"/>
          </p:nvPr>
        </p:nvSpPr>
        <p:spPr>
          <a:xfrm>
            <a:off x="7508953" y="6432334"/>
            <a:ext cx="4224381" cy="228601"/>
          </a:xfrm>
          <a:prstGeom prst="rect">
            <a:avLst/>
          </a:prstGeom>
          <a:noFill/>
          <a:ln>
            <a:noFill/>
          </a:ln>
        </p:spPr>
        <p:txBody>
          <a:bodyPr spcFirstLastPara="1" wrap="square" lIns="0" tIns="0" rIns="0" bIns="0" anchor="b" anchorCtr="0">
            <a:noAutofit/>
          </a:bodyPr>
          <a:lstStyle>
            <a:lvl1pPr marL="457207" lvl="0" indent="-228604" algn="r">
              <a:spcBef>
                <a:spcPts val="1800"/>
              </a:spcBef>
              <a:spcAft>
                <a:spcPts val="0"/>
              </a:spcAft>
              <a:buClr>
                <a:schemeClr val="lt1"/>
              </a:buClr>
              <a:buSzPts val="1000"/>
              <a:buFont typeface="Roboto Medium"/>
              <a:buNone/>
              <a:defRPr sz="1000" b="0" i="0">
                <a:solidFill>
                  <a:schemeClr val="lt1"/>
                </a:solidFill>
                <a:latin typeface="Roboto Medium"/>
                <a:ea typeface="Roboto Medium"/>
                <a:cs typeface="Roboto Medium"/>
                <a:sym typeface="Roboto Medium"/>
              </a:defRPr>
            </a:lvl1pPr>
            <a:lvl2pPr marL="914415" lvl="1" indent="-228604" algn="l">
              <a:spcBef>
                <a:spcPts val="600"/>
              </a:spcBef>
              <a:spcAft>
                <a:spcPts val="0"/>
              </a:spcAft>
              <a:buClr>
                <a:schemeClr val="dk1"/>
              </a:buClr>
              <a:buSzPts val="1800"/>
              <a:buNone/>
              <a:defRPr/>
            </a:lvl2pPr>
            <a:lvl3pPr marL="1371622" lvl="2" indent="-342906" algn="l">
              <a:spcBef>
                <a:spcPts val="600"/>
              </a:spcBef>
              <a:spcAft>
                <a:spcPts val="0"/>
              </a:spcAft>
              <a:buClr>
                <a:schemeClr val="dk1"/>
              </a:buClr>
              <a:buSzPts val="1800"/>
              <a:buChar char="−"/>
              <a:defRPr/>
            </a:lvl3pPr>
            <a:lvl4pPr marL="1828831" lvl="3" indent="-342906" algn="l">
              <a:spcBef>
                <a:spcPts val="300"/>
              </a:spcBef>
              <a:spcAft>
                <a:spcPts val="0"/>
              </a:spcAft>
              <a:buClr>
                <a:schemeClr val="dk1"/>
              </a:buClr>
              <a:buSzPts val="1800"/>
              <a:buChar char="•"/>
              <a:defRPr/>
            </a:lvl4pPr>
            <a:lvl5pPr marL="2286038" lvl="4" indent="-342906" algn="l">
              <a:spcBef>
                <a:spcPts val="300"/>
              </a:spcBef>
              <a:spcAft>
                <a:spcPts val="0"/>
              </a:spcAft>
              <a:buClr>
                <a:schemeClr val="dk1"/>
              </a:buClr>
              <a:buSzPts val="1800"/>
              <a:buChar char="−"/>
              <a:defRPr/>
            </a:lvl5pPr>
            <a:lvl6pPr marL="2743246" lvl="5" indent="-342906" algn="l">
              <a:spcBef>
                <a:spcPts val="360"/>
              </a:spcBef>
              <a:spcAft>
                <a:spcPts val="0"/>
              </a:spcAft>
              <a:buClr>
                <a:schemeClr val="dk1"/>
              </a:buClr>
              <a:buSzPts val="1800"/>
              <a:buChar char="•"/>
              <a:defRPr/>
            </a:lvl6pPr>
            <a:lvl7pPr marL="3200453" lvl="6" indent="-342906" algn="l">
              <a:spcBef>
                <a:spcPts val="360"/>
              </a:spcBef>
              <a:spcAft>
                <a:spcPts val="0"/>
              </a:spcAft>
              <a:buClr>
                <a:schemeClr val="dk1"/>
              </a:buClr>
              <a:buSzPts val="1800"/>
              <a:buChar char="•"/>
              <a:defRPr/>
            </a:lvl7pPr>
            <a:lvl8pPr marL="3657661" lvl="7" indent="-342906" algn="l">
              <a:spcBef>
                <a:spcPts val="360"/>
              </a:spcBef>
              <a:spcAft>
                <a:spcPts val="0"/>
              </a:spcAft>
              <a:buClr>
                <a:schemeClr val="dk1"/>
              </a:buClr>
              <a:buSzPts val="1800"/>
              <a:buChar char="•"/>
              <a:defRPr/>
            </a:lvl8pPr>
            <a:lvl9pPr marL="4114868" lvl="8" indent="-342906" algn="l">
              <a:spcBef>
                <a:spcPts val="360"/>
              </a:spcBef>
              <a:spcAft>
                <a:spcPts val="0"/>
              </a:spcAft>
              <a:buClr>
                <a:schemeClr val="dk1"/>
              </a:buClr>
              <a:buSzPts val="1800"/>
              <a:buChar char="•"/>
              <a:defRPr/>
            </a:lvl9pPr>
          </a:lstStyle>
          <a:p>
            <a:endParaRPr/>
          </a:p>
        </p:txBody>
      </p:sp>
      <p:pic>
        <p:nvPicPr>
          <p:cNvPr id="293" name="Google Shape;293;p55" descr="A picture containing drawing&#10;&#10;Description automatically generated"/>
          <p:cNvPicPr preferRelativeResize="0"/>
          <p:nvPr/>
        </p:nvPicPr>
        <p:blipFill rotWithShape="1">
          <a:blip r:embed="rId2">
            <a:alphaModFix/>
          </a:blip>
          <a:srcRect b="31356"/>
          <a:stretch/>
        </p:blipFill>
        <p:spPr>
          <a:xfrm>
            <a:off x="455619" y="6277208"/>
            <a:ext cx="685807" cy="352192"/>
          </a:xfrm>
          <a:prstGeom prst="rect">
            <a:avLst/>
          </a:prstGeom>
          <a:noFill/>
          <a:ln>
            <a:noFill/>
          </a:ln>
        </p:spPr>
      </p:pic>
    </p:spTree>
  </p:cSld>
  <p:clrMapOvr>
    <a:masterClrMapping/>
  </p:clrMapOvr>
  <mc:AlternateContent xmlns:mc="http://schemas.openxmlformats.org/markup-compatibility/2006" xmlns:p14="http://schemas.microsoft.com/office/powerpoint/2010/main">
    <mc:Choice Requires="p14">
      <p:transition p14:dur="250">
        <p:fade/>
      </p:transition>
    </mc:Choice>
    <mc:Fallback xmlns:ahyp="http://schemas.microsoft.com/office/drawing/2018/hyperlinkcolor" xmlns:p15="http://schemas.microsoft.com/office/powerpoint/2012/main" xmlns:com="http://schemas.openxmlformats.org/drawingml/2006/compatibility" xmlns:pvml="urn:schemas-microsoft-com:office:powerpoint" xmlns:v="urn:schemas-microsoft-com:vml" xmlns:o="urn:schemas-microsoft-com:office:office" xmlns:dgm="http://schemas.openxmlformats.org/drawingml/2006/diagram" xmlns:c="http://schemas.openxmlformats.org/drawingml/2006/chart" xmlns:mv="urn:schemas-microsoft-com:mac:vml" xmlns="">
      <p:transition>
        <p:fade/>
      </p:transition>
    </mc:Fallback>
  </mc:AlternateContent>
</p:sldLayout>
</file>

<file path=ppt/slideLayouts/slideLayout54.xml><?xml version="1.0" encoding="utf-8"?>
<p:sldLayout xmlns:a="http://schemas.openxmlformats.org/drawingml/2006/main" xmlns:r="http://schemas.openxmlformats.org/officeDocument/2006/relationships" xmlns:p="http://schemas.openxmlformats.org/presentationml/2006/main" matchingName="HYUNDAI  1Col Title | Text">
  <p:cSld name="HYUNDAI  1Col Title | Text">
    <p:bg>
      <p:bgPr>
        <a:solidFill>
          <a:schemeClr val="dk2"/>
        </a:solidFill>
        <a:effectLst/>
      </p:bgPr>
    </p:bg>
    <p:spTree>
      <p:nvGrpSpPr>
        <p:cNvPr id="1" name="Shape 294"/>
        <p:cNvGrpSpPr/>
        <p:nvPr/>
      </p:nvGrpSpPr>
      <p:grpSpPr>
        <a:xfrm>
          <a:off x="0" y="0"/>
          <a:ext cx="0" cy="0"/>
          <a:chOff x="0" y="0"/>
          <a:chExt cx="0" cy="0"/>
        </a:xfrm>
      </p:grpSpPr>
      <p:sp>
        <p:nvSpPr>
          <p:cNvPr id="295" name="Google Shape;295;p56"/>
          <p:cNvSpPr txBox="1">
            <a:spLocks noGrp="1"/>
          </p:cNvSpPr>
          <p:nvPr>
            <p:ph type="title"/>
          </p:nvPr>
        </p:nvSpPr>
        <p:spPr>
          <a:xfrm>
            <a:off x="455618" y="460685"/>
            <a:ext cx="8915492" cy="524543"/>
          </a:xfrm>
          <a:prstGeom prst="rect">
            <a:avLst/>
          </a:prstGeom>
          <a:noFill/>
          <a:ln>
            <a:noFill/>
          </a:ln>
        </p:spPr>
        <p:txBody>
          <a:bodyPr spcFirstLastPara="1" wrap="square" lIns="0" tIns="0" rIns="0" bIns="0" anchor="t" anchorCtr="0">
            <a:noAutofit/>
          </a:bodyPr>
          <a:lstStyle>
            <a:lvl1pPr lvl="0" algn="l">
              <a:lnSpc>
                <a:spcPct val="80000"/>
              </a:lnSpc>
              <a:spcBef>
                <a:spcPts val="0"/>
              </a:spcBef>
              <a:spcAft>
                <a:spcPts val="0"/>
              </a:spcAft>
              <a:buClr>
                <a:schemeClr val="lt1"/>
              </a:buClr>
              <a:buSzPts val="3200"/>
              <a:buFont typeface="Roboto Medium"/>
              <a:buNone/>
              <a:defRPr b="0">
                <a:solidFill>
                  <a:schemeClr val="lt1"/>
                </a:solidFill>
              </a:defRPr>
            </a:lvl1pPr>
            <a:lvl2pPr lvl="1">
              <a:spcBef>
                <a:spcPts val="0"/>
              </a:spcBef>
              <a:spcAft>
                <a:spcPts val="0"/>
              </a:spcAft>
              <a:buSzPts val="1400"/>
              <a:buNone/>
              <a:defRPr/>
            </a:lvl2pPr>
            <a:lvl3pPr lvl="2">
              <a:spcBef>
                <a:spcPts val="0"/>
              </a:spcBef>
              <a:spcAft>
                <a:spcPts val="0"/>
              </a:spcAft>
              <a:buSzPts val="1400"/>
              <a:buNone/>
              <a:defRPr/>
            </a:lvl3pPr>
            <a:lvl4pPr lvl="3">
              <a:spcBef>
                <a:spcPts val="0"/>
              </a:spcBef>
              <a:spcAft>
                <a:spcPts val="0"/>
              </a:spcAft>
              <a:buSzPts val="1400"/>
              <a:buNone/>
              <a:defRPr/>
            </a:lvl4pPr>
            <a:lvl5pPr lvl="4">
              <a:spcBef>
                <a:spcPts val="0"/>
              </a:spcBef>
              <a:spcAft>
                <a:spcPts val="0"/>
              </a:spcAft>
              <a:buSzPts val="1400"/>
              <a:buNone/>
              <a:defRPr/>
            </a:lvl5pPr>
            <a:lvl6pPr lvl="5">
              <a:spcBef>
                <a:spcPts val="0"/>
              </a:spcBef>
              <a:spcAft>
                <a:spcPts val="0"/>
              </a:spcAft>
              <a:buSzPts val="1400"/>
              <a:buNone/>
              <a:defRPr/>
            </a:lvl6pPr>
            <a:lvl7pPr lvl="6">
              <a:spcBef>
                <a:spcPts val="0"/>
              </a:spcBef>
              <a:spcAft>
                <a:spcPts val="0"/>
              </a:spcAft>
              <a:buSzPts val="1400"/>
              <a:buNone/>
              <a:defRPr/>
            </a:lvl7pPr>
            <a:lvl8pPr lvl="7">
              <a:spcBef>
                <a:spcPts val="0"/>
              </a:spcBef>
              <a:spcAft>
                <a:spcPts val="0"/>
              </a:spcAft>
              <a:buSzPts val="1400"/>
              <a:buNone/>
              <a:defRPr/>
            </a:lvl8pPr>
            <a:lvl9pPr lvl="8">
              <a:spcBef>
                <a:spcPts val="0"/>
              </a:spcBef>
              <a:spcAft>
                <a:spcPts val="0"/>
              </a:spcAft>
              <a:buSzPts val="1400"/>
              <a:buNone/>
              <a:defRPr/>
            </a:lvl9pPr>
          </a:lstStyle>
          <a:p>
            <a:endParaRPr/>
          </a:p>
        </p:txBody>
      </p:sp>
      <p:sp>
        <p:nvSpPr>
          <p:cNvPr id="296" name="Google Shape;296;p56"/>
          <p:cNvSpPr txBox="1">
            <a:spLocks noGrp="1"/>
          </p:cNvSpPr>
          <p:nvPr>
            <p:ph type="body" idx="1"/>
          </p:nvPr>
        </p:nvSpPr>
        <p:spPr>
          <a:xfrm>
            <a:off x="455618" y="2971800"/>
            <a:ext cx="8915492" cy="2971800"/>
          </a:xfrm>
          <a:prstGeom prst="rect">
            <a:avLst/>
          </a:prstGeom>
          <a:noFill/>
          <a:ln>
            <a:noFill/>
          </a:ln>
        </p:spPr>
        <p:txBody>
          <a:bodyPr spcFirstLastPara="1" wrap="square" lIns="0" tIns="0" rIns="0" bIns="0" anchor="t" anchorCtr="0">
            <a:noAutofit/>
          </a:bodyPr>
          <a:lstStyle>
            <a:lvl1pPr marL="457207" lvl="0" indent="-228604" algn="l">
              <a:spcBef>
                <a:spcPts val="1800"/>
              </a:spcBef>
              <a:spcAft>
                <a:spcPts val="0"/>
              </a:spcAft>
              <a:buClr>
                <a:schemeClr val="lt1"/>
              </a:buClr>
              <a:buSzPts val="2000"/>
              <a:buFont typeface="Roboto"/>
              <a:buNone/>
              <a:defRPr b="0" i="0">
                <a:solidFill>
                  <a:schemeClr val="lt1"/>
                </a:solidFill>
                <a:latin typeface="Roboto"/>
                <a:ea typeface="Roboto"/>
                <a:cs typeface="Roboto"/>
                <a:sym typeface="Roboto"/>
              </a:defRPr>
            </a:lvl1pPr>
            <a:lvl2pPr marL="914415" lvl="1" indent="-342906" algn="l">
              <a:spcBef>
                <a:spcPts val="600"/>
              </a:spcBef>
              <a:spcAft>
                <a:spcPts val="0"/>
              </a:spcAft>
              <a:buClr>
                <a:schemeClr val="lt1"/>
              </a:buClr>
              <a:buSzPts val="1800"/>
              <a:buChar char="•"/>
              <a:defRPr b="0" i="0">
                <a:solidFill>
                  <a:schemeClr val="lt1"/>
                </a:solidFill>
                <a:latin typeface="Roboto"/>
                <a:ea typeface="Roboto"/>
                <a:cs typeface="Roboto"/>
                <a:sym typeface="Roboto"/>
              </a:defRPr>
            </a:lvl2pPr>
            <a:lvl3pPr marL="1371622" lvl="2" indent="-330205" algn="l">
              <a:spcBef>
                <a:spcPts val="600"/>
              </a:spcBef>
              <a:spcAft>
                <a:spcPts val="0"/>
              </a:spcAft>
              <a:buClr>
                <a:schemeClr val="lt1"/>
              </a:buClr>
              <a:buSzPts val="1600"/>
              <a:buChar char="−"/>
              <a:defRPr b="0" i="0">
                <a:solidFill>
                  <a:schemeClr val="lt1"/>
                </a:solidFill>
                <a:latin typeface="Roboto"/>
                <a:ea typeface="Roboto"/>
                <a:cs typeface="Roboto"/>
                <a:sym typeface="Roboto"/>
              </a:defRPr>
            </a:lvl3pPr>
            <a:lvl4pPr marL="1828831" lvl="3" indent="-317506" algn="l">
              <a:spcBef>
                <a:spcPts val="300"/>
              </a:spcBef>
              <a:spcAft>
                <a:spcPts val="0"/>
              </a:spcAft>
              <a:buClr>
                <a:schemeClr val="lt1"/>
              </a:buClr>
              <a:buSzPts val="1400"/>
              <a:buChar char="•"/>
              <a:defRPr b="0" i="0">
                <a:solidFill>
                  <a:schemeClr val="lt1"/>
                </a:solidFill>
                <a:latin typeface="Roboto"/>
                <a:ea typeface="Roboto"/>
                <a:cs typeface="Roboto"/>
                <a:sym typeface="Roboto"/>
              </a:defRPr>
            </a:lvl4pPr>
            <a:lvl5pPr marL="2286038" lvl="4" indent="-304805" algn="l">
              <a:spcBef>
                <a:spcPts val="300"/>
              </a:spcBef>
              <a:spcAft>
                <a:spcPts val="0"/>
              </a:spcAft>
              <a:buClr>
                <a:schemeClr val="lt1"/>
              </a:buClr>
              <a:buSzPts val="1200"/>
              <a:buChar char="−"/>
              <a:defRPr b="0" i="0">
                <a:solidFill>
                  <a:schemeClr val="lt1"/>
                </a:solidFill>
                <a:latin typeface="Roboto"/>
                <a:ea typeface="Roboto"/>
                <a:cs typeface="Roboto"/>
                <a:sym typeface="Roboto"/>
              </a:defRPr>
            </a:lvl5pPr>
            <a:lvl6pPr marL="2743246" lvl="5" indent="-342906" algn="l">
              <a:spcBef>
                <a:spcPts val="360"/>
              </a:spcBef>
              <a:spcAft>
                <a:spcPts val="0"/>
              </a:spcAft>
              <a:buClr>
                <a:schemeClr val="dk1"/>
              </a:buClr>
              <a:buSzPts val="1800"/>
              <a:buChar char="•"/>
              <a:defRPr/>
            </a:lvl6pPr>
            <a:lvl7pPr marL="3200453" lvl="6" indent="-342906" algn="l">
              <a:spcBef>
                <a:spcPts val="360"/>
              </a:spcBef>
              <a:spcAft>
                <a:spcPts val="0"/>
              </a:spcAft>
              <a:buClr>
                <a:schemeClr val="dk1"/>
              </a:buClr>
              <a:buSzPts val="1800"/>
              <a:buChar char="•"/>
              <a:defRPr/>
            </a:lvl7pPr>
            <a:lvl8pPr marL="3657661" lvl="7" indent="-342906" algn="l">
              <a:spcBef>
                <a:spcPts val="360"/>
              </a:spcBef>
              <a:spcAft>
                <a:spcPts val="0"/>
              </a:spcAft>
              <a:buClr>
                <a:schemeClr val="dk1"/>
              </a:buClr>
              <a:buSzPts val="1800"/>
              <a:buChar char="•"/>
              <a:defRPr/>
            </a:lvl8pPr>
            <a:lvl9pPr marL="4114868" lvl="8" indent="-342906" algn="l">
              <a:spcBef>
                <a:spcPts val="360"/>
              </a:spcBef>
              <a:spcAft>
                <a:spcPts val="0"/>
              </a:spcAft>
              <a:buClr>
                <a:schemeClr val="dk1"/>
              </a:buClr>
              <a:buSzPts val="1800"/>
              <a:buChar char="•"/>
              <a:defRPr/>
            </a:lvl9pPr>
          </a:lstStyle>
          <a:p>
            <a:endParaRPr/>
          </a:p>
        </p:txBody>
      </p:sp>
      <p:sp>
        <p:nvSpPr>
          <p:cNvPr id="297" name="Google Shape;297;p56"/>
          <p:cNvSpPr txBox="1">
            <a:spLocks noGrp="1"/>
          </p:cNvSpPr>
          <p:nvPr>
            <p:ph type="body" idx="2"/>
          </p:nvPr>
        </p:nvSpPr>
        <p:spPr>
          <a:xfrm>
            <a:off x="7508953" y="6432334"/>
            <a:ext cx="4224381" cy="228601"/>
          </a:xfrm>
          <a:prstGeom prst="rect">
            <a:avLst/>
          </a:prstGeom>
          <a:noFill/>
          <a:ln>
            <a:noFill/>
          </a:ln>
        </p:spPr>
        <p:txBody>
          <a:bodyPr spcFirstLastPara="1" wrap="square" lIns="0" tIns="0" rIns="0" bIns="0" anchor="b" anchorCtr="0">
            <a:noAutofit/>
          </a:bodyPr>
          <a:lstStyle>
            <a:lvl1pPr marL="457207" lvl="0" indent="-228604" algn="r">
              <a:spcBef>
                <a:spcPts val="1800"/>
              </a:spcBef>
              <a:spcAft>
                <a:spcPts val="0"/>
              </a:spcAft>
              <a:buClr>
                <a:schemeClr val="lt1"/>
              </a:buClr>
              <a:buSzPts val="1000"/>
              <a:buFont typeface="Roboto Medium"/>
              <a:buNone/>
              <a:defRPr sz="1000" b="0" i="0">
                <a:solidFill>
                  <a:schemeClr val="lt1"/>
                </a:solidFill>
                <a:latin typeface="Roboto Medium"/>
                <a:ea typeface="Roboto Medium"/>
                <a:cs typeface="Roboto Medium"/>
                <a:sym typeface="Roboto Medium"/>
              </a:defRPr>
            </a:lvl1pPr>
            <a:lvl2pPr marL="914415" lvl="1" indent="-228604" algn="l">
              <a:spcBef>
                <a:spcPts val="600"/>
              </a:spcBef>
              <a:spcAft>
                <a:spcPts val="0"/>
              </a:spcAft>
              <a:buClr>
                <a:schemeClr val="dk1"/>
              </a:buClr>
              <a:buSzPts val="1800"/>
              <a:buNone/>
              <a:defRPr/>
            </a:lvl2pPr>
            <a:lvl3pPr marL="1371622" lvl="2" indent="-342906" algn="l">
              <a:spcBef>
                <a:spcPts val="600"/>
              </a:spcBef>
              <a:spcAft>
                <a:spcPts val="0"/>
              </a:spcAft>
              <a:buClr>
                <a:schemeClr val="dk1"/>
              </a:buClr>
              <a:buSzPts val="1800"/>
              <a:buChar char="−"/>
              <a:defRPr/>
            </a:lvl3pPr>
            <a:lvl4pPr marL="1828831" lvl="3" indent="-342906" algn="l">
              <a:spcBef>
                <a:spcPts val="300"/>
              </a:spcBef>
              <a:spcAft>
                <a:spcPts val="0"/>
              </a:spcAft>
              <a:buClr>
                <a:schemeClr val="dk1"/>
              </a:buClr>
              <a:buSzPts val="1800"/>
              <a:buChar char="•"/>
              <a:defRPr/>
            </a:lvl4pPr>
            <a:lvl5pPr marL="2286038" lvl="4" indent="-342906" algn="l">
              <a:spcBef>
                <a:spcPts val="300"/>
              </a:spcBef>
              <a:spcAft>
                <a:spcPts val="0"/>
              </a:spcAft>
              <a:buClr>
                <a:schemeClr val="dk1"/>
              </a:buClr>
              <a:buSzPts val="1800"/>
              <a:buChar char="−"/>
              <a:defRPr/>
            </a:lvl5pPr>
            <a:lvl6pPr marL="2743246" lvl="5" indent="-342906" algn="l">
              <a:spcBef>
                <a:spcPts val="360"/>
              </a:spcBef>
              <a:spcAft>
                <a:spcPts val="0"/>
              </a:spcAft>
              <a:buClr>
                <a:schemeClr val="dk1"/>
              </a:buClr>
              <a:buSzPts val="1800"/>
              <a:buChar char="•"/>
              <a:defRPr/>
            </a:lvl6pPr>
            <a:lvl7pPr marL="3200453" lvl="6" indent="-342906" algn="l">
              <a:spcBef>
                <a:spcPts val="360"/>
              </a:spcBef>
              <a:spcAft>
                <a:spcPts val="0"/>
              </a:spcAft>
              <a:buClr>
                <a:schemeClr val="dk1"/>
              </a:buClr>
              <a:buSzPts val="1800"/>
              <a:buChar char="•"/>
              <a:defRPr/>
            </a:lvl7pPr>
            <a:lvl8pPr marL="3657661" lvl="7" indent="-342906" algn="l">
              <a:spcBef>
                <a:spcPts val="360"/>
              </a:spcBef>
              <a:spcAft>
                <a:spcPts val="0"/>
              </a:spcAft>
              <a:buClr>
                <a:schemeClr val="dk1"/>
              </a:buClr>
              <a:buSzPts val="1800"/>
              <a:buChar char="•"/>
              <a:defRPr/>
            </a:lvl8pPr>
            <a:lvl9pPr marL="4114868" lvl="8" indent="-342906" algn="l">
              <a:spcBef>
                <a:spcPts val="360"/>
              </a:spcBef>
              <a:spcAft>
                <a:spcPts val="0"/>
              </a:spcAft>
              <a:buClr>
                <a:schemeClr val="dk1"/>
              </a:buClr>
              <a:buSzPts val="1800"/>
              <a:buChar char="•"/>
              <a:defRPr/>
            </a:lvl9pPr>
          </a:lstStyle>
          <a:p>
            <a:endParaRPr/>
          </a:p>
        </p:txBody>
      </p:sp>
      <p:pic>
        <p:nvPicPr>
          <p:cNvPr id="298" name="Google Shape;298;p56" descr="A picture containing drawing&#10;&#10;Description automatically generated"/>
          <p:cNvPicPr preferRelativeResize="0"/>
          <p:nvPr/>
        </p:nvPicPr>
        <p:blipFill rotWithShape="1">
          <a:blip r:embed="rId2">
            <a:alphaModFix/>
          </a:blip>
          <a:srcRect b="31356"/>
          <a:stretch/>
        </p:blipFill>
        <p:spPr>
          <a:xfrm>
            <a:off x="455619" y="6277208"/>
            <a:ext cx="685807" cy="352192"/>
          </a:xfrm>
          <a:prstGeom prst="rect">
            <a:avLst/>
          </a:prstGeom>
          <a:noFill/>
          <a:ln>
            <a:noFill/>
          </a:ln>
        </p:spPr>
      </p:pic>
    </p:spTree>
  </p:cSld>
  <p:clrMapOvr>
    <a:masterClrMapping/>
  </p:clrMapOvr>
  <mc:AlternateContent xmlns:mc="http://schemas.openxmlformats.org/markup-compatibility/2006" xmlns:p14="http://schemas.microsoft.com/office/powerpoint/2010/main">
    <mc:Choice Requires="p14">
      <p:transition p14:dur="250">
        <p:fade/>
      </p:transition>
    </mc:Choice>
    <mc:Fallback xmlns:ahyp="http://schemas.microsoft.com/office/drawing/2018/hyperlinkcolor" xmlns:p15="http://schemas.microsoft.com/office/powerpoint/2012/main" xmlns:com="http://schemas.openxmlformats.org/drawingml/2006/compatibility" xmlns:pvml="urn:schemas-microsoft-com:office:powerpoint" xmlns:v="urn:schemas-microsoft-com:vml" xmlns:o="urn:schemas-microsoft-com:office:office" xmlns:dgm="http://schemas.openxmlformats.org/drawingml/2006/diagram" xmlns:c="http://schemas.openxmlformats.org/drawingml/2006/chart" xmlns:mv="urn:schemas-microsoft-com:mac:vml" xmlns="">
      <p:transition>
        <p:fade/>
      </p:transition>
    </mc:Fallback>
  </mc:AlternateContent>
</p:sldLayout>
</file>

<file path=ppt/slideLayouts/slideLayout55.xml><?xml version="1.0" encoding="utf-8"?>
<p:sldLayout xmlns:a="http://schemas.openxmlformats.org/drawingml/2006/main" xmlns:r="http://schemas.openxmlformats.org/officeDocument/2006/relationships" xmlns:p="http://schemas.openxmlformats.org/presentationml/2006/main" matchingName="HYUNDAI  2Col Title | Text">
  <p:cSld name="HYUNDAI  2Col Title | Text">
    <p:bg>
      <p:bgPr>
        <a:solidFill>
          <a:schemeClr val="dk2"/>
        </a:solidFill>
        <a:effectLst/>
      </p:bgPr>
    </p:bg>
    <p:spTree>
      <p:nvGrpSpPr>
        <p:cNvPr id="1" name="Shape 299"/>
        <p:cNvGrpSpPr/>
        <p:nvPr/>
      </p:nvGrpSpPr>
      <p:grpSpPr>
        <a:xfrm>
          <a:off x="0" y="0"/>
          <a:ext cx="0" cy="0"/>
          <a:chOff x="0" y="0"/>
          <a:chExt cx="0" cy="0"/>
        </a:xfrm>
      </p:grpSpPr>
      <p:sp>
        <p:nvSpPr>
          <p:cNvPr id="300" name="Google Shape;300;p57"/>
          <p:cNvSpPr txBox="1">
            <a:spLocks noGrp="1"/>
          </p:cNvSpPr>
          <p:nvPr>
            <p:ph type="title"/>
          </p:nvPr>
        </p:nvSpPr>
        <p:spPr>
          <a:xfrm>
            <a:off x="455618" y="460685"/>
            <a:ext cx="8915492" cy="524543"/>
          </a:xfrm>
          <a:prstGeom prst="rect">
            <a:avLst/>
          </a:prstGeom>
          <a:noFill/>
          <a:ln>
            <a:noFill/>
          </a:ln>
        </p:spPr>
        <p:txBody>
          <a:bodyPr spcFirstLastPara="1" wrap="square" lIns="0" tIns="0" rIns="0" bIns="0" anchor="t" anchorCtr="0">
            <a:noAutofit/>
          </a:bodyPr>
          <a:lstStyle>
            <a:lvl1pPr lvl="0" algn="l">
              <a:lnSpc>
                <a:spcPct val="80000"/>
              </a:lnSpc>
              <a:spcBef>
                <a:spcPts val="0"/>
              </a:spcBef>
              <a:spcAft>
                <a:spcPts val="0"/>
              </a:spcAft>
              <a:buClr>
                <a:schemeClr val="lt1"/>
              </a:buClr>
              <a:buSzPts val="3200"/>
              <a:buFont typeface="Roboto Medium"/>
              <a:buNone/>
              <a:defRPr b="0">
                <a:solidFill>
                  <a:schemeClr val="lt1"/>
                </a:solidFill>
              </a:defRPr>
            </a:lvl1pPr>
            <a:lvl2pPr lvl="1">
              <a:spcBef>
                <a:spcPts val="0"/>
              </a:spcBef>
              <a:spcAft>
                <a:spcPts val="0"/>
              </a:spcAft>
              <a:buSzPts val="1400"/>
              <a:buNone/>
              <a:defRPr/>
            </a:lvl2pPr>
            <a:lvl3pPr lvl="2">
              <a:spcBef>
                <a:spcPts val="0"/>
              </a:spcBef>
              <a:spcAft>
                <a:spcPts val="0"/>
              </a:spcAft>
              <a:buSzPts val="1400"/>
              <a:buNone/>
              <a:defRPr/>
            </a:lvl3pPr>
            <a:lvl4pPr lvl="3">
              <a:spcBef>
                <a:spcPts val="0"/>
              </a:spcBef>
              <a:spcAft>
                <a:spcPts val="0"/>
              </a:spcAft>
              <a:buSzPts val="1400"/>
              <a:buNone/>
              <a:defRPr/>
            </a:lvl4pPr>
            <a:lvl5pPr lvl="4">
              <a:spcBef>
                <a:spcPts val="0"/>
              </a:spcBef>
              <a:spcAft>
                <a:spcPts val="0"/>
              </a:spcAft>
              <a:buSzPts val="1400"/>
              <a:buNone/>
              <a:defRPr/>
            </a:lvl5pPr>
            <a:lvl6pPr lvl="5">
              <a:spcBef>
                <a:spcPts val="0"/>
              </a:spcBef>
              <a:spcAft>
                <a:spcPts val="0"/>
              </a:spcAft>
              <a:buSzPts val="1400"/>
              <a:buNone/>
              <a:defRPr/>
            </a:lvl6pPr>
            <a:lvl7pPr lvl="6">
              <a:spcBef>
                <a:spcPts val="0"/>
              </a:spcBef>
              <a:spcAft>
                <a:spcPts val="0"/>
              </a:spcAft>
              <a:buSzPts val="1400"/>
              <a:buNone/>
              <a:defRPr/>
            </a:lvl7pPr>
            <a:lvl8pPr lvl="7">
              <a:spcBef>
                <a:spcPts val="0"/>
              </a:spcBef>
              <a:spcAft>
                <a:spcPts val="0"/>
              </a:spcAft>
              <a:buSzPts val="1400"/>
              <a:buNone/>
              <a:defRPr/>
            </a:lvl8pPr>
            <a:lvl9pPr lvl="8">
              <a:spcBef>
                <a:spcPts val="0"/>
              </a:spcBef>
              <a:spcAft>
                <a:spcPts val="0"/>
              </a:spcAft>
              <a:buSzPts val="1400"/>
              <a:buNone/>
              <a:defRPr/>
            </a:lvl9pPr>
          </a:lstStyle>
          <a:p>
            <a:endParaRPr/>
          </a:p>
        </p:txBody>
      </p:sp>
      <p:sp>
        <p:nvSpPr>
          <p:cNvPr id="301" name="Google Shape;301;p57"/>
          <p:cNvSpPr txBox="1">
            <a:spLocks noGrp="1"/>
          </p:cNvSpPr>
          <p:nvPr>
            <p:ph type="body" idx="1"/>
          </p:nvPr>
        </p:nvSpPr>
        <p:spPr>
          <a:xfrm>
            <a:off x="455617" y="2971800"/>
            <a:ext cx="5486456" cy="2971800"/>
          </a:xfrm>
          <a:prstGeom prst="rect">
            <a:avLst/>
          </a:prstGeom>
          <a:noFill/>
          <a:ln>
            <a:noFill/>
          </a:ln>
        </p:spPr>
        <p:txBody>
          <a:bodyPr spcFirstLastPara="1" wrap="square" lIns="0" tIns="0" rIns="0" bIns="0" anchor="t" anchorCtr="0">
            <a:noAutofit/>
          </a:bodyPr>
          <a:lstStyle>
            <a:lvl1pPr marL="457207" lvl="0" indent="-228604" algn="l">
              <a:lnSpc>
                <a:spcPct val="100000"/>
              </a:lnSpc>
              <a:spcBef>
                <a:spcPts val="1800"/>
              </a:spcBef>
              <a:spcAft>
                <a:spcPts val="0"/>
              </a:spcAft>
              <a:buClr>
                <a:schemeClr val="lt1"/>
              </a:buClr>
              <a:buSzPts val="2000"/>
              <a:buFont typeface="Roboto"/>
              <a:buNone/>
              <a:defRPr b="0" i="0">
                <a:solidFill>
                  <a:schemeClr val="lt1"/>
                </a:solidFill>
                <a:latin typeface="Roboto"/>
                <a:ea typeface="Roboto"/>
                <a:cs typeface="Roboto"/>
                <a:sym typeface="Roboto"/>
              </a:defRPr>
            </a:lvl1pPr>
            <a:lvl2pPr marL="914415" lvl="1" indent="-342906" algn="l">
              <a:spcBef>
                <a:spcPts val="600"/>
              </a:spcBef>
              <a:spcAft>
                <a:spcPts val="0"/>
              </a:spcAft>
              <a:buClr>
                <a:schemeClr val="lt1"/>
              </a:buClr>
              <a:buSzPts val="1800"/>
              <a:buChar char="•"/>
              <a:defRPr b="0" i="0">
                <a:solidFill>
                  <a:schemeClr val="lt1"/>
                </a:solidFill>
                <a:latin typeface="Roboto"/>
                <a:ea typeface="Roboto"/>
                <a:cs typeface="Roboto"/>
                <a:sym typeface="Roboto"/>
              </a:defRPr>
            </a:lvl2pPr>
            <a:lvl3pPr marL="1371622" lvl="2" indent="-330205" algn="l">
              <a:spcBef>
                <a:spcPts val="600"/>
              </a:spcBef>
              <a:spcAft>
                <a:spcPts val="0"/>
              </a:spcAft>
              <a:buClr>
                <a:schemeClr val="lt1"/>
              </a:buClr>
              <a:buSzPts val="1600"/>
              <a:buChar char="−"/>
              <a:defRPr b="0" i="0">
                <a:solidFill>
                  <a:schemeClr val="lt1"/>
                </a:solidFill>
                <a:latin typeface="Roboto"/>
                <a:ea typeface="Roboto"/>
                <a:cs typeface="Roboto"/>
                <a:sym typeface="Roboto"/>
              </a:defRPr>
            </a:lvl3pPr>
            <a:lvl4pPr marL="1828831" lvl="3" indent="-317506" algn="l">
              <a:spcBef>
                <a:spcPts val="300"/>
              </a:spcBef>
              <a:spcAft>
                <a:spcPts val="0"/>
              </a:spcAft>
              <a:buClr>
                <a:schemeClr val="lt1"/>
              </a:buClr>
              <a:buSzPts val="1400"/>
              <a:buChar char="•"/>
              <a:defRPr b="0" i="0">
                <a:solidFill>
                  <a:schemeClr val="lt1"/>
                </a:solidFill>
                <a:latin typeface="Roboto"/>
                <a:ea typeface="Roboto"/>
                <a:cs typeface="Roboto"/>
                <a:sym typeface="Roboto"/>
              </a:defRPr>
            </a:lvl4pPr>
            <a:lvl5pPr marL="2286038" lvl="4" indent="-304805" algn="l">
              <a:spcBef>
                <a:spcPts val="300"/>
              </a:spcBef>
              <a:spcAft>
                <a:spcPts val="0"/>
              </a:spcAft>
              <a:buClr>
                <a:schemeClr val="lt1"/>
              </a:buClr>
              <a:buSzPts val="1200"/>
              <a:buChar char="−"/>
              <a:defRPr b="0" i="0">
                <a:solidFill>
                  <a:schemeClr val="lt1"/>
                </a:solidFill>
                <a:latin typeface="Roboto"/>
                <a:ea typeface="Roboto"/>
                <a:cs typeface="Roboto"/>
                <a:sym typeface="Roboto"/>
              </a:defRPr>
            </a:lvl5pPr>
            <a:lvl6pPr marL="2743246" lvl="5" indent="-342906" algn="l">
              <a:spcBef>
                <a:spcPts val="360"/>
              </a:spcBef>
              <a:spcAft>
                <a:spcPts val="0"/>
              </a:spcAft>
              <a:buClr>
                <a:schemeClr val="dk1"/>
              </a:buClr>
              <a:buSzPts val="1800"/>
              <a:buChar char="•"/>
              <a:defRPr/>
            </a:lvl6pPr>
            <a:lvl7pPr marL="3200453" lvl="6" indent="-342906" algn="l">
              <a:spcBef>
                <a:spcPts val="360"/>
              </a:spcBef>
              <a:spcAft>
                <a:spcPts val="0"/>
              </a:spcAft>
              <a:buClr>
                <a:schemeClr val="dk1"/>
              </a:buClr>
              <a:buSzPts val="1800"/>
              <a:buChar char="•"/>
              <a:defRPr/>
            </a:lvl7pPr>
            <a:lvl8pPr marL="3657661" lvl="7" indent="-342906" algn="l">
              <a:spcBef>
                <a:spcPts val="360"/>
              </a:spcBef>
              <a:spcAft>
                <a:spcPts val="0"/>
              </a:spcAft>
              <a:buClr>
                <a:schemeClr val="dk1"/>
              </a:buClr>
              <a:buSzPts val="1800"/>
              <a:buChar char="•"/>
              <a:defRPr/>
            </a:lvl8pPr>
            <a:lvl9pPr marL="4114868" lvl="8" indent="-342906" algn="l">
              <a:spcBef>
                <a:spcPts val="360"/>
              </a:spcBef>
              <a:spcAft>
                <a:spcPts val="0"/>
              </a:spcAft>
              <a:buClr>
                <a:schemeClr val="dk1"/>
              </a:buClr>
              <a:buSzPts val="1800"/>
              <a:buChar char="•"/>
              <a:defRPr/>
            </a:lvl9pPr>
          </a:lstStyle>
          <a:p>
            <a:endParaRPr/>
          </a:p>
        </p:txBody>
      </p:sp>
      <p:sp>
        <p:nvSpPr>
          <p:cNvPr id="302" name="Google Shape;302;p57"/>
          <p:cNvSpPr txBox="1">
            <a:spLocks noGrp="1"/>
          </p:cNvSpPr>
          <p:nvPr>
            <p:ph type="body" idx="2"/>
          </p:nvPr>
        </p:nvSpPr>
        <p:spPr>
          <a:xfrm>
            <a:off x="7508953" y="6432334"/>
            <a:ext cx="4224381" cy="228601"/>
          </a:xfrm>
          <a:prstGeom prst="rect">
            <a:avLst/>
          </a:prstGeom>
          <a:noFill/>
          <a:ln>
            <a:noFill/>
          </a:ln>
        </p:spPr>
        <p:txBody>
          <a:bodyPr spcFirstLastPara="1" wrap="square" lIns="0" tIns="0" rIns="0" bIns="0" anchor="b" anchorCtr="0">
            <a:noAutofit/>
          </a:bodyPr>
          <a:lstStyle>
            <a:lvl1pPr marL="457207" lvl="0" indent="-228604" algn="r">
              <a:spcBef>
                <a:spcPts val="1800"/>
              </a:spcBef>
              <a:spcAft>
                <a:spcPts val="0"/>
              </a:spcAft>
              <a:buClr>
                <a:schemeClr val="lt1"/>
              </a:buClr>
              <a:buSzPts val="1000"/>
              <a:buFont typeface="Roboto Medium"/>
              <a:buNone/>
              <a:defRPr sz="1000" b="0" i="0">
                <a:solidFill>
                  <a:schemeClr val="lt1"/>
                </a:solidFill>
                <a:latin typeface="Roboto Medium"/>
                <a:ea typeface="Roboto Medium"/>
                <a:cs typeface="Roboto Medium"/>
                <a:sym typeface="Roboto Medium"/>
              </a:defRPr>
            </a:lvl1pPr>
            <a:lvl2pPr marL="914415" lvl="1" indent="-228604" algn="l">
              <a:spcBef>
                <a:spcPts val="600"/>
              </a:spcBef>
              <a:spcAft>
                <a:spcPts val="0"/>
              </a:spcAft>
              <a:buClr>
                <a:schemeClr val="dk1"/>
              </a:buClr>
              <a:buSzPts val="1800"/>
              <a:buNone/>
              <a:defRPr/>
            </a:lvl2pPr>
            <a:lvl3pPr marL="1371622" lvl="2" indent="-342906" algn="l">
              <a:spcBef>
                <a:spcPts val="600"/>
              </a:spcBef>
              <a:spcAft>
                <a:spcPts val="0"/>
              </a:spcAft>
              <a:buClr>
                <a:schemeClr val="dk1"/>
              </a:buClr>
              <a:buSzPts val="1800"/>
              <a:buChar char="−"/>
              <a:defRPr/>
            </a:lvl3pPr>
            <a:lvl4pPr marL="1828831" lvl="3" indent="-342906" algn="l">
              <a:spcBef>
                <a:spcPts val="300"/>
              </a:spcBef>
              <a:spcAft>
                <a:spcPts val="0"/>
              </a:spcAft>
              <a:buClr>
                <a:schemeClr val="dk1"/>
              </a:buClr>
              <a:buSzPts val="1800"/>
              <a:buChar char="•"/>
              <a:defRPr/>
            </a:lvl4pPr>
            <a:lvl5pPr marL="2286038" lvl="4" indent="-342906" algn="l">
              <a:spcBef>
                <a:spcPts val="300"/>
              </a:spcBef>
              <a:spcAft>
                <a:spcPts val="0"/>
              </a:spcAft>
              <a:buClr>
                <a:schemeClr val="dk1"/>
              </a:buClr>
              <a:buSzPts val="1800"/>
              <a:buChar char="−"/>
              <a:defRPr/>
            </a:lvl5pPr>
            <a:lvl6pPr marL="2743246" lvl="5" indent="-342906" algn="l">
              <a:spcBef>
                <a:spcPts val="360"/>
              </a:spcBef>
              <a:spcAft>
                <a:spcPts val="0"/>
              </a:spcAft>
              <a:buClr>
                <a:schemeClr val="dk1"/>
              </a:buClr>
              <a:buSzPts val="1800"/>
              <a:buChar char="•"/>
              <a:defRPr/>
            </a:lvl6pPr>
            <a:lvl7pPr marL="3200453" lvl="6" indent="-342906" algn="l">
              <a:spcBef>
                <a:spcPts val="360"/>
              </a:spcBef>
              <a:spcAft>
                <a:spcPts val="0"/>
              </a:spcAft>
              <a:buClr>
                <a:schemeClr val="dk1"/>
              </a:buClr>
              <a:buSzPts val="1800"/>
              <a:buChar char="•"/>
              <a:defRPr/>
            </a:lvl7pPr>
            <a:lvl8pPr marL="3657661" lvl="7" indent="-342906" algn="l">
              <a:spcBef>
                <a:spcPts val="360"/>
              </a:spcBef>
              <a:spcAft>
                <a:spcPts val="0"/>
              </a:spcAft>
              <a:buClr>
                <a:schemeClr val="dk1"/>
              </a:buClr>
              <a:buSzPts val="1800"/>
              <a:buChar char="•"/>
              <a:defRPr/>
            </a:lvl8pPr>
            <a:lvl9pPr marL="4114868" lvl="8" indent="-342906" algn="l">
              <a:spcBef>
                <a:spcPts val="360"/>
              </a:spcBef>
              <a:spcAft>
                <a:spcPts val="0"/>
              </a:spcAft>
              <a:buClr>
                <a:schemeClr val="dk1"/>
              </a:buClr>
              <a:buSzPts val="1800"/>
              <a:buChar char="•"/>
              <a:defRPr/>
            </a:lvl9pPr>
          </a:lstStyle>
          <a:p>
            <a:endParaRPr/>
          </a:p>
        </p:txBody>
      </p:sp>
      <p:pic>
        <p:nvPicPr>
          <p:cNvPr id="303" name="Google Shape;303;p57" descr="A picture containing drawing&#10;&#10;Description automatically generated"/>
          <p:cNvPicPr preferRelativeResize="0"/>
          <p:nvPr/>
        </p:nvPicPr>
        <p:blipFill rotWithShape="1">
          <a:blip r:embed="rId2">
            <a:alphaModFix/>
          </a:blip>
          <a:srcRect b="31356"/>
          <a:stretch/>
        </p:blipFill>
        <p:spPr>
          <a:xfrm>
            <a:off x="455619" y="6277208"/>
            <a:ext cx="685807" cy="352192"/>
          </a:xfrm>
          <a:prstGeom prst="rect">
            <a:avLst/>
          </a:prstGeom>
          <a:noFill/>
          <a:ln>
            <a:noFill/>
          </a:ln>
        </p:spPr>
      </p:pic>
      <p:sp>
        <p:nvSpPr>
          <p:cNvPr id="304" name="Google Shape;304;p57"/>
          <p:cNvSpPr txBox="1">
            <a:spLocks noGrp="1"/>
          </p:cNvSpPr>
          <p:nvPr>
            <p:ph type="body" idx="3"/>
          </p:nvPr>
        </p:nvSpPr>
        <p:spPr>
          <a:xfrm>
            <a:off x="6246876" y="2971801"/>
            <a:ext cx="5486456" cy="2971800"/>
          </a:xfrm>
          <a:prstGeom prst="rect">
            <a:avLst/>
          </a:prstGeom>
          <a:noFill/>
          <a:ln>
            <a:noFill/>
          </a:ln>
        </p:spPr>
        <p:txBody>
          <a:bodyPr spcFirstLastPara="1" wrap="square" lIns="0" tIns="0" rIns="0" bIns="0" anchor="t" anchorCtr="0">
            <a:noAutofit/>
          </a:bodyPr>
          <a:lstStyle>
            <a:lvl1pPr marL="457207" lvl="0" indent="-228604" algn="l">
              <a:spcBef>
                <a:spcPts val="1800"/>
              </a:spcBef>
              <a:spcAft>
                <a:spcPts val="0"/>
              </a:spcAft>
              <a:buClr>
                <a:schemeClr val="lt1"/>
              </a:buClr>
              <a:buSzPts val="2000"/>
              <a:buFont typeface="Roboto"/>
              <a:buNone/>
              <a:defRPr>
                <a:solidFill>
                  <a:schemeClr val="lt1"/>
                </a:solidFill>
              </a:defRPr>
            </a:lvl1pPr>
            <a:lvl2pPr marL="914415" lvl="1" indent="-342906" algn="l">
              <a:spcBef>
                <a:spcPts val="600"/>
              </a:spcBef>
              <a:spcAft>
                <a:spcPts val="0"/>
              </a:spcAft>
              <a:buClr>
                <a:schemeClr val="lt1"/>
              </a:buClr>
              <a:buSzPts val="1800"/>
              <a:buChar char="•"/>
              <a:defRPr>
                <a:solidFill>
                  <a:schemeClr val="lt1"/>
                </a:solidFill>
              </a:defRPr>
            </a:lvl2pPr>
            <a:lvl3pPr marL="1371622" lvl="2" indent="-330205" algn="l">
              <a:spcBef>
                <a:spcPts val="600"/>
              </a:spcBef>
              <a:spcAft>
                <a:spcPts val="0"/>
              </a:spcAft>
              <a:buClr>
                <a:schemeClr val="lt1"/>
              </a:buClr>
              <a:buSzPts val="1600"/>
              <a:buChar char="−"/>
              <a:defRPr>
                <a:solidFill>
                  <a:schemeClr val="lt1"/>
                </a:solidFill>
              </a:defRPr>
            </a:lvl3pPr>
            <a:lvl4pPr marL="1828831" lvl="3" indent="-317506" algn="l">
              <a:spcBef>
                <a:spcPts val="300"/>
              </a:spcBef>
              <a:spcAft>
                <a:spcPts val="0"/>
              </a:spcAft>
              <a:buClr>
                <a:schemeClr val="lt1"/>
              </a:buClr>
              <a:buSzPts val="1400"/>
              <a:buChar char="•"/>
              <a:defRPr>
                <a:solidFill>
                  <a:schemeClr val="lt1"/>
                </a:solidFill>
              </a:defRPr>
            </a:lvl4pPr>
            <a:lvl5pPr marL="2286038" lvl="4" indent="-304805" algn="l">
              <a:spcBef>
                <a:spcPts val="300"/>
              </a:spcBef>
              <a:spcAft>
                <a:spcPts val="0"/>
              </a:spcAft>
              <a:buClr>
                <a:schemeClr val="lt1"/>
              </a:buClr>
              <a:buSzPts val="1200"/>
              <a:buChar char="−"/>
              <a:defRPr>
                <a:solidFill>
                  <a:schemeClr val="lt1"/>
                </a:solidFill>
              </a:defRPr>
            </a:lvl5pPr>
            <a:lvl6pPr marL="2743246" lvl="5" indent="-342906" algn="l">
              <a:spcBef>
                <a:spcPts val="360"/>
              </a:spcBef>
              <a:spcAft>
                <a:spcPts val="0"/>
              </a:spcAft>
              <a:buClr>
                <a:schemeClr val="dk1"/>
              </a:buClr>
              <a:buSzPts val="1800"/>
              <a:buChar char="•"/>
              <a:defRPr/>
            </a:lvl6pPr>
            <a:lvl7pPr marL="3200453" lvl="6" indent="-342906" algn="l">
              <a:spcBef>
                <a:spcPts val="360"/>
              </a:spcBef>
              <a:spcAft>
                <a:spcPts val="0"/>
              </a:spcAft>
              <a:buClr>
                <a:schemeClr val="dk1"/>
              </a:buClr>
              <a:buSzPts val="1800"/>
              <a:buChar char="•"/>
              <a:defRPr/>
            </a:lvl7pPr>
            <a:lvl8pPr marL="3657661" lvl="7" indent="-342906" algn="l">
              <a:spcBef>
                <a:spcPts val="360"/>
              </a:spcBef>
              <a:spcAft>
                <a:spcPts val="0"/>
              </a:spcAft>
              <a:buClr>
                <a:schemeClr val="dk1"/>
              </a:buClr>
              <a:buSzPts val="1800"/>
              <a:buChar char="•"/>
              <a:defRPr/>
            </a:lvl8pPr>
            <a:lvl9pPr marL="4114868" lvl="8" indent="-342906" algn="l">
              <a:spcBef>
                <a:spcPts val="360"/>
              </a:spcBef>
              <a:spcAft>
                <a:spcPts val="0"/>
              </a:spcAft>
              <a:buClr>
                <a:schemeClr val="dk1"/>
              </a:buClr>
              <a:buSzPts val="1800"/>
              <a:buChar char="•"/>
              <a:defRPr/>
            </a:lvl9pPr>
          </a:lstStyle>
          <a:p>
            <a:endParaRPr/>
          </a:p>
        </p:txBody>
      </p:sp>
    </p:spTree>
  </p:cSld>
  <p:clrMapOvr>
    <a:masterClrMapping/>
  </p:clrMapOvr>
  <mc:AlternateContent xmlns:mc="http://schemas.openxmlformats.org/markup-compatibility/2006" xmlns:p14="http://schemas.microsoft.com/office/powerpoint/2010/main">
    <mc:Choice Requires="p14">
      <p:transition p14:dur="250">
        <p:fade/>
      </p:transition>
    </mc:Choice>
    <mc:Fallback xmlns:ahyp="http://schemas.microsoft.com/office/drawing/2018/hyperlinkcolor" xmlns:p15="http://schemas.microsoft.com/office/powerpoint/2012/main" xmlns:com="http://schemas.openxmlformats.org/drawingml/2006/compatibility" xmlns:pvml="urn:schemas-microsoft-com:office:powerpoint" xmlns:v="urn:schemas-microsoft-com:vml" xmlns:o="urn:schemas-microsoft-com:office:office" xmlns:dgm="http://schemas.openxmlformats.org/drawingml/2006/diagram" xmlns:c="http://schemas.openxmlformats.org/drawingml/2006/chart" xmlns:mv="urn:schemas-microsoft-com:mac:vml" xmlns="">
      <p:transition>
        <p:fade/>
      </p:transition>
    </mc:Fallback>
  </mc:AlternateContent>
</p:sldLayout>
</file>

<file path=ppt/slideLayouts/slideLayout56.xml><?xml version="1.0" encoding="utf-8"?>
<p:sldLayout xmlns:a="http://schemas.openxmlformats.org/drawingml/2006/main" xmlns:r="http://schemas.openxmlformats.org/officeDocument/2006/relationships" xmlns:p="http://schemas.openxmlformats.org/presentationml/2006/main" matchingName="HYUNDAI Title | Text | Image">
  <p:cSld name="HYUNDAI Title | Text | Image">
    <p:bg>
      <p:bgPr>
        <a:solidFill>
          <a:schemeClr val="dk2"/>
        </a:solidFill>
        <a:effectLst/>
      </p:bgPr>
    </p:bg>
    <p:spTree>
      <p:nvGrpSpPr>
        <p:cNvPr id="1" name="Shape 305"/>
        <p:cNvGrpSpPr/>
        <p:nvPr/>
      </p:nvGrpSpPr>
      <p:grpSpPr>
        <a:xfrm>
          <a:off x="0" y="0"/>
          <a:ext cx="0" cy="0"/>
          <a:chOff x="0" y="0"/>
          <a:chExt cx="0" cy="0"/>
        </a:xfrm>
      </p:grpSpPr>
      <p:sp>
        <p:nvSpPr>
          <p:cNvPr id="306" name="Google Shape;306;p58"/>
          <p:cNvSpPr txBox="1">
            <a:spLocks noGrp="1"/>
          </p:cNvSpPr>
          <p:nvPr>
            <p:ph type="title"/>
          </p:nvPr>
        </p:nvSpPr>
        <p:spPr>
          <a:xfrm>
            <a:off x="455618" y="460685"/>
            <a:ext cx="8915492" cy="524543"/>
          </a:xfrm>
          <a:prstGeom prst="rect">
            <a:avLst/>
          </a:prstGeom>
          <a:noFill/>
          <a:ln>
            <a:noFill/>
          </a:ln>
        </p:spPr>
        <p:txBody>
          <a:bodyPr spcFirstLastPara="1" wrap="square" lIns="0" tIns="0" rIns="0" bIns="0" anchor="t" anchorCtr="0">
            <a:noAutofit/>
          </a:bodyPr>
          <a:lstStyle>
            <a:lvl1pPr lvl="0" algn="l">
              <a:lnSpc>
                <a:spcPct val="80000"/>
              </a:lnSpc>
              <a:spcBef>
                <a:spcPts val="0"/>
              </a:spcBef>
              <a:spcAft>
                <a:spcPts val="0"/>
              </a:spcAft>
              <a:buClr>
                <a:schemeClr val="lt1"/>
              </a:buClr>
              <a:buSzPts val="3200"/>
              <a:buFont typeface="Roboto Medium"/>
              <a:buNone/>
              <a:defRPr b="0">
                <a:solidFill>
                  <a:schemeClr val="lt1"/>
                </a:solidFill>
              </a:defRPr>
            </a:lvl1pPr>
            <a:lvl2pPr lvl="1">
              <a:spcBef>
                <a:spcPts val="0"/>
              </a:spcBef>
              <a:spcAft>
                <a:spcPts val="0"/>
              </a:spcAft>
              <a:buSzPts val="1400"/>
              <a:buNone/>
              <a:defRPr/>
            </a:lvl2pPr>
            <a:lvl3pPr lvl="2">
              <a:spcBef>
                <a:spcPts val="0"/>
              </a:spcBef>
              <a:spcAft>
                <a:spcPts val="0"/>
              </a:spcAft>
              <a:buSzPts val="1400"/>
              <a:buNone/>
              <a:defRPr/>
            </a:lvl3pPr>
            <a:lvl4pPr lvl="3">
              <a:spcBef>
                <a:spcPts val="0"/>
              </a:spcBef>
              <a:spcAft>
                <a:spcPts val="0"/>
              </a:spcAft>
              <a:buSzPts val="1400"/>
              <a:buNone/>
              <a:defRPr/>
            </a:lvl4pPr>
            <a:lvl5pPr lvl="4">
              <a:spcBef>
                <a:spcPts val="0"/>
              </a:spcBef>
              <a:spcAft>
                <a:spcPts val="0"/>
              </a:spcAft>
              <a:buSzPts val="1400"/>
              <a:buNone/>
              <a:defRPr/>
            </a:lvl5pPr>
            <a:lvl6pPr lvl="5">
              <a:spcBef>
                <a:spcPts val="0"/>
              </a:spcBef>
              <a:spcAft>
                <a:spcPts val="0"/>
              </a:spcAft>
              <a:buSzPts val="1400"/>
              <a:buNone/>
              <a:defRPr/>
            </a:lvl6pPr>
            <a:lvl7pPr lvl="6">
              <a:spcBef>
                <a:spcPts val="0"/>
              </a:spcBef>
              <a:spcAft>
                <a:spcPts val="0"/>
              </a:spcAft>
              <a:buSzPts val="1400"/>
              <a:buNone/>
              <a:defRPr/>
            </a:lvl7pPr>
            <a:lvl8pPr lvl="7">
              <a:spcBef>
                <a:spcPts val="0"/>
              </a:spcBef>
              <a:spcAft>
                <a:spcPts val="0"/>
              </a:spcAft>
              <a:buSzPts val="1400"/>
              <a:buNone/>
              <a:defRPr/>
            </a:lvl8pPr>
            <a:lvl9pPr lvl="8">
              <a:spcBef>
                <a:spcPts val="0"/>
              </a:spcBef>
              <a:spcAft>
                <a:spcPts val="0"/>
              </a:spcAft>
              <a:buSzPts val="1400"/>
              <a:buNone/>
              <a:defRPr/>
            </a:lvl9pPr>
          </a:lstStyle>
          <a:p>
            <a:endParaRPr/>
          </a:p>
        </p:txBody>
      </p:sp>
      <p:sp>
        <p:nvSpPr>
          <p:cNvPr id="307" name="Google Shape;307;p58"/>
          <p:cNvSpPr txBox="1">
            <a:spLocks noGrp="1"/>
          </p:cNvSpPr>
          <p:nvPr>
            <p:ph type="body" idx="1"/>
          </p:nvPr>
        </p:nvSpPr>
        <p:spPr>
          <a:xfrm>
            <a:off x="455618" y="2971800"/>
            <a:ext cx="5638858" cy="2971800"/>
          </a:xfrm>
          <a:prstGeom prst="rect">
            <a:avLst/>
          </a:prstGeom>
          <a:noFill/>
          <a:ln>
            <a:noFill/>
          </a:ln>
        </p:spPr>
        <p:txBody>
          <a:bodyPr spcFirstLastPara="1" wrap="square" lIns="0" tIns="0" rIns="0" bIns="0" anchor="t" anchorCtr="0">
            <a:noAutofit/>
          </a:bodyPr>
          <a:lstStyle>
            <a:lvl1pPr marL="457207" lvl="0" indent="-228604" algn="l">
              <a:lnSpc>
                <a:spcPct val="100000"/>
              </a:lnSpc>
              <a:spcBef>
                <a:spcPts val="1800"/>
              </a:spcBef>
              <a:spcAft>
                <a:spcPts val="0"/>
              </a:spcAft>
              <a:buClr>
                <a:schemeClr val="lt1"/>
              </a:buClr>
              <a:buSzPts val="2000"/>
              <a:buFont typeface="Roboto"/>
              <a:buNone/>
              <a:defRPr b="0" i="0">
                <a:solidFill>
                  <a:schemeClr val="lt1"/>
                </a:solidFill>
                <a:latin typeface="Roboto"/>
                <a:ea typeface="Roboto"/>
                <a:cs typeface="Roboto"/>
                <a:sym typeface="Roboto"/>
              </a:defRPr>
            </a:lvl1pPr>
            <a:lvl2pPr marL="914415" lvl="1" indent="-342906" algn="l">
              <a:spcBef>
                <a:spcPts val="600"/>
              </a:spcBef>
              <a:spcAft>
                <a:spcPts val="0"/>
              </a:spcAft>
              <a:buClr>
                <a:schemeClr val="lt1"/>
              </a:buClr>
              <a:buSzPts val="1800"/>
              <a:buChar char="•"/>
              <a:defRPr b="0" i="0">
                <a:solidFill>
                  <a:schemeClr val="lt1"/>
                </a:solidFill>
                <a:latin typeface="Roboto"/>
                <a:ea typeface="Roboto"/>
                <a:cs typeface="Roboto"/>
                <a:sym typeface="Roboto"/>
              </a:defRPr>
            </a:lvl2pPr>
            <a:lvl3pPr marL="1371622" lvl="2" indent="-330205" algn="l">
              <a:spcBef>
                <a:spcPts val="600"/>
              </a:spcBef>
              <a:spcAft>
                <a:spcPts val="0"/>
              </a:spcAft>
              <a:buClr>
                <a:schemeClr val="lt1"/>
              </a:buClr>
              <a:buSzPts val="1600"/>
              <a:buChar char="−"/>
              <a:defRPr b="0" i="0">
                <a:solidFill>
                  <a:schemeClr val="lt1"/>
                </a:solidFill>
                <a:latin typeface="Roboto"/>
                <a:ea typeface="Roboto"/>
                <a:cs typeface="Roboto"/>
                <a:sym typeface="Roboto"/>
              </a:defRPr>
            </a:lvl3pPr>
            <a:lvl4pPr marL="1828831" lvl="3" indent="-317506" algn="l">
              <a:lnSpc>
                <a:spcPct val="100000"/>
              </a:lnSpc>
              <a:spcBef>
                <a:spcPts val="300"/>
              </a:spcBef>
              <a:spcAft>
                <a:spcPts val="0"/>
              </a:spcAft>
              <a:buClr>
                <a:schemeClr val="lt1"/>
              </a:buClr>
              <a:buSzPts val="1400"/>
              <a:buChar char="•"/>
              <a:defRPr b="0" i="0">
                <a:solidFill>
                  <a:schemeClr val="lt1"/>
                </a:solidFill>
                <a:latin typeface="Roboto"/>
                <a:ea typeface="Roboto"/>
                <a:cs typeface="Roboto"/>
                <a:sym typeface="Roboto"/>
              </a:defRPr>
            </a:lvl4pPr>
            <a:lvl5pPr marL="2286038" lvl="4" indent="-304805" algn="l">
              <a:spcBef>
                <a:spcPts val="300"/>
              </a:spcBef>
              <a:spcAft>
                <a:spcPts val="0"/>
              </a:spcAft>
              <a:buClr>
                <a:schemeClr val="lt1"/>
              </a:buClr>
              <a:buSzPts val="1200"/>
              <a:buChar char="−"/>
              <a:defRPr b="0" i="0">
                <a:solidFill>
                  <a:schemeClr val="lt1"/>
                </a:solidFill>
                <a:latin typeface="Roboto"/>
                <a:ea typeface="Roboto"/>
                <a:cs typeface="Roboto"/>
                <a:sym typeface="Roboto"/>
              </a:defRPr>
            </a:lvl5pPr>
            <a:lvl6pPr marL="2743246" lvl="5" indent="-342906" algn="l">
              <a:spcBef>
                <a:spcPts val="360"/>
              </a:spcBef>
              <a:spcAft>
                <a:spcPts val="0"/>
              </a:spcAft>
              <a:buClr>
                <a:schemeClr val="dk1"/>
              </a:buClr>
              <a:buSzPts val="1800"/>
              <a:buChar char="•"/>
              <a:defRPr/>
            </a:lvl6pPr>
            <a:lvl7pPr marL="3200453" lvl="6" indent="-342906" algn="l">
              <a:spcBef>
                <a:spcPts val="360"/>
              </a:spcBef>
              <a:spcAft>
                <a:spcPts val="0"/>
              </a:spcAft>
              <a:buClr>
                <a:schemeClr val="dk1"/>
              </a:buClr>
              <a:buSzPts val="1800"/>
              <a:buChar char="•"/>
              <a:defRPr/>
            </a:lvl7pPr>
            <a:lvl8pPr marL="3657661" lvl="7" indent="-342906" algn="l">
              <a:spcBef>
                <a:spcPts val="360"/>
              </a:spcBef>
              <a:spcAft>
                <a:spcPts val="0"/>
              </a:spcAft>
              <a:buClr>
                <a:schemeClr val="dk1"/>
              </a:buClr>
              <a:buSzPts val="1800"/>
              <a:buChar char="•"/>
              <a:defRPr/>
            </a:lvl8pPr>
            <a:lvl9pPr marL="4114868" lvl="8" indent="-342906" algn="l">
              <a:spcBef>
                <a:spcPts val="360"/>
              </a:spcBef>
              <a:spcAft>
                <a:spcPts val="0"/>
              </a:spcAft>
              <a:buClr>
                <a:schemeClr val="dk1"/>
              </a:buClr>
              <a:buSzPts val="1800"/>
              <a:buChar char="•"/>
              <a:defRPr/>
            </a:lvl9pPr>
          </a:lstStyle>
          <a:p>
            <a:endParaRPr/>
          </a:p>
        </p:txBody>
      </p:sp>
      <p:sp>
        <p:nvSpPr>
          <p:cNvPr id="308" name="Google Shape;308;p58"/>
          <p:cNvSpPr>
            <a:spLocks noGrp="1"/>
          </p:cNvSpPr>
          <p:nvPr>
            <p:ph type="pic" idx="2"/>
          </p:nvPr>
        </p:nvSpPr>
        <p:spPr>
          <a:xfrm>
            <a:off x="7389890" y="1371600"/>
            <a:ext cx="4343445" cy="4572000"/>
          </a:xfrm>
          <a:prstGeom prst="rect">
            <a:avLst/>
          </a:prstGeom>
          <a:solidFill>
            <a:srgbClr val="F2F2F2"/>
          </a:solidFill>
          <a:ln>
            <a:noFill/>
          </a:ln>
        </p:spPr>
        <p:txBody>
          <a:bodyPr spcFirstLastPara="1" wrap="square" lIns="0" tIns="0" rIns="0" bIns="0" anchor="ctr" anchorCtr="0">
            <a:noAutofit/>
          </a:bodyPr>
          <a:lstStyle>
            <a:lvl1pPr marR="0" lvl="0" algn="ctr" rtl="0">
              <a:spcBef>
                <a:spcPts val="1800"/>
              </a:spcBef>
              <a:spcAft>
                <a:spcPts val="0"/>
              </a:spcAft>
              <a:buClr>
                <a:schemeClr val="lt1"/>
              </a:buClr>
              <a:buSzPts val="2000"/>
              <a:buFont typeface="Roboto"/>
              <a:buNone/>
              <a:defRPr sz="2000" b="0" i="0" u="none" strike="noStrike" cap="none">
                <a:solidFill>
                  <a:schemeClr val="lt1"/>
                </a:solidFill>
                <a:latin typeface="Roboto"/>
                <a:ea typeface="Roboto"/>
                <a:cs typeface="Roboto"/>
                <a:sym typeface="Roboto"/>
              </a:defRPr>
            </a:lvl1pPr>
            <a:lvl2pPr marR="0" lvl="1" algn="l" rtl="0">
              <a:spcBef>
                <a:spcPts val="600"/>
              </a:spcBef>
              <a:spcAft>
                <a:spcPts val="0"/>
              </a:spcAft>
              <a:buClr>
                <a:schemeClr val="dk1"/>
              </a:buClr>
              <a:buSzPts val="1800"/>
              <a:buFont typeface="Arial"/>
              <a:buChar char="•"/>
              <a:defRPr sz="1800" b="0" i="0" u="none" strike="noStrike" cap="none">
                <a:solidFill>
                  <a:schemeClr val="dk1"/>
                </a:solidFill>
                <a:latin typeface="Roboto"/>
                <a:ea typeface="Roboto"/>
                <a:cs typeface="Roboto"/>
                <a:sym typeface="Roboto"/>
              </a:defRPr>
            </a:lvl2pPr>
            <a:lvl3pPr marR="0" lvl="2" algn="l" rtl="0">
              <a:spcBef>
                <a:spcPts val="600"/>
              </a:spcBef>
              <a:spcAft>
                <a:spcPts val="0"/>
              </a:spcAft>
              <a:buClr>
                <a:schemeClr val="dk1"/>
              </a:buClr>
              <a:buSzPts val="1600"/>
              <a:buFont typeface="Merriweather Sans"/>
              <a:buChar char="−"/>
              <a:defRPr sz="1600" b="0" i="0" u="none" strike="noStrike" cap="none">
                <a:solidFill>
                  <a:schemeClr val="dk1"/>
                </a:solidFill>
                <a:latin typeface="Roboto"/>
                <a:ea typeface="Roboto"/>
                <a:cs typeface="Roboto"/>
                <a:sym typeface="Roboto"/>
              </a:defRPr>
            </a:lvl3pPr>
            <a:lvl4pPr marR="0" lvl="3" algn="l" rtl="0">
              <a:spcBef>
                <a:spcPts val="300"/>
              </a:spcBef>
              <a:spcAft>
                <a:spcPts val="0"/>
              </a:spcAft>
              <a:buClr>
                <a:schemeClr val="dk1"/>
              </a:buClr>
              <a:buSzPts val="1400"/>
              <a:buFont typeface="Arial"/>
              <a:buChar char="•"/>
              <a:defRPr sz="1400" b="0" i="0" u="none" strike="noStrike" cap="none">
                <a:solidFill>
                  <a:schemeClr val="dk1"/>
                </a:solidFill>
                <a:latin typeface="Roboto"/>
                <a:ea typeface="Roboto"/>
                <a:cs typeface="Roboto"/>
                <a:sym typeface="Roboto"/>
              </a:defRPr>
            </a:lvl4pPr>
            <a:lvl5pPr marR="0" lvl="4" algn="l" rtl="0">
              <a:spcBef>
                <a:spcPts val="300"/>
              </a:spcBef>
              <a:spcAft>
                <a:spcPts val="0"/>
              </a:spcAft>
              <a:buClr>
                <a:schemeClr val="dk1"/>
              </a:buClr>
              <a:buSzPts val="1200"/>
              <a:buFont typeface="Merriweather Sans"/>
              <a:buChar char="−"/>
              <a:defRPr sz="1200" b="0" i="0" u="none" strike="noStrike" cap="none">
                <a:solidFill>
                  <a:schemeClr val="dk1"/>
                </a:solidFill>
                <a:latin typeface="Roboto"/>
                <a:ea typeface="Roboto"/>
                <a:cs typeface="Roboto"/>
                <a:sym typeface="Roboto"/>
              </a:defRPr>
            </a:lvl5pPr>
            <a:lvl6pPr marR="0" lvl="5" algn="l" rtl="0">
              <a:spcBef>
                <a:spcPts val="533"/>
              </a:spcBef>
              <a:spcAft>
                <a:spcPts val="0"/>
              </a:spcAft>
              <a:buClr>
                <a:schemeClr val="dk1"/>
              </a:buClr>
              <a:buSzPts val="2666"/>
              <a:buFont typeface="Arial"/>
              <a:buChar char="•"/>
              <a:defRPr sz="2666" b="0" i="0" u="none" strike="noStrike" cap="none">
                <a:solidFill>
                  <a:schemeClr val="dk1"/>
                </a:solidFill>
                <a:latin typeface="Poppins Medium"/>
                <a:ea typeface="Poppins Medium"/>
                <a:cs typeface="Poppins Medium"/>
                <a:sym typeface="Poppins Medium"/>
              </a:defRPr>
            </a:lvl6pPr>
            <a:lvl7pPr marR="0" lvl="6" algn="l" rtl="0">
              <a:spcBef>
                <a:spcPts val="533"/>
              </a:spcBef>
              <a:spcAft>
                <a:spcPts val="0"/>
              </a:spcAft>
              <a:buClr>
                <a:schemeClr val="dk1"/>
              </a:buClr>
              <a:buSzPts val="2666"/>
              <a:buFont typeface="Arial"/>
              <a:buChar char="•"/>
              <a:defRPr sz="2666" b="0" i="0" u="none" strike="noStrike" cap="none">
                <a:solidFill>
                  <a:schemeClr val="dk1"/>
                </a:solidFill>
                <a:latin typeface="Poppins Medium"/>
                <a:ea typeface="Poppins Medium"/>
                <a:cs typeface="Poppins Medium"/>
                <a:sym typeface="Poppins Medium"/>
              </a:defRPr>
            </a:lvl7pPr>
            <a:lvl8pPr marR="0" lvl="7" algn="l" rtl="0">
              <a:spcBef>
                <a:spcPts val="533"/>
              </a:spcBef>
              <a:spcAft>
                <a:spcPts val="0"/>
              </a:spcAft>
              <a:buClr>
                <a:schemeClr val="dk1"/>
              </a:buClr>
              <a:buSzPts val="2666"/>
              <a:buFont typeface="Arial"/>
              <a:buChar char="•"/>
              <a:defRPr sz="2666" b="0" i="0" u="none" strike="noStrike" cap="none">
                <a:solidFill>
                  <a:schemeClr val="dk1"/>
                </a:solidFill>
                <a:latin typeface="Poppins Medium"/>
                <a:ea typeface="Poppins Medium"/>
                <a:cs typeface="Poppins Medium"/>
                <a:sym typeface="Poppins Medium"/>
              </a:defRPr>
            </a:lvl8pPr>
            <a:lvl9pPr marR="0" lvl="8" algn="l" rtl="0">
              <a:spcBef>
                <a:spcPts val="533"/>
              </a:spcBef>
              <a:spcAft>
                <a:spcPts val="0"/>
              </a:spcAft>
              <a:buClr>
                <a:schemeClr val="dk1"/>
              </a:buClr>
              <a:buSzPts val="2666"/>
              <a:buFont typeface="Arial"/>
              <a:buChar char="•"/>
              <a:defRPr sz="2666" b="0" i="0" u="none" strike="noStrike" cap="none">
                <a:solidFill>
                  <a:schemeClr val="dk1"/>
                </a:solidFill>
                <a:latin typeface="Poppins Medium"/>
                <a:ea typeface="Poppins Medium"/>
                <a:cs typeface="Poppins Medium"/>
                <a:sym typeface="Poppins Medium"/>
              </a:defRPr>
            </a:lvl9pPr>
          </a:lstStyle>
          <a:p>
            <a:endParaRPr/>
          </a:p>
        </p:txBody>
      </p:sp>
      <p:sp>
        <p:nvSpPr>
          <p:cNvPr id="309" name="Google Shape;309;p58"/>
          <p:cNvSpPr txBox="1">
            <a:spLocks noGrp="1"/>
          </p:cNvSpPr>
          <p:nvPr>
            <p:ph type="body" idx="3"/>
          </p:nvPr>
        </p:nvSpPr>
        <p:spPr>
          <a:xfrm>
            <a:off x="7508953" y="6432334"/>
            <a:ext cx="4224381" cy="228601"/>
          </a:xfrm>
          <a:prstGeom prst="rect">
            <a:avLst/>
          </a:prstGeom>
          <a:noFill/>
          <a:ln>
            <a:noFill/>
          </a:ln>
        </p:spPr>
        <p:txBody>
          <a:bodyPr spcFirstLastPara="1" wrap="square" lIns="0" tIns="0" rIns="0" bIns="0" anchor="b" anchorCtr="0">
            <a:noAutofit/>
          </a:bodyPr>
          <a:lstStyle>
            <a:lvl1pPr marL="457207" lvl="0" indent="-228604" algn="r">
              <a:spcBef>
                <a:spcPts val="1800"/>
              </a:spcBef>
              <a:spcAft>
                <a:spcPts val="0"/>
              </a:spcAft>
              <a:buClr>
                <a:schemeClr val="lt1"/>
              </a:buClr>
              <a:buSzPts val="1000"/>
              <a:buFont typeface="Roboto Medium"/>
              <a:buNone/>
              <a:defRPr sz="1000" b="0" i="0">
                <a:solidFill>
                  <a:schemeClr val="lt1"/>
                </a:solidFill>
                <a:latin typeface="Roboto Medium"/>
                <a:ea typeface="Roboto Medium"/>
                <a:cs typeface="Roboto Medium"/>
                <a:sym typeface="Roboto Medium"/>
              </a:defRPr>
            </a:lvl1pPr>
            <a:lvl2pPr marL="914415" lvl="1" indent="-228604" algn="l">
              <a:spcBef>
                <a:spcPts val="600"/>
              </a:spcBef>
              <a:spcAft>
                <a:spcPts val="0"/>
              </a:spcAft>
              <a:buClr>
                <a:schemeClr val="dk1"/>
              </a:buClr>
              <a:buSzPts val="1800"/>
              <a:buNone/>
              <a:defRPr/>
            </a:lvl2pPr>
            <a:lvl3pPr marL="1371622" lvl="2" indent="-342906" algn="l">
              <a:spcBef>
                <a:spcPts val="600"/>
              </a:spcBef>
              <a:spcAft>
                <a:spcPts val="0"/>
              </a:spcAft>
              <a:buClr>
                <a:schemeClr val="dk1"/>
              </a:buClr>
              <a:buSzPts val="1800"/>
              <a:buChar char="−"/>
              <a:defRPr/>
            </a:lvl3pPr>
            <a:lvl4pPr marL="1828831" lvl="3" indent="-342906" algn="l">
              <a:spcBef>
                <a:spcPts val="300"/>
              </a:spcBef>
              <a:spcAft>
                <a:spcPts val="0"/>
              </a:spcAft>
              <a:buClr>
                <a:schemeClr val="dk1"/>
              </a:buClr>
              <a:buSzPts val="1800"/>
              <a:buChar char="•"/>
              <a:defRPr/>
            </a:lvl4pPr>
            <a:lvl5pPr marL="2286038" lvl="4" indent="-342906" algn="l">
              <a:spcBef>
                <a:spcPts val="300"/>
              </a:spcBef>
              <a:spcAft>
                <a:spcPts val="0"/>
              </a:spcAft>
              <a:buClr>
                <a:schemeClr val="dk1"/>
              </a:buClr>
              <a:buSzPts val="1800"/>
              <a:buChar char="−"/>
              <a:defRPr/>
            </a:lvl5pPr>
            <a:lvl6pPr marL="2743246" lvl="5" indent="-342906" algn="l">
              <a:spcBef>
                <a:spcPts val="360"/>
              </a:spcBef>
              <a:spcAft>
                <a:spcPts val="0"/>
              </a:spcAft>
              <a:buClr>
                <a:schemeClr val="dk1"/>
              </a:buClr>
              <a:buSzPts val="1800"/>
              <a:buChar char="•"/>
              <a:defRPr/>
            </a:lvl6pPr>
            <a:lvl7pPr marL="3200453" lvl="6" indent="-342906" algn="l">
              <a:spcBef>
                <a:spcPts val="360"/>
              </a:spcBef>
              <a:spcAft>
                <a:spcPts val="0"/>
              </a:spcAft>
              <a:buClr>
                <a:schemeClr val="dk1"/>
              </a:buClr>
              <a:buSzPts val="1800"/>
              <a:buChar char="•"/>
              <a:defRPr/>
            </a:lvl7pPr>
            <a:lvl8pPr marL="3657661" lvl="7" indent="-342906" algn="l">
              <a:spcBef>
                <a:spcPts val="360"/>
              </a:spcBef>
              <a:spcAft>
                <a:spcPts val="0"/>
              </a:spcAft>
              <a:buClr>
                <a:schemeClr val="dk1"/>
              </a:buClr>
              <a:buSzPts val="1800"/>
              <a:buChar char="•"/>
              <a:defRPr/>
            </a:lvl8pPr>
            <a:lvl9pPr marL="4114868" lvl="8" indent="-342906" algn="l">
              <a:spcBef>
                <a:spcPts val="360"/>
              </a:spcBef>
              <a:spcAft>
                <a:spcPts val="0"/>
              </a:spcAft>
              <a:buClr>
                <a:schemeClr val="dk1"/>
              </a:buClr>
              <a:buSzPts val="1800"/>
              <a:buChar char="•"/>
              <a:defRPr/>
            </a:lvl9pPr>
          </a:lstStyle>
          <a:p>
            <a:endParaRPr/>
          </a:p>
        </p:txBody>
      </p:sp>
      <p:pic>
        <p:nvPicPr>
          <p:cNvPr id="310" name="Google Shape;310;p58" descr="A picture containing drawing&#10;&#10;Description automatically generated"/>
          <p:cNvPicPr preferRelativeResize="0"/>
          <p:nvPr/>
        </p:nvPicPr>
        <p:blipFill rotWithShape="1">
          <a:blip r:embed="rId2">
            <a:alphaModFix/>
          </a:blip>
          <a:srcRect b="31356"/>
          <a:stretch/>
        </p:blipFill>
        <p:spPr>
          <a:xfrm>
            <a:off x="455619" y="6277208"/>
            <a:ext cx="685807" cy="352192"/>
          </a:xfrm>
          <a:prstGeom prst="rect">
            <a:avLst/>
          </a:prstGeom>
          <a:noFill/>
          <a:ln>
            <a:noFill/>
          </a:ln>
        </p:spPr>
      </p:pic>
    </p:spTree>
  </p:cSld>
  <p:clrMapOvr>
    <a:masterClrMapping/>
  </p:clrMapOvr>
  <mc:AlternateContent xmlns:mc="http://schemas.openxmlformats.org/markup-compatibility/2006" xmlns:p14="http://schemas.microsoft.com/office/powerpoint/2010/main">
    <mc:Choice Requires="p14">
      <p:transition p14:dur="250">
        <p:fade/>
      </p:transition>
    </mc:Choice>
    <mc:Fallback xmlns:ahyp="http://schemas.microsoft.com/office/drawing/2018/hyperlinkcolor" xmlns:p15="http://schemas.microsoft.com/office/powerpoint/2012/main" xmlns:com="http://schemas.openxmlformats.org/drawingml/2006/compatibility" xmlns:pvml="urn:schemas-microsoft-com:office:powerpoint" xmlns:v="urn:schemas-microsoft-com:vml" xmlns:o="urn:schemas-microsoft-com:office:office" xmlns:dgm="http://schemas.openxmlformats.org/drawingml/2006/diagram" xmlns:c="http://schemas.openxmlformats.org/drawingml/2006/chart" xmlns:mv="urn:schemas-microsoft-com:mac:vml" xmlns="">
      <p:transition>
        <p:fade/>
      </p:transition>
    </mc:Fallback>
  </mc:AlternateContent>
</p:sldLayout>
</file>

<file path=ppt/slideLayouts/slideLayout57.xml><?xml version="1.0" encoding="utf-8"?>
<p:sldLayout xmlns:a="http://schemas.openxmlformats.org/drawingml/2006/main" xmlns:r="http://schemas.openxmlformats.org/officeDocument/2006/relationships" xmlns:p="http://schemas.openxmlformats.org/presentationml/2006/main" matchingName="HYUNDAI  Title | Text | HP Image">
  <p:cSld name="HYUNDAI  Title | Text | HP Image">
    <p:bg>
      <p:bgPr>
        <a:solidFill>
          <a:schemeClr val="dk2"/>
        </a:solidFill>
        <a:effectLst/>
      </p:bgPr>
    </p:bg>
    <p:spTree>
      <p:nvGrpSpPr>
        <p:cNvPr id="1" name="Shape 311"/>
        <p:cNvGrpSpPr/>
        <p:nvPr/>
      </p:nvGrpSpPr>
      <p:grpSpPr>
        <a:xfrm>
          <a:off x="0" y="0"/>
          <a:ext cx="0" cy="0"/>
          <a:chOff x="0" y="0"/>
          <a:chExt cx="0" cy="0"/>
        </a:xfrm>
      </p:grpSpPr>
      <p:sp>
        <p:nvSpPr>
          <p:cNvPr id="312" name="Google Shape;312;p59"/>
          <p:cNvSpPr>
            <a:spLocks noGrp="1"/>
          </p:cNvSpPr>
          <p:nvPr>
            <p:ph type="pic" idx="2"/>
          </p:nvPr>
        </p:nvSpPr>
        <p:spPr>
          <a:xfrm>
            <a:off x="6094473" y="0"/>
            <a:ext cx="6094476" cy="6858000"/>
          </a:xfrm>
          <a:prstGeom prst="rect">
            <a:avLst/>
          </a:prstGeom>
          <a:solidFill>
            <a:srgbClr val="F2F2F2"/>
          </a:solidFill>
          <a:ln>
            <a:noFill/>
          </a:ln>
        </p:spPr>
        <p:txBody>
          <a:bodyPr spcFirstLastPara="1" wrap="square" lIns="0" tIns="0" rIns="0" bIns="0" anchor="ctr" anchorCtr="0">
            <a:noAutofit/>
          </a:bodyPr>
          <a:lstStyle>
            <a:lvl1pPr marR="0" lvl="0" algn="ctr" rtl="0">
              <a:spcBef>
                <a:spcPts val="1800"/>
              </a:spcBef>
              <a:spcAft>
                <a:spcPts val="0"/>
              </a:spcAft>
              <a:buClr>
                <a:schemeClr val="lt1"/>
              </a:buClr>
              <a:buSzPts val="2000"/>
              <a:buFont typeface="Roboto"/>
              <a:buNone/>
              <a:defRPr sz="2000" b="0" i="0" u="none" strike="noStrike" cap="none">
                <a:solidFill>
                  <a:schemeClr val="lt1"/>
                </a:solidFill>
                <a:latin typeface="Roboto"/>
                <a:ea typeface="Roboto"/>
                <a:cs typeface="Roboto"/>
                <a:sym typeface="Roboto"/>
              </a:defRPr>
            </a:lvl1pPr>
            <a:lvl2pPr marR="0" lvl="1" algn="l" rtl="0">
              <a:spcBef>
                <a:spcPts val="600"/>
              </a:spcBef>
              <a:spcAft>
                <a:spcPts val="0"/>
              </a:spcAft>
              <a:buClr>
                <a:schemeClr val="dk1"/>
              </a:buClr>
              <a:buSzPts val="1800"/>
              <a:buFont typeface="Arial"/>
              <a:buChar char="•"/>
              <a:defRPr sz="1800" b="0" i="0" u="none" strike="noStrike" cap="none">
                <a:solidFill>
                  <a:schemeClr val="dk1"/>
                </a:solidFill>
                <a:latin typeface="Roboto"/>
                <a:ea typeface="Roboto"/>
                <a:cs typeface="Roboto"/>
                <a:sym typeface="Roboto"/>
              </a:defRPr>
            </a:lvl2pPr>
            <a:lvl3pPr marR="0" lvl="2" algn="l" rtl="0">
              <a:spcBef>
                <a:spcPts val="600"/>
              </a:spcBef>
              <a:spcAft>
                <a:spcPts val="0"/>
              </a:spcAft>
              <a:buClr>
                <a:schemeClr val="dk1"/>
              </a:buClr>
              <a:buSzPts val="1600"/>
              <a:buFont typeface="Merriweather Sans"/>
              <a:buChar char="−"/>
              <a:defRPr sz="1600" b="0" i="0" u="none" strike="noStrike" cap="none">
                <a:solidFill>
                  <a:schemeClr val="dk1"/>
                </a:solidFill>
                <a:latin typeface="Roboto"/>
                <a:ea typeface="Roboto"/>
                <a:cs typeface="Roboto"/>
                <a:sym typeface="Roboto"/>
              </a:defRPr>
            </a:lvl3pPr>
            <a:lvl4pPr marR="0" lvl="3" algn="l" rtl="0">
              <a:spcBef>
                <a:spcPts val="300"/>
              </a:spcBef>
              <a:spcAft>
                <a:spcPts val="0"/>
              </a:spcAft>
              <a:buClr>
                <a:schemeClr val="dk1"/>
              </a:buClr>
              <a:buSzPts val="1400"/>
              <a:buFont typeface="Arial"/>
              <a:buChar char="•"/>
              <a:defRPr sz="1400" b="0" i="0" u="none" strike="noStrike" cap="none">
                <a:solidFill>
                  <a:schemeClr val="dk1"/>
                </a:solidFill>
                <a:latin typeface="Roboto"/>
                <a:ea typeface="Roboto"/>
                <a:cs typeface="Roboto"/>
                <a:sym typeface="Roboto"/>
              </a:defRPr>
            </a:lvl4pPr>
            <a:lvl5pPr marR="0" lvl="4" algn="l" rtl="0">
              <a:spcBef>
                <a:spcPts val="300"/>
              </a:spcBef>
              <a:spcAft>
                <a:spcPts val="0"/>
              </a:spcAft>
              <a:buClr>
                <a:schemeClr val="dk1"/>
              </a:buClr>
              <a:buSzPts val="1200"/>
              <a:buFont typeface="Merriweather Sans"/>
              <a:buChar char="−"/>
              <a:defRPr sz="1200" b="0" i="0" u="none" strike="noStrike" cap="none">
                <a:solidFill>
                  <a:schemeClr val="dk1"/>
                </a:solidFill>
                <a:latin typeface="Roboto"/>
                <a:ea typeface="Roboto"/>
                <a:cs typeface="Roboto"/>
                <a:sym typeface="Roboto"/>
              </a:defRPr>
            </a:lvl5pPr>
            <a:lvl6pPr marR="0" lvl="5" algn="l" rtl="0">
              <a:spcBef>
                <a:spcPts val="533"/>
              </a:spcBef>
              <a:spcAft>
                <a:spcPts val="0"/>
              </a:spcAft>
              <a:buClr>
                <a:schemeClr val="dk1"/>
              </a:buClr>
              <a:buSzPts val="2666"/>
              <a:buFont typeface="Arial"/>
              <a:buChar char="•"/>
              <a:defRPr sz="2666" b="0" i="0" u="none" strike="noStrike" cap="none">
                <a:solidFill>
                  <a:schemeClr val="dk1"/>
                </a:solidFill>
                <a:latin typeface="Poppins Medium"/>
                <a:ea typeface="Poppins Medium"/>
                <a:cs typeface="Poppins Medium"/>
                <a:sym typeface="Poppins Medium"/>
              </a:defRPr>
            </a:lvl6pPr>
            <a:lvl7pPr marR="0" lvl="6" algn="l" rtl="0">
              <a:spcBef>
                <a:spcPts val="533"/>
              </a:spcBef>
              <a:spcAft>
                <a:spcPts val="0"/>
              </a:spcAft>
              <a:buClr>
                <a:schemeClr val="dk1"/>
              </a:buClr>
              <a:buSzPts val="2666"/>
              <a:buFont typeface="Arial"/>
              <a:buChar char="•"/>
              <a:defRPr sz="2666" b="0" i="0" u="none" strike="noStrike" cap="none">
                <a:solidFill>
                  <a:schemeClr val="dk1"/>
                </a:solidFill>
                <a:latin typeface="Poppins Medium"/>
                <a:ea typeface="Poppins Medium"/>
                <a:cs typeface="Poppins Medium"/>
                <a:sym typeface="Poppins Medium"/>
              </a:defRPr>
            </a:lvl7pPr>
            <a:lvl8pPr marR="0" lvl="7" algn="l" rtl="0">
              <a:spcBef>
                <a:spcPts val="533"/>
              </a:spcBef>
              <a:spcAft>
                <a:spcPts val="0"/>
              </a:spcAft>
              <a:buClr>
                <a:schemeClr val="dk1"/>
              </a:buClr>
              <a:buSzPts val="2666"/>
              <a:buFont typeface="Arial"/>
              <a:buChar char="•"/>
              <a:defRPr sz="2666" b="0" i="0" u="none" strike="noStrike" cap="none">
                <a:solidFill>
                  <a:schemeClr val="dk1"/>
                </a:solidFill>
                <a:latin typeface="Poppins Medium"/>
                <a:ea typeface="Poppins Medium"/>
                <a:cs typeface="Poppins Medium"/>
                <a:sym typeface="Poppins Medium"/>
              </a:defRPr>
            </a:lvl8pPr>
            <a:lvl9pPr marR="0" lvl="8" algn="l" rtl="0">
              <a:spcBef>
                <a:spcPts val="533"/>
              </a:spcBef>
              <a:spcAft>
                <a:spcPts val="0"/>
              </a:spcAft>
              <a:buClr>
                <a:schemeClr val="dk1"/>
              </a:buClr>
              <a:buSzPts val="2666"/>
              <a:buFont typeface="Arial"/>
              <a:buChar char="•"/>
              <a:defRPr sz="2666" b="0" i="0" u="none" strike="noStrike" cap="none">
                <a:solidFill>
                  <a:schemeClr val="dk1"/>
                </a:solidFill>
                <a:latin typeface="Poppins Medium"/>
                <a:ea typeface="Poppins Medium"/>
                <a:cs typeface="Poppins Medium"/>
                <a:sym typeface="Poppins Medium"/>
              </a:defRPr>
            </a:lvl9pPr>
          </a:lstStyle>
          <a:p>
            <a:endParaRPr/>
          </a:p>
        </p:txBody>
      </p:sp>
      <p:sp>
        <p:nvSpPr>
          <p:cNvPr id="313" name="Google Shape;313;p59"/>
          <p:cNvSpPr txBox="1">
            <a:spLocks noGrp="1"/>
          </p:cNvSpPr>
          <p:nvPr>
            <p:ph type="title"/>
          </p:nvPr>
        </p:nvSpPr>
        <p:spPr>
          <a:xfrm>
            <a:off x="455618" y="491681"/>
            <a:ext cx="5029251" cy="524543"/>
          </a:xfrm>
          <a:prstGeom prst="rect">
            <a:avLst/>
          </a:prstGeom>
          <a:noFill/>
          <a:ln>
            <a:noFill/>
          </a:ln>
        </p:spPr>
        <p:txBody>
          <a:bodyPr spcFirstLastPara="1" wrap="square" lIns="0" tIns="0" rIns="0" bIns="0" anchor="t" anchorCtr="0">
            <a:noAutofit/>
          </a:bodyPr>
          <a:lstStyle>
            <a:lvl1pPr lvl="0" algn="l">
              <a:lnSpc>
                <a:spcPct val="80000"/>
              </a:lnSpc>
              <a:spcBef>
                <a:spcPts val="0"/>
              </a:spcBef>
              <a:spcAft>
                <a:spcPts val="0"/>
              </a:spcAft>
              <a:buClr>
                <a:schemeClr val="lt1"/>
              </a:buClr>
              <a:buSzPts val="3200"/>
              <a:buFont typeface="Roboto Medium"/>
              <a:buNone/>
              <a:defRPr b="0">
                <a:solidFill>
                  <a:schemeClr val="lt1"/>
                </a:solidFill>
              </a:defRPr>
            </a:lvl1pPr>
            <a:lvl2pPr lvl="1">
              <a:spcBef>
                <a:spcPts val="0"/>
              </a:spcBef>
              <a:spcAft>
                <a:spcPts val="0"/>
              </a:spcAft>
              <a:buSzPts val="1400"/>
              <a:buNone/>
              <a:defRPr/>
            </a:lvl2pPr>
            <a:lvl3pPr lvl="2">
              <a:spcBef>
                <a:spcPts val="0"/>
              </a:spcBef>
              <a:spcAft>
                <a:spcPts val="0"/>
              </a:spcAft>
              <a:buSzPts val="1400"/>
              <a:buNone/>
              <a:defRPr/>
            </a:lvl3pPr>
            <a:lvl4pPr lvl="3">
              <a:spcBef>
                <a:spcPts val="0"/>
              </a:spcBef>
              <a:spcAft>
                <a:spcPts val="0"/>
              </a:spcAft>
              <a:buSzPts val="1400"/>
              <a:buNone/>
              <a:defRPr/>
            </a:lvl4pPr>
            <a:lvl5pPr lvl="4">
              <a:spcBef>
                <a:spcPts val="0"/>
              </a:spcBef>
              <a:spcAft>
                <a:spcPts val="0"/>
              </a:spcAft>
              <a:buSzPts val="1400"/>
              <a:buNone/>
              <a:defRPr/>
            </a:lvl5pPr>
            <a:lvl6pPr lvl="5">
              <a:spcBef>
                <a:spcPts val="0"/>
              </a:spcBef>
              <a:spcAft>
                <a:spcPts val="0"/>
              </a:spcAft>
              <a:buSzPts val="1400"/>
              <a:buNone/>
              <a:defRPr/>
            </a:lvl6pPr>
            <a:lvl7pPr lvl="6">
              <a:spcBef>
                <a:spcPts val="0"/>
              </a:spcBef>
              <a:spcAft>
                <a:spcPts val="0"/>
              </a:spcAft>
              <a:buSzPts val="1400"/>
              <a:buNone/>
              <a:defRPr/>
            </a:lvl7pPr>
            <a:lvl8pPr lvl="7">
              <a:spcBef>
                <a:spcPts val="0"/>
              </a:spcBef>
              <a:spcAft>
                <a:spcPts val="0"/>
              </a:spcAft>
              <a:buSzPts val="1400"/>
              <a:buNone/>
              <a:defRPr/>
            </a:lvl8pPr>
            <a:lvl9pPr lvl="8">
              <a:spcBef>
                <a:spcPts val="0"/>
              </a:spcBef>
              <a:spcAft>
                <a:spcPts val="0"/>
              </a:spcAft>
              <a:buSzPts val="1400"/>
              <a:buNone/>
              <a:defRPr/>
            </a:lvl9pPr>
          </a:lstStyle>
          <a:p>
            <a:endParaRPr/>
          </a:p>
        </p:txBody>
      </p:sp>
      <p:sp>
        <p:nvSpPr>
          <p:cNvPr id="314" name="Google Shape;314;p59"/>
          <p:cNvSpPr txBox="1">
            <a:spLocks noGrp="1"/>
          </p:cNvSpPr>
          <p:nvPr>
            <p:ph type="body" idx="1"/>
          </p:nvPr>
        </p:nvSpPr>
        <p:spPr>
          <a:xfrm>
            <a:off x="455618" y="2971800"/>
            <a:ext cx="5029251" cy="2971800"/>
          </a:xfrm>
          <a:prstGeom prst="rect">
            <a:avLst/>
          </a:prstGeom>
          <a:noFill/>
          <a:ln>
            <a:noFill/>
          </a:ln>
        </p:spPr>
        <p:txBody>
          <a:bodyPr spcFirstLastPara="1" wrap="square" lIns="0" tIns="0" rIns="0" bIns="0" anchor="t" anchorCtr="0">
            <a:noAutofit/>
          </a:bodyPr>
          <a:lstStyle>
            <a:lvl1pPr marL="457207" lvl="0" indent="-228604" algn="l">
              <a:lnSpc>
                <a:spcPct val="100000"/>
              </a:lnSpc>
              <a:spcBef>
                <a:spcPts val="1800"/>
              </a:spcBef>
              <a:spcAft>
                <a:spcPts val="0"/>
              </a:spcAft>
              <a:buClr>
                <a:schemeClr val="lt1"/>
              </a:buClr>
              <a:buSzPts val="2000"/>
              <a:buFont typeface="Roboto"/>
              <a:buNone/>
              <a:defRPr b="0" i="0">
                <a:solidFill>
                  <a:schemeClr val="lt1"/>
                </a:solidFill>
                <a:latin typeface="Roboto"/>
                <a:ea typeface="Roboto"/>
                <a:cs typeface="Roboto"/>
                <a:sym typeface="Roboto"/>
              </a:defRPr>
            </a:lvl1pPr>
            <a:lvl2pPr marL="914415" lvl="1" indent="-342906" algn="l">
              <a:spcBef>
                <a:spcPts val="600"/>
              </a:spcBef>
              <a:spcAft>
                <a:spcPts val="0"/>
              </a:spcAft>
              <a:buClr>
                <a:schemeClr val="lt1"/>
              </a:buClr>
              <a:buSzPts val="1800"/>
              <a:buChar char="•"/>
              <a:defRPr b="0" i="0">
                <a:solidFill>
                  <a:schemeClr val="lt1"/>
                </a:solidFill>
                <a:latin typeface="Roboto"/>
                <a:ea typeface="Roboto"/>
                <a:cs typeface="Roboto"/>
                <a:sym typeface="Roboto"/>
              </a:defRPr>
            </a:lvl2pPr>
            <a:lvl3pPr marL="1371622" lvl="2" indent="-330205" algn="l">
              <a:spcBef>
                <a:spcPts val="600"/>
              </a:spcBef>
              <a:spcAft>
                <a:spcPts val="0"/>
              </a:spcAft>
              <a:buClr>
                <a:schemeClr val="lt1"/>
              </a:buClr>
              <a:buSzPts val="1600"/>
              <a:buChar char="−"/>
              <a:defRPr b="0" i="0">
                <a:solidFill>
                  <a:schemeClr val="lt1"/>
                </a:solidFill>
                <a:latin typeface="Roboto"/>
                <a:ea typeface="Roboto"/>
                <a:cs typeface="Roboto"/>
                <a:sym typeface="Roboto"/>
              </a:defRPr>
            </a:lvl3pPr>
            <a:lvl4pPr marL="1828831" lvl="3" indent="-317506" algn="l">
              <a:lnSpc>
                <a:spcPct val="100000"/>
              </a:lnSpc>
              <a:spcBef>
                <a:spcPts val="300"/>
              </a:spcBef>
              <a:spcAft>
                <a:spcPts val="0"/>
              </a:spcAft>
              <a:buClr>
                <a:schemeClr val="lt1"/>
              </a:buClr>
              <a:buSzPts val="1400"/>
              <a:buChar char="•"/>
              <a:defRPr b="0" i="0">
                <a:solidFill>
                  <a:schemeClr val="lt1"/>
                </a:solidFill>
                <a:latin typeface="Roboto"/>
                <a:ea typeface="Roboto"/>
                <a:cs typeface="Roboto"/>
                <a:sym typeface="Roboto"/>
              </a:defRPr>
            </a:lvl4pPr>
            <a:lvl5pPr marL="2286038" lvl="4" indent="-304805" algn="l">
              <a:spcBef>
                <a:spcPts val="300"/>
              </a:spcBef>
              <a:spcAft>
                <a:spcPts val="0"/>
              </a:spcAft>
              <a:buClr>
                <a:schemeClr val="lt1"/>
              </a:buClr>
              <a:buSzPts val="1200"/>
              <a:buChar char="−"/>
              <a:defRPr b="0" i="0">
                <a:solidFill>
                  <a:schemeClr val="lt1"/>
                </a:solidFill>
                <a:latin typeface="Roboto"/>
                <a:ea typeface="Roboto"/>
                <a:cs typeface="Roboto"/>
                <a:sym typeface="Roboto"/>
              </a:defRPr>
            </a:lvl5pPr>
            <a:lvl6pPr marL="2743246" lvl="5" indent="-342906" algn="l">
              <a:spcBef>
                <a:spcPts val="360"/>
              </a:spcBef>
              <a:spcAft>
                <a:spcPts val="0"/>
              </a:spcAft>
              <a:buClr>
                <a:schemeClr val="dk1"/>
              </a:buClr>
              <a:buSzPts val="1800"/>
              <a:buChar char="•"/>
              <a:defRPr/>
            </a:lvl6pPr>
            <a:lvl7pPr marL="3200453" lvl="6" indent="-342906" algn="l">
              <a:spcBef>
                <a:spcPts val="360"/>
              </a:spcBef>
              <a:spcAft>
                <a:spcPts val="0"/>
              </a:spcAft>
              <a:buClr>
                <a:schemeClr val="dk1"/>
              </a:buClr>
              <a:buSzPts val="1800"/>
              <a:buChar char="•"/>
              <a:defRPr/>
            </a:lvl7pPr>
            <a:lvl8pPr marL="3657661" lvl="7" indent="-342906" algn="l">
              <a:spcBef>
                <a:spcPts val="360"/>
              </a:spcBef>
              <a:spcAft>
                <a:spcPts val="0"/>
              </a:spcAft>
              <a:buClr>
                <a:schemeClr val="dk1"/>
              </a:buClr>
              <a:buSzPts val="1800"/>
              <a:buChar char="•"/>
              <a:defRPr/>
            </a:lvl8pPr>
            <a:lvl9pPr marL="4114868" lvl="8" indent="-342906" algn="l">
              <a:spcBef>
                <a:spcPts val="360"/>
              </a:spcBef>
              <a:spcAft>
                <a:spcPts val="0"/>
              </a:spcAft>
              <a:buClr>
                <a:schemeClr val="dk1"/>
              </a:buClr>
              <a:buSzPts val="1800"/>
              <a:buChar char="•"/>
              <a:defRPr/>
            </a:lvl9pPr>
          </a:lstStyle>
          <a:p>
            <a:endParaRPr/>
          </a:p>
        </p:txBody>
      </p:sp>
      <p:sp>
        <p:nvSpPr>
          <p:cNvPr id="315" name="Google Shape;315;p59"/>
          <p:cNvSpPr txBox="1">
            <a:spLocks noGrp="1"/>
          </p:cNvSpPr>
          <p:nvPr>
            <p:ph type="body" idx="3"/>
          </p:nvPr>
        </p:nvSpPr>
        <p:spPr>
          <a:xfrm>
            <a:off x="7508953" y="6432334"/>
            <a:ext cx="4224381" cy="228601"/>
          </a:xfrm>
          <a:prstGeom prst="rect">
            <a:avLst/>
          </a:prstGeom>
          <a:noFill/>
          <a:ln>
            <a:noFill/>
          </a:ln>
        </p:spPr>
        <p:txBody>
          <a:bodyPr spcFirstLastPara="1" wrap="square" lIns="0" tIns="0" rIns="0" bIns="0" anchor="b" anchorCtr="0">
            <a:noAutofit/>
          </a:bodyPr>
          <a:lstStyle>
            <a:lvl1pPr marL="457207" lvl="0" indent="-228604" algn="r">
              <a:spcBef>
                <a:spcPts val="1800"/>
              </a:spcBef>
              <a:spcAft>
                <a:spcPts val="0"/>
              </a:spcAft>
              <a:buClr>
                <a:schemeClr val="lt1"/>
              </a:buClr>
              <a:buSzPts val="1000"/>
              <a:buFont typeface="Roboto Medium"/>
              <a:buNone/>
              <a:defRPr sz="1000" b="0" i="0">
                <a:solidFill>
                  <a:schemeClr val="lt1"/>
                </a:solidFill>
                <a:latin typeface="Roboto Medium"/>
                <a:ea typeface="Roboto Medium"/>
                <a:cs typeface="Roboto Medium"/>
                <a:sym typeface="Roboto Medium"/>
              </a:defRPr>
            </a:lvl1pPr>
            <a:lvl2pPr marL="914415" lvl="1" indent="-228604" algn="l">
              <a:spcBef>
                <a:spcPts val="600"/>
              </a:spcBef>
              <a:spcAft>
                <a:spcPts val="0"/>
              </a:spcAft>
              <a:buClr>
                <a:schemeClr val="dk1"/>
              </a:buClr>
              <a:buSzPts val="1800"/>
              <a:buNone/>
              <a:defRPr/>
            </a:lvl2pPr>
            <a:lvl3pPr marL="1371622" lvl="2" indent="-342906" algn="l">
              <a:spcBef>
                <a:spcPts val="600"/>
              </a:spcBef>
              <a:spcAft>
                <a:spcPts val="0"/>
              </a:spcAft>
              <a:buClr>
                <a:schemeClr val="dk1"/>
              </a:buClr>
              <a:buSzPts val="1800"/>
              <a:buChar char="−"/>
              <a:defRPr/>
            </a:lvl3pPr>
            <a:lvl4pPr marL="1828831" lvl="3" indent="-342906" algn="l">
              <a:spcBef>
                <a:spcPts val="300"/>
              </a:spcBef>
              <a:spcAft>
                <a:spcPts val="0"/>
              </a:spcAft>
              <a:buClr>
                <a:schemeClr val="dk1"/>
              </a:buClr>
              <a:buSzPts val="1800"/>
              <a:buChar char="•"/>
              <a:defRPr/>
            </a:lvl4pPr>
            <a:lvl5pPr marL="2286038" lvl="4" indent="-342906" algn="l">
              <a:spcBef>
                <a:spcPts val="300"/>
              </a:spcBef>
              <a:spcAft>
                <a:spcPts val="0"/>
              </a:spcAft>
              <a:buClr>
                <a:schemeClr val="dk1"/>
              </a:buClr>
              <a:buSzPts val="1800"/>
              <a:buChar char="−"/>
              <a:defRPr/>
            </a:lvl5pPr>
            <a:lvl6pPr marL="2743246" lvl="5" indent="-342906" algn="l">
              <a:spcBef>
                <a:spcPts val="360"/>
              </a:spcBef>
              <a:spcAft>
                <a:spcPts val="0"/>
              </a:spcAft>
              <a:buClr>
                <a:schemeClr val="dk1"/>
              </a:buClr>
              <a:buSzPts val="1800"/>
              <a:buChar char="•"/>
              <a:defRPr/>
            </a:lvl6pPr>
            <a:lvl7pPr marL="3200453" lvl="6" indent="-342906" algn="l">
              <a:spcBef>
                <a:spcPts val="360"/>
              </a:spcBef>
              <a:spcAft>
                <a:spcPts val="0"/>
              </a:spcAft>
              <a:buClr>
                <a:schemeClr val="dk1"/>
              </a:buClr>
              <a:buSzPts val="1800"/>
              <a:buChar char="•"/>
              <a:defRPr/>
            </a:lvl7pPr>
            <a:lvl8pPr marL="3657661" lvl="7" indent="-342906" algn="l">
              <a:spcBef>
                <a:spcPts val="360"/>
              </a:spcBef>
              <a:spcAft>
                <a:spcPts val="0"/>
              </a:spcAft>
              <a:buClr>
                <a:schemeClr val="dk1"/>
              </a:buClr>
              <a:buSzPts val="1800"/>
              <a:buChar char="•"/>
              <a:defRPr/>
            </a:lvl8pPr>
            <a:lvl9pPr marL="4114868" lvl="8" indent="-342906" algn="l">
              <a:spcBef>
                <a:spcPts val="360"/>
              </a:spcBef>
              <a:spcAft>
                <a:spcPts val="0"/>
              </a:spcAft>
              <a:buClr>
                <a:schemeClr val="dk1"/>
              </a:buClr>
              <a:buSzPts val="1800"/>
              <a:buChar char="•"/>
              <a:defRPr/>
            </a:lvl9pPr>
          </a:lstStyle>
          <a:p>
            <a:endParaRPr/>
          </a:p>
        </p:txBody>
      </p:sp>
      <p:pic>
        <p:nvPicPr>
          <p:cNvPr id="316" name="Google Shape;316;p59" descr="A picture containing drawing&#10;&#10;Description automatically generated"/>
          <p:cNvPicPr preferRelativeResize="0"/>
          <p:nvPr/>
        </p:nvPicPr>
        <p:blipFill rotWithShape="1">
          <a:blip r:embed="rId2">
            <a:alphaModFix/>
          </a:blip>
          <a:srcRect b="31356"/>
          <a:stretch/>
        </p:blipFill>
        <p:spPr>
          <a:xfrm>
            <a:off x="455619" y="6277208"/>
            <a:ext cx="685807" cy="352192"/>
          </a:xfrm>
          <a:prstGeom prst="rect">
            <a:avLst/>
          </a:prstGeom>
          <a:noFill/>
          <a:ln>
            <a:noFill/>
          </a:ln>
        </p:spPr>
      </p:pic>
    </p:spTree>
  </p:cSld>
  <p:clrMapOvr>
    <a:masterClrMapping/>
  </p:clrMapOvr>
  <mc:AlternateContent xmlns:mc="http://schemas.openxmlformats.org/markup-compatibility/2006" xmlns:p14="http://schemas.microsoft.com/office/powerpoint/2010/main">
    <mc:Choice Requires="p14">
      <p:transition p14:dur="250">
        <p:fade/>
      </p:transition>
    </mc:Choice>
    <mc:Fallback xmlns:ahyp="http://schemas.microsoft.com/office/drawing/2018/hyperlinkcolor" xmlns:p15="http://schemas.microsoft.com/office/powerpoint/2012/main" xmlns:com="http://schemas.openxmlformats.org/drawingml/2006/compatibility" xmlns:pvml="urn:schemas-microsoft-com:office:powerpoint" xmlns:v="urn:schemas-microsoft-com:vml" xmlns:o="urn:schemas-microsoft-com:office:office" xmlns:dgm="http://schemas.openxmlformats.org/drawingml/2006/diagram" xmlns:c="http://schemas.openxmlformats.org/drawingml/2006/chart" xmlns:mv="urn:schemas-microsoft-com:mac:vml" xmlns="">
      <p:transition>
        <p:fade/>
      </p:transition>
    </mc:Fallback>
  </mc:AlternateContent>
</p:sldLayout>
</file>

<file path=ppt/slideLayouts/slideLayout58.xml><?xml version="1.0" encoding="utf-8"?>
<p:sldLayout xmlns:a="http://schemas.openxmlformats.org/drawingml/2006/main" xmlns:r="http://schemas.openxmlformats.org/officeDocument/2006/relationships" xmlns:p="http://schemas.openxmlformats.org/presentationml/2006/main" matchingName="HYUNDAI  Title">
  <p:cSld name="HYUNDAI  Title">
    <p:bg>
      <p:bgPr>
        <a:solidFill>
          <a:schemeClr val="dk2"/>
        </a:solidFill>
        <a:effectLst/>
      </p:bgPr>
    </p:bg>
    <p:spTree>
      <p:nvGrpSpPr>
        <p:cNvPr id="1" name="Shape 317"/>
        <p:cNvGrpSpPr/>
        <p:nvPr/>
      </p:nvGrpSpPr>
      <p:grpSpPr>
        <a:xfrm>
          <a:off x="0" y="0"/>
          <a:ext cx="0" cy="0"/>
          <a:chOff x="0" y="0"/>
          <a:chExt cx="0" cy="0"/>
        </a:xfrm>
      </p:grpSpPr>
      <p:sp>
        <p:nvSpPr>
          <p:cNvPr id="318" name="Google Shape;318;p60"/>
          <p:cNvSpPr txBox="1">
            <a:spLocks noGrp="1"/>
          </p:cNvSpPr>
          <p:nvPr>
            <p:ph type="title"/>
          </p:nvPr>
        </p:nvSpPr>
        <p:spPr>
          <a:xfrm>
            <a:off x="455618" y="460685"/>
            <a:ext cx="8915492" cy="524543"/>
          </a:xfrm>
          <a:prstGeom prst="rect">
            <a:avLst/>
          </a:prstGeom>
          <a:noFill/>
          <a:ln>
            <a:noFill/>
          </a:ln>
        </p:spPr>
        <p:txBody>
          <a:bodyPr spcFirstLastPara="1" wrap="square" lIns="0" tIns="0" rIns="0" bIns="0" anchor="t" anchorCtr="0">
            <a:noAutofit/>
          </a:bodyPr>
          <a:lstStyle>
            <a:lvl1pPr lvl="0" algn="l">
              <a:lnSpc>
                <a:spcPct val="80000"/>
              </a:lnSpc>
              <a:spcBef>
                <a:spcPts val="0"/>
              </a:spcBef>
              <a:spcAft>
                <a:spcPts val="0"/>
              </a:spcAft>
              <a:buClr>
                <a:schemeClr val="lt1"/>
              </a:buClr>
              <a:buSzPts val="3200"/>
              <a:buFont typeface="Roboto Medium"/>
              <a:buNone/>
              <a:defRPr>
                <a:solidFill>
                  <a:schemeClr val="lt1"/>
                </a:solidFill>
              </a:defRPr>
            </a:lvl1pPr>
            <a:lvl2pPr lvl="1">
              <a:spcBef>
                <a:spcPts val="0"/>
              </a:spcBef>
              <a:spcAft>
                <a:spcPts val="0"/>
              </a:spcAft>
              <a:buSzPts val="1400"/>
              <a:buNone/>
              <a:defRPr/>
            </a:lvl2pPr>
            <a:lvl3pPr lvl="2">
              <a:spcBef>
                <a:spcPts val="0"/>
              </a:spcBef>
              <a:spcAft>
                <a:spcPts val="0"/>
              </a:spcAft>
              <a:buSzPts val="1400"/>
              <a:buNone/>
              <a:defRPr/>
            </a:lvl3pPr>
            <a:lvl4pPr lvl="3">
              <a:spcBef>
                <a:spcPts val="0"/>
              </a:spcBef>
              <a:spcAft>
                <a:spcPts val="0"/>
              </a:spcAft>
              <a:buSzPts val="1400"/>
              <a:buNone/>
              <a:defRPr/>
            </a:lvl4pPr>
            <a:lvl5pPr lvl="4">
              <a:spcBef>
                <a:spcPts val="0"/>
              </a:spcBef>
              <a:spcAft>
                <a:spcPts val="0"/>
              </a:spcAft>
              <a:buSzPts val="1400"/>
              <a:buNone/>
              <a:defRPr/>
            </a:lvl5pPr>
            <a:lvl6pPr lvl="5">
              <a:spcBef>
                <a:spcPts val="0"/>
              </a:spcBef>
              <a:spcAft>
                <a:spcPts val="0"/>
              </a:spcAft>
              <a:buSzPts val="1400"/>
              <a:buNone/>
              <a:defRPr/>
            </a:lvl6pPr>
            <a:lvl7pPr lvl="6">
              <a:spcBef>
                <a:spcPts val="0"/>
              </a:spcBef>
              <a:spcAft>
                <a:spcPts val="0"/>
              </a:spcAft>
              <a:buSzPts val="1400"/>
              <a:buNone/>
              <a:defRPr/>
            </a:lvl7pPr>
            <a:lvl8pPr lvl="7">
              <a:spcBef>
                <a:spcPts val="0"/>
              </a:spcBef>
              <a:spcAft>
                <a:spcPts val="0"/>
              </a:spcAft>
              <a:buSzPts val="1400"/>
              <a:buNone/>
              <a:defRPr/>
            </a:lvl8pPr>
            <a:lvl9pPr lvl="8">
              <a:spcBef>
                <a:spcPts val="0"/>
              </a:spcBef>
              <a:spcAft>
                <a:spcPts val="0"/>
              </a:spcAft>
              <a:buSzPts val="1400"/>
              <a:buNone/>
              <a:defRPr/>
            </a:lvl9pPr>
          </a:lstStyle>
          <a:p>
            <a:endParaRPr/>
          </a:p>
        </p:txBody>
      </p:sp>
      <p:sp>
        <p:nvSpPr>
          <p:cNvPr id="319" name="Google Shape;319;p60"/>
          <p:cNvSpPr txBox="1">
            <a:spLocks noGrp="1"/>
          </p:cNvSpPr>
          <p:nvPr>
            <p:ph type="body" idx="1"/>
          </p:nvPr>
        </p:nvSpPr>
        <p:spPr>
          <a:xfrm>
            <a:off x="7508953" y="6432334"/>
            <a:ext cx="4224381" cy="228601"/>
          </a:xfrm>
          <a:prstGeom prst="rect">
            <a:avLst/>
          </a:prstGeom>
          <a:noFill/>
          <a:ln>
            <a:noFill/>
          </a:ln>
        </p:spPr>
        <p:txBody>
          <a:bodyPr spcFirstLastPara="1" wrap="square" lIns="0" tIns="0" rIns="0" bIns="0" anchor="b" anchorCtr="0">
            <a:noAutofit/>
          </a:bodyPr>
          <a:lstStyle>
            <a:lvl1pPr marL="457207" lvl="0" indent="-228604" algn="r">
              <a:spcBef>
                <a:spcPts val="1800"/>
              </a:spcBef>
              <a:spcAft>
                <a:spcPts val="0"/>
              </a:spcAft>
              <a:buClr>
                <a:schemeClr val="lt1"/>
              </a:buClr>
              <a:buSzPts val="1000"/>
              <a:buFont typeface="Roboto Medium"/>
              <a:buNone/>
              <a:defRPr sz="1000" b="0" i="0">
                <a:solidFill>
                  <a:schemeClr val="lt1"/>
                </a:solidFill>
                <a:latin typeface="Roboto Medium"/>
                <a:ea typeface="Roboto Medium"/>
                <a:cs typeface="Roboto Medium"/>
                <a:sym typeface="Roboto Medium"/>
              </a:defRPr>
            </a:lvl1pPr>
            <a:lvl2pPr marL="914415" lvl="1" indent="-228604" algn="l">
              <a:spcBef>
                <a:spcPts val="600"/>
              </a:spcBef>
              <a:spcAft>
                <a:spcPts val="0"/>
              </a:spcAft>
              <a:buClr>
                <a:schemeClr val="dk1"/>
              </a:buClr>
              <a:buSzPts val="1800"/>
              <a:buNone/>
              <a:defRPr/>
            </a:lvl2pPr>
            <a:lvl3pPr marL="1371622" lvl="2" indent="-342906" algn="l">
              <a:spcBef>
                <a:spcPts val="600"/>
              </a:spcBef>
              <a:spcAft>
                <a:spcPts val="0"/>
              </a:spcAft>
              <a:buClr>
                <a:schemeClr val="dk1"/>
              </a:buClr>
              <a:buSzPts val="1800"/>
              <a:buChar char="−"/>
              <a:defRPr/>
            </a:lvl3pPr>
            <a:lvl4pPr marL="1828831" lvl="3" indent="-342906" algn="l">
              <a:spcBef>
                <a:spcPts val="300"/>
              </a:spcBef>
              <a:spcAft>
                <a:spcPts val="0"/>
              </a:spcAft>
              <a:buClr>
                <a:schemeClr val="dk1"/>
              </a:buClr>
              <a:buSzPts val="1800"/>
              <a:buChar char="•"/>
              <a:defRPr/>
            </a:lvl4pPr>
            <a:lvl5pPr marL="2286038" lvl="4" indent="-342906" algn="l">
              <a:spcBef>
                <a:spcPts val="300"/>
              </a:spcBef>
              <a:spcAft>
                <a:spcPts val="0"/>
              </a:spcAft>
              <a:buClr>
                <a:schemeClr val="dk1"/>
              </a:buClr>
              <a:buSzPts val="1800"/>
              <a:buChar char="−"/>
              <a:defRPr/>
            </a:lvl5pPr>
            <a:lvl6pPr marL="2743246" lvl="5" indent="-342906" algn="l">
              <a:spcBef>
                <a:spcPts val="360"/>
              </a:spcBef>
              <a:spcAft>
                <a:spcPts val="0"/>
              </a:spcAft>
              <a:buClr>
                <a:schemeClr val="dk1"/>
              </a:buClr>
              <a:buSzPts val="1800"/>
              <a:buChar char="•"/>
              <a:defRPr/>
            </a:lvl6pPr>
            <a:lvl7pPr marL="3200453" lvl="6" indent="-342906" algn="l">
              <a:spcBef>
                <a:spcPts val="360"/>
              </a:spcBef>
              <a:spcAft>
                <a:spcPts val="0"/>
              </a:spcAft>
              <a:buClr>
                <a:schemeClr val="dk1"/>
              </a:buClr>
              <a:buSzPts val="1800"/>
              <a:buChar char="•"/>
              <a:defRPr/>
            </a:lvl7pPr>
            <a:lvl8pPr marL="3657661" lvl="7" indent="-342906" algn="l">
              <a:spcBef>
                <a:spcPts val="360"/>
              </a:spcBef>
              <a:spcAft>
                <a:spcPts val="0"/>
              </a:spcAft>
              <a:buClr>
                <a:schemeClr val="dk1"/>
              </a:buClr>
              <a:buSzPts val="1800"/>
              <a:buChar char="•"/>
              <a:defRPr/>
            </a:lvl8pPr>
            <a:lvl9pPr marL="4114868" lvl="8" indent="-342906" algn="l">
              <a:spcBef>
                <a:spcPts val="360"/>
              </a:spcBef>
              <a:spcAft>
                <a:spcPts val="0"/>
              </a:spcAft>
              <a:buClr>
                <a:schemeClr val="dk1"/>
              </a:buClr>
              <a:buSzPts val="1800"/>
              <a:buChar char="•"/>
              <a:defRPr/>
            </a:lvl9pPr>
          </a:lstStyle>
          <a:p>
            <a:endParaRPr/>
          </a:p>
        </p:txBody>
      </p:sp>
      <p:pic>
        <p:nvPicPr>
          <p:cNvPr id="320" name="Google Shape;320;p60" descr="A picture containing drawing&#10;&#10;Description automatically generated"/>
          <p:cNvPicPr preferRelativeResize="0"/>
          <p:nvPr/>
        </p:nvPicPr>
        <p:blipFill rotWithShape="1">
          <a:blip r:embed="rId2">
            <a:alphaModFix/>
          </a:blip>
          <a:srcRect b="31356"/>
          <a:stretch/>
        </p:blipFill>
        <p:spPr>
          <a:xfrm>
            <a:off x="455619" y="6277208"/>
            <a:ext cx="685807" cy="352192"/>
          </a:xfrm>
          <a:prstGeom prst="rect">
            <a:avLst/>
          </a:prstGeom>
          <a:noFill/>
          <a:ln>
            <a:noFill/>
          </a:ln>
        </p:spPr>
      </p:pic>
    </p:spTree>
  </p:cSld>
  <p:clrMapOvr>
    <a:masterClrMapping/>
  </p:clrMapOvr>
  <mc:AlternateContent xmlns:mc="http://schemas.openxmlformats.org/markup-compatibility/2006" xmlns:p14="http://schemas.microsoft.com/office/powerpoint/2010/main">
    <mc:Choice Requires="p14">
      <p:transition p14:dur="250">
        <p:fade/>
      </p:transition>
    </mc:Choice>
    <mc:Fallback xmlns:ahyp="http://schemas.microsoft.com/office/drawing/2018/hyperlinkcolor" xmlns:p15="http://schemas.microsoft.com/office/powerpoint/2012/main" xmlns:com="http://schemas.openxmlformats.org/drawingml/2006/compatibility" xmlns:pvml="urn:schemas-microsoft-com:office:powerpoint" xmlns:v="urn:schemas-microsoft-com:vml" xmlns:o="urn:schemas-microsoft-com:office:office" xmlns:dgm="http://schemas.openxmlformats.org/drawingml/2006/diagram" xmlns:c="http://schemas.openxmlformats.org/drawingml/2006/chart" xmlns:mv="urn:schemas-microsoft-com:mac:vml" xmlns="">
      <p:transition>
        <p:fade/>
      </p:transition>
    </mc:Fallback>
  </mc:AlternateContent>
</p:sldLayout>
</file>

<file path=ppt/slideLayouts/slideLayout59.xml><?xml version="1.0" encoding="utf-8"?>
<p:sldLayout xmlns:a="http://schemas.openxmlformats.org/drawingml/2006/main" xmlns:r="http://schemas.openxmlformats.org/officeDocument/2006/relationships" xmlns:p="http://schemas.openxmlformats.org/presentationml/2006/main" matchingName="HYUNDAI  1Col Subhead | Title | Text">
  <p:cSld name="HYUNDAI  1Col Subhead | Title | Text">
    <p:bg>
      <p:bgPr>
        <a:solidFill>
          <a:schemeClr val="dk2"/>
        </a:solidFill>
        <a:effectLst/>
      </p:bgPr>
    </p:bg>
    <p:spTree>
      <p:nvGrpSpPr>
        <p:cNvPr id="1" name="Shape 321"/>
        <p:cNvGrpSpPr/>
        <p:nvPr/>
      </p:nvGrpSpPr>
      <p:grpSpPr>
        <a:xfrm>
          <a:off x="0" y="0"/>
          <a:ext cx="0" cy="0"/>
          <a:chOff x="0" y="0"/>
          <a:chExt cx="0" cy="0"/>
        </a:xfrm>
      </p:grpSpPr>
      <p:sp>
        <p:nvSpPr>
          <p:cNvPr id="322" name="Google Shape;322;p61"/>
          <p:cNvSpPr txBox="1">
            <a:spLocks noGrp="1"/>
          </p:cNvSpPr>
          <p:nvPr>
            <p:ph type="title"/>
          </p:nvPr>
        </p:nvSpPr>
        <p:spPr>
          <a:xfrm>
            <a:off x="455618" y="731522"/>
            <a:ext cx="8915492" cy="524543"/>
          </a:xfrm>
          <a:prstGeom prst="rect">
            <a:avLst/>
          </a:prstGeom>
          <a:noFill/>
          <a:ln>
            <a:noFill/>
          </a:ln>
        </p:spPr>
        <p:txBody>
          <a:bodyPr spcFirstLastPara="1" wrap="square" lIns="0" tIns="0" rIns="0" bIns="0" anchor="t" anchorCtr="0">
            <a:noAutofit/>
          </a:bodyPr>
          <a:lstStyle>
            <a:lvl1pPr lvl="0" algn="l">
              <a:lnSpc>
                <a:spcPct val="80000"/>
              </a:lnSpc>
              <a:spcBef>
                <a:spcPts val="0"/>
              </a:spcBef>
              <a:spcAft>
                <a:spcPts val="0"/>
              </a:spcAft>
              <a:buClr>
                <a:schemeClr val="lt1"/>
              </a:buClr>
              <a:buSzPts val="3200"/>
              <a:buFont typeface="Roboto Medium"/>
              <a:buNone/>
              <a:defRPr b="0">
                <a:solidFill>
                  <a:schemeClr val="lt1"/>
                </a:solidFill>
              </a:defRPr>
            </a:lvl1pPr>
            <a:lvl2pPr lvl="1">
              <a:spcBef>
                <a:spcPts val="0"/>
              </a:spcBef>
              <a:spcAft>
                <a:spcPts val="0"/>
              </a:spcAft>
              <a:buSzPts val="1400"/>
              <a:buNone/>
              <a:defRPr/>
            </a:lvl2pPr>
            <a:lvl3pPr lvl="2">
              <a:spcBef>
                <a:spcPts val="0"/>
              </a:spcBef>
              <a:spcAft>
                <a:spcPts val="0"/>
              </a:spcAft>
              <a:buSzPts val="1400"/>
              <a:buNone/>
              <a:defRPr/>
            </a:lvl3pPr>
            <a:lvl4pPr lvl="3">
              <a:spcBef>
                <a:spcPts val="0"/>
              </a:spcBef>
              <a:spcAft>
                <a:spcPts val="0"/>
              </a:spcAft>
              <a:buSzPts val="1400"/>
              <a:buNone/>
              <a:defRPr/>
            </a:lvl4pPr>
            <a:lvl5pPr lvl="4">
              <a:spcBef>
                <a:spcPts val="0"/>
              </a:spcBef>
              <a:spcAft>
                <a:spcPts val="0"/>
              </a:spcAft>
              <a:buSzPts val="1400"/>
              <a:buNone/>
              <a:defRPr/>
            </a:lvl5pPr>
            <a:lvl6pPr lvl="5">
              <a:spcBef>
                <a:spcPts val="0"/>
              </a:spcBef>
              <a:spcAft>
                <a:spcPts val="0"/>
              </a:spcAft>
              <a:buSzPts val="1400"/>
              <a:buNone/>
              <a:defRPr/>
            </a:lvl6pPr>
            <a:lvl7pPr lvl="6">
              <a:spcBef>
                <a:spcPts val="0"/>
              </a:spcBef>
              <a:spcAft>
                <a:spcPts val="0"/>
              </a:spcAft>
              <a:buSzPts val="1400"/>
              <a:buNone/>
              <a:defRPr/>
            </a:lvl7pPr>
            <a:lvl8pPr lvl="7">
              <a:spcBef>
                <a:spcPts val="0"/>
              </a:spcBef>
              <a:spcAft>
                <a:spcPts val="0"/>
              </a:spcAft>
              <a:buSzPts val="1400"/>
              <a:buNone/>
              <a:defRPr/>
            </a:lvl8pPr>
            <a:lvl9pPr lvl="8">
              <a:spcBef>
                <a:spcPts val="0"/>
              </a:spcBef>
              <a:spcAft>
                <a:spcPts val="0"/>
              </a:spcAft>
              <a:buSzPts val="1400"/>
              <a:buNone/>
              <a:defRPr/>
            </a:lvl9pPr>
          </a:lstStyle>
          <a:p>
            <a:endParaRPr/>
          </a:p>
        </p:txBody>
      </p:sp>
      <p:sp>
        <p:nvSpPr>
          <p:cNvPr id="323" name="Google Shape;323;p61"/>
          <p:cNvSpPr txBox="1">
            <a:spLocks noGrp="1"/>
          </p:cNvSpPr>
          <p:nvPr>
            <p:ph type="body" idx="1"/>
          </p:nvPr>
        </p:nvSpPr>
        <p:spPr>
          <a:xfrm>
            <a:off x="455618" y="2971800"/>
            <a:ext cx="8915492" cy="2971800"/>
          </a:xfrm>
          <a:prstGeom prst="rect">
            <a:avLst/>
          </a:prstGeom>
          <a:noFill/>
          <a:ln>
            <a:noFill/>
          </a:ln>
        </p:spPr>
        <p:txBody>
          <a:bodyPr spcFirstLastPara="1" wrap="square" lIns="0" tIns="0" rIns="0" bIns="0" anchor="t" anchorCtr="0">
            <a:noAutofit/>
          </a:bodyPr>
          <a:lstStyle>
            <a:lvl1pPr marL="457207" lvl="0" indent="-228604" algn="l">
              <a:spcBef>
                <a:spcPts val="1800"/>
              </a:spcBef>
              <a:spcAft>
                <a:spcPts val="0"/>
              </a:spcAft>
              <a:buClr>
                <a:schemeClr val="lt1"/>
              </a:buClr>
              <a:buSzPts val="2000"/>
              <a:buFont typeface="Roboto"/>
              <a:buNone/>
              <a:defRPr b="0" i="0">
                <a:solidFill>
                  <a:schemeClr val="lt1"/>
                </a:solidFill>
                <a:latin typeface="Roboto"/>
                <a:ea typeface="Roboto"/>
                <a:cs typeface="Roboto"/>
                <a:sym typeface="Roboto"/>
              </a:defRPr>
            </a:lvl1pPr>
            <a:lvl2pPr marL="914415" lvl="1" indent="-342906" algn="l">
              <a:spcBef>
                <a:spcPts val="600"/>
              </a:spcBef>
              <a:spcAft>
                <a:spcPts val="0"/>
              </a:spcAft>
              <a:buClr>
                <a:schemeClr val="lt1"/>
              </a:buClr>
              <a:buSzPts val="1800"/>
              <a:buChar char="•"/>
              <a:defRPr b="0" i="0">
                <a:solidFill>
                  <a:schemeClr val="lt1"/>
                </a:solidFill>
                <a:latin typeface="Roboto"/>
                <a:ea typeface="Roboto"/>
                <a:cs typeface="Roboto"/>
                <a:sym typeface="Roboto"/>
              </a:defRPr>
            </a:lvl2pPr>
            <a:lvl3pPr marL="1371622" lvl="2" indent="-330205" algn="l">
              <a:spcBef>
                <a:spcPts val="600"/>
              </a:spcBef>
              <a:spcAft>
                <a:spcPts val="0"/>
              </a:spcAft>
              <a:buClr>
                <a:schemeClr val="lt1"/>
              </a:buClr>
              <a:buSzPts val="1600"/>
              <a:buChar char="−"/>
              <a:defRPr b="0" i="0">
                <a:solidFill>
                  <a:schemeClr val="lt1"/>
                </a:solidFill>
                <a:latin typeface="Roboto"/>
                <a:ea typeface="Roboto"/>
                <a:cs typeface="Roboto"/>
                <a:sym typeface="Roboto"/>
              </a:defRPr>
            </a:lvl3pPr>
            <a:lvl4pPr marL="1828831" lvl="3" indent="-317506" algn="l">
              <a:spcBef>
                <a:spcPts val="300"/>
              </a:spcBef>
              <a:spcAft>
                <a:spcPts val="0"/>
              </a:spcAft>
              <a:buClr>
                <a:schemeClr val="lt1"/>
              </a:buClr>
              <a:buSzPts val="1400"/>
              <a:buChar char="•"/>
              <a:defRPr b="0" i="0">
                <a:solidFill>
                  <a:schemeClr val="lt1"/>
                </a:solidFill>
                <a:latin typeface="Roboto"/>
                <a:ea typeface="Roboto"/>
                <a:cs typeface="Roboto"/>
                <a:sym typeface="Roboto"/>
              </a:defRPr>
            </a:lvl4pPr>
            <a:lvl5pPr marL="2286038" lvl="4" indent="-304805" algn="l">
              <a:spcBef>
                <a:spcPts val="300"/>
              </a:spcBef>
              <a:spcAft>
                <a:spcPts val="0"/>
              </a:spcAft>
              <a:buClr>
                <a:schemeClr val="lt1"/>
              </a:buClr>
              <a:buSzPts val="1200"/>
              <a:buChar char="−"/>
              <a:defRPr b="0" i="0">
                <a:solidFill>
                  <a:schemeClr val="lt1"/>
                </a:solidFill>
                <a:latin typeface="Roboto"/>
                <a:ea typeface="Roboto"/>
                <a:cs typeface="Roboto"/>
                <a:sym typeface="Roboto"/>
              </a:defRPr>
            </a:lvl5pPr>
            <a:lvl6pPr marL="2743246" lvl="5" indent="-342906" algn="l">
              <a:spcBef>
                <a:spcPts val="360"/>
              </a:spcBef>
              <a:spcAft>
                <a:spcPts val="0"/>
              </a:spcAft>
              <a:buClr>
                <a:schemeClr val="dk1"/>
              </a:buClr>
              <a:buSzPts val="1800"/>
              <a:buChar char="•"/>
              <a:defRPr/>
            </a:lvl6pPr>
            <a:lvl7pPr marL="3200453" lvl="6" indent="-342906" algn="l">
              <a:spcBef>
                <a:spcPts val="360"/>
              </a:spcBef>
              <a:spcAft>
                <a:spcPts val="0"/>
              </a:spcAft>
              <a:buClr>
                <a:schemeClr val="dk1"/>
              </a:buClr>
              <a:buSzPts val="1800"/>
              <a:buChar char="•"/>
              <a:defRPr/>
            </a:lvl7pPr>
            <a:lvl8pPr marL="3657661" lvl="7" indent="-342906" algn="l">
              <a:spcBef>
                <a:spcPts val="360"/>
              </a:spcBef>
              <a:spcAft>
                <a:spcPts val="0"/>
              </a:spcAft>
              <a:buClr>
                <a:schemeClr val="dk1"/>
              </a:buClr>
              <a:buSzPts val="1800"/>
              <a:buChar char="•"/>
              <a:defRPr/>
            </a:lvl8pPr>
            <a:lvl9pPr marL="4114868" lvl="8" indent="-342906" algn="l">
              <a:spcBef>
                <a:spcPts val="360"/>
              </a:spcBef>
              <a:spcAft>
                <a:spcPts val="0"/>
              </a:spcAft>
              <a:buClr>
                <a:schemeClr val="dk1"/>
              </a:buClr>
              <a:buSzPts val="1800"/>
              <a:buChar char="•"/>
              <a:defRPr/>
            </a:lvl9pPr>
          </a:lstStyle>
          <a:p>
            <a:endParaRPr/>
          </a:p>
        </p:txBody>
      </p:sp>
      <p:sp>
        <p:nvSpPr>
          <p:cNvPr id="324" name="Google Shape;324;p61"/>
          <p:cNvSpPr txBox="1">
            <a:spLocks noGrp="1"/>
          </p:cNvSpPr>
          <p:nvPr>
            <p:ph type="body" idx="2"/>
          </p:nvPr>
        </p:nvSpPr>
        <p:spPr>
          <a:xfrm>
            <a:off x="455618" y="460685"/>
            <a:ext cx="8915492" cy="229235"/>
          </a:xfrm>
          <a:prstGeom prst="rect">
            <a:avLst/>
          </a:prstGeom>
          <a:noFill/>
          <a:ln>
            <a:noFill/>
          </a:ln>
        </p:spPr>
        <p:txBody>
          <a:bodyPr spcFirstLastPara="1" wrap="square" lIns="0" tIns="0" rIns="0" bIns="0" anchor="t" anchorCtr="0">
            <a:noAutofit/>
          </a:bodyPr>
          <a:lstStyle>
            <a:lvl1pPr marL="457207" lvl="0" indent="-228604" algn="l">
              <a:spcBef>
                <a:spcPts val="1800"/>
              </a:spcBef>
              <a:spcAft>
                <a:spcPts val="0"/>
              </a:spcAft>
              <a:buClr>
                <a:schemeClr val="accent2"/>
              </a:buClr>
              <a:buSzPts val="1400"/>
              <a:buFont typeface="Roboto Medium"/>
              <a:buNone/>
              <a:defRPr sz="1400" b="0" i="0">
                <a:solidFill>
                  <a:schemeClr val="accent2"/>
                </a:solidFill>
                <a:latin typeface="Roboto Medium"/>
                <a:ea typeface="Roboto Medium"/>
                <a:cs typeface="Roboto Medium"/>
                <a:sym typeface="Roboto Medium"/>
              </a:defRPr>
            </a:lvl1pPr>
            <a:lvl2pPr marL="914415" lvl="1" indent="-228604" algn="l">
              <a:spcBef>
                <a:spcPts val="600"/>
              </a:spcBef>
              <a:spcAft>
                <a:spcPts val="0"/>
              </a:spcAft>
              <a:buClr>
                <a:schemeClr val="dk1"/>
              </a:buClr>
              <a:buSzPts val="1800"/>
              <a:buNone/>
              <a:defRPr/>
            </a:lvl2pPr>
            <a:lvl3pPr marL="1371622" lvl="2" indent="-342906" algn="l">
              <a:spcBef>
                <a:spcPts val="600"/>
              </a:spcBef>
              <a:spcAft>
                <a:spcPts val="0"/>
              </a:spcAft>
              <a:buClr>
                <a:schemeClr val="dk1"/>
              </a:buClr>
              <a:buSzPts val="1800"/>
              <a:buChar char="−"/>
              <a:defRPr/>
            </a:lvl3pPr>
            <a:lvl4pPr marL="1828831" lvl="3" indent="-342906" algn="l">
              <a:spcBef>
                <a:spcPts val="300"/>
              </a:spcBef>
              <a:spcAft>
                <a:spcPts val="0"/>
              </a:spcAft>
              <a:buClr>
                <a:schemeClr val="dk1"/>
              </a:buClr>
              <a:buSzPts val="1800"/>
              <a:buChar char="•"/>
              <a:defRPr/>
            </a:lvl4pPr>
            <a:lvl5pPr marL="2286038" lvl="4" indent="-342906" algn="l">
              <a:spcBef>
                <a:spcPts val="300"/>
              </a:spcBef>
              <a:spcAft>
                <a:spcPts val="0"/>
              </a:spcAft>
              <a:buClr>
                <a:schemeClr val="dk1"/>
              </a:buClr>
              <a:buSzPts val="1800"/>
              <a:buChar char="−"/>
              <a:defRPr/>
            </a:lvl5pPr>
            <a:lvl6pPr marL="2743246" lvl="5" indent="-342906" algn="l">
              <a:spcBef>
                <a:spcPts val="360"/>
              </a:spcBef>
              <a:spcAft>
                <a:spcPts val="0"/>
              </a:spcAft>
              <a:buClr>
                <a:schemeClr val="dk1"/>
              </a:buClr>
              <a:buSzPts val="1800"/>
              <a:buChar char="•"/>
              <a:defRPr/>
            </a:lvl6pPr>
            <a:lvl7pPr marL="3200453" lvl="6" indent="-342906" algn="l">
              <a:spcBef>
                <a:spcPts val="360"/>
              </a:spcBef>
              <a:spcAft>
                <a:spcPts val="0"/>
              </a:spcAft>
              <a:buClr>
                <a:schemeClr val="dk1"/>
              </a:buClr>
              <a:buSzPts val="1800"/>
              <a:buChar char="•"/>
              <a:defRPr/>
            </a:lvl7pPr>
            <a:lvl8pPr marL="3657661" lvl="7" indent="-342906" algn="l">
              <a:spcBef>
                <a:spcPts val="360"/>
              </a:spcBef>
              <a:spcAft>
                <a:spcPts val="0"/>
              </a:spcAft>
              <a:buClr>
                <a:schemeClr val="dk1"/>
              </a:buClr>
              <a:buSzPts val="1800"/>
              <a:buChar char="•"/>
              <a:defRPr/>
            </a:lvl8pPr>
            <a:lvl9pPr marL="4114868" lvl="8" indent="-342906" algn="l">
              <a:spcBef>
                <a:spcPts val="360"/>
              </a:spcBef>
              <a:spcAft>
                <a:spcPts val="0"/>
              </a:spcAft>
              <a:buClr>
                <a:schemeClr val="dk1"/>
              </a:buClr>
              <a:buSzPts val="1800"/>
              <a:buChar char="•"/>
              <a:defRPr/>
            </a:lvl9pPr>
          </a:lstStyle>
          <a:p>
            <a:endParaRPr/>
          </a:p>
        </p:txBody>
      </p:sp>
      <p:sp>
        <p:nvSpPr>
          <p:cNvPr id="325" name="Google Shape;325;p61"/>
          <p:cNvSpPr txBox="1">
            <a:spLocks noGrp="1"/>
          </p:cNvSpPr>
          <p:nvPr>
            <p:ph type="body" idx="3"/>
          </p:nvPr>
        </p:nvSpPr>
        <p:spPr>
          <a:xfrm>
            <a:off x="7508953" y="6432334"/>
            <a:ext cx="4224381" cy="228601"/>
          </a:xfrm>
          <a:prstGeom prst="rect">
            <a:avLst/>
          </a:prstGeom>
          <a:noFill/>
          <a:ln>
            <a:noFill/>
          </a:ln>
        </p:spPr>
        <p:txBody>
          <a:bodyPr spcFirstLastPara="1" wrap="square" lIns="0" tIns="0" rIns="0" bIns="0" anchor="b" anchorCtr="0">
            <a:noAutofit/>
          </a:bodyPr>
          <a:lstStyle>
            <a:lvl1pPr marL="457207" lvl="0" indent="-228604" algn="r">
              <a:spcBef>
                <a:spcPts val="1800"/>
              </a:spcBef>
              <a:spcAft>
                <a:spcPts val="0"/>
              </a:spcAft>
              <a:buClr>
                <a:schemeClr val="lt1"/>
              </a:buClr>
              <a:buSzPts val="1000"/>
              <a:buFont typeface="Roboto Medium"/>
              <a:buNone/>
              <a:defRPr sz="1000" b="0" i="0">
                <a:solidFill>
                  <a:schemeClr val="lt1"/>
                </a:solidFill>
                <a:latin typeface="Roboto Medium"/>
                <a:ea typeface="Roboto Medium"/>
                <a:cs typeface="Roboto Medium"/>
                <a:sym typeface="Roboto Medium"/>
              </a:defRPr>
            </a:lvl1pPr>
            <a:lvl2pPr marL="914415" lvl="1" indent="-228604" algn="l">
              <a:spcBef>
                <a:spcPts val="600"/>
              </a:spcBef>
              <a:spcAft>
                <a:spcPts val="0"/>
              </a:spcAft>
              <a:buClr>
                <a:schemeClr val="dk1"/>
              </a:buClr>
              <a:buSzPts val="1800"/>
              <a:buNone/>
              <a:defRPr/>
            </a:lvl2pPr>
            <a:lvl3pPr marL="1371622" lvl="2" indent="-342906" algn="l">
              <a:spcBef>
                <a:spcPts val="600"/>
              </a:spcBef>
              <a:spcAft>
                <a:spcPts val="0"/>
              </a:spcAft>
              <a:buClr>
                <a:schemeClr val="dk1"/>
              </a:buClr>
              <a:buSzPts val="1800"/>
              <a:buChar char="−"/>
              <a:defRPr/>
            </a:lvl3pPr>
            <a:lvl4pPr marL="1828831" lvl="3" indent="-342906" algn="l">
              <a:spcBef>
                <a:spcPts val="300"/>
              </a:spcBef>
              <a:spcAft>
                <a:spcPts val="0"/>
              </a:spcAft>
              <a:buClr>
                <a:schemeClr val="dk1"/>
              </a:buClr>
              <a:buSzPts val="1800"/>
              <a:buChar char="•"/>
              <a:defRPr/>
            </a:lvl4pPr>
            <a:lvl5pPr marL="2286038" lvl="4" indent="-342906" algn="l">
              <a:spcBef>
                <a:spcPts val="300"/>
              </a:spcBef>
              <a:spcAft>
                <a:spcPts val="0"/>
              </a:spcAft>
              <a:buClr>
                <a:schemeClr val="dk1"/>
              </a:buClr>
              <a:buSzPts val="1800"/>
              <a:buChar char="−"/>
              <a:defRPr/>
            </a:lvl5pPr>
            <a:lvl6pPr marL="2743246" lvl="5" indent="-342906" algn="l">
              <a:spcBef>
                <a:spcPts val="360"/>
              </a:spcBef>
              <a:spcAft>
                <a:spcPts val="0"/>
              </a:spcAft>
              <a:buClr>
                <a:schemeClr val="dk1"/>
              </a:buClr>
              <a:buSzPts val="1800"/>
              <a:buChar char="•"/>
              <a:defRPr/>
            </a:lvl6pPr>
            <a:lvl7pPr marL="3200453" lvl="6" indent="-342906" algn="l">
              <a:spcBef>
                <a:spcPts val="360"/>
              </a:spcBef>
              <a:spcAft>
                <a:spcPts val="0"/>
              </a:spcAft>
              <a:buClr>
                <a:schemeClr val="dk1"/>
              </a:buClr>
              <a:buSzPts val="1800"/>
              <a:buChar char="•"/>
              <a:defRPr/>
            </a:lvl7pPr>
            <a:lvl8pPr marL="3657661" lvl="7" indent="-342906" algn="l">
              <a:spcBef>
                <a:spcPts val="360"/>
              </a:spcBef>
              <a:spcAft>
                <a:spcPts val="0"/>
              </a:spcAft>
              <a:buClr>
                <a:schemeClr val="dk1"/>
              </a:buClr>
              <a:buSzPts val="1800"/>
              <a:buChar char="•"/>
              <a:defRPr/>
            </a:lvl8pPr>
            <a:lvl9pPr marL="4114868" lvl="8" indent="-342906" algn="l">
              <a:spcBef>
                <a:spcPts val="360"/>
              </a:spcBef>
              <a:spcAft>
                <a:spcPts val="0"/>
              </a:spcAft>
              <a:buClr>
                <a:schemeClr val="dk1"/>
              </a:buClr>
              <a:buSzPts val="1800"/>
              <a:buChar char="•"/>
              <a:defRPr/>
            </a:lvl9pPr>
          </a:lstStyle>
          <a:p>
            <a:endParaRPr/>
          </a:p>
        </p:txBody>
      </p:sp>
      <p:pic>
        <p:nvPicPr>
          <p:cNvPr id="326" name="Google Shape;326;p61" descr="A picture containing drawing&#10;&#10;Description automatically generated"/>
          <p:cNvPicPr preferRelativeResize="0"/>
          <p:nvPr/>
        </p:nvPicPr>
        <p:blipFill rotWithShape="1">
          <a:blip r:embed="rId2">
            <a:alphaModFix/>
          </a:blip>
          <a:srcRect b="31356"/>
          <a:stretch/>
        </p:blipFill>
        <p:spPr>
          <a:xfrm>
            <a:off x="455619" y="6277208"/>
            <a:ext cx="685807" cy="352192"/>
          </a:xfrm>
          <a:prstGeom prst="rect">
            <a:avLst/>
          </a:prstGeom>
          <a:noFill/>
          <a:ln>
            <a:noFill/>
          </a:ln>
        </p:spPr>
      </p:pic>
    </p:spTree>
  </p:cSld>
  <p:clrMapOvr>
    <a:masterClrMapping/>
  </p:clrMapOvr>
  <mc:AlternateContent xmlns:mc="http://schemas.openxmlformats.org/markup-compatibility/2006" xmlns:p14="http://schemas.microsoft.com/office/powerpoint/2010/main">
    <mc:Choice Requires="p14">
      <p:transition p14:dur="250">
        <p:fade/>
      </p:transition>
    </mc:Choice>
    <mc:Fallback xmlns:ahyp="http://schemas.microsoft.com/office/drawing/2018/hyperlinkcolor" xmlns:p15="http://schemas.microsoft.com/office/powerpoint/2012/main" xmlns:com="http://schemas.openxmlformats.org/drawingml/2006/compatibility" xmlns:pvml="urn:schemas-microsoft-com:office:powerpoint" xmlns:v="urn:schemas-microsoft-com:vml" xmlns:o="urn:schemas-microsoft-com:office:office" xmlns:dgm="http://schemas.openxmlformats.org/drawingml/2006/diagram" xmlns:c="http://schemas.openxmlformats.org/drawingml/2006/chart" xmlns:mv="urn:schemas-microsoft-com:mac:vml" xmlns="">
      <p:transition>
        <p:fade/>
      </p:transition>
    </mc:Fallback>
  </mc:AlternateContent>
</p:sldLayout>
</file>

<file path=ppt/slideLayouts/slideLayout60.xml><?xml version="1.0" encoding="utf-8"?>
<p:sldLayout xmlns:a="http://schemas.openxmlformats.org/drawingml/2006/main" xmlns:r="http://schemas.openxmlformats.org/officeDocument/2006/relationships" xmlns:p="http://schemas.openxmlformats.org/presentationml/2006/main" matchingName="HYUNDAI 2Col Subhead | Title | Text">
  <p:cSld name="HYUNDAI 2Col Subhead | Title | Text">
    <p:bg>
      <p:bgPr>
        <a:solidFill>
          <a:schemeClr val="dk2"/>
        </a:solidFill>
        <a:effectLst/>
      </p:bgPr>
    </p:bg>
    <p:spTree>
      <p:nvGrpSpPr>
        <p:cNvPr id="1" name="Shape 327"/>
        <p:cNvGrpSpPr/>
        <p:nvPr/>
      </p:nvGrpSpPr>
      <p:grpSpPr>
        <a:xfrm>
          <a:off x="0" y="0"/>
          <a:ext cx="0" cy="0"/>
          <a:chOff x="0" y="0"/>
          <a:chExt cx="0" cy="0"/>
        </a:xfrm>
      </p:grpSpPr>
      <p:sp>
        <p:nvSpPr>
          <p:cNvPr id="328" name="Google Shape;328;p62"/>
          <p:cNvSpPr txBox="1">
            <a:spLocks noGrp="1"/>
          </p:cNvSpPr>
          <p:nvPr>
            <p:ph type="title"/>
          </p:nvPr>
        </p:nvSpPr>
        <p:spPr>
          <a:xfrm>
            <a:off x="455618" y="731522"/>
            <a:ext cx="8915492" cy="524543"/>
          </a:xfrm>
          <a:prstGeom prst="rect">
            <a:avLst/>
          </a:prstGeom>
          <a:noFill/>
          <a:ln>
            <a:noFill/>
          </a:ln>
        </p:spPr>
        <p:txBody>
          <a:bodyPr spcFirstLastPara="1" wrap="square" lIns="0" tIns="0" rIns="0" bIns="0" anchor="t" anchorCtr="0">
            <a:noAutofit/>
          </a:bodyPr>
          <a:lstStyle>
            <a:lvl1pPr lvl="0" algn="l">
              <a:lnSpc>
                <a:spcPct val="80000"/>
              </a:lnSpc>
              <a:spcBef>
                <a:spcPts val="0"/>
              </a:spcBef>
              <a:spcAft>
                <a:spcPts val="0"/>
              </a:spcAft>
              <a:buClr>
                <a:schemeClr val="lt1"/>
              </a:buClr>
              <a:buSzPts val="3200"/>
              <a:buFont typeface="Roboto Medium"/>
              <a:buNone/>
              <a:defRPr b="0">
                <a:solidFill>
                  <a:schemeClr val="lt1"/>
                </a:solidFill>
              </a:defRPr>
            </a:lvl1pPr>
            <a:lvl2pPr lvl="1">
              <a:spcBef>
                <a:spcPts val="0"/>
              </a:spcBef>
              <a:spcAft>
                <a:spcPts val="0"/>
              </a:spcAft>
              <a:buSzPts val="1400"/>
              <a:buNone/>
              <a:defRPr/>
            </a:lvl2pPr>
            <a:lvl3pPr lvl="2">
              <a:spcBef>
                <a:spcPts val="0"/>
              </a:spcBef>
              <a:spcAft>
                <a:spcPts val="0"/>
              </a:spcAft>
              <a:buSzPts val="1400"/>
              <a:buNone/>
              <a:defRPr/>
            </a:lvl3pPr>
            <a:lvl4pPr lvl="3">
              <a:spcBef>
                <a:spcPts val="0"/>
              </a:spcBef>
              <a:spcAft>
                <a:spcPts val="0"/>
              </a:spcAft>
              <a:buSzPts val="1400"/>
              <a:buNone/>
              <a:defRPr/>
            </a:lvl4pPr>
            <a:lvl5pPr lvl="4">
              <a:spcBef>
                <a:spcPts val="0"/>
              </a:spcBef>
              <a:spcAft>
                <a:spcPts val="0"/>
              </a:spcAft>
              <a:buSzPts val="1400"/>
              <a:buNone/>
              <a:defRPr/>
            </a:lvl5pPr>
            <a:lvl6pPr lvl="5">
              <a:spcBef>
                <a:spcPts val="0"/>
              </a:spcBef>
              <a:spcAft>
                <a:spcPts val="0"/>
              </a:spcAft>
              <a:buSzPts val="1400"/>
              <a:buNone/>
              <a:defRPr/>
            </a:lvl6pPr>
            <a:lvl7pPr lvl="6">
              <a:spcBef>
                <a:spcPts val="0"/>
              </a:spcBef>
              <a:spcAft>
                <a:spcPts val="0"/>
              </a:spcAft>
              <a:buSzPts val="1400"/>
              <a:buNone/>
              <a:defRPr/>
            </a:lvl7pPr>
            <a:lvl8pPr lvl="7">
              <a:spcBef>
                <a:spcPts val="0"/>
              </a:spcBef>
              <a:spcAft>
                <a:spcPts val="0"/>
              </a:spcAft>
              <a:buSzPts val="1400"/>
              <a:buNone/>
              <a:defRPr/>
            </a:lvl8pPr>
            <a:lvl9pPr lvl="8">
              <a:spcBef>
                <a:spcPts val="0"/>
              </a:spcBef>
              <a:spcAft>
                <a:spcPts val="0"/>
              </a:spcAft>
              <a:buSzPts val="1400"/>
              <a:buNone/>
              <a:defRPr/>
            </a:lvl9pPr>
          </a:lstStyle>
          <a:p>
            <a:endParaRPr/>
          </a:p>
        </p:txBody>
      </p:sp>
      <p:sp>
        <p:nvSpPr>
          <p:cNvPr id="329" name="Google Shape;329;p62"/>
          <p:cNvSpPr txBox="1">
            <a:spLocks noGrp="1"/>
          </p:cNvSpPr>
          <p:nvPr>
            <p:ph type="body" idx="1"/>
          </p:nvPr>
        </p:nvSpPr>
        <p:spPr>
          <a:xfrm>
            <a:off x="455617" y="2971800"/>
            <a:ext cx="5486456" cy="2971800"/>
          </a:xfrm>
          <a:prstGeom prst="rect">
            <a:avLst/>
          </a:prstGeom>
          <a:noFill/>
          <a:ln>
            <a:noFill/>
          </a:ln>
        </p:spPr>
        <p:txBody>
          <a:bodyPr spcFirstLastPara="1" wrap="square" lIns="0" tIns="0" rIns="0" bIns="0" anchor="t" anchorCtr="0">
            <a:noAutofit/>
          </a:bodyPr>
          <a:lstStyle>
            <a:lvl1pPr marL="457207" lvl="0" indent="-228604" algn="l">
              <a:lnSpc>
                <a:spcPct val="100000"/>
              </a:lnSpc>
              <a:spcBef>
                <a:spcPts val="1800"/>
              </a:spcBef>
              <a:spcAft>
                <a:spcPts val="0"/>
              </a:spcAft>
              <a:buClr>
                <a:schemeClr val="lt1"/>
              </a:buClr>
              <a:buSzPts val="2000"/>
              <a:buFont typeface="Roboto"/>
              <a:buNone/>
              <a:defRPr b="0" i="0">
                <a:solidFill>
                  <a:schemeClr val="lt1"/>
                </a:solidFill>
                <a:latin typeface="Roboto"/>
                <a:ea typeface="Roboto"/>
                <a:cs typeface="Roboto"/>
                <a:sym typeface="Roboto"/>
              </a:defRPr>
            </a:lvl1pPr>
            <a:lvl2pPr marL="914415" lvl="1" indent="-342906" algn="l">
              <a:spcBef>
                <a:spcPts val="600"/>
              </a:spcBef>
              <a:spcAft>
                <a:spcPts val="0"/>
              </a:spcAft>
              <a:buClr>
                <a:schemeClr val="lt1"/>
              </a:buClr>
              <a:buSzPts val="1800"/>
              <a:buChar char="•"/>
              <a:defRPr b="0" i="0">
                <a:solidFill>
                  <a:schemeClr val="lt1"/>
                </a:solidFill>
                <a:latin typeface="Roboto"/>
                <a:ea typeface="Roboto"/>
                <a:cs typeface="Roboto"/>
                <a:sym typeface="Roboto"/>
              </a:defRPr>
            </a:lvl2pPr>
            <a:lvl3pPr marL="1371622" lvl="2" indent="-330205" algn="l">
              <a:spcBef>
                <a:spcPts val="600"/>
              </a:spcBef>
              <a:spcAft>
                <a:spcPts val="0"/>
              </a:spcAft>
              <a:buClr>
                <a:schemeClr val="lt1"/>
              </a:buClr>
              <a:buSzPts val="1600"/>
              <a:buChar char="−"/>
              <a:defRPr b="0" i="0">
                <a:solidFill>
                  <a:schemeClr val="lt1"/>
                </a:solidFill>
                <a:latin typeface="Roboto"/>
                <a:ea typeface="Roboto"/>
                <a:cs typeface="Roboto"/>
                <a:sym typeface="Roboto"/>
              </a:defRPr>
            </a:lvl3pPr>
            <a:lvl4pPr marL="1828831" lvl="3" indent="-317506" algn="l">
              <a:spcBef>
                <a:spcPts val="300"/>
              </a:spcBef>
              <a:spcAft>
                <a:spcPts val="0"/>
              </a:spcAft>
              <a:buClr>
                <a:schemeClr val="lt1"/>
              </a:buClr>
              <a:buSzPts val="1400"/>
              <a:buChar char="•"/>
              <a:defRPr b="0" i="0">
                <a:solidFill>
                  <a:schemeClr val="lt1"/>
                </a:solidFill>
                <a:latin typeface="Roboto"/>
                <a:ea typeface="Roboto"/>
                <a:cs typeface="Roboto"/>
                <a:sym typeface="Roboto"/>
              </a:defRPr>
            </a:lvl4pPr>
            <a:lvl5pPr marL="2286038" lvl="4" indent="-304805" algn="l">
              <a:spcBef>
                <a:spcPts val="300"/>
              </a:spcBef>
              <a:spcAft>
                <a:spcPts val="0"/>
              </a:spcAft>
              <a:buClr>
                <a:schemeClr val="lt1"/>
              </a:buClr>
              <a:buSzPts val="1200"/>
              <a:buChar char="−"/>
              <a:defRPr b="0" i="0">
                <a:solidFill>
                  <a:schemeClr val="lt1"/>
                </a:solidFill>
                <a:latin typeface="Roboto"/>
                <a:ea typeface="Roboto"/>
                <a:cs typeface="Roboto"/>
                <a:sym typeface="Roboto"/>
              </a:defRPr>
            </a:lvl5pPr>
            <a:lvl6pPr marL="2743246" lvl="5" indent="-342906" algn="l">
              <a:spcBef>
                <a:spcPts val="360"/>
              </a:spcBef>
              <a:spcAft>
                <a:spcPts val="0"/>
              </a:spcAft>
              <a:buClr>
                <a:schemeClr val="dk1"/>
              </a:buClr>
              <a:buSzPts val="1800"/>
              <a:buChar char="•"/>
              <a:defRPr/>
            </a:lvl6pPr>
            <a:lvl7pPr marL="3200453" lvl="6" indent="-342906" algn="l">
              <a:spcBef>
                <a:spcPts val="360"/>
              </a:spcBef>
              <a:spcAft>
                <a:spcPts val="0"/>
              </a:spcAft>
              <a:buClr>
                <a:schemeClr val="dk1"/>
              </a:buClr>
              <a:buSzPts val="1800"/>
              <a:buChar char="•"/>
              <a:defRPr/>
            </a:lvl7pPr>
            <a:lvl8pPr marL="3657661" lvl="7" indent="-342906" algn="l">
              <a:spcBef>
                <a:spcPts val="360"/>
              </a:spcBef>
              <a:spcAft>
                <a:spcPts val="0"/>
              </a:spcAft>
              <a:buClr>
                <a:schemeClr val="dk1"/>
              </a:buClr>
              <a:buSzPts val="1800"/>
              <a:buChar char="•"/>
              <a:defRPr/>
            </a:lvl8pPr>
            <a:lvl9pPr marL="4114868" lvl="8" indent="-342906" algn="l">
              <a:spcBef>
                <a:spcPts val="360"/>
              </a:spcBef>
              <a:spcAft>
                <a:spcPts val="0"/>
              </a:spcAft>
              <a:buClr>
                <a:schemeClr val="dk1"/>
              </a:buClr>
              <a:buSzPts val="1800"/>
              <a:buChar char="•"/>
              <a:defRPr/>
            </a:lvl9pPr>
          </a:lstStyle>
          <a:p>
            <a:endParaRPr/>
          </a:p>
        </p:txBody>
      </p:sp>
      <p:sp>
        <p:nvSpPr>
          <p:cNvPr id="330" name="Google Shape;330;p62"/>
          <p:cNvSpPr txBox="1">
            <a:spLocks noGrp="1"/>
          </p:cNvSpPr>
          <p:nvPr>
            <p:ph type="body" idx="2"/>
          </p:nvPr>
        </p:nvSpPr>
        <p:spPr>
          <a:xfrm>
            <a:off x="455618" y="460685"/>
            <a:ext cx="8915492" cy="229235"/>
          </a:xfrm>
          <a:prstGeom prst="rect">
            <a:avLst/>
          </a:prstGeom>
          <a:noFill/>
          <a:ln>
            <a:noFill/>
          </a:ln>
        </p:spPr>
        <p:txBody>
          <a:bodyPr spcFirstLastPara="1" wrap="square" lIns="0" tIns="0" rIns="0" bIns="0" anchor="t" anchorCtr="0">
            <a:noAutofit/>
          </a:bodyPr>
          <a:lstStyle>
            <a:lvl1pPr marL="457207" lvl="0" indent="-228604" algn="l">
              <a:spcBef>
                <a:spcPts val="1800"/>
              </a:spcBef>
              <a:spcAft>
                <a:spcPts val="0"/>
              </a:spcAft>
              <a:buClr>
                <a:schemeClr val="accent2"/>
              </a:buClr>
              <a:buSzPts val="1400"/>
              <a:buFont typeface="Roboto Medium"/>
              <a:buNone/>
              <a:defRPr sz="1400" b="0" i="0">
                <a:solidFill>
                  <a:schemeClr val="accent2"/>
                </a:solidFill>
                <a:latin typeface="Roboto Medium"/>
                <a:ea typeface="Roboto Medium"/>
                <a:cs typeface="Roboto Medium"/>
                <a:sym typeface="Roboto Medium"/>
              </a:defRPr>
            </a:lvl1pPr>
            <a:lvl2pPr marL="914415" lvl="1" indent="-228604" algn="l">
              <a:spcBef>
                <a:spcPts val="600"/>
              </a:spcBef>
              <a:spcAft>
                <a:spcPts val="0"/>
              </a:spcAft>
              <a:buClr>
                <a:schemeClr val="dk1"/>
              </a:buClr>
              <a:buSzPts val="1800"/>
              <a:buNone/>
              <a:defRPr/>
            </a:lvl2pPr>
            <a:lvl3pPr marL="1371622" lvl="2" indent="-342906" algn="l">
              <a:spcBef>
                <a:spcPts val="600"/>
              </a:spcBef>
              <a:spcAft>
                <a:spcPts val="0"/>
              </a:spcAft>
              <a:buClr>
                <a:schemeClr val="dk1"/>
              </a:buClr>
              <a:buSzPts val="1800"/>
              <a:buChar char="−"/>
              <a:defRPr/>
            </a:lvl3pPr>
            <a:lvl4pPr marL="1828831" lvl="3" indent="-342906" algn="l">
              <a:spcBef>
                <a:spcPts val="300"/>
              </a:spcBef>
              <a:spcAft>
                <a:spcPts val="0"/>
              </a:spcAft>
              <a:buClr>
                <a:schemeClr val="dk1"/>
              </a:buClr>
              <a:buSzPts val="1800"/>
              <a:buChar char="•"/>
              <a:defRPr/>
            </a:lvl4pPr>
            <a:lvl5pPr marL="2286038" lvl="4" indent="-342906" algn="l">
              <a:spcBef>
                <a:spcPts val="300"/>
              </a:spcBef>
              <a:spcAft>
                <a:spcPts val="0"/>
              </a:spcAft>
              <a:buClr>
                <a:schemeClr val="dk1"/>
              </a:buClr>
              <a:buSzPts val="1800"/>
              <a:buChar char="−"/>
              <a:defRPr/>
            </a:lvl5pPr>
            <a:lvl6pPr marL="2743246" lvl="5" indent="-342906" algn="l">
              <a:spcBef>
                <a:spcPts val="360"/>
              </a:spcBef>
              <a:spcAft>
                <a:spcPts val="0"/>
              </a:spcAft>
              <a:buClr>
                <a:schemeClr val="dk1"/>
              </a:buClr>
              <a:buSzPts val="1800"/>
              <a:buChar char="•"/>
              <a:defRPr/>
            </a:lvl6pPr>
            <a:lvl7pPr marL="3200453" lvl="6" indent="-342906" algn="l">
              <a:spcBef>
                <a:spcPts val="360"/>
              </a:spcBef>
              <a:spcAft>
                <a:spcPts val="0"/>
              </a:spcAft>
              <a:buClr>
                <a:schemeClr val="dk1"/>
              </a:buClr>
              <a:buSzPts val="1800"/>
              <a:buChar char="•"/>
              <a:defRPr/>
            </a:lvl7pPr>
            <a:lvl8pPr marL="3657661" lvl="7" indent="-342906" algn="l">
              <a:spcBef>
                <a:spcPts val="360"/>
              </a:spcBef>
              <a:spcAft>
                <a:spcPts val="0"/>
              </a:spcAft>
              <a:buClr>
                <a:schemeClr val="dk1"/>
              </a:buClr>
              <a:buSzPts val="1800"/>
              <a:buChar char="•"/>
              <a:defRPr/>
            </a:lvl8pPr>
            <a:lvl9pPr marL="4114868" lvl="8" indent="-342906" algn="l">
              <a:spcBef>
                <a:spcPts val="360"/>
              </a:spcBef>
              <a:spcAft>
                <a:spcPts val="0"/>
              </a:spcAft>
              <a:buClr>
                <a:schemeClr val="dk1"/>
              </a:buClr>
              <a:buSzPts val="1800"/>
              <a:buChar char="•"/>
              <a:defRPr/>
            </a:lvl9pPr>
          </a:lstStyle>
          <a:p>
            <a:endParaRPr/>
          </a:p>
        </p:txBody>
      </p:sp>
      <p:sp>
        <p:nvSpPr>
          <p:cNvPr id="331" name="Google Shape;331;p62"/>
          <p:cNvSpPr txBox="1">
            <a:spLocks noGrp="1"/>
          </p:cNvSpPr>
          <p:nvPr>
            <p:ph type="body" idx="3"/>
          </p:nvPr>
        </p:nvSpPr>
        <p:spPr>
          <a:xfrm>
            <a:off x="7508953" y="6432334"/>
            <a:ext cx="4224381" cy="228601"/>
          </a:xfrm>
          <a:prstGeom prst="rect">
            <a:avLst/>
          </a:prstGeom>
          <a:noFill/>
          <a:ln>
            <a:noFill/>
          </a:ln>
        </p:spPr>
        <p:txBody>
          <a:bodyPr spcFirstLastPara="1" wrap="square" lIns="0" tIns="0" rIns="0" bIns="0" anchor="b" anchorCtr="0">
            <a:noAutofit/>
          </a:bodyPr>
          <a:lstStyle>
            <a:lvl1pPr marL="457207" lvl="0" indent="-228604" algn="r">
              <a:spcBef>
                <a:spcPts val="1800"/>
              </a:spcBef>
              <a:spcAft>
                <a:spcPts val="0"/>
              </a:spcAft>
              <a:buClr>
                <a:schemeClr val="lt1"/>
              </a:buClr>
              <a:buSzPts val="1000"/>
              <a:buFont typeface="Roboto Medium"/>
              <a:buNone/>
              <a:defRPr sz="1000" b="0" i="0">
                <a:solidFill>
                  <a:schemeClr val="lt1"/>
                </a:solidFill>
                <a:latin typeface="Roboto Medium"/>
                <a:ea typeface="Roboto Medium"/>
                <a:cs typeface="Roboto Medium"/>
                <a:sym typeface="Roboto Medium"/>
              </a:defRPr>
            </a:lvl1pPr>
            <a:lvl2pPr marL="914415" lvl="1" indent="-228604" algn="l">
              <a:spcBef>
                <a:spcPts val="600"/>
              </a:spcBef>
              <a:spcAft>
                <a:spcPts val="0"/>
              </a:spcAft>
              <a:buClr>
                <a:schemeClr val="dk1"/>
              </a:buClr>
              <a:buSzPts val="1800"/>
              <a:buNone/>
              <a:defRPr/>
            </a:lvl2pPr>
            <a:lvl3pPr marL="1371622" lvl="2" indent="-342906" algn="l">
              <a:spcBef>
                <a:spcPts val="600"/>
              </a:spcBef>
              <a:spcAft>
                <a:spcPts val="0"/>
              </a:spcAft>
              <a:buClr>
                <a:schemeClr val="dk1"/>
              </a:buClr>
              <a:buSzPts val="1800"/>
              <a:buChar char="−"/>
              <a:defRPr/>
            </a:lvl3pPr>
            <a:lvl4pPr marL="1828831" lvl="3" indent="-342906" algn="l">
              <a:spcBef>
                <a:spcPts val="300"/>
              </a:spcBef>
              <a:spcAft>
                <a:spcPts val="0"/>
              </a:spcAft>
              <a:buClr>
                <a:schemeClr val="dk1"/>
              </a:buClr>
              <a:buSzPts val="1800"/>
              <a:buChar char="•"/>
              <a:defRPr/>
            </a:lvl4pPr>
            <a:lvl5pPr marL="2286038" lvl="4" indent="-342906" algn="l">
              <a:spcBef>
                <a:spcPts val="300"/>
              </a:spcBef>
              <a:spcAft>
                <a:spcPts val="0"/>
              </a:spcAft>
              <a:buClr>
                <a:schemeClr val="dk1"/>
              </a:buClr>
              <a:buSzPts val="1800"/>
              <a:buChar char="−"/>
              <a:defRPr/>
            </a:lvl5pPr>
            <a:lvl6pPr marL="2743246" lvl="5" indent="-342906" algn="l">
              <a:spcBef>
                <a:spcPts val="360"/>
              </a:spcBef>
              <a:spcAft>
                <a:spcPts val="0"/>
              </a:spcAft>
              <a:buClr>
                <a:schemeClr val="dk1"/>
              </a:buClr>
              <a:buSzPts val="1800"/>
              <a:buChar char="•"/>
              <a:defRPr/>
            </a:lvl6pPr>
            <a:lvl7pPr marL="3200453" lvl="6" indent="-342906" algn="l">
              <a:spcBef>
                <a:spcPts val="360"/>
              </a:spcBef>
              <a:spcAft>
                <a:spcPts val="0"/>
              </a:spcAft>
              <a:buClr>
                <a:schemeClr val="dk1"/>
              </a:buClr>
              <a:buSzPts val="1800"/>
              <a:buChar char="•"/>
              <a:defRPr/>
            </a:lvl7pPr>
            <a:lvl8pPr marL="3657661" lvl="7" indent="-342906" algn="l">
              <a:spcBef>
                <a:spcPts val="360"/>
              </a:spcBef>
              <a:spcAft>
                <a:spcPts val="0"/>
              </a:spcAft>
              <a:buClr>
                <a:schemeClr val="dk1"/>
              </a:buClr>
              <a:buSzPts val="1800"/>
              <a:buChar char="•"/>
              <a:defRPr/>
            </a:lvl8pPr>
            <a:lvl9pPr marL="4114868" lvl="8" indent="-342906" algn="l">
              <a:spcBef>
                <a:spcPts val="360"/>
              </a:spcBef>
              <a:spcAft>
                <a:spcPts val="0"/>
              </a:spcAft>
              <a:buClr>
                <a:schemeClr val="dk1"/>
              </a:buClr>
              <a:buSzPts val="1800"/>
              <a:buChar char="•"/>
              <a:defRPr/>
            </a:lvl9pPr>
          </a:lstStyle>
          <a:p>
            <a:endParaRPr/>
          </a:p>
        </p:txBody>
      </p:sp>
      <p:pic>
        <p:nvPicPr>
          <p:cNvPr id="332" name="Google Shape;332;p62" descr="A picture containing drawing&#10;&#10;Description automatically generated"/>
          <p:cNvPicPr preferRelativeResize="0"/>
          <p:nvPr/>
        </p:nvPicPr>
        <p:blipFill rotWithShape="1">
          <a:blip r:embed="rId2">
            <a:alphaModFix/>
          </a:blip>
          <a:srcRect b="31356"/>
          <a:stretch/>
        </p:blipFill>
        <p:spPr>
          <a:xfrm>
            <a:off x="455619" y="6277208"/>
            <a:ext cx="685807" cy="352192"/>
          </a:xfrm>
          <a:prstGeom prst="rect">
            <a:avLst/>
          </a:prstGeom>
          <a:noFill/>
          <a:ln>
            <a:noFill/>
          </a:ln>
        </p:spPr>
      </p:pic>
      <p:sp>
        <p:nvSpPr>
          <p:cNvPr id="333" name="Google Shape;333;p62"/>
          <p:cNvSpPr txBox="1">
            <a:spLocks noGrp="1"/>
          </p:cNvSpPr>
          <p:nvPr>
            <p:ph type="body" idx="4"/>
          </p:nvPr>
        </p:nvSpPr>
        <p:spPr>
          <a:xfrm>
            <a:off x="6246876" y="2971801"/>
            <a:ext cx="5486456" cy="2971800"/>
          </a:xfrm>
          <a:prstGeom prst="rect">
            <a:avLst/>
          </a:prstGeom>
          <a:noFill/>
          <a:ln>
            <a:noFill/>
          </a:ln>
        </p:spPr>
        <p:txBody>
          <a:bodyPr spcFirstLastPara="1" wrap="square" lIns="0" tIns="0" rIns="0" bIns="0" anchor="t" anchorCtr="0">
            <a:noAutofit/>
          </a:bodyPr>
          <a:lstStyle>
            <a:lvl1pPr marL="457207" lvl="0" indent="-228604" algn="l">
              <a:spcBef>
                <a:spcPts val="1800"/>
              </a:spcBef>
              <a:spcAft>
                <a:spcPts val="0"/>
              </a:spcAft>
              <a:buClr>
                <a:schemeClr val="lt1"/>
              </a:buClr>
              <a:buSzPts val="2000"/>
              <a:buFont typeface="Roboto"/>
              <a:buNone/>
              <a:defRPr>
                <a:solidFill>
                  <a:schemeClr val="lt1"/>
                </a:solidFill>
              </a:defRPr>
            </a:lvl1pPr>
            <a:lvl2pPr marL="914415" lvl="1" indent="-342906" algn="l">
              <a:spcBef>
                <a:spcPts val="600"/>
              </a:spcBef>
              <a:spcAft>
                <a:spcPts val="0"/>
              </a:spcAft>
              <a:buClr>
                <a:schemeClr val="lt1"/>
              </a:buClr>
              <a:buSzPts val="1800"/>
              <a:buChar char="•"/>
              <a:defRPr>
                <a:solidFill>
                  <a:schemeClr val="lt1"/>
                </a:solidFill>
              </a:defRPr>
            </a:lvl2pPr>
            <a:lvl3pPr marL="1371622" lvl="2" indent="-330205" algn="l">
              <a:spcBef>
                <a:spcPts val="600"/>
              </a:spcBef>
              <a:spcAft>
                <a:spcPts val="0"/>
              </a:spcAft>
              <a:buClr>
                <a:schemeClr val="lt1"/>
              </a:buClr>
              <a:buSzPts val="1600"/>
              <a:buChar char="−"/>
              <a:defRPr>
                <a:solidFill>
                  <a:schemeClr val="lt1"/>
                </a:solidFill>
              </a:defRPr>
            </a:lvl3pPr>
            <a:lvl4pPr marL="1828831" lvl="3" indent="-317506" algn="l">
              <a:spcBef>
                <a:spcPts val="300"/>
              </a:spcBef>
              <a:spcAft>
                <a:spcPts val="0"/>
              </a:spcAft>
              <a:buClr>
                <a:schemeClr val="lt1"/>
              </a:buClr>
              <a:buSzPts val="1400"/>
              <a:buChar char="•"/>
              <a:defRPr>
                <a:solidFill>
                  <a:schemeClr val="lt1"/>
                </a:solidFill>
              </a:defRPr>
            </a:lvl4pPr>
            <a:lvl5pPr marL="2286038" lvl="4" indent="-304805" algn="l">
              <a:spcBef>
                <a:spcPts val="300"/>
              </a:spcBef>
              <a:spcAft>
                <a:spcPts val="0"/>
              </a:spcAft>
              <a:buClr>
                <a:schemeClr val="lt1"/>
              </a:buClr>
              <a:buSzPts val="1200"/>
              <a:buChar char="−"/>
              <a:defRPr>
                <a:solidFill>
                  <a:schemeClr val="lt1"/>
                </a:solidFill>
              </a:defRPr>
            </a:lvl5pPr>
            <a:lvl6pPr marL="2743246" lvl="5" indent="-342906" algn="l">
              <a:spcBef>
                <a:spcPts val="360"/>
              </a:spcBef>
              <a:spcAft>
                <a:spcPts val="0"/>
              </a:spcAft>
              <a:buClr>
                <a:schemeClr val="dk1"/>
              </a:buClr>
              <a:buSzPts val="1800"/>
              <a:buChar char="•"/>
              <a:defRPr/>
            </a:lvl6pPr>
            <a:lvl7pPr marL="3200453" lvl="6" indent="-342906" algn="l">
              <a:spcBef>
                <a:spcPts val="360"/>
              </a:spcBef>
              <a:spcAft>
                <a:spcPts val="0"/>
              </a:spcAft>
              <a:buClr>
                <a:schemeClr val="dk1"/>
              </a:buClr>
              <a:buSzPts val="1800"/>
              <a:buChar char="•"/>
              <a:defRPr/>
            </a:lvl7pPr>
            <a:lvl8pPr marL="3657661" lvl="7" indent="-342906" algn="l">
              <a:spcBef>
                <a:spcPts val="360"/>
              </a:spcBef>
              <a:spcAft>
                <a:spcPts val="0"/>
              </a:spcAft>
              <a:buClr>
                <a:schemeClr val="dk1"/>
              </a:buClr>
              <a:buSzPts val="1800"/>
              <a:buChar char="•"/>
              <a:defRPr/>
            </a:lvl8pPr>
            <a:lvl9pPr marL="4114868" lvl="8" indent="-342906" algn="l">
              <a:spcBef>
                <a:spcPts val="360"/>
              </a:spcBef>
              <a:spcAft>
                <a:spcPts val="0"/>
              </a:spcAft>
              <a:buClr>
                <a:schemeClr val="dk1"/>
              </a:buClr>
              <a:buSzPts val="1800"/>
              <a:buChar char="•"/>
              <a:defRPr/>
            </a:lvl9pPr>
          </a:lstStyle>
          <a:p>
            <a:endParaRPr/>
          </a:p>
        </p:txBody>
      </p:sp>
    </p:spTree>
  </p:cSld>
  <p:clrMapOvr>
    <a:masterClrMapping/>
  </p:clrMapOvr>
  <mc:AlternateContent xmlns:mc="http://schemas.openxmlformats.org/markup-compatibility/2006" xmlns:p14="http://schemas.microsoft.com/office/powerpoint/2010/main">
    <mc:Choice Requires="p14">
      <p:transition p14:dur="250">
        <p:fade/>
      </p:transition>
    </mc:Choice>
    <mc:Fallback xmlns:ahyp="http://schemas.microsoft.com/office/drawing/2018/hyperlinkcolor" xmlns:p15="http://schemas.microsoft.com/office/powerpoint/2012/main" xmlns:com="http://schemas.openxmlformats.org/drawingml/2006/compatibility" xmlns:pvml="urn:schemas-microsoft-com:office:powerpoint" xmlns:v="urn:schemas-microsoft-com:vml" xmlns:o="urn:schemas-microsoft-com:office:office" xmlns:dgm="http://schemas.openxmlformats.org/drawingml/2006/diagram" xmlns:c="http://schemas.openxmlformats.org/drawingml/2006/chart" xmlns:mv="urn:schemas-microsoft-com:mac:vml" xmlns="">
      <p:transition>
        <p:fade/>
      </p:transition>
    </mc:Fallback>
  </mc:AlternateContent>
</p:sldLayout>
</file>

<file path=ppt/slideLayouts/slideLayout61.xml><?xml version="1.0" encoding="utf-8"?>
<p:sldLayout xmlns:a="http://schemas.openxmlformats.org/drawingml/2006/main" xmlns:r="http://schemas.openxmlformats.org/officeDocument/2006/relationships" xmlns:p="http://schemas.openxmlformats.org/presentationml/2006/main" matchingName="HYUNDAI  Subhead | Title | Text | Image">
  <p:cSld name="HYUNDAI  Subhead | Title | Text | Image">
    <p:bg>
      <p:bgPr>
        <a:solidFill>
          <a:schemeClr val="dk2"/>
        </a:solidFill>
        <a:effectLst/>
      </p:bgPr>
    </p:bg>
    <p:spTree>
      <p:nvGrpSpPr>
        <p:cNvPr id="1" name="Shape 334"/>
        <p:cNvGrpSpPr/>
        <p:nvPr/>
      </p:nvGrpSpPr>
      <p:grpSpPr>
        <a:xfrm>
          <a:off x="0" y="0"/>
          <a:ext cx="0" cy="0"/>
          <a:chOff x="0" y="0"/>
          <a:chExt cx="0" cy="0"/>
        </a:xfrm>
      </p:grpSpPr>
      <p:sp>
        <p:nvSpPr>
          <p:cNvPr id="335" name="Google Shape;335;p63"/>
          <p:cNvSpPr txBox="1">
            <a:spLocks noGrp="1"/>
          </p:cNvSpPr>
          <p:nvPr>
            <p:ph type="title"/>
          </p:nvPr>
        </p:nvSpPr>
        <p:spPr>
          <a:xfrm>
            <a:off x="455618" y="731522"/>
            <a:ext cx="8915492" cy="524543"/>
          </a:xfrm>
          <a:prstGeom prst="rect">
            <a:avLst/>
          </a:prstGeom>
          <a:noFill/>
          <a:ln>
            <a:noFill/>
          </a:ln>
        </p:spPr>
        <p:txBody>
          <a:bodyPr spcFirstLastPara="1" wrap="square" lIns="0" tIns="0" rIns="0" bIns="0" anchor="t" anchorCtr="0">
            <a:noAutofit/>
          </a:bodyPr>
          <a:lstStyle>
            <a:lvl1pPr lvl="0" algn="l">
              <a:lnSpc>
                <a:spcPct val="80000"/>
              </a:lnSpc>
              <a:spcBef>
                <a:spcPts val="0"/>
              </a:spcBef>
              <a:spcAft>
                <a:spcPts val="0"/>
              </a:spcAft>
              <a:buClr>
                <a:schemeClr val="lt1"/>
              </a:buClr>
              <a:buSzPts val="3200"/>
              <a:buFont typeface="Roboto Medium"/>
              <a:buNone/>
              <a:defRPr b="0">
                <a:solidFill>
                  <a:schemeClr val="lt1"/>
                </a:solidFill>
              </a:defRPr>
            </a:lvl1pPr>
            <a:lvl2pPr lvl="1">
              <a:spcBef>
                <a:spcPts val="0"/>
              </a:spcBef>
              <a:spcAft>
                <a:spcPts val="0"/>
              </a:spcAft>
              <a:buSzPts val="1400"/>
              <a:buNone/>
              <a:defRPr/>
            </a:lvl2pPr>
            <a:lvl3pPr lvl="2">
              <a:spcBef>
                <a:spcPts val="0"/>
              </a:spcBef>
              <a:spcAft>
                <a:spcPts val="0"/>
              </a:spcAft>
              <a:buSzPts val="1400"/>
              <a:buNone/>
              <a:defRPr/>
            </a:lvl3pPr>
            <a:lvl4pPr lvl="3">
              <a:spcBef>
                <a:spcPts val="0"/>
              </a:spcBef>
              <a:spcAft>
                <a:spcPts val="0"/>
              </a:spcAft>
              <a:buSzPts val="1400"/>
              <a:buNone/>
              <a:defRPr/>
            </a:lvl4pPr>
            <a:lvl5pPr lvl="4">
              <a:spcBef>
                <a:spcPts val="0"/>
              </a:spcBef>
              <a:spcAft>
                <a:spcPts val="0"/>
              </a:spcAft>
              <a:buSzPts val="1400"/>
              <a:buNone/>
              <a:defRPr/>
            </a:lvl5pPr>
            <a:lvl6pPr lvl="5">
              <a:spcBef>
                <a:spcPts val="0"/>
              </a:spcBef>
              <a:spcAft>
                <a:spcPts val="0"/>
              </a:spcAft>
              <a:buSzPts val="1400"/>
              <a:buNone/>
              <a:defRPr/>
            </a:lvl6pPr>
            <a:lvl7pPr lvl="6">
              <a:spcBef>
                <a:spcPts val="0"/>
              </a:spcBef>
              <a:spcAft>
                <a:spcPts val="0"/>
              </a:spcAft>
              <a:buSzPts val="1400"/>
              <a:buNone/>
              <a:defRPr/>
            </a:lvl7pPr>
            <a:lvl8pPr lvl="7">
              <a:spcBef>
                <a:spcPts val="0"/>
              </a:spcBef>
              <a:spcAft>
                <a:spcPts val="0"/>
              </a:spcAft>
              <a:buSzPts val="1400"/>
              <a:buNone/>
              <a:defRPr/>
            </a:lvl8pPr>
            <a:lvl9pPr lvl="8">
              <a:spcBef>
                <a:spcPts val="0"/>
              </a:spcBef>
              <a:spcAft>
                <a:spcPts val="0"/>
              </a:spcAft>
              <a:buSzPts val="1400"/>
              <a:buNone/>
              <a:defRPr/>
            </a:lvl9pPr>
          </a:lstStyle>
          <a:p>
            <a:endParaRPr/>
          </a:p>
        </p:txBody>
      </p:sp>
      <p:sp>
        <p:nvSpPr>
          <p:cNvPr id="336" name="Google Shape;336;p63"/>
          <p:cNvSpPr txBox="1">
            <a:spLocks noGrp="1"/>
          </p:cNvSpPr>
          <p:nvPr>
            <p:ph type="body" idx="1"/>
          </p:nvPr>
        </p:nvSpPr>
        <p:spPr>
          <a:xfrm>
            <a:off x="455616" y="2971800"/>
            <a:ext cx="5638859" cy="2971800"/>
          </a:xfrm>
          <a:prstGeom prst="rect">
            <a:avLst/>
          </a:prstGeom>
          <a:noFill/>
          <a:ln>
            <a:noFill/>
          </a:ln>
        </p:spPr>
        <p:txBody>
          <a:bodyPr spcFirstLastPara="1" wrap="square" lIns="0" tIns="0" rIns="0" bIns="0" anchor="t" anchorCtr="0">
            <a:noAutofit/>
          </a:bodyPr>
          <a:lstStyle>
            <a:lvl1pPr marL="457207" lvl="0" indent="-228604" algn="l">
              <a:lnSpc>
                <a:spcPct val="100000"/>
              </a:lnSpc>
              <a:spcBef>
                <a:spcPts val="1800"/>
              </a:spcBef>
              <a:spcAft>
                <a:spcPts val="0"/>
              </a:spcAft>
              <a:buClr>
                <a:schemeClr val="lt1"/>
              </a:buClr>
              <a:buSzPts val="2000"/>
              <a:buFont typeface="Roboto"/>
              <a:buNone/>
              <a:defRPr b="0" i="0">
                <a:solidFill>
                  <a:schemeClr val="lt1"/>
                </a:solidFill>
                <a:latin typeface="Roboto"/>
                <a:ea typeface="Roboto"/>
                <a:cs typeface="Roboto"/>
                <a:sym typeface="Roboto"/>
              </a:defRPr>
            </a:lvl1pPr>
            <a:lvl2pPr marL="914415" lvl="1" indent="-342906" algn="l">
              <a:spcBef>
                <a:spcPts val="600"/>
              </a:spcBef>
              <a:spcAft>
                <a:spcPts val="0"/>
              </a:spcAft>
              <a:buClr>
                <a:schemeClr val="lt1"/>
              </a:buClr>
              <a:buSzPts val="1800"/>
              <a:buChar char="•"/>
              <a:defRPr b="0" i="0">
                <a:solidFill>
                  <a:schemeClr val="lt1"/>
                </a:solidFill>
                <a:latin typeface="Roboto"/>
                <a:ea typeface="Roboto"/>
                <a:cs typeface="Roboto"/>
                <a:sym typeface="Roboto"/>
              </a:defRPr>
            </a:lvl2pPr>
            <a:lvl3pPr marL="1371622" lvl="2" indent="-330205" algn="l">
              <a:spcBef>
                <a:spcPts val="600"/>
              </a:spcBef>
              <a:spcAft>
                <a:spcPts val="0"/>
              </a:spcAft>
              <a:buClr>
                <a:schemeClr val="lt1"/>
              </a:buClr>
              <a:buSzPts val="1600"/>
              <a:buChar char="−"/>
              <a:defRPr b="0" i="0">
                <a:solidFill>
                  <a:schemeClr val="lt1"/>
                </a:solidFill>
                <a:latin typeface="Roboto"/>
                <a:ea typeface="Roboto"/>
                <a:cs typeface="Roboto"/>
                <a:sym typeface="Roboto"/>
              </a:defRPr>
            </a:lvl3pPr>
            <a:lvl4pPr marL="1828831" lvl="3" indent="-317506" algn="l">
              <a:lnSpc>
                <a:spcPct val="100000"/>
              </a:lnSpc>
              <a:spcBef>
                <a:spcPts val="300"/>
              </a:spcBef>
              <a:spcAft>
                <a:spcPts val="0"/>
              </a:spcAft>
              <a:buClr>
                <a:schemeClr val="lt1"/>
              </a:buClr>
              <a:buSzPts val="1400"/>
              <a:buChar char="•"/>
              <a:defRPr b="0" i="0">
                <a:solidFill>
                  <a:schemeClr val="lt1"/>
                </a:solidFill>
                <a:latin typeface="Roboto"/>
                <a:ea typeface="Roboto"/>
                <a:cs typeface="Roboto"/>
                <a:sym typeface="Roboto"/>
              </a:defRPr>
            </a:lvl4pPr>
            <a:lvl5pPr marL="2286038" lvl="4" indent="-304805" algn="l">
              <a:spcBef>
                <a:spcPts val="300"/>
              </a:spcBef>
              <a:spcAft>
                <a:spcPts val="0"/>
              </a:spcAft>
              <a:buClr>
                <a:schemeClr val="lt1"/>
              </a:buClr>
              <a:buSzPts val="1200"/>
              <a:buChar char="−"/>
              <a:defRPr b="0" i="0">
                <a:solidFill>
                  <a:schemeClr val="lt1"/>
                </a:solidFill>
                <a:latin typeface="Roboto"/>
                <a:ea typeface="Roboto"/>
                <a:cs typeface="Roboto"/>
                <a:sym typeface="Roboto"/>
              </a:defRPr>
            </a:lvl5pPr>
            <a:lvl6pPr marL="2743246" lvl="5" indent="-342906" algn="l">
              <a:spcBef>
                <a:spcPts val="360"/>
              </a:spcBef>
              <a:spcAft>
                <a:spcPts val="0"/>
              </a:spcAft>
              <a:buClr>
                <a:schemeClr val="dk1"/>
              </a:buClr>
              <a:buSzPts val="1800"/>
              <a:buChar char="•"/>
              <a:defRPr/>
            </a:lvl6pPr>
            <a:lvl7pPr marL="3200453" lvl="6" indent="-342906" algn="l">
              <a:spcBef>
                <a:spcPts val="360"/>
              </a:spcBef>
              <a:spcAft>
                <a:spcPts val="0"/>
              </a:spcAft>
              <a:buClr>
                <a:schemeClr val="dk1"/>
              </a:buClr>
              <a:buSzPts val="1800"/>
              <a:buChar char="•"/>
              <a:defRPr/>
            </a:lvl7pPr>
            <a:lvl8pPr marL="3657661" lvl="7" indent="-342906" algn="l">
              <a:spcBef>
                <a:spcPts val="360"/>
              </a:spcBef>
              <a:spcAft>
                <a:spcPts val="0"/>
              </a:spcAft>
              <a:buClr>
                <a:schemeClr val="dk1"/>
              </a:buClr>
              <a:buSzPts val="1800"/>
              <a:buChar char="•"/>
              <a:defRPr/>
            </a:lvl8pPr>
            <a:lvl9pPr marL="4114868" lvl="8" indent="-342906" algn="l">
              <a:spcBef>
                <a:spcPts val="360"/>
              </a:spcBef>
              <a:spcAft>
                <a:spcPts val="0"/>
              </a:spcAft>
              <a:buClr>
                <a:schemeClr val="dk1"/>
              </a:buClr>
              <a:buSzPts val="1800"/>
              <a:buChar char="•"/>
              <a:defRPr/>
            </a:lvl9pPr>
          </a:lstStyle>
          <a:p>
            <a:endParaRPr/>
          </a:p>
        </p:txBody>
      </p:sp>
      <p:sp>
        <p:nvSpPr>
          <p:cNvPr id="337" name="Google Shape;337;p63"/>
          <p:cNvSpPr>
            <a:spLocks noGrp="1"/>
          </p:cNvSpPr>
          <p:nvPr>
            <p:ph type="pic" idx="2"/>
          </p:nvPr>
        </p:nvSpPr>
        <p:spPr>
          <a:xfrm>
            <a:off x="7389890" y="1371600"/>
            <a:ext cx="4343445" cy="4572000"/>
          </a:xfrm>
          <a:prstGeom prst="rect">
            <a:avLst/>
          </a:prstGeom>
          <a:solidFill>
            <a:srgbClr val="F2F2F2"/>
          </a:solidFill>
          <a:ln>
            <a:noFill/>
          </a:ln>
        </p:spPr>
        <p:txBody>
          <a:bodyPr spcFirstLastPara="1" wrap="square" lIns="0" tIns="0" rIns="0" bIns="0" anchor="ctr" anchorCtr="0">
            <a:noAutofit/>
          </a:bodyPr>
          <a:lstStyle>
            <a:lvl1pPr marR="0" lvl="0" algn="ctr" rtl="0">
              <a:spcBef>
                <a:spcPts val="1800"/>
              </a:spcBef>
              <a:spcAft>
                <a:spcPts val="0"/>
              </a:spcAft>
              <a:buClr>
                <a:srgbClr val="D8D8D8"/>
              </a:buClr>
              <a:buSzPts val="2000"/>
              <a:buFont typeface="Roboto"/>
              <a:buNone/>
              <a:defRPr sz="2000" b="0" i="0" u="none" strike="noStrike" cap="none">
                <a:solidFill>
                  <a:srgbClr val="D8D8D8"/>
                </a:solidFill>
                <a:latin typeface="Roboto"/>
                <a:ea typeface="Roboto"/>
                <a:cs typeface="Roboto"/>
                <a:sym typeface="Roboto"/>
              </a:defRPr>
            </a:lvl1pPr>
            <a:lvl2pPr marR="0" lvl="1" algn="l" rtl="0">
              <a:spcBef>
                <a:spcPts val="600"/>
              </a:spcBef>
              <a:spcAft>
                <a:spcPts val="0"/>
              </a:spcAft>
              <a:buClr>
                <a:schemeClr val="dk1"/>
              </a:buClr>
              <a:buSzPts val="1800"/>
              <a:buFont typeface="Arial"/>
              <a:buChar char="•"/>
              <a:defRPr sz="1800" b="0" i="0" u="none" strike="noStrike" cap="none">
                <a:solidFill>
                  <a:schemeClr val="dk1"/>
                </a:solidFill>
                <a:latin typeface="Roboto"/>
                <a:ea typeface="Roboto"/>
                <a:cs typeface="Roboto"/>
                <a:sym typeface="Roboto"/>
              </a:defRPr>
            </a:lvl2pPr>
            <a:lvl3pPr marR="0" lvl="2" algn="l" rtl="0">
              <a:spcBef>
                <a:spcPts val="600"/>
              </a:spcBef>
              <a:spcAft>
                <a:spcPts val="0"/>
              </a:spcAft>
              <a:buClr>
                <a:schemeClr val="dk1"/>
              </a:buClr>
              <a:buSzPts val="1600"/>
              <a:buFont typeface="Merriweather Sans"/>
              <a:buChar char="−"/>
              <a:defRPr sz="1600" b="0" i="0" u="none" strike="noStrike" cap="none">
                <a:solidFill>
                  <a:schemeClr val="dk1"/>
                </a:solidFill>
                <a:latin typeface="Roboto"/>
                <a:ea typeface="Roboto"/>
                <a:cs typeface="Roboto"/>
                <a:sym typeface="Roboto"/>
              </a:defRPr>
            </a:lvl3pPr>
            <a:lvl4pPr marR="0" lvl="3" algn="l" rtl="0">
              <a:spcBef>
                <a:spcPts val="300"/>
              </a:spcBef>
              <a:spcAft>
                <a:spcPts val="0"/>
              </a:spcAft>
              <a:buClr>
                <a:schemeClr val="dk1"/>
              </a:buClr>
              <a:buSzPts val="1400"/>
              <a:buFont typeface="Arial"/>
              <a:buChar char="•"/>
              <a:defRPr sz="1400" b="0" i="0" u="none" strike="noStrike" cap="none">
                <a:solidFill>
                  <a:schemeClr val="dk1"/>
                </a:solidFill>
                <a:latin typeface="Roboto"/>
                <a:ea typeface="Roboto"/>
                <a:cs typeface="Roboto"/>
                <a:sym typeface="Roboto"/>
              </a:defRPr>
            </a:lvl4pPr>
            <a:lvl5pPr marR="0" lvl="4" algn="l" rtl="0">
              <a:spcBef>
                <a:spcPts val="300"/>
              </a:spcBef>
              <a:spcAft>
                <a:spcPts val="0"/>
              </a:spcAft>
              <a:buClr>
                <a:schemeClr val="dk1"/>
              </a:buClr>
              <a:buSzPts val="1200"/>
              <a:buFont typeface="Merriweather Sans"/>
              <a:buChar char="−"/>
              <a:defRPr sz="1200" b="0" i="0" u="none" strike="noStrike" cap="none">
                <a:solidFill>
                  <a:schemeClr val="dk1"/>
                </a:solidFill>
                <a:latin typeface="Roboto"/>
                <a:ea typeface="Roboto"/>
                <a:cs typeface="Roboto"/>
                <a:sym typeface="Roboto"/>
              </a:defRPr>
            </a:lvl5pPr>
            <a:lvl6pPr marR="0" lvl="5" algn="l" rtl="0">
              <a:spcBef>
                <a:spcPts val="533"/>
              </a:spcBef>
              <a:spcAft>
                <a:spcPts val="0"/>
              </a:spcAft>
              <a:buClr>
                <a:schemeClr val="dk1"/>
              </a:buClr>
              <a:buSzPts val="2666"/>
              <a:buFont typeface="Arial"/>
              <a:buChar char="•"/>
              <a:defRPr sz="2666" b="0" i="0" u="none" strike="noStrike" cap="none">
                <a:solidFill>
                  <a:schemeClr val="dk1"/>
                </a:solidFill>
                <a:latin typeface="Poppins Medium"/>
                <a:ea typeface="Poppins Medium"/>
                <a:cs typeface="Poppins Medium"/>
                <a:sym typeface="Poppins Medium"/>
              </a:defRPr>
            </a:lvl6pPr>
            <a:lvl7pPr marR="0" lvl="6" algn="l" rtl="0">
              <a:spcBef>
                <a:spcPts val="533"/>
              </a:spcBef>
              <a:spcAft>
                <a:spcPts val="0"/>
              </a:spcAft>
              <a:buClr>
                <a:schemeClr val="dk1"/>
              </a:buClr>
              <a:buSzPts val="2666"/>
              <a:buFont typeface="Arial"/>
              <a:buChar char="•"/>
              <a:defRPr sz="2666" b="0" i="0" u="none" strike="noStrike" cap="none">
                <a:solidFill>
                  <a:schemeClr val="dk1"/>
                </a:solidFill>
                <a:latin typeface="Poppins Medium"/>
                <a:ea typeface="Poppins Medium"/>
                <a:cs typeface="Poppins Medium"/>
                <a:sym typeface="Poppins Medium"/>
              </a:defRPr>
            </a:lvl7pPr>
            <a:lvl8pPr marR="0" lvl="7" algn="l" rtl="0">
              <a:spcBef>
                <a:spcPts val="533"/>
              </a:spcBef>
              <a:spcAft>
                <a:spcPts val="0"/>
              </a:spcAft>
              <a:buClr>
                <a:schemeClr val="dk1"/>
              </a:buClr>
              <a:buSzPts val="2666"/>
              <a:buFont typeface="Arial"/>
              <a:buChar char="•"/>
              <a:defRPr sz="2666" b="0" i="0" u="none" strike="noStrike" cap="none">
                <a:solidFill>
                  <a:schemeClr val="dk1"/>
                </a:solidFill>
                <a:latin typeface="Poppins Medium"/>
                <a:ea typeface="Poppins Medium"/>
                <a:cs typeface="Poppins Medium"/>
                <a:sym typeface="Poppins Medium"/>
              </a:defRPr>
            </a:lvl8pPr>
            <a:lvl9pPr marR="0" lvl="8" algn="l" rtl="0">
              <a:spcBef>
                <a:spcPts val="533"/>
              </a:spcBef>
              <a:spcAft>
                <a:spcPts val="0"/>
              </a:spcAft>
              <a:buClr>
                <a:schemeClr val="dk1"/>
              </a:buClr>
              <a:buSzPts val="2666"/>
              <a:buFont typeface="Arial"/>
              <a:buChar char="•"/>
              <a:defRPr sz="2666" b="0" i="0" u="none" strike="noStrike" cap="none">
                <a:solidFill>
                  <a:schemeClr val="dk1"/>
                </a:solidFill>
                <a:latin typeface="Poppins Medium"/>
                <a:ea typeface="Poppins Medium"/>
                <a:cs typeface="Poppins Medium"/>
                <a:sym typeface="Poppins Medium"/>
              </a:defRPr>
            </a:lvl9pPr>
          </a:lstStyle>
          <a:p>
            <a:endParaRPr/>
          </a:p>
        </p:txBody>
      </p:sp>
      <p:sp>
        <p:nvSpPr>
          <p:cNvPr id="338" name="Google Shape;338;p63"/>
          <p:cNvSpPr txBox="1">
            <a:spLocks noGrp="1"/>
          </p:cNvSpPr>
          <p:nvPr>
            <p:ph type="body" idx="3"/>
          </p:nvPr>
        </p:nvSpPr>
        <p:spPr>
          <a:xfrm>
            <a:off x="455618" y="460685"/>
            <a:ext cx="8915492" cy="229235"/>
          </a:xfrm>
          <a:prstGeom prst="rect">
            <a:avLst/>
          </a:prstGeom>
          <a:noFill/>
          <a:ln>
            <a:noFill/>
          </a:ln>
        </p:spPr>
        <p:txBody>
          <a:bodyPr spcFirstLastPara="1" wrap="square" lIns="0" tIns="0" rIns="0" bIns="0" anchor="t" anchorCtr="0">
            <a:noAutofit/>
          </a:bodyPr>
          <a:lstStyle>
            <a:lvl1pPr marL="457207" lvl="0" indent="-228604" algn="l">
              <a:spcBef>
                <a:spcPts val="1800"/>
              </a:spcBef>
              <a:spcAft>
                <a:spcPts val="0"/>
              </a:spcAft>
              <a:buClr>
                <a:schemeClr val="accent2"/>
              </a:buClr>
              <a:buSzPts val="1400"/>
              <a:buFont typeface="Roboto Medium"/>
              <a:buNone/>
              <a:defRPr sz="1400" b="0" i="0">
                <a:solidFill>
                  <a:schemeClr val="accent2"/>
                </a:solidFill>
                <a:latin typeface="Roboto Medium"/>
                <a:ea typeface="Roboto Medium"/>
                <a:cs typeface="Roboto Medium"/>
                <a:sym typeface="Roboto Medium"/>
              </a:defRPr>
            </a:lvl1pPr>
            <a:lvl2pPr marL="914415" lvl="1" indent="-228604" algn="l">
              <a:spcBef>
                <a:spcPts val="600"/>
              </a:spcBef>
              <a:spcAft>
                <a:spcPts val="0"/>
              </a:spcAft>
              <a:buClr>
                <a:schemeClr val="dk1"/>
              </a:buClr>
              <a:buSzPts val="1800"/>
              <a:buNone/>
              <a:defRPr/>
            </a:lvl2pPr>
            <a:lvl3pPr marL="1371622" lvl="2" indent="-342906" algn="l">
              <a:spcBef>
                <a:spcPts val="600"/>
              </a:spcBef>
              <a:spcAft>
                <a:spcPts val="0"/>
              </a:spcAft>
              <a:buClr>
                <a:schemeClr val="dk1"/>
              </a:buClr>
              <a:buSzPts val="1800"/>
              <a:buChar char="−"/>
              <a:defRPr/>
            </a:lvl3pPr>
            <a:lvl4pPr marL="1828831" lvl="3" indent="-342906" algn="l">
              <a:spcBef>
                <a:spcPts val="300"/>
              </a:spcBef>
              <a:spcAft>
                <a:spcPts val="0"/>
              </a:spcAft>
              <a:buClr>
                <a:schemeClr val="dk1"/>
              </a:buClr>
              <a:buSzPts val="1800"/>
              <a:buChar char="•"/>
              <a:defRPr/>
            </a:lvl4pPr>
            <a:lvl5pPr marL="2286038" lvl="4" indent="-342906" algn="l">
              <a:spcBef>
                <a:spcPts val="300"/>
              </a:spcBef>
              <a:spcAft>
                <a:spcPts val="0"/>
              </a:spcAft>
              <a:buClr>
                <a:schemeClr val="dk1"/>
              </a:buClr>
              <a:buSzPts val="1800"/>
              <a:buChar char="−"/>
              <a:defRPr/>
            </a:lvl5pPr>
            <a:lvl6pPr marL="2743246" lvl="5" indent="-342906" algn="l">
              <a:spcBef>
                <a:spcPts val="360"/>
              </a:spcBef>
              <a:spcAft>
                <a:spcPts val="0"/>
              </a:spcAft>
              <a:buClr>
                <a:schemeClr val="dk1"/>
              </a:buClr>
              <a:buSzPts val="1800"/>
              <a:buChar char="•"/>
              <a:defRPr/>
            </a:lvl6pPr>
            <a:lvl7pPr marL="3200453" lvl="6" indent="-342906" algn="l">
              <a:spcBef>
                <a:spcPts val="360"/>
              </a:spcBef>
              <a:spcAft>
                <a:spcPts val="0"/>
              </a:spcAft>
              <a:buClr>
                <a:schemeClr val="dk1"/>
              </a:buClr>
              <a:buSzPts val="1800"/>
              <a:buChar char="•"/>
              <a:defRPr/>
            </a:lvl7pPr>
            <a:lvl8pPr marL="3657661" lvl="7" indent="-342906" algn="l">
              <a:spcBef>
                <a:spcPts val="360"/>
              </a:spcBef>
              <a:spcAft>
                <a:spcPts val="0"/>
              </a:spcAft>
              <a:buClr>
                <a:schemeClr val="dk1"/>
              </a:buClr>
              <a:buSzPts val="1800"/>
              <a:buChar char="•"/>
              <a:defRPr/>
            </a:lvl8pPr>
            <a:lvl9pPr marL="4114868" lvl="8" indent="-342906" algn="l">
              <a:spcBef>
                <a:spcPts val="360"/>
              </a:spcBef>
              <a:spcAft>
                <a:spcPts val="0"/>
              </a:spcAft>
              <a:buClr>
                <a:schemeClr val="dk1"/>
              </a:buClr>
              <a:buSzPts val="1800"/>
              <a:buChar char="•"/>
              <a:defRPr/>
            </a:lvl9pPr>
          </a:lstStyle>
          <a:p>
            <a:endParaRPr/>
          </a:p>
        </p:txBody>
      </p:sp>
      <p:sp>
        <p:nvSpPr>
          <p:cNvPr id="339" name="Google Shape;339;p63"/>
          <p:cNvSpPr txBox="1">
            <a:spLocks noGrp="1"/>
          </p:cNvSpPr>
          <p:nvPr>
            <p:ph type="body" idx="4"/>
          </p:nvPr>
        </p:nvSpPr>
        <p:spPr>
          <a:xfrm>
            <a:off x="7508953" y="6432334"/>
            <a:ext cx="4224381" cy="228601"/>
          </a:xfrm>
          <a:prstGeom prst="rect">
            <a:avLst/>
          </a:prstGeom>
          <a:noFill/>
          <a:ln>
            <a:noFill/>
          </a:ln>
        </p:spPr>
        <p:txBody>
          <a:bodyPr spcFirstLastPara="1" wrap="square" lIns="0" tIns="0" rIns="0" bIns="0" anchor="b" anchorCtr="0">
            <a:noAutofit/>
          </a:bodyPr>
          <a:lstStyle>
            <a:lvl1pPr marL="457207" lvl="0" indent="-228604" algn="r">
              <a:spcBef>
                <a:spcPts val="1800"/>
              </a:spcBef>
              <a:spcAft>
                <a:spcPts val="0"/>
              </a:spcAft>
              <a:buClr>
                <a:schemeClr val="lt1"/>
              </a:buClr>
              <a:buSzPts val="1000"/>
              <a:buFont typeface="Roboto Medium"/>
              <a:buNone/>
              <a:defRPr sz="1000" b="0" i="0">
                <a:solidFill>
                  <a:schemeClr val="lt1"/>
                </a:solidFill>
                <a:latin typeface="Roboto Medium"/>
                <a:ea typeface="Roboto Medium"/>
                <a:cs typeface="Roboto Medium"/>
                <a:sym typeface="Roboto Medium"/>
              </a:defRPr>
            </a:lvl1pPr>
            <a:lvl2pPr marL="914415" lvl="1" indent="-228604" algn="l">
              <a:spcBef>
                <a:spcPts val="600"/>
              </a:spcBef>
              <a:spcAft>
                <a:spcPts val="0"/>
              </a:spcAft>
              <a:buClr>
                <a:schemeClr val="dk1"/>
              </a:buClr>
              <a:buSzPts val="1800"/>
              <a:buNone/>
              <a:defRPr/>
            </a:lvl2pPr>
            <a:lvl3pPr marL="1371622" lvl="2" indent="-342906" algn="l">
              <a:spcBef>
                <a:spcPts val="600"/>
              </a:spcBef>
              <a:spcAft>
                <a:spcPts val="0"/>
              </a:spcAft>
              <a:buClr>
                <a:schemeClr val="dk1"/>
              </a:buClr>
              <a:buSzPts val="1800"/>
              <a:buChar char="−"/>
              <a:defRPr/>
            </a:lvl3pPr>
            <a:lvl4pPr marL="1828831" lvl="3" indent="-342906" algn="l">
              <a:spcBef>
                <a:spcPts val="300"/>
              </a:spcBef>
              <a:spcAft>
                <a:spcPts val="0"/>
              </a:spcAft>
              <a:buClr>
                <a:schemeClr val="dk1"/>
              </a:buClr>
              <a:buSzPts val="1800"/>
              <a:buChar char="•"/>
              <a:defRPr/>
            </a:lvl4pPr>
            <a:lvl5pPr marL="2286038" lvl="4" indent="-342906" algn="l">
              <a:spcBef>
                <a:spcPts val="300"/>
              </a:spcBef>
              <a:spcAft>
                <a:spcPts val="0"/>
              </a:spcAft>
              <a:buClr>
                <a:schemeClr val="dk1"/>
              </a:buClr>
              <a:buSzPts val="1800"/>
              <a:buChar char="−"/>
              <a:defRPr/>
            </a:lvl5pPr>
            <a:lvl6pPr marL="2743246" lvl="5" indent="-342906" algn="l">
              <a:spcBef>
                <a:spcPts val="360"/>
              </a:spcBef>
              <a:spcAft>
                <a:spcPts val="0"/>
              </a:spcAft>
              <a:buClr>
                <a:schemeClr val="dk1"/>
              </a:buClr>
              <a:buSzPts val="1800"/>
              <a:buChar char="•"/>
              <a:defRPr/>
            </a:lvl6pPr>
            <a:lvl7pPr marL="3200453" lvl="6" indent="-342906" algn="l">
              <a:spcBef>
                <a:spcPts val="360"/>
              </a:spcBef>
              <a:spcAft>
                <a:spcPts val="0"/>
              </a:spcAft>
              <a:buClr>
                <a:schemeClr val="dk1"/>
              </a:buClr>
              <a:buSzPts val="1800"/>
              <a:buChar char="•"/>
              <a:defRPr/>
            </a:lvl7pPr>
            <a:lvl8pPr marL="3657661" lvl="7" indent="-342906" algn="l">
              <a:spcBef>
                <a:spcPts val="360"/>
              </a:spcBef>
              <a:spcAft>
                <a:spcPts val="0"/>
              </a:spcAft>
              <a:buClr>
                <a:schemeClr val="dk1"/>
              </a:buClr>
              <a:buSzPts val="1800"/>
              <a:buChar char="•"/>
              <a:defRPr/>
            </a:lvl8pPr>
            <a:lvl9pPr marL="4114868" lvl="8" indent="-342906" algn="l">
              <a:spcBef>
                <a:spcPts val="360"/>
              </a:spcBef>
              <a:spcAft>
                <a:spcPts val="0"/>
              </a:spcAft>
              <a:buClr>
                <a:schemeClr val="dk1"/>
              </a:buClr>
              <a:buSzPts val="1800"/>
              <a:buChar char="•"/>
              <a:defRPr/>
            </a:lvl9pPr>
          </a:lstStyle>
          <a:p>
            <a:endParaRPr/>
          </a:p>
        </p:txBody>
      </p:sp>
      <p:pic>
        <p:nvPicPr>
          <p:cNvPr id="340" name="Google Shape;340;p63" descr="A picture containing drawing&#10;&#10;Description automatically generated"/>
          <p:cNvPicPr preferRelativeResize="0"/>
          <p:nvPr/>
        </p:nvPicPr>
        <p:blipFill rotWithShape="1">
          <a:blip r:embed="rId2">
            <a:alphaModFix/>
          </a:blip>
          <a:srcRect b="31356"/>
          <a:stretch/>
        </p:blipFill>
        <p:spPr>
          <a:xfrm>
            <a:off x="455619" y="6277208"/>
            <a:ext cx="685807" cy="352192"/>
          </a:xfrm>
          <a:prstGeom prst="rect">
            <a:avLst/>
          </a:prstGeom>
          <a:noFill/>
          <a:ln>
            <a:noFill/>
          </a:ln>
        </p:spPr>
      </p:pic>
    </p:spTree>
  </p:cSld>
  <p:clrMapOvr>
    <a:masterClrMapping/>
  </p:clrMapOvr>
  <mc:AlternateContent xmlns:mc="http://schemas.openxmlformats.org/markup-compatibility/2006" xmlns:p14="http://schemas.microsoft.com/office/powerpoint/2010/main">
    <mc:Choice Requires="p14">
      <p:transition p14:dur="250">
        <p:fade/>
      </p:transition>
    </mc:Choice>
    <mc:Fallback xmlns:ahyp="http://schemas.microsoft.com/office/drawing/2018/hyperlinkcolor" xmlns:p15="http://schemas.microsoft.com/office/powerpoint/2012/main" xmlns:com="http://schemas.openxmlformats.org/drawingml/2006/compatibility" xmlns:pvml="urn:schemas-microsoft-com:office:powerpoint" xmlns:v="urn:schemas-microsoft-com:vml" xmlns:o="urn:schemas-microsoft-com:office:office" xmlns:dgm="http://schemas.openxmlformats.org/drawingml/2006/diagram" xmlns:c="http://schemas.openxmlformats.org/drawingml/2006/chart" xmlns:mv="urn:schemas-microsoft-com:mac:vml" xmlns="">
      <p:transition>
        <p:fade/>
      </p:transition>
    </mc:Fallback>
  </mc:AlternateContent>
</p:sldLayout>
</file>

<file path=ppt/slideLayouts/slideLayout62.xml><?xml version="1.0" encoding="utf-8"?>
<p:sldLayout xmlns:a="http://schemas.openxmlformats.org/drawingml/2006/main" xmlns:r="http://schemas.openxmlformats.org/officeDocument/2006/relationships" xmlns:p="http://schemas.openxmlformats.org/presentationml/2006/main" matchingName="HYUNDAI  Subhead | Title | Text | HP Image">
  <p:cSld name="HYUNDAI  Subhead | Title | Text | HP Image">
    <p:bg>
      <p:bgPr>
        <a:solidFill>
          <a:schemeClr val="dk2"/>
        </a:solidFill>
        <a:effectLst/>
      </p:bgPr>
    </p:bg>
    <p:spTree>
      <p:nvGrpSpPr>
        <p:cNvPr id="1" name="Shape 341"/>
        <p:cNvGrpSpPr/>
        <p:nvPr/>
      </p:nvGrpSpPr>
      <p:grpSpPr>
        <a:xfrm>
          <a:off x="0" y="0"/>
          <a:ext cx="0" cy="0"/>
          <a:chOff x="0" y="0"/>
          <a:chExt cx="0" cy="0"/>
        </a:xfrm>
      </p:grpSpPr>
      <p:sp>
        <p:nvSpPr>
          <p:cNvPr id="342" name="Google Shape;342;p64"/>
          <p:cNvSpPr>
            <a:spLocks noGrp="1"/>
          </p:cNvSpPr>
          <p:nvPr>
            <p:ph type="pic" idx="2"/>
          </p:nvPr>
        </p:nvSpPr>
        <p:spPr>
          <a:xfrm>
            <a:off x="6094473" y="0"/>
            <a:ext cx="6094476" cy="6858000"/>
          </a:xfrm>
          <a:prstGeom prst="rect">
            <a:avLst/>
          </a:prstGeom>
          <a:solidFill>
            <a:srgbClr val="F2F2F2"/>
          </a:solidFill>
          <a:ln>
            <a:noFill/>
          </a:ln>
        </p:spPr>
        <p:txBody>
          <a:bodyPr spcFirstLastPara="1" wrap="square" lIns="0" tIns="0" rIns="0" bIns="0" anchor="ctr" anchorCtr="0">
            <a:noAutofit/>
          </a:bodyPr>
          <a:lstStyle>
            <a:lvl1pPr marR="0" lvl="0" algn="ctr" rtl="0">
              <a:spcBef>
                <a:spcPts val="1800"/>
              </a:spcBef>
              <a:spcAft>
                <a:spcPts val="0"/>
              </a:spcAft>
              <a:buClr>
                <a:srgbClr val="D8D8D8"/>
              </a:buClr>
              <a:buSzPts val="2000"/>
              <a:buFont typeface="Roboto"/>
              <a:buNone/>
              <a:defRPr sz="2000" b="0" i="0" u="none" strike="noStrike" cap="none">
                <a:solidFill>
                  <a:srgbClr val="D8D8D8"/>
                </a:solidFill>
                <a:latin typeface="Roboto"/>
                <a:ea typeface="Roboto"/>
                <a:cs typeface="Roboto"/>
                <a:sym typeface="Roboto"/>
              </a:defRPr>
            </a:lvl1pPr>
            <a:lvl2pPr marR="0" lvl="1" algn="l" rtl="0">
              <a:spcBef>
                <a:spcPts val="600"/>
              </a:spcBef>
              <a:spcAft>
                <a:spcPts val="0"/>
              </a:spcAft>
              <a:buClr>
                <a:schemeClr val="dk1"/>
              </a:buClr>
              <a:buSzPts val="1800"/>
              <a:buFont typeface="Arial"/>
              <a:buChar char="•"/>
              <a:defRPr sz="1800" b="0" i="0" u="none" strike="noStrike" cap="none">
                <a:solidFill>
                  <a:schemeClr val="dk1"/>
                </a:solidFill>
                <a:latin typeface="Roboto"/>
                <a:ea typeface="Roboto"/>
                <a:cs typeface="Roboto"/>
                <a:sym typeface="Roboto"/>
              </a:defRPr>
            </a:lvl2pPr>
            <a:lvl3pPr marR="0" lvl="2" algn="l" rtl="0">
              <a:spcBef>
                <a:spcPts val="600"/>
              </a:spcBef>
              <a:spcAft>
                <a:spcPts val="0"/>
              </a:spcAft>
              <a:buClr>
                <a:schemeClr val="dk1"/>
              </a:buClr>
              <a:buSzPts val="1600"/>
              <a:buFont typeface="Merriweather Sans"/>
              <a:buChar char="−"/>
              <a:defRPr sz="1600" b="0" i="0" u="none" strike="noStrike" cap="none">
                <a:solidFill>
                  <a:schemeClr val="dk1"/>
                </a:solidFill>
                <a:latin typeface="Roboto"/>
                <a:ea typeface="Roboto"/>
                <a:cs typeface="Roboto"/>
                <a:sym typeface="Roboto"/>
              </a:defRPr>
            </a:lvl3pPr>
            <a:lvl4pPr marR="0" lvl="3" algn="l" rtl="0">
              <a:spcBef>
                <a:spcPts val="300"/>
              </a:spcBef>
              <a:spcAft>
                <a:spcPts val="0"/>
              </a:spcAft>
              <a:buClr>
                <a:schemeClr val="dk1"/>
              </a:buClr>
              <a:buSzPts val="1400"/>
              <a:buFont typeface="Arial"/>
              <a:buChar char="•"/>
              <a:defRPr sz="1400" b="0" i="0" u="none" strike="noStrike" cap="none">
                <a:solidFill>
                  <a:schemeClr val="dk1"/>
                </a:solidFill>
                <a:latin typeface="Roboto"/>
                <a:ea typeface="Roboto"/>
                <a:cs typeface="Roboto"/>
                <a:sym typeface="Roboto"/>
              </a:defRPr>
            </a:lvl4pPr>
            <a:lvl5pPr marR="0" lvl="4" algn="l" rtl="0">
              <a:spcBef>
                <a:spcPts val="300"/>
              </a:spcBef>
              <a:spcAft>
                <a:spcPts val="0"/>
              </a:spcAft>
              <a:buClr>
                <a:schemeClr val="dk1"/>
              </a:buClr>
              <a:buSzPts val="1200"/>
              <a:buFont typeface="Merriweather Sans"/>
              <a:buChar char="−"/>
              <a:defRPr sz="1200" b="0" i="0" u="none" strike="noStrike" cap="none">
                <a:solidFill>
                  <a:schemeClr val="dk1"/>
                </a:solidFill>
                <a:latin typeface="Roboto"/>
                <a:ea typeface="Roboto"/>
                <a:cs typeface="Roboto"/>
                <a:sym typeface="Roboto"/>
              </a:defRPr>
            </a:lvl5pPr>
            <a:lvl6pPr marR="0" lvl="5" algn="l" rtl="0">
              <a:spcBef>
                <a:spcPts val="533"/>
              </a:spcBef>
              <a:spcAft>
                <a:spcPts val="0"/>
              </a:spcAft>
              <a:buClr>
                <a:schemeClr val="dk1"/>
              </a:buClr>
              <a:buSzPts val="2666"/>
              <a:buFont typeface="Arial"/>
              <a:buChar char="•"/>
              <a:defRPr sz="2666" b="0" i="0" u="none" strike="noStrike" cap="none">
                <a:solidFill>
                  <a:schemeClr val="dk1"/>
                </a:solidFill>
                <a:latin typeface="Poppins Medium"/>
                <a:ea typeface="Poppins Medium"/>
                <a:cs typeface="Poppins Medium"/>
                <a:sym typeface="Poppins Medium"/>
              </a:defRPr>
            </a:lvl6pPr>
            <a:lvl7pPr marR="0" lvl="6" algn="l" rtl="0">
              <a:spcBef>
                <a:spcPts val="533"/>
              </a:spcBef>
              <a:spcAft>
                <a:spcPts val="0"/>
              </a:spcAft>
              <a:buClr>
                <a:schemeClr val="dk1"/>
              </a:buClr>
              <a:buSzPts val="2666"/>
              <a:buFont typeface="Arial"/>
              <a:buChar char="•"/>
              <a:defRPr sz="2666" b="0" i="0" u="none" strike="noStrike" cap="none">
                <a:solidFill>
                  <a:schemeClr val="dk1"/>
                </a:solidFill>
                <a:latin typeface="Poppins Medium"/>
                <a:ea typeface="Poppins Medium"/>
                <a:cs typeface="Poppins Medium"/>
                <a:sym typeface="Poppins Medium"/>
              </a:defRPr>
            </a:lvl7pPr>
            <a:lvl8pPr marR="0" lvl="7" algn="l" rtl="0">
              <a:spcBef>
                <a:spcPts val="533"/>
              </a:spcBef>
              <a:spcAft>
                <a:spcPts val="0"/>
              </a:spcAft>
              <a:buClr>
                <a:schemeClr val="dk1"/>
              </a:buClr>
              <a:buSzPts val="2666"/>
              <a:buFont typeface="Arial"/>
              <a:buChar char="•"/>
              <a:defRPr sz="2666" b="0" i="0" u="none" strike="noStrike" cap="none">
                <a:solidFill>
                  <a:schemeClr val="dk1"/>
                </a:solidFill>
                <a:latin typeface="Poppins Medium"/>
                <a:ea typeface="Poppins Medium"/>
                <a:cs typeface="Poppins Medium"/>
                <a:sym typeface="Poppins Medium"/>
              </a:defRPr>
            </a:lvl8pPr>
            <a:lvl9pPr marR="0" lvl="8" algn="l" rtl="0">
              <a:spcBef>
                <a:spcPts val="533"/>
              </a:spcBef>
              <a:spcAft>
                <a:spcPts val="0"/>
              </a:spcAft>
              <a:buClr>
                <a:schemeClr val="dk1"/>
              </a:buClr>
              <a:buSzPts val="2666"/>
              <a:buFont typeface="Arial"/>
              <a:buChar char="•"/>
              <a:defRPr sz="2666" b="0" i="0" u="none" strike="noStrike" cap="none">
                <a:solidFill>
                  <a:schemeClr val="dk1"/>
                </a:solidFill>
                <a:latin typeface="Poppins Medium"/>
                <a:ea typeface="Poppins Medium"/>
                <a:cs typeface="Poppins Medium"/>
                <a:sym typeface="Poppins Medium"/>
              </a:defRPr>
            </a:lvl9pPr>
          </a:lstStyle>
          <a:p>
            <a:endParaRPr/>
          </a:p>
        </p:txBody>
      </p:sp>
      <p:sp>
        <p:nvSpPr>
          <p:cNvPr id="343" name="Google Shape;343;p64"/>
          <p:cNvSpPr txBox="1">
            <a:spLocks noGrp="1"/>
          </p:cNvSpPr>
          <p:nvPr>
            <p:ph type="title"/>
          </p:nvPr>
        </p:nvSpPr>
        <p:spPr>
          <a:xfrm>
            <a:off x="455618" y="731522"/>
            <a:ext cx="5029251" cy="524543"/>
          </a:xfrm>
          <a:prstGeom prst="rect">
            <a:avLst/>
          </a:prstGeom>
          <a:noFill/>
          <a:ln>
            <a:noFill/>
          </a:ln>
        </p:spPr>
        <p:txBody>
          <a:bodyPr spcFirstLastPara="1" wrap="square" lIns="0" tIns="0" rIns="0" bIns="0" anchor="t" anchorCtr="0">
            <a:noAutofit/>
          </a:bodyPr>
          <a:lstStyle>
            <a:lvl1pPr lvl="0" algn="l">
              <a:lnSpc>
                <a:spcPct val="80000"/>
              </a:lnSpc>
              <a:spcBef>
                <a:spcPts val="0"/>
              </a:spcBef>
              <a:spcAft>
                <a:spcPts val="0"/>
              </a:spcAft>
              <a:buClr>
                <a:schemeClr val="lt1"/>
              </a:buClr>
              <a:buSzPts val="3200"/>
              <a:buFont typeface="Roboto Medium"/>
              <a:buNone/>
              <a:defRPr b="0">
                <a:solidFill>
                  <a:schemeClr val="lt1"/>
                </a:solidFill>
              </a:defRPr>
            </a:lvl1pPr>
            <a:lvl2pPr lvl="1">
              <a:spcBef>
                <a:spcPts val="0"/>
              </a:spcBef>
              <a:spcAft>
                <a:spcPts val="0"/>
              </a:spcAft>
              <a:buSzPts val="1400"/>
              <a:buNone/>
              <a:defRPr/>
            </a:lvl2pPr>
            <a:lvl3pPr lvl="2">
              <a:spcBef>
                <a:spcPts val="0"/>
              </a:spcBef>
              <a:spcAft>
                <a:spcPts val="0"/>
              </a:spcAft>
              <a:buSzPts val="1400"/>
              <a:buNone/>
              <a:defRPr/>
            </a:lvl3pPr>
            <a:lvl4pPr lvl="3">
              <a:spcBef>
                <a:spcPts val="0"/>
              </a:spcBef>
              <a:spcAft>
                <a:spcPts val="0"/>
              </a:spcAft>
              <a:buSzPts val="1400"/>
              <a:buNone/>
              <a:defRPr/>
            </a:lvl4pPr>
            <a:lvl5pPr lvl="4">
              <a:spcBef>
                <a:spcPts val="0"/>
              </a:spcBef>
              <a:spcAft>
                <a:spcPts val="0"/>
              </a:spcAft>
              <a:buSzPts val="1400"/>
              <a:buNone/>
              <a:defRPr/>
            </a:lvl5pPr>
            <a:lvl6pPr lvl="5">
              <a:spcBef>
                <a:spcPts val="0"/>
              </a:spcBef>
              <a:spcAft>
                <a:spcPts val="0"/>
              </a:spcAft>
              <a:buSzPts val="1400"/>
              <a:buNone/>
              <a:defRPr/>
            </a:lvl6pPr>
            <a:lvl7pPr lvl="6">
              <a:spcBef>
                <a:spcPts val="0"/>
              </a:spcBef>
              <a:spcAft>
                <a:spcPts val="0"/>
              </a:spcAft>
              <a:buSzPts val="1400"/>
              <a:buNone/>
              <a:defRPr/>
            </a:lvl7pPr>
            <a:lvl8pPr lvl="7">
              <a:spcBef>
                <a:spcPts val="0"/>
              </a:spcBef>
              <a:spcAft>
                <a:spcPts val="0"/>
              </a:spcAft>
              <a:buSzPts val="1400"/>
              <a:buNone/>
              <a:defRPr/>
            </a:lvl8pPr>
            <a:lvl9pPr lvl="8">
              <a:spcBef>
                <a:spcPts val="0"/>
              </a:spcBef>
              <a:spcAft>
                <a:spcPts val="0"/>
              </a:spcAft>
              <a:buSzPts val="1400"/>
              <a:buNone/>
              <a:defRPr/>
            </a:lvl9pPr>
          </a:lstStyle>
          <a:p>
            <a:endParaRPr/>
          </a:p>
        </p:txBody>
      </p:sp>
      <p:sp>
        <p:nvSpPr>
          <p:cNvPr id="344" name="Google Shape;344;p64"/>
          <p:cNvSpPr txBox="1">
            <a:spLocks noGrp="1"/>
          </p:cNvSpPr>
          <p:nvPr>
            <p:ph type="body" idx="1"/>
          </p:nvPr>
        </p:nvSpPr>
        <p:spPr>
          <a:xfrm>
            <a:off x="455618" y="2971800"/>
            <a:ext cx="5029251" cy="2971800"/>
          </a:xfrm>
          <a:prstGeom prst="rect">
            <a:avLst/>
          </a:prstGeom>
          <a:noFill/>
          <a:ln>
            <a:noFill/>
          </a:ln>
        </p:spPr>
        <p:txBody>
          <a:bodyPr spcFirstLastPara="1" wrap="square" lIns="0" tIns="0" rIns="0" bIns="0" anchor="t" anchorCtr="0">
            <a:noAutofit/>
          </a:bodyPr>
          <a:lstStyle>
            <a:lvl1pPr marL="457207" lvl="0" indent="-228604" algn="l">
              <a:lnSpc>
                <a:spcPct val="100000"/>
              </a:lnSpc>
              <a:spcBef>
                <a:spcPts val="1800"/>
              </a:spcBef>
              <a:spcAft>
                <a:spcPts val="0"/>
              </a:spcAft>
              <a:buClr>
                <a:schemeClr val="lt1"/>
              </a:buClr>
              <a:buSzPts val="2000"/>
              <a:buFont typeface="Roboto"/>
              <a:buNone/>
              <a:defRPr b="0" i="0">
                <a:solidFill>
                  <a:schemeClr val="lt1"/>
                </a:solidFill>
                <a:latin typeface="Roboto"/>
                <a:ea typeface="Roboto"/>
                <a:cs typeface="Roboto"/>
                <a:sym typeface="Roboto"/>
              </a:defRPr>
            </a:lvl1pPr>
            <a:lvl2pPr marL="914415" lvl="1" indent="-342906" algn="l">
              <a:spcBef>
                <a:spcPts val="600"/>
              </a:spcBef>
              <a:spcAft>
                <a:spcPts val="0"/>
              </a:spcAft>
              <a:buClr>
                <a:schemeClr val="lt1"/>
              </a:buClr>
              <a:buSzPts val="1800"/>
              <a:buChar char="•"/>
              <a:defRPr b="0" i="0">
                <a:solidFill>
                  <a:schemeClr val="lt1"/>
                </a:solidFill>
                <a:latin typeface="Roboto"/>
                <a:ea typeface="Roboto"/>
                <a:cs typeface="Roboto"/>
                <a:sym typeface="Roboto"/>
              </a:defRPr>
            </a:lvl2pPr>
            <a:lvl3pPr marL="1371622" lvl="2" indent="-330205" algn="l">
              <a:spcBef>
                <a:spcPts val="600"/>
              </a:spcBef>
              <a:spcAft>
                <a:spcPts val="0"/>
              </a:spcAft>
              <a:buClr>
                <a:schemeClr val="lt1"/>
              </a:buClr>
              <a:buSzPts val="1600"/>
              <a:buChar char="−"/>
              <a:defRPr b="0" i="0">
                <a:solidFill>
                  <a:schemeClr val="lt1"/>
                </a:solidFill>
                <a:latin typeface="Roboto"/>
                <a:ea typeface="Roboto"/>
                <a:cs typeface="Roboto"/>
                <a:sym typeface="Roboto"/>
              </a:defRPr>
            </a:lvl3pPr>
            <a:lvl4pPr marL="1828831" lvl="3" indent="-317506" algn="l">
              <a:lnSpc>
                <a:spcPct val="100000"/>
              </a:lnSpc>
              <a:spcBef>
                <a:spcPts val="300"/>
              </a:spcBef>
              <a:spcAft>
                <a:spcPts val="0"/>
              </a:spcAft>
              <a:buClr>
                <a:schemeClr val="lt1"/>
              </a:buClr>
              <a:buSzPts val="1400"/>
              <a:buChar char="•"/>
              <a:defRPr b="0" i="0">
                <a:solidFill>
                  <a:schemeClr val="lt1"/>
                </a:solidFill>
                <a:latin typeface="Roboto"/>
                <a:ea typeface="Roboto"/>
                <a:cs typeface="Roboto"/>
                <a:sym typeface="Roboto"/>
              </a:defRPr>
            </a:lvl4pPr>
            <a:lvl5pPr marL="2286038" lvl="4" indent="-304805" algn="l">
              <a:spcBef>
                <a:spcPts val="300"/>
              </a:spcBef>
              <a:spcAft>
                <a:spcPts val="0"/>
              </a:spcAft>
              <a:buClr>
                <a:schemeClr val="lt1"/>
              </a:buClr>
              <a:buSzPts val="1200"/>
              <a:buChar char="−"/>
              <a:defRPr b="0" i="0">
                <a:solidFill>
                  <a:schemeClr val="lt1"/>
                </a:solidFill>
                <a:latin typeface="Roboto"/>
                <a:ea typeface="Roboto"/>
                <a:cs typeface="Roboto"/>
                <a:sym typeface="Roboto"/>
              </a:defRPr>
            </a:lvl5pPr>
            <a:lvl6pPr marL="2743246" lvl="5" indent="-342906" algn="l">
              <a:spcBef>
                <a:spcPts val="360"/>
              </a:spcBef>
              <a:spcAft>
                <a:spcPts val="0"/>
              </a:spcAft>
              <a:buClr>
                <a:schemeClr val="dk1"/>
              </a:buClr>
              <a:buSzPts val="1800"/>
              <a:buChar char="•"/>
              <a:defRPr/>
            </a:lvl6pPr>
            <a:lvl7pPr marL="3200453" lvl="6" indent="-342906" algn="l">
              <a:spcBef>
                <a:spcPts val="360"/>
              </a:spcBef>
              <a:spcAft>
                <a:spcPts val="0"/>
              </a:spcAft>
              <a:buClr>
                <a:schemeClr val="dk1"/>
              </a:buClr>
              <a:buSzPts val="1800"/>
              <a:buChar char="•"/>
              <a:defRPr/>
            </a:lvl7pPr>
            <a:lvl8pPr marL="3657661" lvl="7" indent="-342906" algn="l">
              <a:spcBef>
                <a:spcPts val="360"/>
              </a:spcBef>
              <a:spcAft>
                <a:spcPts val="0"/>
              </a:spcAft>
              <a:buClr>
                <a:schemeClr val="dk1"/>
              </a:buClr>
              <a:buSzPts val="1800"/>
              <a:buChar char="•"/>
              <a:defRPr/>
            </a:lvl8pPr>
            <a:lvl9pPr marL="4114868" lvl="8" indent="-342906" algn="l">
              <a:spcBef>
                <a:spcPts val="360"/>
              </a:spcBef>
              <a:spcAft>
                <a:spcPts val="0"/>
              </a:spcAft>
              <a:buClr>
                <a:schemeClr val="dk1"/>
              </a:buClr>
              <a:buSzPts val="1800"/>
              <a:buChar char="•"/>
              <a:defRPr/>
            </a:lvl9pPr>
          </a:lstStyle>
          <a:p>
            <a:endParaRPr/>
          </a:p>
        </p:txBody>
      </p:sp>
      <p:sp>
        <p:nvSpPr>
          <p:cNvPr id="345" name="Google Shape;345;p64"/>
          <p:cNvSpPr txBox="1">
            <a:spLocks noGrp="1"/>
          </p:cNvSpPr>
          <p:nvPr>
            <p:ph type="body" idx="3"/>
          </p:nvPr>
        </p:nvSpPr>
        <p:spPr>
          <a:xfrm>
            <a:off x="455619" y="460685"/>
            <a:ext cx="5029251" cy="229235"/>
          </a:xfrm>
          <a:prstGeom prst="rect">
            <a:avLst/>
          </a:prstGeom>
          <a:noFill/>
          <a:ln>
            <a:noFill/>
          </a:ln>
        </p:spPr>
        <p:txBody>
          <a:bodyPr spcFirstLastPara="1" wrap="square" lIns="0" tIns="0" rIns="0" bIns="0" anchor="t" anchorCtr="0">
            <a:noAutofit/>
          </a:bodyPr>
          <a:lstStyle>
            <a:lvl1pPr marL="457207" lvl="0" indent="-228604" algn="l">
              <a:spcBef>
                <a:spcPts val="1800"/>
              </a:spcBef>
              <a:spcAft>
                <a:spcPts val="0"/>
              </a:spcAft>
              <a:buClr>
                <a:schemeClr val="accent2"/>
              </a:buClr>
              <a:buSzPts val="1400"/>
              <a:buFont typeface="Roboto Medium"/>
              <a:buNone/>
              <a:defRPr sz="1400" b="0" i="0">
                <a:solidFill>
                  <a:schemeClr val="accent2"/>
                </a:solidFill>
                <a:latin typeface="Roboto Medium"/>
                <a:ea typeface="Roboto Medium"/>
                <a:cs typeface="Roboto Medium"/>
                <a:sym typeface="Roboto Medium"/>
              </a:defRPr>
            </a:lvl1pPr>
            <a:lvl2pPr marL="914415" lvl="1" indent="-228604" algn="l">
              <a:spcBef>
                <a:spcPts val="600"/>
              </a:spcBef>
              <a:spcAft>
                <a:spcPts val="0"/>
              </a:spcAft>
              <a:buClr>
                <a:schemeClr val="dk1"/>
              </a:buClr>
              <a:buSzPts val="1800"/>
              <a:buNone/>
              <a:defRPr/>
            </a:lvl2pPr>
            <a:lvl3pPr marL="1371622" lvl="2" indent="-342906" algn="l">
              <a:spcBef>
                <a:spcPts val="600"/>
              </a:spcBef>
              <a:spcAft>
                <a:spcPts val="0"/>
              </a:spcAft>
              <a:buClr>
                <a:schemeClr val="dk1"/>
              </a:buClr>
              <a:buSzPts val="1800"/>
              <a:buChar char="−"/>
              <a:defRPr/>
            </a:lvl3pPr>
            <a:lvl4pPr marL="1828831" lvl="3" indent="-342906" algn="l">
              <a:spcBef>
                <a:spcPts val="300"/>
              </a:spcBef>
              <a:spcAft>
                <a:spcPts val="0"/>
              </a:spcAft>
              <a:buClr>
                <a:schemeClr val="dk1"/>
              </a:buClr>
              <a:buSzPts val="1800"/>
              <a:buChar char="•"/>
              <a:defRPr/>
            </a:lvl4pPr>
            <a:lvl5pPr marL="2286038" lvl="4" indent="-342906" algn="l">
              <a:spcBef>
                <a:spcPts val="300"/>
              </a:spcBef>
              <a:spcAft>
                <a:spcPts val="0"/>
              </a:spcAft>
              <a:buClr>
                <a:schemeClr val="dk1"/>
              </a:buClr>
              <a:buSzPts val="1800"/>
              <a:buChar char="−"/>
              <a:defRPr/>
            </a:lvl5pPr>
            <a:lvl6pPr marL="2743246" lvl="5" indent="-342906" algn="l">
              <a:spcBef>
                <a:spcPts val="360"/>
              </a:spcBef>
              <a:spcAft>
                <a:spcPts val="0"/>
              </a:spcAft>
              <a:buClr>
                <a:schemeClr val="dk1"/>
              </a:buClr>
              <a:buSzPts val="1800"/>
              <a:buChar char="•"/>
              <a:defRPr/>
            </a:lvl6pPr>
            <a:lvl7pPr marL="3200453" lvl="6" indent="-342906" algn="l">
              <a:spcBef>
                <a:spcPts val="360"/>
              </a:spcBef>
              <a:spcAft>
                <a:spcPts val="0"/>
              </a:spcAft>
              <a:buClr>
                <a:schemeClr val="dk1"/>
              </a:buClr>
              <a:buSzPts val="1800"/>
              <a:buChar char="•"/>
              <a:defRPr/>
            </a:lvl7pPr>
            <a:lvl8pPr marL="3657661" lvl="7" indent="-342906" algn="l">
              <a:spcBef>
                <a:spcPts val="360"/>
              </a:spcBef>
              <a:spcAft>
                <a:spcPts val="0"/>
              </a:spcAft>
              <a:buClr>
                <a:schemeClr val="dk1"/>
              </a:buClr>
              <a:buSzPts val="1800"/>
              <a:buChar char="•"/>
              <a:defRPr/>
            </a:lvl8pPr>
            <a:lvl9pPr marL="4114868" lvl="8" indent="-342906" algn="l">
              <a:spcBef>
                <a:spcPts val="360"/>
              </a:spcBef>
              <a:spcAft>
                <a:spcPts val="0"/>
              </a:spcAft>
              <a:buClr>
                <a:schemeClr val="dk1"/>
              </a:buClr>
              <a:buSzPts val="1800"/>
              <a:buChar char="•"/>
              <a:defRPr/>
            </a:lvl9pPr>
          </a:lstStyle>
          <a:p>
            <a:endParaRPr/>
          </a:p>
        </p:txBody>
      </p:sp>
      <p:sp>
        <p:nvSpPr>
          <p:cNvPr id="346" name="Google Shape;346;p64"/>
          <p:cNvSpPr txBox="1">
            <a:spLocks noGrp="1"/>
          </p:cNvSpPr>
          <p:nvPr>
            <p:ph type="body" idx="4"/>
          </p:nvPr>
        </p:nvSpPr>
        <p:spPr>
          <a:xfrm>
            <a:off x="7508953" y="6432334"/>
            <a:ext cx="4224381" cy="228601"/>
          </a:xfrm>
          <a:prstGeom prst="rect">
            <a:avLst/>
          </a:prstGeom>
          <a:noFill/>
          <a:ln>
            <a:noFill/>
          </a:ln>
        </p:spPr>
        <p:txBody>
          <a:bodyPr spcFirstLastPara="1" wrap="square" lIns="0" tIns="0" rIns="0" bIns="0" anchor="b" anchorCtr="0">
            <a:noAutofit/>
          </a:bodyPr>
          <a:lstStyle>
            <a:lvl1pPr marL="457207" lvl="0" indent="-228604" algn="r">
              <a:spcBef>
                <a:spcPts val="1800"/>
              </a:spcBef>
              <a:spcAft>
                <a:spcPts val="0"/>
              </a:spcAft>
              <a:buClr>
                <a:schemeClr val="lt1"/>
              </a:buClr>
              <a:buSzPts val="1000"/>
              <a:buFont typeface="Roboto Medium"/>
              <a:buNone/>
              <a:defRPr sz="1000" b="0" i="0">
                <a:solidFill>
                  <a:schemeClr val="lt1"/>
                </a:solidFill>
                <a:latin typeface="Roboto Medium"/>
                <a:ea typeface="Roboto Medium"/>
                <a:cs typeface="Roboto Medium"/>
                <a:sym typeface="Roboto Medium"/>
              </a:defRPr>
            </a:lvl1pPr>
            <a:lvl2pPr marL="914415" lvl="1" indent="-228604" algn="l">
              <a:spcBef>
                <a:spcPts val="600"/>
              </a:spcBef>
              <a:spcAft>
                <a:spcPts val="0"/>
              </a:spcAft>
              <a:buClr>
                <a:schemeClr val="dk1"/>
              </a:buClr>
              <a:buSzPts val="1800"/>
              <a:buNone/>
              <a:defRPr/>
            </a:lvl2pPr>
            <a:lvl3pPr marL="1371622" lvl="2" indent="-342906" algn="l">
              <a:spcBef>
                <a:spcPts val="600"/>
              </a:spcBef>
              <a:spcAft>
                <a:spcPts val="0"/>
              </a:spcAft>
              <a:buClr>
                <a:schemeClr val="dk1"/>
              </a:buClr>
              <a:buSzPts val="1800"/>
              <a:buChar char="−"/>
              <a:defRPr/>
            </a:lvl3pPr>
            <a:lvl4pPr marL="1828831" lvl="3" indent="-342906" algn="l">
              <a:spcBef>
                <a:spcPts val="300"/>
              </a:spcBef>
              <a:spcAft>
                <a:spcPts val="0"/>
              </a:spcAft>
              <a:buClr>
                <a:schemeClr val="dk1"/>
              </a:buClr>
              <a:buSzPts val="1800"/>
              <a:buChar char="•"/>
              <a:defRPr/>
            </a:lvl4pPr>
            <a:lvl5pPr marL="2286038" lvl="4" indent="-342906" algn="l">
              <a:spcBef>
                <a:spcPts val="300"/>
              </a:spcBef>
              <a:spcAft>
                <a:spcPts val="0"/>
              </a:spcAft>
              <a:buClr>
                <a:schemeClr val="dk1"/>
              </a:buClr>
              <a:buSzPts val="1800"/>
              <a:buChar char="−"/>
              <a:defRPr/>
            </a:lvl5pPr>
            <a:lvl6pPr marL="2743246" lvl="5" indent="-342906" algn="l">
              <a:spcBef>
                <a:spcPts val="360"/>
              </a:spcBef>
              <a:spcAft>
                <a:spcPts val="0"/>
              </a:spcAft>
              <a:buClr>
                <a:schemeClr val="dk1"/>
              </a:buClr>
              <a:buSzPts val="1800"/>
              <a:buChar char="•"/>
              <a:defRPr/>
            </a:lvl6pPr>
            <a:lvl7pPr marL="3200453" lvl="6" indent="-342906" algn="l">
              <a:spcBef>
                <a:spcPts val="360"/>
              </a:spcBef>
              <a:spcAft>
                <a:spcPts val="0"/>
              </a:spcAft>
              <a:buClr>
                <a:schemeClr val="dk1"/>
              </a:buClr>
              <a:buSzPts val="1800"/>
              <a:buChar char="•"/>
              <a:defRPr/>
            </a:lvl7pPr>
            <a:lvl8pPr marL="3657661" lvl="7" indent="-342906" algn="l">
              <a:spcBef>
                <a:spcPts val="360"/>
              </a:spcBef>
              <a:spcAft>
                <a:spcPts val="0"/>
              </a:spcAft>
              <a:buClr>
                <a:schemeClr val="dk1"/>
              </a:buClr>
              <a:buSzPts val="1800"/>
              <a:buChar char="•"/>
              <a:defRPr/>
            </a:lvl8pPr>
            <a:lvl9pPr marL="4114868" lvl="8" indent="-342906" algn="l">
              <a:spcBef>
                <a:spcPts val="360"/>
              </a:spcBef>
              <a:spcAft>
                <a:spcPts val="0"/>
              </a:spcAft>
              <a:buClr>
                <a:schemeClr val="dk1"/>
              </a:buClr>
              <a:buSzPts val="1800"/>
              <a:buChar char="•"/>
              <a:defRPr/>
            </a:lvl9pPr>
          </a:lstStyle>
          <a:p>
            <a:endParaRPr/>
          </a:p>
        </p:txBody>
      </p:sp>
      <p:pic>
        <p:nvPicPr>
          <p:cNvPr id="347" name="Google Shape;347;p64" descr="A picture containing drawing&#10;&#10;Description automatically generated"/>
          <p:cNvPicPr preferRelativeResize="0"/>
          <p:nvPr/>
        </p:nvPicPr>
        <p:blipFill rotWithShape="1">
          <a:blip r:embed="rId2">
            <a:alphaModFix/>
          </a:blip>
          <a:srcRect b="31356"/>
          <a:stretch/>
        </p:blipFill>
        <p:spPr>
          <a:xfrm>
            <a:off x="455619" y="6277208"/>
            <a:ext cx="685807" cy="352192"/>
          </a:xfrm>
          <a:prstGeom prst="rect">
            <a:avLst/>
          </a:prstGeom>
          <a:noFill/>
          <a:ln>
            <a:noFill/>
          </a:ln>
        </p:spPr>
      </p:pic>
    </p:spTree>
  </p:cSld>
  <p:clrMapOvr>
    <a:masterClrMapping/>
  </p:clrMapOvr>
  <mc:AlternateContent xmlns:mc="http://schemas.openxmlformats.org/markup-compatibility/2006" xmlns:p14="http://schemas.microsoft.com/office/powerpoint/2010/main">
    <mc:Choice Requires="p14">
      <p:transition p14:dur="250">
        <p:fade/>
      </p:transition>
    </mc:Choice>
    <mc:Fallback xmlns:ahyp="http://schemas.microsoft.com/office/drawing/2018/hyperlinkcolor" xmlns:p15="http://schemas.microsoft.com/office/powerpoint/2012/main" xmlns:com="http://schemas.openxmlformats.org/drawingml/2006/compatibility" xmlns:pvml="urn:schemas-microsoft-com:office:powerpoint" xmlns:v="urn:schemas-microsoft-com:vml" xmlns:o="urn:schemas-microsoft-com:office:office" xmlns:dgm="http://schemas.openxmlformats.org/drawingml/2006/diagram" xmlns:c="http://schemas.openxmlformats.org/drawingml/2006/chart" xmlns:mv="urn:schemas-microsoft-com:mac:vml" xmlns="">
      <p:transition>
        <p:fade/>
      </p:transition>
    </mc:Fallback>
  </mc:AlternateContent>
</p:sldLayout>
</file>

<file path=ppt/slideLayouts/slideLayout63.xml><?xml version="1.0" encoding="utf-8"?>
<p:sldLayout xmlns:a="http://schemas.openxmlformats.org/drawingml/2006/main" xmlns:r="http://schemas.openxmlformats.org/officeDocument/2006/relationships" xmlns:p="http://schemas.openxmlformats.org/presentationml/2006/main" matchingName="HYUNDAI  Subhead | Title">
  <p:cSld name="HYUNDAI  Subhead | Title">
    <p:bg>
      <p:bgPr>
        <a:solidFill>
          <a:schemeClr val="dk2"/>
        </a:solidFill>
        <a:effectLst/>
      </p:bgPr>
    </p:bg>
    <p:spTree>
      <p:nvGrpSpPr>
        <p:cNvPr id="1" name="Shape 348"/>
        <p:cNvGrpSpPr/>
        <p:nvPr/>
      </p:nvGrpSpPr>
      <p:grpSpPr>
        <a:xfrm>
          <a:off x="0" y="0"/>
          <a:ext cx="0" cy="0"/>
          <a:chOff x="0" y="0"/>
          <a:chExt cx="0" cy="0"/>
        </a:xfrm>
      </p:grpSpPr>
      <p:sp>
        <p:nvSpPr>
          <p:cNvPr id="349" name="Google Shape;349;p65"/>
          <p:cNvSpPr txBox="1">
            <a:spLocks noGrp="1"/>
          </p:cNvSpPr>
          <p:nvPr>
            <p:ph type="title"/>
          </p:nvPr>
        </p:nvSpPr>
        <p:spPr>
          <a:xfrm>
            <a:off x="455618" y="731522"/>
            <a:ext cx="8915492" cy="524543"/>
          </a:xfrm>
          <a:prstGeom prst="rect">
            <a:avLst/>
          </a:prstGeom>
          <a:noFill/>
          <a:ln>
            <a:noFill/>
          </a:ln>
        </p:spPr>
        <p:txBody>
          <a:bodyPr spcFirstLastPara="1" wrap="square" lIns="0" tIns="0" rIns="0" bIns="0" anchor="t" anchorCtr="0">
            <a:noAutofit/>
          </a:bodyPr>
          <a:lstStyle>
            <a:lvl1pPr lvl="0" algn="l">
              <a:lnSpc>
                <a:spcPct val="80000"/>
              </a:lnSpc>
              <a:spcBef>
                <a:spcPts val="0"/>
              </a:spcBef>
              <a:spcAft>
                <a:spcPts val="0"/>
              </a:spcAft>
              <a:buClr>
                <a:schemeClr val="lt1"/>
              </a:buClr>
              <a:buSzPts val="3200"/>
              <a:buFont typeface="Roboto Medium"/>
              <a:buNone/>
              <a:defRPr>
                <a:solidFill>
                  <a:schemeClr val="lt1"/>
                </a:solidFill>
              </a:defRPr>
            </a:lvl1pPr>
            <a:lvl2pPr lvl="1">
              <a:spcBef>
                <a:spcPts val="0"/>
              </a:spcBef>
              <a:spcAft>
                <a:spcPts val="0"/>
              </a:spcAft>
              <a:buSzPts val="1400"/>
              <a:buNone/>
              <a:defRPr/>
            </a:lvl2pPr>
            <a:lvl3pPr lvl="2">
              <a:spcBef>
                <a:spcPts val="0"/>
              </a:spcBef>
              <a:spcAft>
                <a:spcPts val="0"/>
              </a:spcAft>
              <a:buSzPts val="1400"/>
              <a:buNone/>
              <a:defRPr/>
            </a:lvl3pPr>
            <a:lvl4pPr lvl="3">
              <a:spcBef>
                <a:spcPts val="0"/>
              </a:spcBef>
              <a:spcAft>
                <a:spcPts val="0"/>
              </a:spcAft>
              <a:buSzPts val="1400"/>
              <a:buNone/>
              <a:defRPr/>
            </a:lvl4pPr>
            <a:lvl5pPr lvl="4">
              <a:spcBef>
                <a:spcPts val="0"/>
              </a:spcBef>
              <a:spcAft>
                <a:spcPts val="0"/>
              </a:spcAft>
              <a:buSzPts val="1400"/>
              <a:buNone/>
              <a:defRPr/>
            </a:lvl5pPr>
            <a:lvl6pPr lvl="5">
              <a:spcBef>
                <a:spcPts val="0"/>
              </a:spcBef>
              <a:spcAft>
                <a:spcPts val="0"/>
              </a:spcAft>
              <a:buSzPts val="1400"/>
              <a:buNone/>
              <a:defRPr/>
            </a:lvl6pPr>
            <a:lvl7pPr lvl="6">
              <a:spcBef>
                <a:spcPts val="0"/>
              </a:spcBef>
              <a:spcAft>
                <a:spcPts val="0"/>
              </a:spcAft>
              <a:buSzPts val="1400"/>
              <a:buNone/>
              <a:defRPr/>
            </a:lvl7pPr>
            <a:lvl8pPr lvl="7">
              <a:spcBef>
                <a:spcPts val="0"/>
              </a:spcBef>
              <a:spcAft>
                <a:spcPts val="0"/>
              </a:spcAft>
              <a:buSzPts val="1400"/>
              <a:buNone/>
              <a:defRPr/>
            </a:lvl8pPr>
            <a:lvl9pPr lvl="8">
              <a:spcBef>
                <a:spcPts val="0"/>
              </a:spcBef>
              <a:spcAft>
                <a:spcPts val="0"/>
              </a:spcAft>
              <a:buSzPts val="1400"/>
              <a:buNone/>
              <a:defRPr/>
            </a:lvl9pPr>
          </a:lstStyle>
          <a:p>
            <a:endParaRPr/>
          </a:p>
        </p:txBody>
      </p:sp>
      <p:sp>
        <p:nvSpPr>
          <p:cNvPr id="350" name="Google Shape;350;p65"/>
          <p:cNvSpPr txBox="1">
            <a:spLocks noGrp="1"/>
          </p:cNvSpPr>
          <p:nvPr>
            <p:ph type="body" idx="1"/>
          </p:nvPr>
        </p:nvSpPr>
        <p:spPr>
          <a:xfrm>
            <a:off x="455618" y="460685"/>
            <a:ext cx="8915492" cy="229235"/>
          </a:xfrm>
          <a:prstGeom prst="rect">
            <a:avLst/>
          </a:prstGeom>
          <a:noFill/>
          <a:ln>
            <a:noFill/>
          </a:ln>
        </p:spPr>
        <p:txBody>
          <a:bodyPr spcFirstLastPara="1" wrap="square" lIns="0" tIns="0" rIns="0" bIns="0" anchor="t" anchorCtr="0">
            <a:noAutofit/>
          </a:bodyPr>
          <a:lstStyle>
            <a:lvl1pPr marL="457207" lvl="0" indent="-228604" algn="l">
              <a:spcBef>
                <a:spcPts val="1800"/>
              </a:spcBef>
              <a:spcAft>
                <a:spcPts val="0"/>
              </a:spcAft>
              <a:buClr>
                <a:schemeClr val="accent2"/>
              </a:buClr>
              <a:buSzPts val="1400"/>
              <a:buFont typeface="Roboto Medium"/>
              <a:buNone/>
              <a:defRPr sz="1400" b="0" i="0">
                <a:solidFill>
                  <a:schemeClr val="accent2"/>
                </a:solidFill>
                <a:latin typeface="Roboto Medium"/>
                <a:ea typeface="Roboto Medium"/>
                <a:cs typeface="Roboto Medium"/>
                <a:sym typeface="Roboto Medium"/>
              </a:defRPr>
            </a:lvl1pPr>
            <a:lvl2pPr marL="914415" lvl="1" indent="-228604" algn="l">
              <a:spcBef>
                <a:spcPts val="600"/>
              </a:spcBef>
              <a:spcAft>
                <a:spcPts val="0"/>
              </a:spcAft>
              <a:buClr>
                <a:schemeClr val="dk1"/>
              </a:buClr>
              <a:buSzPts val="1800"/>
              <a:buNone/>
              <a:defRPr/>
            </a:lvl2pPr>
            <a:lvl3pPr marL="1371622" lvl="2" indent="-342906" algn="l">
              <a:spcBef>
                <a:spcPts val="600"/>
              </a:spcBef>
              <a:spcAft>
                <a:spcPts val="0"/>
              </a:spcAft>
              <a:buClr>
                <a:schemeClr val="dk1"/>
              </a:buClr>
              <a:buSzPts val="1800"/>
              <a:buChar char="−"/>
              <a:defRPr/>
            </a:lvl3pPr>
            <a:lvl4pPr marL="1828831" lvl="3" indent="-342906" algn="l">
              <a:spcBef>
                <a:spcPts val="300"/>
              </a:spcBef>
              <a:spcAft>
                <a:spcPts val="0"/>
              </a:spcAft>
              <a:buClr>
                <a:schemeClr val="dk1"/>
              </a:buClr>
              <a:buSzPts val="1800"/>
              <a:buChar char="•"/>
              <a:defRPr/>
            </a:lvl4pPr>
            <a:lvl5pPr marL="2286038" lvl="4" indent="-342906" algn="l">
              <a:spcBef>
                <a:spcPts val="300"/>
              </a:spcBef>
              <a:spcAft>
                <a:spcPts val="0"/>
              </a:spcAft>
              <a:buClr>
                <a:schemeClr val="dk1"/>
              </a:buClr>
              <a:buSzPts val="1800"/>
              <a:buChar char="−"/>
              <a:defRPr/>
            </a:lvl5pPr>
            <a:lvl6pPr marL="2743246" lvl="5" indent="-342906" algn="l">
              <a:spcBef>
                <a:spcPts val="360"/>
              </a:spcBef>
              <a:spcAft>
                <a:spcPts val="0"/>
              </a:spcAft>
              <a:buClr>
                <a:schemeClr val="dk1"/>
              </a:buClr>
              <a:buSzPts val="1800"/>
              <a:buChar char="•"/>
              <a:defRPr/>
            </a:lvl6pPr>
            <a:lvl7pPr marL="3200453" lvl="6" indent="-342906" algn="l">
              <a:spcBef>
                <a:spcPts val="360"/>
              </a:spcBef>
              <a:spcAft>
                <a:spcPts val="0"/>
              </a:spcAft>
              <a:buClr>
                <a:schemeClr val="dk1"/>
              </a:buClr>
              <a:buSzPts val="1800"/>
              <a:buChar char="•"/>
              <a:defRPr/>
            </a:lvl7pPr>
            <a:lvl8pPr marL="3657661" lvl="7" indent="-342906" algn="l">
              <a:spcBef>
                <a:spcPts val="360"/>
              </a:spcBef>
              <a:spcAft>
                <a:spcPts val="0"/>
              </a:spcAft>
              <a:buClr>
                <a:schemeClr val="dk1"/>
              </a:buClr>
              <a:buSzPts val="1800"/>
              <a:buChar char="•"/>
              <a:defRPr/>
            </a:lvl8pPr>
            <a:lvl9pPr marL="4114868" lvl="8" indent="-342906" algn="l">
              <a:spcBef>
                <a:spcPts val="360"/>
              </a:spcBef>
              <a:spcAft>
                <a:spcPts val="0"/>
              </a:spcAft>
              <a:buClr>
                <a:schemeClr val="dk1"/>
              </a:buClr>
              <a:buSzPts val="1800"/>
              <a:buChar char="•"/>
              <a:defRPr/>
            </a:lvl9pPr>
          </a:lstStyle>
          <a:p>
            <a:endParaRPr/>
          </a:p>
        </p:txBody>
      </p:sp>
      <p:sp>
        <p:nvSpPr>
          <p:cNvPr id="351" name="Google Shape;351;p65"/>
          <p:cNvSpPr txBox="1">
            <a:spLocks noGrp="1"/>
          </p:cNvSpPr>
          <p:nvPr>
            <p:ph type="body" idx="2"/>
          </p:nvPr>
        </p:nvSpPr>
        <p:spPr>
          <a:xfrm>
            <a:off x="7508953" y="6432334"/>
            <a:ext cx="4224381" cy="228601"/>
          </a:xfrm>
          <a:prstGeom prst="rect">
            <a:avLst/>
          </a:prstGeom>
          <a:noFill/>
          <a:ln>
            <a:noFill/>
          </a:ln>
        </p:spPr>
        <p:txBody>
          <a:bodyPr spcFirstLastPara="1" wrap="square" lIns="0" tIns="0" rIns="0" bIns="0" anchor="b" anchorCtr="0">
            <a:noAutofit/>
          </a:bodyPr>
          <a:lstStyle>
            <a:lvl1pPr marL="457207" lvl="0" indent="-228604" algn="r">
              <a:spcBef>
                <a:spcPts val="1800"/>
              </a:spcBef>
              <a:spcAft>
                <a:spcPts val="0"/>
              </a:spcAft>
              <a:buClr>
                <a:schemeClr val="lt1"/>
              </a:buClr>
              <a:buSzPts val="1000"/>
              <a:buFont typeface="Roboto Medium"/>
              <a:buNone/>
              <a:defRPr sz="1000" b="0" i="0">
                <a:solidFill>
                  <a:schemeClr val="lt1"/>
                </a:solidFill>
                <a:latin typeface="Roboto Medium"/>
                <a:ea typeface="Roboto Medium"/>
                <a:cs typeface="Roboto Medium"/>
                <a:sym typeface="Roboto Medium"/>
              </a:defRPr>
            </a:lvl1pPr>
            <a:lvl2pPr marL="914415" lvl="1" indent="-228604" algn="l">
              <a:spcBef>
                <a:spcPts val="600"/>
              </a:spcBef>
              <a:spcAft>
                <a:spcPts val="0"/>
              </a:spcAft>
              <a:buClr>
                <a:schemeClr val="dk1"/>
              </a:buClr>
              <a:buSzPts val="1800"/>
              <a:buNone/>
              <a:defRPr/>
            </a:lvl2pPr>
            <a:lvl3pPr marL="1371622" lvl="2" indent="-342906" algn="l">
              <a:spcBef>
                <a:spcPts val="600"/>
              </a:spcBef>
              <a:spcAft>
                <a:spcPts val="0"/>
              </a:spcAft>
              <a:buClr>
                <a:schemeClr val="dk1"/>
              </a:buClr>
              <a:buSzPts val="1800"/>
              <a:buChar char="−"/>
              <a:defRPr/>
            </a:lvl3pPr>
            <a:lvl4pPr marL="1828831" lvl="3" indent="-342906" algn="l">
              <a:spcBef>
                <a:spcPts val="300"/>
              </a:spcBef>
              <a:spcAft>
                <a:spcPts val="0"/>
              </a:spcAft>
              <a:buClr>
                <a:schemeClr val="dk1"/>
              </a:buClr>
              <a:buSzPts val="1800"/>
              <a:buChar char="•"/>
              <a:defRPr/>
            </a:lvl4pPr>
            <a:lvl5pPr marL="2286038" lvl="4" indent="-342906" algn="l">
              <a:spcBef>
                <a:spcPts val="300"/>
              </a:spcBef>
              <a:spcAft>
                <a:spcPts val="0"/>
              </a:spcAft>
              <a:buClr>
                <a:schemeClr val="dk1"/>
              </a:buClr>
              <a:buSzPts val="1800"/>
              <a:buChar char="−"/>
              <a:defRPr/>
            </a:lvl5pPr>
            <a:lvl6pPr marL="2743246" lvl="5" indent="-342906" algn="l">
              <a:spcBef>
                <a:spcPts val="360"/>
              </a:spcBef>
              <a:spcAft>
                <a:spcPts val="0"/>
              </a:spcAft>
              <a:buClr>
                <a:schemeClr val="dk1"/>
              </a:buClr>
              <a:buSzPts val="1800"/>
              <a:buChar char="•"/>
              <a:defRPr/>
            </a:lvl6pPr>
            <a:lvl7pPr marL="3200453" lvl="6" indent="-342906" algn="l">
              <a:spcBef>
                <a:spcPts val="360"/>
              </a:spcBef>
              <a:spcAft>
                <a:spcPts val="0"/>
              </a:spcAft>
              <a:buClr>
                <a:schemeClr val="dk1"/>
              </a:buClr>
              <a:buSzPts val="1800"/>
              <a:buChar char="•"/>
              <a:defRPr/>
            </a:lvl7pPr>
            <a:lvl8pPr marL="3657661" lvl="7" indent="-342906" algn="l">
              <a:spcBef>
                <a:spcPts val="360"/>
              </a:spcBef>
              <a:spcAft>
                <a:spcPts val="0"/>
              </a:spcAft>
              <a:buClr>
                <a:schemeClr val="dk1"/>
              </a:buClr>
              <a:buSzPts val="1800"/>
              <a:buChar char="•"/>
              <a:defRPr/>
            </a:lvl8pPr>
            <a:lvl9pPr marL="4114868" lvl="8" indent="-342906" algn="l">
              <a:spcBef>
                <a:spcPts val="360"/>
              </a:spcBef>
              <a:spcAft>
                <a:spcPts val="0"/>
              </a:spcAft>
              <a:buClr>
                <a:schemeClr val="dk1"/>
              </a:buClr>
              <a:buSzPts val="1800"/>
              <a:buChar char="•"/>
              <a:defRPr/>
            </a:lvl9pPr>
          </a:lstStyle>
          <a:p>
            <a:endParaRPr/>
          </a:p>
        </p:txBody>
      </p:sp>
      <p:pic>
        <p:nvPicPr>
          <p:cNvPr id="352" name="Google Shape;352;p65" descr="A picture containing drawing&#10;&#10;Description automatically generated"/>
          <p:cNvPicPr preferRelativeResize="0"/>
          <p:nvPr/>
        </p:nvPicPr>
        <p:blipFill rotWithShape="1">
          <a:blip r:embed="rId2">
            <a:alphaModFix/>
          </a:blip>
          <a:srcRect b="31356"/>
          <a:stretch/>
        </p:blipFill>
        <p:spPr>
          <a:xfrm>
            <a:off x="455619" y="6277208"/>
            <a:ext cx="685807" cy="352192"/>
          </a:xfrm>
          <a:prstGeom prst="rect">
            <a:avLst/>
          </a:prstGeom>
          <a:noFill/>
          <a:ln>
            <a:noFill/>
          </a:ln>
        </p:spPr>
      </p:pic>
    </p:spTree>
  </p:cSld>
  <p:clrMapOvr>
    <a:masterClrMapping/>
  </p:clrMapOvr>
  <mc:AlternateContent xmlns:mc="http://schemas.openxmlformats.org/markup-compatibility/2006" xmlns:p14="http://schemas.microsoft.com/office/powerpoint/2010/main">
    <mc:Choice Requires="p14">
      <p:transition p14:dur="250">
        <p:fade/>
      </p:transition>
    </mc:Choice>
    <mc:Fallback xmlns:ahyp="http://schemas.microsoft.com/office/drawing/2018/hyperlinkcolor" xmlns:p15="http://schemas.microsoft.com/office/powerpoint/2012/main" xmlns:com="http://schemas.openxmlformats.org/drawingml/2006/compatibility" xmlns:pvml="urn:schemas-microsoft-com:office:powerpoint" xmlns:v="urn:schemas-microsoft-com:vml" xmlns:o="urn:schemas-microsoft-com:office:office" xmlns:dgm="http://schemas.openxmlformats.org/drawingml/2006/diagram" xmlns:c="http://schemas.openxmlformats.org/drawingml/2006/chart" xmlns:mv="urn:schemas-microsoft-com:mac:vml" xmlns="">
      <p:transition>
        <p:fade/>
      </p:transition>
    </mc:Fallback>
  </mc:AlternateContent>
</p:sldLayout>
</file>

<file path=ppt/slideLayouts/slideLayout64.xml><?xml version="1.0" encoding="utf-8"?>
<p:sldLayout xmlns:a="http://schemas.openxmlformats.org/drawingml/2006/main" xmlns:r="http://schemas.openxmlformats.org/officeDocument/2006/relationships" xmlns:p="http://schemas.openxmlformats.org/presentationml/2006/main" matchingName="HYUNDAI  1Col Title | Subhead | Text">
  <p:cSld name="HYUNDAI  1Col Title | Subhead | Text">
    <p:bg>
      <p:bgPr>
        <a:solidFill>
          <a:schemeClr val="dk2"/>
        </a:solidFill>
        <a:effectLst/>
      </p:bgPr>
    </p:bg>
    <p:spTree>
      <p:nvGrpSpPr>
        <p:cNvPr id="1" name="Shape 353"/>
        <p:cNvGrpSpPr/>
        <p:nvPr/>
      </p:nvGrpSpPr>
      <p:grpSpPr>
        <a:xfrm>
          <a:off x="0" y="0"/>
          <a:ext cx="0" cy="0"/>
          <a:chOff x="0" y="0"/>
          <a:chExt cx="0" cy="0"/>
        </a:xfrm>
      </p:grpSpPr>
      <p:sp>
        <p:nvSpPr>
          <p:cNvPr id="354" name="Google Shape;354;p66"/>
          <p:cNvSpPr txBox="1">
            <a:spLocks noGrp="1"/>
          </p:cNvSpPr>
          <p:nvPr>
            <p:ph type="title"/>
          </p:nvPr>
        </p:nvSpPr>
        <p:spPr>
          <a:xfrm>
            <a:off x="455618" y="491681"/>
            <a:ext cx="8915492" cy="524543"/>
          </a:xfrm>
          <a:prstGeom prst="rect">
            <a:avLst/>
          </a:prstGeom>
          <a:noFill/>
          <a:ln>
            <a:noFill/>
          </a:ln>
        </p:spPr>
        <p:txBody>
          <a:bodyPr spcFirstLastPara="1" wrap="square" lIns="0" tIns="0" rIns="0" bIns="0" anchor="t" anchorCtr="0">
            <a:noAutofit/>
          </a:bodyPr>
          <a:lstStyle>
            <a:lvl1pPr lvl="0" algn="l">
              <a:lnSpc>
                <a:spcPct val="80000"/>
              </a:lnSpc>
              <a:spcBef>
                <a:spcPts val="0"/>
              </a:spcBef>
              <a:spcAft>
                <a:spcPts val="0"/>
              </a:spcAft>
              <a:buClr>
                <a:schemeClr val="lt1"/>
              </a:buClr>
              <a:buSzPts val="3200"/>
              <a:buFont typeface="Roboto Medium"/>
              <a:buNone/>
              <a:defRPr b="0">
                <a:solidFill>
                  <a:schemeClr val="lt1"/>
                </a:solidFill>
              </a:defRPr>
            </a:lvl1pPr>
            <a:lvl2pPr lvl="1">
              <a:spcBef>
                <a:spcPts val="0"/>
              </a:spcBef>
              <a:spcAft>
                <a:spcPts val="0"/>
              </a:spcAft>
              <a:buSzPts val="1400"/>
              <a:buNone/>
              <a:defRPr/>
            </a:lvl2pPr>
            <a:lvl3pPr lvl="2">
              <a:spcBef>
                <a:spcPts val="0"/>
              </a:spcBef>
              <a:spcAft>
                <a:spcPts val="0"/>
              </a:spcAft>
              <a:buSzPts val="1400"/>
              <a:buNone/>
              <a:defRPr/>
            </a:lvl3pPr>
            <a:lvl4pPr lvl="3">
              <a:spcBef>
                <a:spcPts val="0"/>
              </a:spcBef>
              <a:spcAft>
                <a:spcPts val="0"/>
              </a:spcAft>
              <a:buSzPts val="1400"/>
              <a:buNone/>
              <a:defRPr/>
            </a:lvl4pPr>
            <a:lvl5pPr lvl="4">
              <a:spcBef>
                <a:spcPts val="0"/>
              </a:spcBef>
              <a:spcAft>
                <a:spcPts val="0"/>
              </a:spcAft>
              <a:buSzPts val="1400"/>
              <a:buNone/>
              <a:defRPr/>
            </a:lvl5pPr>
            <a:lvl6pPr lvl="5">
              <a:spcBef>
                <a:spcPts val="0"/>
              </a:spcBef>
              <a:spcAft>
                <a:spcPts val="0"/>
              </a:spcAft>
              <a:buSzPts val="1400"/>
              <a:buNone/>
              <a:defRPr/>
            </a:lvl6pPr>
            <a:lvl7pPr lvl="6">
              <a:spcBef>
                <a:spcPts val="0"/>
              </a:spcBef>
              <a:spcAft>
                <a:spcPts val="0"/>
              </a:spcAft>
              <a:buSzPts val="1400"/>
              <a:buNone/>
              <a:defRPr/>
            </a:lvl7pPr>
            <a:lvl8pPr lvl="7">
              <a:spcBef>
                <a:spcPts val="0"/>
              </a:spcBef>
              <a:spcAft>
                <a:spcPts val="0"/>
              </a:spcAft>
              <a:buSzPts val="1400"/>
              <a:buNone/>
              <a:defRPr/>
            </a:lvl8pPr>
            <a:lvl9pPr lvl="8">
              <a:spcBef>
                <a:spcPts val="0"/>
              </a:spcBef>
              <a:spcAft>
                <a:spcPts val="0"/>
              </a:spcAft>
              <a:buSzPts val="1400"/>
              <a:buNone/>
              <a:defRPr/>
            </a:lvl9pPr>
          </a:lstStyle>
          <a:p>
            <a:endParaRPr/>
          </a:p>
        </p:txBody>
      </p:sp>
      <p:sp>
        <p:nvSpPr>
          <p:cNvPr id="355" name="Google Shape;355;p66"/>
          <p:cNvSpPr txBox="1">
            <a:spLocks noGrp="1"/>
          </p:cNvSpPr>
          <p:nvPr>
            <p:ph type="body" idx="1"/>
          </p:nvPr>
        </p:nvSpPr>
        <p:spPr>
          <a:xfrm>
            <a:off x="455618" y="2971800"/>
            <a:ext cx="8915492" cy="2971800"/>
          </a:xfrm>
          <a:prstGeom prst="rect">
            <a:avLst/>
          </a:prstGeom>
          <a:noFill/>
          <a:ln>
            <a:noFill/>
          </a:ln>
        </p:spPr>
        <p:txBody>
          <a:bodyPr spcFirstLastPara="1" wrap="square" lIns="0" tIns="0" rIns="0" bIns="0" anchor="t" anchorCtr="0">
            <a:noAutofit/>
          </a:bodyPr>
          <a:lstStyle>
            <a:lvl1pPr marL="457207" lvl="0" indent="-228604" algn="l">
              <a:spcBef>
                <a:spcPts val="1800"/>
              </a:spcBef>
              <a:spcAft>
                <a:spcPts val="0"/>
              </a:spcAft>
              <a:buClr>
                <a:schemeClr val="lt1"/>
              </a:buClr>
              <a:buSzPts val="2000"/>
              <a:buFont typeface="Roboto"/>
              <a:buNone/>
              <a:defRPr b="0" i="0">
                <a:solidFill>
                  <a:schemeClr val="lt1"/>
                </a:solidFill>
                <a:latin typeface="Roboto"/>
                <a:ea typeface="Roboto"/>
                <a:cs typeface="Roboto"/>
                <a:sym typeface="Roboto"/>
              </a:defRPr>
            </a:lvl1pPr>
            <a:lvl2pPr marL="914415" lvl="1" indent="-342906" algn="l">
              <a:spcBef>
                <a:spcPts val="600"/>
              </a:spcBef>
              <a:spcAft>
                <a:spcPts val="0"/>
              </a:spcAft>
              <a:buClr>
                <a:schemeClr val="lt1"/>
              </a:buClr>
              <a:buSzPts val="1800"/>
              <a:buChar char="•"/>
              <a:defRPr b="0" i="0">
                <a:solidFill>
                  <a:schemeClr val="lt1"/>
                </a:solidFill>
                <a:latin typeface="Roboto"/>
                <a:ea typeface="Roboto"/>
                <a:cs typeface="Roboto"/>
                <a:sym typeface="Roboto"/>
              </a:defRPr>
            </a:lvl2pPr>
            <a:lvl3pPr marL="1371622" lvl="2" indent="-330205" algn="l">
              <a:spcBef>
                <a:spcPts val="600"/>
              </a:spcBef>
              <a:spcAft>
                <a:spcPts val="0"/>
              </a:spcAft>
              <a:buClr>
                <a:schemeClr val="lt1"/>
              </a:buClr>
              <a:buSzPts val="1600"/>
              <a:buChar char="−"/>
              <a:defRPr b="0" i="0">
                <a:solidFill>
                  <a:schemeClr val="lt1"/>
                </a:solidFill>
                <a:latin typeface="Roboto"/>
                <a:ea typeface="Roboto"/>
                <a:cs typeface="Roboto"/>
                <a:sym typeface="Roboto"/>
              </a:defRPr>
            </a:lvl3pPr>
            <a:lvl4pPr marL="1828831" lvl="3" indent="-317506" algn="l">
              <a:spcBef>
                <a:spcPts val="300"/>
              </a:spcBef>
              <a:spcAft>
                <a:spcPts val="0"/>
              </a:spcAft>
              <a:buClr>
                <a:schemeClr val="lt1"/>
              </a:buClr>
              <a:buSzPts val="1400"/>
              <a:buChar char="•"/>
              <a:defRPr b="0" i="0">
                <a:solidFill>
                  <a:schemeClr val="lt1"/>
                </a:solidFill>
                <a:latin typeface="Roboto"/>
                <a:ea typeface="Roboto"/>
                <a:cs typeface="Roboto"/>
                <a:sym typeface="Roboto"/>
              </a:defRPr>
            </a:lvl4pPr>
            <a:lvl5pPr marL="2286038" lvl="4" indent="-304805" algn="l">
              <a:spcBef>
                <a:spcPts val="300"/>
              </a:spcBef>
              <a:spcAft>
                <a:spcPts val="0"/>
              </a:spcAft>
              <a:buClr>
                <a:schemeClr val="lt1"/>
              </a:buClr>
              <a:buSzPts val="1200"/>
              <a:buChar char="−"/>
              <a:defRPr b="0" i="0">
                <a:solidFill>
                  <a:schemeClr val="lt1"/>
                </a:solidFill>
                <a:latin typeface="Roboto"/>
                <a:ea typeface="Roboto"/>
                <a:cs typeface="Roboto"/>
                <a:sym typeface="Roboto"/>
              </a:defRPr>
            </a:lvl5pPr>
            <a:lvl6pPr marL="2743246" lvl="5" indent="-342906" algn="l">
              <a:spcBef>
                <a:spcPts val="360"/>
              </a:spcBef>
              <a:spcAft>
                <a:spcPts val="0"/>
              </a:spcAft>
              <a:buClr>
                <a:schemeClr val="dk1"/>
              </a:buClr>
              <a:buSzPts val="1800"/>
              <a:buChar char="•"/>
              <a:defRPr/>
            </a:lvl6pPr>
            <a:lvl7pPr marL="3200453" lvl="6" indent="-342906" algn="l">
              <a:spcBef>
                <a:spcPts val="360"/>
              </a:spcBef>
              <a:spcAft>
                <a:spcPts val="0"/>
              </a:spcAft>
              <a:buClr>
                <a:schemeClr val="dk1"/>
              </a:buClr>
              <a:buSzPts val="1800"/>
              <a:buChar char="•"/>
              <a:defRPr/>
            </a:lvl7pPr>
            <a:lvl8pPr marL="3657661" lvl="7" indent="-342906" algn="l">
              <a:spcBef>
                <a:spcPts val="360"/>
              </a:spcBef>
              <a:spcAft>
                <a:spcPts val="0"/>
              </a:spcAft>
              <a:buClr>
                <a:schemeClr val="dk1"/>
              </a:buClr>
              <a:buSzPts val="1800"/>
              <a:buChar char="•"/>
              <a:defRPr/>
            </a:lvl8pPr>
            <a:lvl9pPr marL="4114868" lvl="8" indent="-342906" algn="l">
              <a:spcBef>
                <a:spcPts val="360"/>
              </a:spcBef>
              <a:spcAft>
                <a:spcPts val="0"/>
              </a:spcAft>
              <a:buClr>
                <a:schemeClr val="dk1"/>
              </a:buClr>
              <a:buSzPts val="1800"/>
              <a:buChar char="•"/>
              <a:defRPr/>
            </a:lvl9pPr>
          </a:lstStyle>
          <a:p>
            <a:endParaRPr/>
          </a:p>
        </p:txBody>
      </p:sp>
      <p:sp>
        <p:nvSpPr>
          <p:cNvPr id="356" name="Google Shape;356;p66"/>
          <p:cNvSpPr txBox="1">
            <a:spLocks noGrp="1"/>
          </p:cNvSpPr>
          <p:nvPr>
            <p:ph type="body" idx="2"/>
          </p:nvPr>
        </p:nvSpPr>
        <p:spPr>
          <a:xfrm>
            <a:off x="455618" y="868681"/>
            <a:ext cx="8915492" cy="229235"/>
          </a:xfrm>
          <a:prstGeom prst="rect">
            <a:avLst/>
          </a:prstGeom>
          <a:noFill/>
          <a:ln>
            <a:noFill/>
          </a:ln>
        </p:spPr>
        <p:txBody>
          <a:bodyPr spcFirstLastPara="1" wrap="square" lIns="0" tIns="0" rIns="0" bIns="0" anchor="t" anchorCtr="0">
            <a:noAutofit/>
          </a:bodyPr>
          <a:lstStyle>
            <a:lvl1pPr marL="457207" lvl="0" indent="-228604" algn="l">
              <a:spcBef>
                <a:spcPts val="1800"/>
              </a:spcBef>
              <a:spcAft>
                <a:spcPts val="0"/>
              </a:spcAft>
              <a:buClr>
                <a:schemeClr val="accent2"/>
              </a:buClr>
              <a:buSzPts val="1600"/>
              <a:buFont typeface="Roboto Medium"/>
              <a:buNone/>
              <a:defRPr sz="1600" b="0" i="0">
                <a:solidFill>
                  <a:schemeClr val="accent2"/>
                </a:solidFill>
                <a:latin typeface="Roboto Medium"/>
                <a:ea typeface="Roboto Medium"/>
                <a:cs typeface="Roboto Medium"/>
                <a:sym typeface="Roboto Medium"/>
              </a:defRPr>
            </a:lvl1pPr>
            <a:lvl2pPr marL="914415" lvl="1" indent="-228604" algn="l">
              <a:spcBef>
                <a:spcPts val="600"/>
              </a:spcBef>
              <a:spcAft>
                <a:spcPts val="0"/>
              </a:spcAft>
              <a:buClr>
                <a:schemeClr val="dk1"/>
              </a:buClr>
              <a:buSzPts val="1800"/>
              <a:buNone/>
              <a:defRPr/>
            </a:lvl2pPr>
            <a:lvl3pPr marL="1371622" lvl="2" indent="-342906" algn="l">
              <a:spcBef>
                <a:spcPts val="600"/>
              </a:spcBef>
              <a:spcAft>
                <a:spcPts val="0"/>
              </a:spcAft>
              <a:buClr>
                <a:schemeClr val="dk1"/>
              </a:buClr>
              <a:buSzPts val="1800"/>
              <a:buChar char="−"/>
              <a:defRPr/>
            </a:lvl3pPr>
            <a:lvl4pPr marL="1828831" lvl="3" indent="-342906" algn="l">
              <a:spcBef>
                <a:spcPts val="300"/>
              </a:spcBef>
              <a:spcAft>
                <a:spcPts val="0"/>
              </a:spcAft>
              <a:buClr>
                <a:schemeClr val="dk1"/>
              </a:buClr>
              <a:buSzPts val="1800"/>
              <a:buChar char="•"/>
              <a:defRPr/>
            </a:lvl4pPr>
            <a:lvl5pPr marL="2286038" lvl="4" indent="-342906" algn="l">
              <a:spcBef>
                <a:spcPts val="300"/>
              </a:spcBef>
              <a:spcAft>
                <a:spcPts val="0"/>
              </a:spcAft>
              <a:buClr>
                <a:schemeClr val="dk1"/>
              </a:buClr>
              <a:buSzPts val="1800"/>
              <a:buChar char="−"/>
              <a:defRPr/>
            </a:lvl5pPr>
            <a:lvl6pPr marL="2743246" lvl="5" indent="-342906" algn="l">
              <a:spcBef>
                <a:spcPts val="360"/>
              </a:spcBef>
              <a:spcAft>
                <a:spcPts val="0"/>
              </a:spcAft>
              <a:buClr>
                <a:schemeClr val="dk1"/>
              </a:buClr>
              <a:buSzPts val="1800"/>
              <a:buChar char="•"/>
              <a:defRPr/>
            </a:lvl6pPr>
            <a:lvl7pPr marL="3200453" lvl="6" indent="-342906" algn="l">
              <a:spcBef>
                <a:spcPts val="360"/>
              </a:spcBef>
              <a:spcAft>
                <a:spcPts val="0"/>
              </a:spcAft>
              <a:buClr>
                <a:schemeClr val="dk1"/>
              </a:buClr>
              <a:buSzPts val="1800"/>
              <a:buChar char="•"/>
              <a:defRPr/>
            </a:lvl7pPr>
            <a:lvl8pPr marL="3657661" lvl="7" indent="-342906" algn="l">
              <a:spcBef>
                <a:spcPts val="360"/>
              </a:spcBef>
              <a:spcAft>
                <a:spcPts val="0"/>
              </a:spcAft>
              <a:buClr>
                <a:schemeClr val="dk1"/>
              </a:buClr>
              <a:buSzPts val="1800"/>
              <a:buChar char="•"/>
              <a:defRPr/>
            </a:lvl8pPr>
            <a:lvl9pPr marL="4114868" lvl="8" indent="-342906" algn="l">
              <a:spcBef>
                <a:spcPts val="360"/>
              </a:spcBef>
              <a:spcAft>
                <a:spcPts val="0"/>
              </a:spcAft>
              <a:buClr>
                <a:schemeClr val="dk1"/>
              </a:buClr>
              <a:buSzPts val="1800"/>
              <a:buChar char="•"/>
              <a:defRPr/>
            </a:lvl9pPr>
          </a:lstStyle>
          <a:p>
            <a:endParaRPr/>
          </a:p>
        </p:txBody>
      </p:sp>
      <p:sp>
        <p:nvSpPr>
          <p:cNvPr id="357" name="Google Shape;357;p66"/>
          <p:cNvSpPr txBox="1">
            <a:spLocks noGrp="1"/>
          </p:cNvSpPr>
          <p:nvPr>
            <p:ph type="body" idx="3"/>
          </p:nvPr>
        </p:nvSpPr>
        <p:spPr>
          <a:xfrm>
            <a:off x="7508953" y="6432334"/>
            <a:ext cx="4224381" cy="228601"/>
          </a:xfrm>
          <a:prstGeom prst="rect">
            <a:avLst/>
          </a:prstGeom>
          <a:noFill/>
          <a:ln>
            <a:noFill/>
          </a:ln>
        </p:spPr>
        <p:txBody>
          <a:bodyPr spcFirstLastPara="1" wrap="square" lIns="0" tIns="0" rIns="0" bIns="0" anchor="b" anchorCtr="0">
            <a:noAutofit/>
          </a:bodyPr>
          <a:lstStyle>
            <a:lvl1pPr marL="457207" lvl="0" indent="-228604" algn="r">
              <a:spcBef>
                <a:spcPts val="1800"/>
              </a:spcBef>
              <a:spcAft>
                <a:spcPts val="0"/>
              </a:spcAft>
              <a:buClr>
                <a:schemeClr val="lt1"/>
              </a:buClr>
              <a:buSzPts val="1000"/>
              <a:buFont typeface="Roboto Medium"/>
              <a:buNone/>
              <a:defRPr sz="1000" b="0" i="0">
                <a:solidFill>
                  <a:schemeClr val="lt1"/>
                </a:solidFill>
                <a:latin typeface="Roboto Medium"/>
                <a:ea typeface="Roboto Medium"/>
                <a:cs typeface="Roboto Medium"/>
                <a:sym typeface="Roboto Medium"/>
              </a:defRPr>
            </a:lvl1pPr>
            <a:lvl2pPr marL="914415" lvl="1" indent="-228604" algn="l">
              <a:spcBef>
                <a:spcPts val="600"/>
              </a:spcBef>
              <a:spcAft>
                <a:spcPts val="0"/>
              </a:spcAft>
              <a:buClr>
                <a:schemeClr val="dk1"/>
              </a:buClr>
              <a:buSzPts val="1800"/>
              <a:buNone/>
              <a:defRPr/>
            </a:lvl2pPr>
            <a:lvl3pPr marL="1371622" lvl="2" indent="-342906" algn="l">
              <a:spcBef>
                <a:spcPts val="600"/>
              </a:spcBef>
              <a:spcAft>
                <a:spcPts val="0"/>
              </a:spcAft>
              <a:buClr>
                <a:schemeClr val="dk1"/>
              </a:buClr>
              <a:buSzPts val="1800"/>
              <a:buChar char="−"/>
              <a:defRPr/>
            </a:lvl3pPr>
            <a:lvl4pPr marL="1828831" lvl="3" indent="-342906" algn="l">
              <a:spcBef>
                <a:spcPts val="300"/>
              </a:spcBef>
              <a:spcAft>
                <a:spcPts val="0"/>
              </a:spcAft>
              <a:buClr>
                <a:schemeClr val="dk1"/>
              </a:buClr>
              <a:buSzPts val="1800"/>
              <a:buChar char="•"/>
              <a:defRPr/>
            </a:lvl4pPr>
            <a:lvl5pPr marL="2286038" lvl="4" indent="-342906" algn="l">
              <a:spcBef>
                <a:spcPts val="300"/>
              </a:spcBef>
              <a:spcAft>
                <a:spcPts val="0"/>
              </a:spcAft>
              <a:buClr>
                <a:schemeClr val="dk1"/>
              </a:buClr>
              <a:buSzPts val="1800"/>
              <a:buChar char="−"/>
              <a:defRPr/>
            </a:lvl5pPr>
            <a:lvl6pPr marL="2743246" lvl="5" indent="-342906" algn="l">
              <a:spcBef>
                <a:spcPts val="360"/>
              </a:spcBef>
              <a:spcAft>
                <a:spcPts val="0"/>
              </a:spcAft>
              <a:buClr>
                <a:schemeClr val="dk1"/>
              </a:buClr>
              <a:buSzPts val="1800"/>
              <a:buChar char="•"/>
              <a:defRPr/>
            </a:lvl6pPr>
            <a:lvl7pPr marL="3200453" lvl="6" indent="-342906" algn="l">
              <a:spcBef>
                <a:spcPts val="360"/>
              </a:spcBef>
              <a:spcAft>
                <a:spcPts val="0"/>
              </a:spcAft>
              <a:buClr>
                <a:schemeClr val="dk1"/>
              </a:buClr>
              <a:buSzPts val="1800"/>
              <a:buChar char="•"/>
              <a:defRPr/>
            </a:lvl7pPr>
            <a:lvl8pPr marL="3657661" lvl="7" indent="-342906" algn="l">
              <a:spcBef>
                <a:spcPts val="360"/>
              </a:spcBef>
              <a:spcAft>
                <a:spcPts val="0"/>
              </a:spcAft>
              <a:buClr>
                <a:schemeClr val="dk1"/>
              </a:buClr>
              <a:buSzPts val="1800"/>
              <a:buChar char="•"/>
              <a:defRPr/>
            </a:lvl8pPr>
            <a:lvl9pPr marL="4114868" lvl="8" indent="-342906" algn="l">
              <a:spcBef>
                <a:spcPts val="360"/>
              </a:spcBef>
              <a:spcAft>
                <a:spcPts val="0"/>
              </a:spcAft>
              <a:buClr>
                <a:schemeClr val="dk1"/>
              </a:buClr>
              <a:buSzPts val="1800"/>
              <a:buChar char="•"/>
              <a:defRPr/>
            </a:lvl9pPr>
          </a:lstStyle>
          <a:p>
            <a:endParaRPr/>
          </a:p>
        </p:txBody>
      </p:sp>
      <p:pic>
        <p:nvPicPr>
          <p:cNvPr id="358" name="Google Shape;358;p66" descr="A picture containing drawing&#10;&#10;Description automatically generated"/>
          <p:cNvPicPr preferRelativeResize="0"/>
          <p:nvPr/>
        </p:nvPicPr>
        <p:blipFill rotWithShape="1">
          <a:blip r:embed="rId2">
            <a:alphaModFix/>
          </a:blip>
          <a:srcRect b="31356"/>
          <a:stretch/>
        </p:blipFill>
        <p:spPr>
          <a:xfrm>
            <a:off x="455619" y="6277208"/>
            <a:ext cx="685807" cy="352192"/>
          </a:xfrm>
          <a:prstGeom prst="rect">
            <a:avLst/>
          </a:prstGeom>
          <a:noFill/>
          <a:ln>
            <a:noFill/>
          </a:ln>
        </p:spPr>
      </p:pic>
    </p:spTree>
  </p:cSld>
  <p:clrMapOvr>
    <a:masterClrMapping/>
  </p:clrMapOvr>
  <mc:AlternateContent xmlns:mc="http://schemas.openxmlformats.org/markup-compatibility/2006" xmlns:p14="http://schemas.microsoft.com/office/powerpoint/2010/main">
    <mc:Choice Requires="p14">
      <p:transition p14:dur="250">
        <p:fade/>
      </p:transition>
    </mc:Choice>
    <mc:Fallback xmlns:ahyp="http://schemas.microsoft.com/office/drawing/2018/hyperlinkcolor" xmlns:p15="http://schemas.microsoft.com/office/powerpoint/2012/main" xmlns:com="http://schemas.openxmlformats.org/drawingml/2006/compatibility" xmlns:pvml="urn:schemas-microsoft-com:office:powerpoint" xmlns:v="urn:schemas-microsoft-com:vml" xmlns:o="urn:schemas-microsoft-com:office:office" xmlns:dgm="http://schemas.openxmlformats.org/drawingml/2006/diagram" xmlns:c="http://schemas.openxmlformats.org/drawingml/2006/chart" xmlns:mv="urn:schemas-microsoft-com:mac:vml" xmlns="">
      <p:transition>
        <p:fade/>
      </p:transition>
    </mc:Fallback>
  </mc:AlternateContent>
</p:sldLayout>
</file>

<file path=ppt/slideLayouts/slideLayout65.xml><?xml version="1.0" encoding="utf-8"?>
<p:sldLayout xmlns:a="http://schemas.openxmlformats.org/drawingml/2006/main" xmlns:r="http://schemas.openxmlformats.org/officeDocument/2006/relationships" xmlns:p="http://schemas.openxmlformats.org/presentationml/2006/main" matchingName="HYUNDAI  2Col Title | Subhead | Text">
  <p:cSld name="HYUNDAI  2Col Title | Subhead | Text">
    <p:bg>
      <p:bgPr>
        <a:solidFill>
          <a:schemeClr val="dk2"/>
        </a:solidFill>
        <a:effectLst/>
      </p:bgPr>
    </p:bg>
    <p:spTree>
      <p:nvGrpSpPr>
        <p:cNvPr id="1" name="Shape 359"/>
        <p:cNvGrpSpPr/>
        <p:nvPr/>
      </p:nvGrpSpPr>
      <p:grpSpPr>
        <a:xfrm>
          <a:off x="0" y="0"/>
          <a:ext cx="0" cy="0"/>
          <a:chOff x="0" y="0"/>
          <a:chExt cx="0" cy="0"/>
        </a:xfrm>
      </p:grpSpPr>
      <p:sp>
        <p:nvSpPr>
          <p:cNvPr id="360" name="Google Shape;360;p67"/>
          <p:cNvSpPr txBox="1">
            <a:spLocks noGrp="1"/>
          </p:cNvSpPr>
          <p:nvPr>
            <p:ph type="title"/>
          </p:nvPr>
        </p:nvSpPr>
        <p:spPr>
          <a:xfrm>
            <a:off x="455618" y="503696"/>
            <a:ext cx="8915492" cy="524543"/>
          </a:xfrm>
          <a:prstGeom prst="rect">
            <a:avLst/>
          </a:prstGeom>
          <a:noFill/>
          <a:ln>
            <a:noFill/>
          </a:ln>
        </p:spPr>
        <p:txBody>
          <a:bodyPr spcFirstLastPara="1" wrap="square" lIns="0" tIns="0" rIns="0" bIns="0" anchor="t" anchorCtr="0">
            <a:noAutofit/>
          </a:bodyPr>
          <a:lstStyle>
            <a:lvl1pPr lvl="0" algn="l">
              <a:lnSpc>
                <a:spcPct val="80000"/>
              </a:lnSpc>
              <a:spcBef>
                <a:spcPts val="0"/>
              </a:spcBef>
              <a:spcAft>
                <a:spcPts val="0"/>
              </a:spcAft>
              <a:buClr>
                <a:schemeClr val="lt1"/>
              </a:buClr>
              <a:buSzPts val="3200"/>
              <a:buFont typeface="Roboto Medium"/>
              <a:buNone/>
              <a:defRPr b="0">
                <a:solidFill>
                  <a:schemeClr val="lt1"/>
                </a:solidFill>
              </a:defRPr>
            </a:lvl1pPr>
            <a:lvl2pPr lvl="1">
              <a:spcBef>
                <a:spcPts val="0"/>
              </a:spcBef>
              <a:spcAft>
                <a:spcPts val="0"/>
              </a:spcAft>
              <a:buSzPts val="1400"/>
              <a:buNone/>
              <a:defRPr/>
            </a:lvl2pPr>
            <a:lvl3pPr lvl="2">
              <a:spcBef>
                <a:spcPts val="0"/>
              </a:spcBef>
              <a:spcAft>
                <a:spcPts val="0"/>
              </a:spcAft>
              <a:buSzPts val="1400"/>
              <a:buNone/>
              <a:defRPr/>
            </a:lvl3pPr>
            <a:lvl4pPr lvl="3">
              <a:spcBef>
                <a:spcPts val="0"/>
              </a:spcBef>
              <a:spcAft>
                <a:spcPts val="0"/>
              </a:spcAft>
              <a:buSzPts val="1400"/>
              <a:buNone/>
              <a:defRPr/>
            </a:lvl4pPr>
            <a:lvl5pPr lvl="4">
              <a:spcBef>
                <a:spcPts val="0"/>
              </a:spcBef>
              <a:spcAft>
                <a:spcPts val="0"/>
              </a:spcAft>
              <a:buSzPts val="1400"/>
              <a:buNone/>
              <a:defRPr/>
            </a:lvl5pPr>
            <a:lvl6pPr lvl="5">
              <a:spcBef>
                <a:spcPts val="0"/>
              </a:spcBef>
              <a:spcAft>
                <a:spcPts val="0"/>
              </a:spcAft>
              <a:buSzPts val="1400"/>
              <a:buNone/>
              <a:defRPr/>
            </a:lvl6pPr>
            <a:lvl7pPr lvl="6">
              <a:spcBef>
                <a:spcPts val="0"/>
              </a:spcBef>
              <a:spcAft>
                <a:spcPts val="0"/>
              </a:spcAft>
              <a:buSzPts val="1400"/>
              <a:buNone/>
              <a:defRPr/>
            </a:lvl7pPr>
            <a:lvl8pPr lvl="7">
              <a:spcBef>
                <a:spcPts val="0"/>
              </a:spcBef>
              <a:spcAft>
                <a:spcPts val="0"/>
              </a:spcAft>
              <a:buSzPts val="1400"/>
              <a:buNone/>
              <a:defRPr/>
            </a:lvl8pPr>
            <a:lvl9pPr lvl="8">
              <a:spcBef>
                <a:spcPts val="0"/>
              </a:spcBef>
              <a:spcAft>
                <a:spcPts val="0"/>
              </a:spcAft>
              <a:buSzPts val="1400"/>
              <a:buNone/>
              <a:defRPr/>
            </a:lvl9pPr>
          </a:lstStyle>
          <a:p>
            <a:endParaRPr/>
          </a:p>
        </p:txBody>
      </p:sp>
      <p:sp>
        <p:nvSpPr>
          <p:cNvPr id="361" name="Google Shape;361;p67"/>
          <p:cNvSpPr txBox="1">
            <a:spLocks noGrp="1"/>
          </p:cNvSpPr>
          <p:nvPr>
            <p:ph type="body" idx="1"/>
          </p:nvPr>
        </p:nvSpPr>
        <p:spPr>
          <a:xfrm>
            <a:off x="455617" y="2971800"/>
            <a:ext cx="5486456" cy="2971800"/>
          </a:xfrm>
          <a:prstGeom prst="rect">
            <a:avLst/>
          </a:prstGeom>
          <a:noFill/>
          <a:ln>
            <a:noFill/>
          </a:ln>
        </p:spPr>
        <p:txBody>
          <a:bodyPr spcFirstLastPara="1" wrap="square" lIns="0" tIns="0" rIns="0" bIns="0" anchor="t" anchorCtr="0">
            <a:noAutofit/>
          </a:bodyPr>
          <a:lstStyle>
            <a:lvl1pPr marL="457207" lvl="0" indent="-228604" algn="l">
              <a:lnSpc>
                <a:spcPct val="100000"/>
              </a:lnSpc>
              <a:spcBef>
                <a:spcPts val="1800"/>
              </a:spcBef>
              <a:spcAft>
                <a:spcPts val="0"/>
              </a:spcAft>
              <a:buClr>
                <a:schemeClr val="lt1"/>
              </a:buClr>
              <a:buSzPts val="2000"/>
              <a:buFont typeface="Roboto"/>
              <a:buNone/>
              <a:defRPr b="0" i="0">
                <a:solidFill>
                  <a:schemeClr val="lt1"/>
                </a:solidFill>
                <a:latin typeface="Roboto"/>
                <a:ea typeface="Roboto"/>
                <a:cs typeface="Roboto"/>
                <a:sym typeface="Roboto"/>
              </a:defRPr>
            </a:lvl1pPr>
            <a:lvl2pPr marL="914415" lvl="1" indent="-342906" algn="l">
              <a:spcBef>
                <a:spcPts val="600"/>
              </a:spcBef>
              <a:spcAft>
                <a:spcPts val="0"/>
              </a:spcAft>
              <a:buClr>
                <a:schemeClr val="lt1"/>
              </a:buClr>
              <a:buSzPts val="1800"/>
              <a:buChar char="•"/>
              <a:defRPr b="0" i="0">
                <a:solidFill>
                  <a:schemeClr val="lt1"/>
                </a:solidFill>
                <a:latin typeface="Roboto"/>
                <a:ea typeface="Roboto"/>
                <a:cs typeface="Roboto"/>
                <a:sym typeface="Roboto"/>
              </a:defRPr>
            </a:lvl2pPr>
            <a:lvl3pPr marL="1371622" lvl="2" indent="-330205" algn="l">
              <a:spcBef>
                <a:spcPts val="600"/>
              </a:spcBef>
              <a:spcAft>
                <a:spcPts val="0"/>
              </a:spcAft>
              <a:buClr>
                <a:schemeClr val="lt1"/>
              </a:buClr>
              <a:buSzPts val="1600"/>
              <a:buChar char="−"/>
              <a:defRPr b="0" i="0">
                <a:solidFill>
                  <a:schemeClr val="lt1"/>
                </a:solidFill>
                <a:latin typeface="Roboto"/>
                <a:ea typeface="Roboto"/>
                <a:cs typeface="Roboto"/>
                <a:sym typeface="Roboto"/>
              </a:defRPr>
            </a:lvl3pPr>
            <a:lvl4pPr marL="1828831" lvl="3" indent="-317506" algn="l">
              <a:spcBef>
                <a:spcPts val="300"/>
              </a:spcBef>
              <a:spcAft>
                <a:spcPts val="0"/>
              </a:spcAft>
              <a:buClr>
                <a:schemeClr val="lt1"/>
              </a:buClr>
              <a:buSzPts val="1400"/>
              <a:buChar char="•"/>
              <a:defRPr b="0" i="0">
                <a:solidFill>
                  <a:schemeClr val="lt1"/>
                </a:solidFill>
                <a:latin typeface="Roboto"/>
                <a:ea typeface="Roboto"/>
                <a:cs typeface="Roboto"/>
                <a:sym typeface="Roboto"/>
              </a:defRPr>
            </a:lvl4pPr>
            <a:lvl5pPr marL="2286038" lvl="4" indent="-304805" algn="l">
              <a:spcBef>
                <a:spcPts val="300"/>
              </a:spcBef>
              <a:spcAft>
                <a:spcPts val="0"/>
              </a:spcAft>
              <a:buClr>
                <a:schemeClr val="lt1"/>
              </a:buClr>
              <a:buSzPts val="1200"/>
              <a:buChar char="−"/>
              <a:defRPr b="0" i="0">
                <a:solidFill>
                  <a:schemeClr val="lt1"/>
                </a:solidFill>
                <a:latin typeface="Roboto"/>
                <a:ea typeface="Roboto"/>
                <a:cs typeface="Roboto"/>
                <a:sym typeface="Roboto"/>
              </a:defRPr>
            </a:lvl5pPr>
            <a:lvl6pPr marL="2743246" lvl="5" indent="-342906" algn="l">
              <a:spcBef>
                <a:spcPts val="360"/>
              </a:spcBef>
              <a:spcAft>
                <a:spcPts val="0"/>
              </a:spcAft>
              <a:buClr>
                <a:schemeClr val="dk1"/>
              </a:buClr>
              <a:buSzPts val="1800"/>
              <a:buChar char="•"/>
              <a:defRPr/>
            </a:lvl6pPr>
            <a:lvl7pPr marL="3200453" lvl="6" indent="-342906" algn="l">
              <a:spcBef>
                <a:spcPts val="360"/>
              </a:spcBef>
              <a:spcAft>
                <a:spcPts val="0"/>
              </a:spcAft>
              <a:buClr>
                <a:schemeClr val="dk1"/>
              </a:buClr>
              <a:buSzPts val="1800"/>
              <a:buChar char="•"/>
              <a:defRPr/>
            </a:lvl7pPr>
            <a:lvl8pPr marL="3657661" lvl="7" indent="-342906" algn="l">
              <a:spcBef>
                <a:spcPts val="360"/>
              </a:spcBef>
              <a:spcAft>
                <a:spcPts val="0"/>
              </a:spcAft>
              <a:buClr>
                <a:schemeClr val="dk1"/>
              </a:buClr>
              <a:buSzPts val="1800"/>
              <a:buChar char="•"/>
              <a:defRPr/>
            </a:lvl8pPr>
            <a:lvl9pPr marL="4114868" lvl="8" indent="-342906" algn="l">
              <a:spcBef>
                <a:spcPts val="360"/>
              </a:spcBef>
              <a:spcAft>
                <a:spcPts val="0"/>
              </a:spcAft>
              <a:buClr>
                <a:schemeClr val="dk1"/>
              </a:buClr>
              <a:buSzPts val="1800"/>
              <a:buChar char="•"/>
              <a:defRPr/>
            </a:lvl9pPr>
          </a:lstStyle>
          <a:p>
            <a:endParaRPr/>
          </a:p>
        </p:txBody>
      </p:sp>
      <p:sp>
        <p:nvSpPr>
          <p:cNvPr id="362" name="Google Shape;362;p67"/>
          <p:cNvSpPr txBox="1">
            <a:spLocks noGrp="1"/>
          </p:cNvSpPr>
          <p:nvPr>
            <p:ph type="body" idx="2"/>
          </p:nvPr>
        </p:nvSpPr>
        <p:spPr>
          <a:xfrm>
            <a:off x="455618" y="868681"/>
            <a:ext cx="8915492" cy="229235"/>
          </a:xfrm>
          <a:prstGeom prst="rect">
            <a:avLst/>
          </a:prstGeom>
          <a:noFill/>
          <a:ln>
            <a:noFill/>
          </a:ln>
        </p:spPr>
        <p:txBody>
          <a:bodyPr spcFirstLastPara="1" wrap="square" lIns="0" tIns="0" rIns="0" bIns="0" anchor="t" anchorCtr="0">
            <a:noAutofit/>
          </a:bodyPr>
          <a:lstStyle>
            <a:lvl1pPr marL="457207" lvl="0" indent="-228604" algn="l">
              <a:spcBef>
                <a:spcPts val="1800"/>
              </a:spcBef>
              <a:spcAft>
                <a:spcPts val="0"/>
              </a:spcAft>
              <a:buClr>
                <a:schemeClr val="accent2"/>
              </a:buClr>
              <a:buSzPts val="1600"/>
              <a:buFont typeface="Roboto Medium"/>
              <a:buNone/>
              <a:defRPr sz="1600" b="0" i="0">
                <a:solidFill>
                  <a:schemeClr val="accent2"/>
                </a:solidFill>
                <a:latin typeface="Roboto Medium"/>
                <a:ea typeface="Roboto Medium"/>
                <a:cs typeface="Roboto Medium"/>
                <a:sym typeface="Roboto Medium"/>
              </a:defRPr>
            </a:lvl1pPr>
            <a:lvl2pPr marL="914415" lvl="1" indent="-228604" algn="l">
              <a:spcBef>
                <a:spcPts val="600"/>
              </a:spcBef>
              <a:spcAft>
                <a:spcPts val="0"/>
              </a:spcAft>
              <a:buClr>
                <a:schemeClr val="dk1"/>
              </a:buClr>
              <a:buSzPts val="1800"/>
              <a:buNone/>
              <a:defRPr/>
            </a:lvl2pPr>
            <a:lvl3pPr marL="1371622" lvl="2" indent="-342906" algn="l">
              <a:spcBef>
                <a:spcPts val="600"/>
              </a:spcBef>
              <a:spcAft>
                <a:spcPts val="0"/>
              </a:spcAft>
              <a:buClr>
                <a:schemeClr val="dk1"/>
              </a:buClr>
              <a:buSzPts val="1800"/>
              <a:buChar char="−"/>
              <a:defRPr/>
            </a:lvl3pPr>
            <a:lvl4pPr marL="1828831" lvl="3" indent="-342906" algn="l">
              <a:spcBef>
                <a:spcPts val="300"/>
              </a:spcBef>
              <a:spcAft>
                <a:spcPts val="0"/>
              </a:spcAft>
              <a:buClr>
                <a:schemeClr val="dk1"/>
              </a:buClr>
              <a:buSzPts val="1800"/>
              <a:buChar char="•"/>
              <a:defRPr/>
            </a:lvl4pPr>
            <a:lvl5pPr marL="2286038" lvl="4" indent="-342906" algn="l">
              <a:spcBef>
                <a:spcPts val="300"/>
              </a:spcBef>
              <a:spcAft>
                <a:spcPts val="0"/>
              </a:spcAft>
              <a:buClr>
                <a:schemeClr val="dk1"/>
              </a:buClr>
              <a:buSzPts val="1800"/>
              <a:buChar char="−"/>
              <a:defRPr/>
            </a:lvl5pPr>
            <a:lvl6pPr marL="2743246" lvl="5" indent="-342906" algn="l">
              <a:spcBef>
                <a:spcPts val="360"/>
              </a:spcBef>
              <a:spcAft>
                <a:spcPts val="0"/>
              </a:spcAft>
              <a:buClr>
                <a:schemeClr val="dk1"/>
              </a:buClr>
              <a:buSzPts val="1800"/>
              <a:buChar char="•"/>
              <a:defRPr/>
            </a:lvl6pPr>
            <a:lvl7pPr marL="3200453" lvl="6" indent="-342906" algn="l">
              <a:spcBef>
                <a:spcPts val="360"/>
              </a:spcBef>
              <a:spcAft>
                <a:spcPts val="0"/>
              </a:spcAft>
              <a:buClr>
                <a:schemeClr val="dk1"/>
              </a:buClr>
              <a:buSzPts val="1800"/>
              <a:buChar char="•"/>
              <a:defRPr/>
            </a:lvl7pPr>
            <a:lvl8pPr marL="3657661" lvl="7" indent="-342906" algn="l">
              <a:spcBef>
                <a:spcPts val="360"/>
              </a:spcBef>
              <a:spcAft>
                <a:spcPts val="0"/>
              </a:spcAft>
              <a:buClr>
                <a:schemeClr val="dk1"/>
              </a:buClr>
              <a:buSzPts val="1800"/>
              <a:buChar char="•"/>
              <a:defRPr/>
            </a:lvl8pPr>
            <a:lvl9pPr marL="4114868" lvl="8" indent="-342906" algn="l">
              <a:spcBef>
                <a:spcPts val="360"/>
              </a:spcBef>
              <a:spcAft>
                <a:spcPts val="0"/>
              </a:spcAft>
              <a:buClr>
                <a:schemeClr val="dk1"/>
              </a:buClr>
              <a:buSzPts val="1800"/>
              <a:buChar char="•"/>
              <a:defRPr/>
            </a:lvl9pPr>
          </a:lstStyle>
          <a:p>
            <a:endParaRPr/>
          </a:p>
        </p:txBody>
      </p:sp>
      <p:sp>
        <p:nvSpPr>
          <p:cNvPr id="363" name="Google Shape;363;p67"/>
          <p:cNvSpPr txBox="1">
            <a:spLocks noGrp="1"/>
          </p:cNvSpPr>
          <p:nvPr>
            <p:ph type="body" idx="3"/>
          </p:nvPr>
        </p:nvSpPr>
        <p:spPr>
          <a:xfrm>
            <a:off x="7508953" y="6432334"/>
            <a:ext cx="4224381" cy="228601"/>
          </a:xfrm>
          <a:prstGeom prst="rect">
            <a:avLst/>
          </a:prstGeom>
          <a:noFill/>
          <a:ln>
            <a:noFill/>
          </a:ln>
        </p:spPr>
        <p:txBody>
          <a:bodyPr spcFirstLastPara="1" wrap="square" lIns="0" tIns="0" rIns="0" bIns="0" anchor="b" anchorCtr="0">
            <a:noAutofit/>
          </a:bodyPr>
          <a:lstStyle>
            <a:lvl1pPr marL="457207" lvl="0" indent="-228604" algn="r">
              <a:spcBef>
                <a:spcPts val="1800"/>
              </a:spcBef>
              <a:spcAft>
                <a:spcPts val="0"/>
              </a:spcAft>
              <a:buClr>
                <a:schemeClr val="lt1"/>
              </a:buClr>
              <a:buSzPts val="1000"/>
              <a:buFont typeface="Roboto Medium"/>
              <a:buNone/>
              <a:defRPr sz="1000" b="0" i="0">
                <a:solidFill>
                  <a:schemeClr val="lt1"/>
                </a:solidFill>
                <a:latin typeface="Roboto Medium"/>
                <a:ea typeface="Roboto Medium"/>
                <a:cs typeface="Roboto Medium"/>
                <a:sym typeface="Roboto Medium"/>
              </a:defRPr>
            </a:lvl1pPr>
            <a:lvl2pPr marL="914415" lvl="1" indent="-228604" algn="l">
              <a:spcBef>
                <a:spcPts val="600"/>
              </a:spcBef>
              <a:spcAft>
                <a:spcPts val="0"/>
              </a:spcAft>
              <a:buClr>
                <a:schemeClr val="dk1"/>
              </a:buClr>
              <a:buSzPts val="1800"/>
              <a:buNone/>
              <a:defRPr/>
            </a:lvl2pPr>
            <a:lvl3pPr marL="1371622" lvl="2" indent="-342906" algn="l">
              <a:spcBef>
                <a:spcPts val="600"/>
              </a:spcBef>
              <a:spcAft>
                <a:spcPts val="0"/>
              </a:spcAft>
              <a:buClr>
                <a:schemeClr val="dk1"/>
              </a:buClr>
              <a:buSzPts val="1800"/>
              <a:buChar char="−"/>
              <a:defRPr/>
            </a:lvl3pPr>
            <a:lvl4pPr marL="1828831" lvl="3" indent="-342906" algn="l">
              <a:spcBef>
                <a:spcPts val="300"/>
              </a:spcBef>
              <a:spcAft>
                <a:spcPts val="0"/>
              </a:spcAft>
              <a:buClr>
                <a:schemeClr val="dk1"/>
              </a:buClr>
              <a:buSzPts val="1800"/>
              <a:buChar char="•"/>
              <a:defRPr/>
            </a:lvl4pPr>
            <a:lvl5pPr marL="2286038" lvl="4" indent="-342906" algn="l">
              <a:spcBef>
                <a:spcPts val="300"/>
              </a:spcBef>
              <a:spcAft>
                <a:spcPts val="0"/>
              </a:spcAft>
              <a:buClr>
                <a:schemeClr val="dk1"/>
              </a:buClr>
              <a:buSzPts val="1800"/>
              <a:buChar char="−"/>
              <a:defRPr/>
            </a:lvl5pPr>
            <a:lvl6pPr marL="2743246" lvl="5" indent="-342906" algn="l">
              <a:spcBef>
                <a:spcPts val="360"/>
              </a:spcBef>
              <a:spcAft>
                <a:spcPts val="0"/>
              </a:spcAft>
              <a:buClr>
                <a:schemeClr val="dk1"/>
              </a:buClr>
              <a:buSzPts val="1800"/>
              <a:buChar char="•"/>
              <a:defRPr/>
            </a:lvl6pPr>
            <a:lvl7pPr marL="3200453" lvl="6" indent="-342906" algn="l">
              <a:spcBef>
                <a:spcPts val="360"/>
              </a:spcBef>
              <a:spcAft>
                <a:spcPts val="0"/>
              </a:spcAft>
              <a:buClr>
                <a:schemeClr val="dk1"/>
              </a:buClr>
              <a:buSzPts val="1800"/>
              <a:buChar char="•"/>
              <a:defRPr/>
            </a:lvl7pPr>
            <a:lvl8pPr marL="3657661" lvl="7" indent="-342906" algn="l">
              <a:spcBef>
                <a:spcPts val="360"/>
              </a:spcBef>
              <a:spcAft>
                <a:spcPts val="0"/>
              </a:spcAft>
              <a:buClr>
                <a:schemeClr val="dk1"/>
              </a:buClr>
              <a:buSzPts val="1800"/>
              <a:buChar char="•"/>
              <a:defRPr/>
            </a:lvl8pPr>
            <a:lvl9pPr marL="4114868" lvl="8" indent="-342906" algn="l">
              <a:spcBef>
                <a:spcPts val="360"/>
              </a:spcBef>
              <a:spcAft>
                <a:spcPts val="0"/>
              </a:spcAft>
              <a:buClr>
                <a:schemeClr val="dk1"/>
              </a:buClr>
              <a:buSzPts val="1800"/>
              <a:buChar char="•"/>
              <a:defRPr/>
            </a:lvl9pPr>
          </a:lstStyle>
          <a:p>
            <a:endParaRPr/>
          </a:p>
        </p:txBody>
      </p:sp>
      <p:pic>
        <p:nvPicPr>
          <p:cNvPr id="364" name="Google Shape;364;p67" descr="A picture containing drawing&#10;&#10;Description automatically generated"/>
          <p:cNvPicPr preferRelativeResize="0"/>
          <p:nvPr/>
        </p:nvPicPr>
        <p:blipFill rotWithShape="1">
          <a:blip r:embed="rId2">
            <a:alphaModFix/>
          </a:blip>
          <a:srcRect b="31356"/>
          <a:stretch/>
        </p:blipFill>
        <p:spPr>
          <a:xfrm>
            <a:off x="455619" y="6277208"/>
            <a:ext cx="685807" cy="352192"/>
          </a:xfrm>
          <a:prstGeom prst="rect">
            <a:avLst/>
          </a:prstGeom>
          <a:noFill/>
          <a:ln>
            <a:noFill/>
          </a:ln>
        </p:spPr>
      </p:pic>
      <p:sp>
        <p:nvSpPr>
          <p:cNvPr id="365" name="Google Shape;365;p67"/>
          <p:cNvSpPr txBox="1">
            <a:spLocks noGrp="1"/>
          </p:cNvSpPr>
          <p:nvPr>
            <p:ph type="body" idx="4"/>
          </p:nvPr>
        </p:nvSpPr>
        <p:spPr>
          <a:xfrm>
            <a:off x="6246876" y="2971801"/>
            <a:ext cx="5486456" cy="2971800"/>
          </a:xfrm>
          <a:prstGeom prst="rect">
            <a:avLst/>
          </a:prstGeom>
          <a:noFill/>
          <a:ln>
            <a:noFill/>
          </a:ln>
        </p:spPr>
        <p:txBody>
          <a:bodyPr spcFirstLastPara="1" wrap="square" lIns="0" tIns="0" rIns="0" bIns="0" anchor="t" anchorCtr="0">
            <a:noAutofit/>
          </a:bodyPr>
          <a:lstStyle>
            <a:lvl1pPr marL="457207" lvl="0" indent="-228604" algn="l">
              <a:spcBef>
                <a:spcPts val="1800"/>
              </a:spcBef>
              <a:spcAft>
                <a:spcPts val="0"/>
              </a:spcAft>
              <a:buClr>
                <a:schemeClr val="lt1"/>
              </a:buClr>
              <a:buSzPts val="2000"/>
              <a:buFont typeface="Roboto"/>
              <a:buNone/>
              <a:defRPr>
                <a:solidFill>
                  <a:schemeClr val="lt1"/>
                </a:solidFill>
              </a:defRPr>
            </a:lvl1pPr>
            <a:lvl2pPr marL="914415" lvl="1" indent="-342906" algn="l">
              <a:spcBef>
                <a:spcPts val="600"/>
              </a:spcBef>
              <a:spcAft>
                <a:spcPts val="0"/>
              </a:spcAft>
              <a:buClr>
                <a:schemeClr val="lt1"/>
              </a:buClr>
              <a:buSzPts val="1800"/>
              <a:buChar char="•"/>
              <a:defRPr>
                <a:solidFill>
                  <a:schemeClr val="lt1"/>
                </a:solidFill>
              </a:defRPr>
            </a:lvl2pPr>
            <a:lvl3pPr marL="1371622" lvl="2" indent="-330205" algn="l">
              <a:spcBef>
                <a:spcPts val="600"/>
              </a:spcBef>
              <a:spcAft>
                <a:spcPts val="0"/>
              </a:spcAft>
              <a:buClr>
                <a:schemeClr val="lt1"/>
              </a:buClr>
              <a:buSzPts val="1600"/>
              <a:buChar char="−"/>
              <a:defRPr>
                <a:solidFill>
                  <a:schemeClr val="lt1"/>
                </a:solidFill>
              </a:defRPr>
            </a:lvl3pPr>
            <a:lvl4pPr marL="1828831" lvl="3" indent="-317506" algn="l">
              <a:spcBef>
                <a:spcPts val="300"/>
              </a:spcBef>
              <a:spcAft>
                <a:spcPts val="0"/>
              </a:spcAft>
              <a:buClr>
                <a:schemeClr val="lt1"/>
              </a:buClr>
              <a:buSzPts val="1400"/>
              <a:buChar char="•"/>
              <a:defRPr>
                <a:solidFill>
                  <a:schemeClr val="lt1"/>
                </a:solidFill>
              </a:defRPr>
            </a:lvl4pPr>
            <a:lvl5pPr marL="2286038" lvl="4" indent="-304805" algn="l">
              <a:spcBef>
                <a:spcPts val="300"/>
              </a:spcBef>
              <a:spcAft>
                <a:spcPts val="0"/>
              </a:spcAft>
              <a:buClr>
                <a:schemeClr val="lt1"/>
              </a:buClr>
              <a:buSzPts val="1200"/>
              <a:buChar char="−"/>
              <a:defRPr>
                <a:solidFill>
                  <a:schemeClr val="lt1"/>
                </a:solidFill>
              </a:defRPr>
            </a:lvl5pPr>
            <a:lvl6pPr marL="2743246" lvl="5" indent="-342906" algn="l">
              <a:spcBef>
                <a:spcPts val="360"/>
              </a:spcBef>
              <a:spcAft>
                <a:spcPts val="0"/>
              </a:spcAft>
              <a:buClr>
                <a:schemeClr val="dk1"/>
              </a:buClr>
              <a:buSzPts val="1800"/>
              <a:buChar char="•"/>
              <a:defRPr/>
            </a:lvl6pPr>
            <a:lvl7pPr marL="3200453" lvl="6" indent="-342906" algn="l">
              <a:spcBef>
                <a:spcPts val="360"/>
              </a:spcBef>
              <a:spcAft>
                <a:spcPts val="0"/>
              </a:spcAft>
              <a:buClr>
                <a:schemeClr val="dk1"/>
              </a:buClr>
              <a:buSzPts val="1800"/>
              <a:buChar char="•"/>
              <a:defRPr/>
            </a:lvl7pPr>
            <a:lvl8pPr marL="3657661" lvl="7" indent="-342906" algn="l">
              <a:spcBef>
                <a:spcPts val="360"/>
              </a:spcBef>
              <a:spcAft>
                <a:spcPts val="0"/>
              </a:spcAft>
              <a:buClr>
                <a:schemeClr val="dk1"/>
              </a:buClr>
              <a:buSzPts val="1800"/>
              <a:buChar char="•"/>
              <a:defRPr/>
            </a:lvl8pPr>
            <a:lvl9pPr marL="4114868" lvl="8" indent="-342906" algn="l">
              <a:spcBef>
                <a:spcPts val="360"/>
              </a:spcBef>
              <a:spcAft>
                <a:spcPts val="0"/>
              </a:spcAft>
              <a:buClr>
                <a:schemeClr val="dk1"/>
              </a:buClr>
              <a:buSzPts val="1800"/>
              <a:buChar char="•"/>
              <a:defRPr/>
            </a:lvl9pPr>
          </a:lstStyle>
          <a:p>
            <a:endParaRPr/>
          </a:p>
        </p:txBody>
      </p:sp>
    </p:spTree>
  </p:cSld>
  <p:clrMapOvr>
    <a:masterClrMapping/>
  </p:clrMapOvr>
  <mc:AlternateContent xmlns:mc="http://schemas.openxmlformats.org/markup-compatibility/2006" xmlns:p14="http://schemas.microsoft.com/office/powerpoint/2010/main">
    <mc:Choice Requires="p14">
      <p:transition p14:dur="250">
        <p:fade/>
      </p:transition>
    </mc:Choice>
    <mc:Fallback xmlns:ahyp="http://schemas.microsoft.com/office/drawing/2018/hyperlinkcolor" xmlns:p15="http://schemas.microsoft.com/office/powerpoint/2012/main" xmlns:com="http://schemas.openxmlformats.org/drawingml/2006/compatibility" xmlns:pvml="urn:schemas-microsoft-com:office:powerpoint" xmlns:v="urn:schemas-microsoft-com:vml" xmlns:o="urn:schemas-microsoft-com:office:office" xmlns:dgm="http://schemas.openxmlformats.org/drawingml/2006/diagram" xmlns:c="http://schemas.openxmlformats.org/drawingml/2006/chart" xmlns:mv="urn:schemas-microsoft-com:mac:vml" xmlns="">
      <p:transition>
        <p:fade/>
      </p:transition>
    </mc:Fallback>
  </mc:AlternateContent>
</p:sldLayout>
</file>

<file path=ppt/slideLayouts/slideLayout66.xml><?xml version="1.0" encoding="utf-8"?>
<p:sldLayout xmlns:a="http://schemas.openxmlformats.org/drawingml/2006/main" xmlns:r="http://schemas.openxmlformats.org/officeDocument/2006/relationships" xmlns:p="http://schemas.openxmlformats.org/presentationml/2006/main" matchingName="HYUNDAI  1Col Title | Subhead | Text | Image">
  <p:cSld name="HYUNDAI  1Col Title | Subhead | Text | Image">
    <p:bg>
      <p:bgPr>
        <a:solidFill>
          <a:schemeClr val="dk2"/>
        </a:solidFill>
        <a:effectLst/>
      </p:bgPr>
    </p:bg>
    <p:spTree>
      <p:nvGrpSpPr>
        <p:cNvPr id="1" name="Shape 366"/>
        <p:cNvGrpSpPr/>
        <p:nvPr/>
      </p:nvGrpSpPr>
      <p:grpSpPr>
        <a:xfrm>
          <a:off x="0" y="0"/>
          <a:ext cx="0" cy="0"/>
          <a:chOff x="0" y="0"/>
          <a:chExt cx="0" cy="0"/>
        </a:xfrm>
      </p:grpSpPr>
      <p:sp>
        <p:nvSpPr>
          <p:cNvPr id="367" name="Google Shape;367;p68"/>
          <p:cNvSpPr txBox="1">
            <a:spLocks noGrp="1"/>
          </p:cNvSpPr>
          <p:nvPr>
            <p:ph type="title"/>
          </p:nvPr>
        </p:nvSpPr>
        <p:spPr>
          <a:xfrm>
            <a:off x="455618" y="503696"/>
            <a:ext cx="8915492" cy="524543"/>
          </a:xfrm>
          <a:prstGeom prst="rect">
            <a:avLst/>
          </a:prstGeom>
          <a:noFill/>
          <a:ln>
            <a:noFill/>
          </a:ln>
        </p:spPr>
        <p:txBody>
          <a:bodyPr spcFirstLastPara="1" wrap="square" lIns="0" tIns="0" rIns="0" bIns="0" anchor="t" anchorCtr="0">
            <a:noAutofit/>
          </a:bodyPr>
          <a:lstStyle>
            <a:lvl1pPr lvl="0" algn="l">
              <a:lnSpc>
                <a:spcPct val="80000"/>
              </a:lnSpc>
              <a:spcBef>
                <a:spcPts val="0"/>
              </a:spcBef>
              <a:spcAft>
                <a:spcPts val="0"/>
              </a:spcAft>
              <a:buClr>
                <a:schemeClr val="lt1"/>
              </a:buClr>
              <a:buSzPts val="3200"/>
              <a:buFont typeface="Roboto Medium"/>
              <a:buNone/>
              <a:defRPr b="0">
                <a:solidFill>
                  <a:schemeClr val="lt1"/>
                </a:solidFill>
              </a:defRPr>
            </a:lvl1pPr>
            <a:lvl2pPr lvl="1">
              <a:spcBef>
                <a:spcPts val="0"/>
              </a:spcBef>
              <a:spcAft>
                <a:spcPts val="0"/>
              </a:spcAft>
              <a:buSzPts val="1400"/>
              <a:buNone/>
              <a:defRPr/>
            </a:lvl2pPr>
            <a:lvl3pPr lvl="2">
              <a:spcBef>
                <a:spcPts val="0"/>
              </a:spcBef>
              <a:spcAft>
                <a:spcPts val="0"/>
              </a:spcAft>
              <a:buSzPts val="1400"/>
              <a:buNone/>
              <a:defRPr/>
            </a:lvl3pPr>
            <a:lvl4pPr lvl="3">
              <a:spcBef>
                <a:spcPts val="0"/>
              </a:spcBef>
              <a:spcAft>
                <a:spcPts val="0"/>
              </a:spcAft>
              <a:buSzPts val="1400"/>
              <a:buNone/>
              <a:defRPr/>
            </a:lvl4pPr>
            <a:lvl5pPr lvl="4">
              <a:spcBef>
                <a:spcPts val="0"/>
              </a:spcBef>
              <a:spcAft>
                <a:spcPts val="0"/>
              </a:spcAft>
              <a:buSzPts val="1400"/>
              <a:buNone/>
              <a:defRPr/>
            </a:lvl5pPr>
            <a:lvl6pPr lvl="5">
              <a:spcBef>
                <a:spcPts val="0"/>
              </a:spcBef>
              <a:spcAft>
                <a:spcPts val="0"/>
              </a:spcAft>
              <a:buSzPts val="1400"/>
              <a:buNone/>
              <a:defRPr/>
            </a:lvl6pPr>
            <a:lvl7pPr lvl="6">
              <a:spcBef>
                <a:spcPts val="0"/>
              </a:spcBef>
              <a:spcAft>
                <a:spcPts val="0"/>
              </a:spcAft>
              <a:buSzPts val="1400"/>
              <a:buNone/>
              <a:defRPr/>
            </a:lvl7pPr>
            <a:lvl8pPr lvl="7">
              <a:spcBef>
                <a:spcPts val="0"/>
              </a:spcBef>
              <a:spcAft>
                <a:spcPts val="0"/>
              </a:spcAft>
              <a:buSzPts val="1400"/>
              <a:buNone/>
              <a:defRPr/>
            </a:lvl8pPr>
            <a:lvl9pPr lvl="8">
              <a:spcBef>
                <a:spcPts val="0"/>
              </a:spcBef>
              <a:spcAft>
                <a:spcPts val="0"/>
              </a:spcAft>
              <a:buSzPts val="1400"/>
              <a:buNone/>
              <a:defRPr/>
            </a:lvl9pPr>
          </a:lstStyle>
          <a:p>
            <a:endParaRPr/>
          </a:p>
        </p:txBody>
      </p:sp>
      <p:sp>
        <p:nvSpPr>
          <p:cNvPr id="368" name="Google Shape;368;p68"/>
          <p:cNvSpPr txBox="1">
            <a:spLocks noGrp="1"/>
          </p:cNvSpPr>
          <p:nvPr>
            <p:ph type="body" idx="1"/>
          </p:nvPr>
        </p:nvSpPr>
        <p:spPr>
          <a:xfrm>
            <a:off x="455616" y="2971800"/>
            <a:ext cx="5638859" cy="2971800"/>
          </a:xfrm>
          <a:prstGeom prst="rect">
            <a:avLst/>
          </a:prstGeom>
          <a:noFill/>
          <a:ln>
            <a:noFill/>
          </a:ln>
        </p:spPr>
        <p:txBody>
          <a:bodyPr spcFirstLastPara="1" wrap="square" lIns="0" tIns="0" rIns="0" bIns="0" anchor="t" anchorCtr="0">
            <a:noAutofit/>
          </a:bodyPr>
          <a:lstStyle>
            <a:lvl1pPr marL="457207" lvl="0" indent="-228604" algn="l">
              <a:lnSpc>
                <a:spcPct val="100000"/>
              </a:lnSpc>
              <a:spcBef>
                <a:spcPts val="1800"/>
              </a:spcBef>
              <a:spcAft>
                <a:spcPts val="0"/>
              </a:spcAft>
              <a:buClr>
                <a:schemeClr val="lt1"/>
              </a:buClr>
              <a:buSzPts val="2000"/>
              <a:buFont typeface="Roboto"/>
              <a:buNone/>
              <a:defRPr b="0" i="0">
                <a:solidFill>
                  <a:schemeClr val="lt1"/>
                </a:solidFill>
                <a:latin typeface="Roboto"/>
                <a:ea typeface="Roboto"/>
                <a:cs typeface="Roboto"/>
                <a:sym typeface="Roboto"/>
              </a:defRPr>
            </a:lvl1pPr>
            <a:lvl2pPr marL="914415" lvl="1" indent="-342906" algn="l">
              <a:spcBef>
                <a:spcPts val="600"/>
              </a:spcBef>
              <a:spcAft>
                <a:spcPts val="0"/>
              </a:spcAft>
              <a:buClr>
                <a:schemeClr val="lt1"/>
              </a:buClr>
              <a:buSzPts val="1800"/>
              <a:buChar char="•"/>
              <a:defRPr b="0" i="0">
                <a:solidFill>
                  <a:schemeClr val="lt1"/>
                </a:solidFill>
                <a:latin typeface="Roboto"/>
                <a:ea typeface="Roboto"/>
                <a:cs typeface="Roboto"/>
                <a:sym typeface="Roboto"/>
              </a:defRPr>
            </a:lvl2pPr>
            <a:lvl3pPr marL="1371622" lvl="2" indent="-330205" algn="l">
              <a:spcBef>
                <a:spcPts val="600"/>
              </a:spcBef>
              <a:spcAft>
                <a:spcPts val="0"/>
              </a:spcAft>
              <a:buClr>
                <a:schemeClr val="lt1"/>
              </a:buClr>
              <a:buSzPts val="1600"/>
              <a:buChar char="−"/>
              <a:defRPr b="0" i="0">
                <a:solidFill>
                  <a:schemeClr val="lt1"/>
                </a:solidFill>
                <a:latin typeface="Roboto"/>
                <a:ea typeface="Roboto"/>
                <a:cs typeface="Roboto"/>
                <a:sym typeface="Roboto"/>
              </a:defRPr>
            </a:lvl3pPr>
            <a:lvl4pPr marL="1828831" lvl="3" indent="-317506" algn="l">
              <a:lnSpc>
                <a:spcPct val="100000"/>
              </a:lnSpc>
              <a:spcBef>
                <a:spcPts val="300"/>
              </a:spcBef>
              <a:spcAft>
                <a:spcPts val="0"/>
              </a:spcAft>
              <a:buClr>
                <a:schemeClr val="lt1"/>
              </a:buClr>
              <a:buSzPts val="1400"/>
              <a:buChar char="•"/>
              <a:defRPr b="0" i="0">
                <a:solidFill>
                  <a:schemeClr val="lt1"/>
                </a:solidFill>
                <a:latin typeface="Roboto"/>
                <a:ea typeface="Roboto"/>
                <a:cs typeface="Roboto"/>
                <a:sym typeface="Roboto"/>
              </a:defRPr>
            </a:lvl4pPr>
            <a:lvl5pPr marL="2286038" lvl="4" indent="-304805" algn="l">
              <a:spcBef>
                <a:spcPts val="300"/>
              </a:spcBef>
              <a:spcAft>
                <a:spcPts val="0"/>
              </a:spcAft>
              <a:buClr>
                <a:schemeClr val="lt1"/>
              </a:buClr>
              <a:buSzPts val="1200"/>
              <a:buChar char="−"/>
              <a:defRPr b="0" i="0">
                <a:solidFill>
                  <a:schemeClr val="lt1"/>
                </a:solidFill>
                <a:latin typeface="Roboto"/>
                <a:ea typeface="Roboto"/>
                <a:cs typeface="Roboto"/>
                <a:sym typeface="Roboto"/>
              </a:defRPr>
            </a:lvl5pPr>
            <a:lvl6pPr marL="2743246" lvl="5" indent="-342906" algn="l">
              <a:spcBef>
                <a:spcPts val="360"/>
              </a:spcBef>
              <a:spcAft>
                <a:spcPts val="0"/>
              </a:spcAft>
              <a:buClr>
                <a:schemeClr val="dk1"/>
              </a:buClr>
              <a:buSzPts val="1800"/>
              <a:buChar char="•"/>
              <a:defRPr/>
            </a:lvl6pPr>
            <a:lvl7pPr marL="3200453" lvl="6" indent="-342906" algn="l">
              <a:spcBef>
                <a:spcPts val="360"/>
              </a:spcBef>
              <a:spcAft>
                <a:spcPts val="0"/>
              </a:spcAft>
              <a:buClr>
                <a:schemeClr val="dk1"/>
              </a:buClr>
              <a:buSzPts val="1800"/>
              <a:buChar char="•"/>
              <a:defRPr/>
            </a:lvl7pPr>
            <a:lvl8pPr marL="3657661" lvl="7" indent="-342906" algn="l">
              <a:spcBef>
                <a:spcPts val="360"/>
              </a:spcBef>
              <a:spcAft>
                <a:spcPts val="0"/>
              </a:spcAft>
              <a:buClr>
                <a:schemeClr val="dk1"/>
              </a:buClr>
              <a:buSzPts val="1800"/>
              <a:buChar char="•"/>
              <a:defRPr/>
            </a:lvl8pPr>
            <a:lvl9pPr marL="4114868" lvl="8" indent="-342906" algn="l">
              <a:spcBef>
                <a:spcPts val="360"/>
              </a:spcBef>
              <a:spcAft>
                <a:spcPts val="0"/>
              </a:spcAft>
              <a:buClr>
                <a:schemeClr val="dk1"/>
              </a:buClr>
              <a:buSzPts val="1800"/>
              <a:buChar char="•"/>
              <a:defRPr/>
            </a:lvl9pPr>
          </a:lstStyle>
          <a:p>
            <a:endParaRPr/>
          </a:p>
        </p:txBody>
      </p:sp>
      <p:sp>
        <p:nvSpPr>
          <p:cNvPr id="369" name="Google Shape;369;p68"/>
          <p:cNvSpPr>
            <a:spLocks noGrp="1"/>
          </p:cNvSpPr>
          <p:nvPr>
            <p:ph type="pic" idx="2"/>
          </p:nvPr>
        </p:nvSpPr>
        <p:spPr>
          <a:xfrm>
            <a:off x="7389890" y="1371600"/>
            <a:ext cx="4343445" cy="4572000"/>
          </a:xfrm>
          <a:prstGeom prst="rect">
            <a:avLst/>
          </a:prstGeom>
          <a:solidFill>
            <a:srgbClr val="F2F2F2"/>
          </a:solidFill>
          <a:ln>
            <a:noFill/>
          </a:ln>
        </p:spPr>
        <p:txBody>
          <a:bodyPr spcFirstLastPara="1" wrap="square" lIns="0" tIns="0" rIns="0" bIns="0" anchor="ctr" anchorCtr="0">
            <a:noAutofit/>
          </a:bodyPr>
          <a:lstStyle>
            <a:lvl1pPr marR="0" lvl="0" algn="ctr" rtl="0">
              <a:spcBef>
                <a:spcPts val="1800"/>
              </a:spcBef>
              <a:spcAft>
                <a:spcPts val="0"/>
              </a:spcAft>
              <a:buClr>
                <a:srgbClr val="D8D8D8"/>
              </a:buClr>
              <a:buSzPts val="2000"/>
              <a:buFont typeface="Roboto"/>
              <a:buNone/>
              <a:defRPr sz="2000" b="0" i="0" u="none" strike="noStrike" cap="none">
                <a:solidFill>
                  <a:srgbClr val="D8D8D8"/>
                </a:solidFill>
                <a:latin typeface="Roboto"/>
                <a:ea typeface="Roboto"/>
                <a:cs typeface="Roboto"/>
                <a:sym typeface="Roboto"/>
              </a:defRPr>
            </a:lvl1pPr>
            <a:lvl2pPr marR="0" lvl="1" algn="l" rtl="0">
              <a:spcBef>
                <a:spcPts val="600"/>
              </a:spcBef>
              <a:spcAft>
                <a:spcPts val="0"/>
              </a:spcAft>
              <a:buClr>
                <a:schemeClr val="dk1"/>
              </a:buClr>
              <a:buSzPts val="1800"/>
              <a:buFont typeface="Arial"/>
              <a:buChar char="•"/>
              <a:defRPr sz="1800" b="0" i="0" u="none" strike="noStrike" cap="none">
                <a:solidFill>
                  <a:schemeClr val="dk1"/>
                </a:solidFill>
                <a:latin typeface="Roboto"/>
                <a:ea typeface="Roboto"/>
                <a:cs typeface="Roboto"/>
                <a:sym typeface="Roboto"/>
              </a:defRPr>
            </a:lvl2pPr>
            <a:lvl3pPr marR="0" lvl="2" algn="l" rtl="0">
              <a:spcBef>
                <a:spcPts val="600"/>
              </a:spcBef>
              <a:spcAft>
                <a:spcPts val="0"/>
              </a:spcAft>
              <a:buClr>
                <a:schemeClr val="dk1"/>
              </a:buClr>
              <a:buSzPts val="1600"/>
              <a:buFont typeface="Merriweather Sans"/>
              <a:buChar char="−"/>
              <a:defRPr sz="1600" b="0" i="0" u="none" strike="noStrike" cap="none">
                <a:solidFill>
                  <a:schemeClr val="dk1"/>
                </a:solidFill>
                <a:latin typeface="Roboto"/>
                <a:ea typeface="Roboto"/>
                <a:cs typeface="Roboto"/>
                <a:sym typeface="Roboto"/>
              </a:defRPr>
            </a:lvl3pPr>
            <a:lvl4pPr marR="0" lvl="3" algn="l" rtl="0">
              <a:spcBef>
                <a:spcPts val="300"/>
              </a:spcBef>
              <a:spcAft>
                <a:spcPts val="0"/>
              </a:spcAft>
              <a:buClr>
                <a:schemeClr val="dk1"/>
              </a:buClr>
              <a:buSzPts val="1400"/>
              <a:buFont typeface="Arial"/>
              <a:buChar char="•"/>
              <a:defRPr sz="1400" b="0" i="0" u="none" strike="noStrike" cap="none">
                <a:solidFill>
                  <a:schemeClr val="dk1"/>
                </a:solidFill>
                <a:latin typeface="Roboto"/>
                <a:ea typeface="Roboto"/>
                <a:cs typeface="Roboto"/>
                <a:sym typeface="Roboto"/>
              </a:defRPr>
            </a:lvl4pPr>
            <a:lvl5pPr marR="0" lvl="4" algn="l" rtl="0">
              <a:spcBef>
                <a:spcPts val="300"/>
              </a:spcBef>
              <a:spcAft>
                <a:spcPts val="0"/>
              </a:spcAft>
              <a:buClr>
                <a:schemeClr val="dk1"/>
              </a:buClr>
              <a:buSzPts val="1200"/>
              <a:buFont typeface="Merriweather Sans"/>
              <a:buChar char="−"/>
              <a:defRPr sz="1200" b="0" i="0" u="none" strike="noStrike" cap="none">
                <a:solidFill>
                  <a:schemeClr val="dk1"/>
                </a:solidFill>
                <a:latin typeface="Roboto"/>
                <a:ea typeface="Roboto"/>
                <a:cs typeface="Roboto"/>
                <a:sym typeface="Roboto"/>
              </a:defRPr>
            </a:lvl5pPr>
            <a:lvl6pPr marR="0" lvl="5" algn="l" rtl="0">
              <a:spcBef>
                <a:spcPts val="533"/>
              </a:spcBef>
              <a:spcAft>
                <a:spcPts val="0"/>
              </a:spcAft>
              <a:buClr>
                <a:schemeClr val="dk1"/>
              </a:buClr>
              <a:buSzPts val="2666"/>
              <a:buFont typeface="Arial"/>
              <a:buChar char="•"/>
              <a:defRPr sz="2666" b="0" i="0" u="none" strike="noStrike" cap="none">
                <a:solidFill>
                  <a:schemeClr val="dk1"/>
                </a:solidFill>
                <a:latin typeface="Poppins Medium"/>
                <a:ea typeface="Poppins Medium"/>
                <a:cs typeface="Poppins Medium"/>
                <a:sym typeface="Poppins Medium"/>
              </a:defRPr>
            </a:lvl6pPr>
            <a:lvl7pPr marR="0" lvl="6" algn="l" rtl="0">
              <a:spcBef>
                <a:spcPts val="533"/>
              </a:spcBef>
              <a:spcAft>
                <a:spcPts val="0"/>
              </a:spcAft>
              <a:buClr>
                <a:schemeClr val="dk1"/>
              </a:buClr>
              <a:buSzPts val="2666"/>
              <a:buFont typeface="Arial"/>
              <a:buChar char="•"/>
              <a:defRPr sz="2666" b="0" i="0" u="none" strike="noStrike" cap="none">
                <a:solidFill>
                  <a:schemeClr val="dk1"/>
                </a:solidFill>
                <a:latin typeface="Poppins Medium"/>
                <a:ea typeface="Poppins Medium"/>
                <a:cs typeface="Poppins Medium"/>
                <a:sym typeface="Poppins Medium"/>
              </a:defRPr>
            </a:lvl7pPr>
            <a:lvl8pPr marR="0" lvl="7" algn="l" rtl="0">
              <a:spcBef>
                <a:spcPts val="533"/>
              </a:spcBef>
              <a:spcAft>
                <a:spcPts val="0"/>
              </a:spcAft>
              <a:buClr>
                <a:schemeClr val="dk1"/>
              </a:buClr>
              <a:buSzPts val="2666"/>
              <a:buFont typeface="Arial"/>
              <a:buChar char="•"/>
              <a:defRPr sz="2666" b="0" i="0" u="none" strike="noStrike" cap="none">
                <a:solidFill>
                  <a:schemeClr val="dk1"/>
                </a:solidFill>
                <a:latin typeface="Poppins Medium"/>
                <a:ea typeface="Poppins Medium"/>
                <a:cs typeface="Poppins Medium"/>
                <a:sym typeface="Poppins Medium"/>
              </a:defRPr>
            </a:lvl8pPr>
            <a:lvl9pPr marR="0" lvl="8" algn="l" rtl="0">
              <a:spcBef>
                <a:spcPts val="533"/>
              </a:spcBef>
              <a:spcAft>
                <a:spcPts val="0"/>
              </a:spcAft>
              <a:buClr>
                <a:schemeClr val="dk1"/>
              </a:buClr>
              <a:buSzPts val="2666"/>
              <a:buFont typeface="Arial"/>
              <a:buChar char="•"/>
              <a:defRPr sz="2666" b="0" i="0" u="none" strike="noStrike" cap="none">
                <a:solidFill>
                  <a:schemeClr val="dk1"/>
                </a:solidFill>
                <a:latin typeface="Poppins Medium"/>
                <a:ea typeface="Poppins Medium"/>
                <a:cs typeface="Poppins Medium"/>
                <a:sym typeface="Poppins Medium"/>
              </a:defRPr>
            </a:lvl9pPr>
          </a:lstStyle>
          <a:p>
            <a:endParaRPr/>
          </a:p>
        </p:txBody>
      </p:sp>
      <p:sp>
        <p:nvSpPr>
          <p:cNvPr id="370" name="Google Shape;370;p68"/>
          <p:cNvSpPr txBox="1">
            <a:spLocks noGrp="1"/>
          </p:cNvSpPr>
          <p:nvPr>
            <p:ph type="body" idx="3"/>
          </p:nvPr>
        </p:nvSpPr>
        <p:spPr>
          <a:xfrm>
            <a:off x="455618" y="868681"/>
            <a:ext cx="8915492" cy="229235"/>
          </a:xfrm>
          <a:prstGeom prst="rect">
            <a:avLst/>
          </a:prstGeom>
          <a:noFill/>
          <a:ln>
            <a:noFill/>
          </a:ln>
        </p:spPr>
        <p:txBody>
          <a:bodyPr spcFirstLastPara="1" wrap="square" lIns="0" tIns="0" rIns="0" bIns="0" anchor="t" anchorCtr="0">
            <a:noAutofit/>
          </a:bodyPr>
          <a:lstStyle>
            <a:lvl1pPr marL="457207" lvl="0" indent="-228604" algn="l">
              <a:spcBef>
                <a:spcPts val="1800"/>
              </a:spcBef>
              <a:spcAft>
                <a:spcPts val="0"/>
              </a:spcAft>
              <a:buClr>
                <a:schemeClr val="accent2"/>
              </a:buClr>
              <a:buSzPts val="1600"/>
              <a:buFont typeface="Roboto Medium"/>
              <a:buNone/>
              <a:defRPr sz="1600" b="0" i="0">
                <a:solidFill>
                  <a:schemeClr val="accent2"/>
                </a:solidFill>
                <a:latin typeface="Roboto Medium"/>
                <a:ea typeface="Roboto Medium"/>
                <a:cs typeface="Roboto Medium"/>
                <a:sym typeface="Roboto Medium"/>
              </a:defRPr>
            </a:lvl1pPr>
            <a:lvl2pPr marL="914415" lvl="1" indent="-228604" algn="l">
              <a:spcBef>
                <a:spcPts val="600"/>
              </a:spcBef>
              <a:spcAft>
                <a:spcPts val="0"/>
              </a:spcAft>
              <a:buClr>
                <a:schemeClr val="dk1"/>
              </a:buClr>
              <a:buSzPts val="1800"/>
              <a:buNone/>
              <a:defRPr/>
            </a:lvl2pPr>
            <a:lvl3pPr marL="1371622" lvl="2" indent="-342906" algn="l">
              <a:spcBef>
                <a:spcPts val="600"/>
              </a:spcBef>
              <a:spcAft>
                <a:spcPts val="0"/>
              </a:spcAft>
              <a:buClr>
                <a:schemeClr val="dk1"/>
              </a:buClr>
              <a:buSzPts val="1800"/>
              <a:buChar char="−"/>
              <a:defRPr/>
            </a:lvl3pPr>
            <a:lvl4pPr marL="1828831" lvl="3" indent="-342906" algn="l">
              <a:spcBef>
                <a:spcPts val="300"/>
              </a:spcBef>
              <a:spcAft>
                <a:spcPts val="0"/>
              </a:spcAft>
              <a:buClr>
                <a:schemeClr val="dk1"/>
              </a:buClr>
              <a:buSzPts val="1800"/>
              <a:buChar char="•"/>
              <a:defRPr/>
            </a:lvl4pPr>
            <a:lvl5pPr marL="2286038" lvl="4" indent="-342906" algn="l">
              <a:spcBef>
                <a:spcPts val="300"/>
              </a:spcBef>
              <a:spcAft>
                <a:spcPts val="0"/>
              </a:spcAft>
              <a:buClr>
                <a:schemeClr val="dk1"/>
              </a:buClr>
              <a:buSzPts val="1800"/>
              <a:buChar char="−"/>
              <a:defRPr/>
            </a:lvl5pPr>
            <a:lvl6pPr marL="2743246" lvl="5" indent="-342906" algn="l">
              <a:spcBef>
                <a:spcPts val="360"/>
              </a:spcBef>
              <a:spcAft>
                <a:spcPts val="0"/>
              </a:spcAft>
              <a:buClr>
                <a:schemeClr val="dk1"/>
              </a:buClr>
              <a:buSzPts val="1800"/>
              <a:buChar char="•"/>
              <a:defRPr/>
            </a:lvl6pPr>
            <a:lvl7pPr marL="3200453" lvl="6" indent="-342906" algn="l">
              <a:spcBef>
                <a:spcPts val="360"/>
              </a:spcBef>
              <a:spcAft>
                <a:spcPts val="0"/>
              </a:spcAft>
              <a:buClr>
                <a:schemeClr val="dk1"/>
              </a:buClr>
              <a:buSzPts val="1800"/>
              <a:buChar char="•"/>
              <a:defRPr/>
            </a:lvl7pPr>
            <a:lvl8pPr marL="3657661" lvl="7" indent="-342906" algn="l">
              <a:spcBef>
                <a:spcPts val="360"/>
              </a:spcBef>
              <a:spcAft>
                <a:spcPts val="0"/>
              </a:spcAft>
              <a:buClr>
                <a:schemeClr val="dk1"/>
              </a:buClr>
              <a:buSzPts val="1800"/>
              <a:buChar char="•"/>
              <a:defRPr/>
            </a:lvl8pPr>
            <a:lvl9pPr marL="4114868" lvl="8" indent="-342906" algn="l">
              <a:spcBef>
                <a:spcPts val="360"/>
              </a:spcBef>
              <a:spcAft>
                <a:spcPts val="0"/>
              </a:spcAft>
              <a:buClr>
                <a:schemeClr val="dk1"/>
              </a:buClr>
              <a:buSzPts val="1800"/>
              <a:buChar char="•"/>
              <a:defRPr/>
            </a:lvl9pPr>
          </a:lstStyle>
          <a:p>
            <a:endParaRPr/>
          </a:p>
        </p:txBody>
      </p:sp>
      <p:sp>
        <p:nvSpPr>
          <p:cNvPr id="371" name="Google Shape;371;p68"/>
          <p:cNvSpPr txBox="1">
            <a:spLocks noGrp="1"/>
          </p:cNvSpPr>
          <p:nvPr>
            <p:ph type="body" idx="4"/>
          </p:nvPr>
        </p:nvSpPr>
        <p:spPr>
          <a:xfrm>
            <a:off x="7508953" y="6432334"/>
            <a:ext cx="4224381" cy="228601"/>
          </a:xfrm>
          <a:prstGeom prst="rect">
            <a:avLst/>
          </a:prstGeom>
          <a:noFill/>
          <a:ln>
            <a:noFill/>
          </a:ln>
        </p:spPr>
        <p:txBody>
          <a:bodyPr spcFirstLastPara="1" wrap="square" lIns="0" tIns="0" rIns="0" bIns="0" anchor="b" anchorCtr="0">
            <a:noAutofit/>
          </a:bodyPr>
          <a:lstStyle>
            <a:lvl1pPr marL="457207" lvl="0" indent="-228604" algn="r">
              <a:spcBef>
                <a:spcPts val="1800"/>
              </a:spcBef>
              <a:spcAft>
                <a:spcPts val="0"/>
              </a:spcAft>
              <a:buClr>
                <a:schemeClr val="lt1"/>
              </a:buClr>
              <a:buSzPts val="1000"/>
              <a:buFont typeface="Roboto Medium"/>
              <a:buNone/>
              <a:defRPr sz="1000" b="0" i="0">
                <a:solidFill>
                  <a:schemeClr val="lt1"/>
                </a:solidFill>
                <a:latin typeface="Roboto Medium"/>
                <a:ea typeface="Roboto Medium"/>
                <a:cs typeface="Roboto Medium"/>
                <a:sym typeface="Roboto Medium"/>
              </a:defRPr>
            </a:lvl1pPr>
            <a:lvl2pPr marL="914415" lvl="1" indent="-228604" algn="l">
              <a:spcBef>
                <a:spcPts val="600"/>
              </a:spcBef>
              <a:spcAft>
                <a:spcPts val="0"/>
              </a:spcAft>
              <a:buClr>
                <a:schemeClr val="dk1"/>
              </a:buClr>
              <a:buSzPts val="1800"/>
              <a:buNone/>
              <a:defRPr/>
            </a:lvl2pPr>
            <a:lvl3pPr marL="1371622" lvl="2" indent="-342906" algn="l">
              <a:spcBef>
                <a:spcPts val="600"/>
              </a:spcBef>
              <a:spcAft>
                <a:spcPts val="0"/>
              </a:spcAft>
              <a:buClr>
                <a:schemeClr val="dk1"/>
              </a:buClr>
              <a:buSzPts val="1800"/>
              <a:buChar char="−"/>
              <a:defRPr/>
            </a:lvl3pPr>
            <a:lvl4pPr marL="1828831" lvl="3" indent="-342906" algn="l">
              <a:spcBef>
                <a:spcPts val="300"/>
              </a:spcBef>
              <a:spcAft>
                <a:spcPts val="0"/>
              </a:spcAft>
              <a:buClr>
                <a:schemeClr val="dk1"/>
              </a:buClr>
              <a:buSzPts val="1800"/>
              <a:buChar char="•"/>
              <a:defRPr/>
            </a:lvl4pPr>
            <a:lvl5pPr marL="2286038" lvl="4" indent="-342906" algn="l">
              <a:spcBef>
                <a:spcPts val="300"/>
              </a:spcBef>
              <a:spcAft>
                <a:spcPts val="0"/>
              </a:spcAft>
              <a:buClr>
                <a:schemeClr val="dk1"/>
              </a:buClr>
              <a:buSzPts val="1800"/>
              <a:buChar char="−"/>
              <a:defRPr/>
            </a:lvl5pPr>
            <a:lvl6pPr marL="2743246" lvl="5" indent="-342906" algn="l">
              <a:spcBef>
                <a:spcPts val="360"/>
              </a:spcBef>
              <a:spcAft>
                <a:spcPts val="0"/>
              </a:spcAft>
              <a:buClr>
                <a:schemeClr val="dk1"/>
              </a:buClr>
              <a:buSzPts val="1800"/>
              <a:buChar char="•"/>
              <a:defRPr/>
            </a:lvl6pPr>
            <a:lvl7pPr marL="3200453" lvl="6" indent="-342906" algn="l">
              <a:spcBef>
                <a:spcPts val="360"/>
              </a:spcBef>
              <a:spcAft>
                <a:spcPts val="0"/>
              </a:spcAft>
              <a:buClr>
                <a:schemeClr val="dk1"/>
              </a:buClr>
              <a:buSzPts val="1800"/>
              <a:buChar char="•"/>
              <a:defRPr/>
            </a:lvl7pPr>
            <a:lvl8pPr marL="3657661" lvl="7" indent="-342906" algn="l">
              <a:spcBef>
                <a:spcPts val="360"/>
              </a:spcBef>
              <a:spcAft>
                <a:spcPts val="0"/>
              </a:spcAft>
              <a:buClr>
                <a:schemeClr val="dk1"/>
              </a:buClr>
              <a:buSzPts val="1800"/>
              <a:buChar char="•"/>
              <a:defRPr/>
            </a:lvl8pPr>
            <a:lvl9pPr marL="4114868" lvl="8" indent="-342906" algn="l">
              <a:spcBef>
                <a:spcPts val="360"/>
              </a:spcBef>
              <a:spcAft>
                <a:spcPts val="0"/>
              </a:spcAft>
              <a:buClr>
                <a:schemeClr val="dk1"/>
              </a:buClr>
              <a:buSzPts val="1800"/>
              <a:buChar char="•"/>
              <a:defRPr/>
            </a:lvl9pPr>
          </a:lstStyle>
          <a:p>
            <a:endParaRPr/>
          </a:p>
        </p:txBody>
      </p:sp>
      <p:pic>
        <p:nvPicPr>
          <p:cNvPr id="372" name="Google Shape;372;p68" descr="A picture containing drawing&#10;&#10;Description automatically generated"/>
          <p:cNvPicPr preferRelativeResize="0"/>
          <p:nvPr/>
        </p:nvPicPr>
        <p:blipFill rotWithShape="1">
          <a:blip r:embed="rId2">
            <a:alphaModFix/>
          </a:blip>
          <a:srcRect b="31356"/>
          <a:stretch/>
        </p:blipFill>
        <p:spPr>
          <a:xfrm>
            <a:off x="455619" y="6277208"/>
            <a:ext cx="685807" cy="352192"/>
          </a:xfrm>
          <a:prstGeom prst="rect">
            <a:avLst/>
          </a:prstGeom>
          <a:noFill/>
          <a:ln>
            <a:noFill/>
          </a:ln>
        </p:spPr>
      </p:pic>
    </p:spTree>
  </p:cSld>
  <p:clrMapOvr>
    <a:masterClrMapping/>
  </p:clrMapOvr>
  <mc:AlternateContent xmlns:mc="http://schemas.openxmlformats.org/markup-compatibility/2006" xmlns:p14="http://schemas.microsoft.com/office/powerpoint/2010/main">
    <mc:Choice Requires="p14">
      <p:transition p14:dur="250">
        <p:fade/>
      </p:transition>
    </mc:Choice>
    <mc:Fallback xmlns:ahyp="http://schemas.microsoft.com/office/drawing/2018/hyperlinkcolor" xmlns:p15="http://schemas.microsoft.com/office/powerpoint/2012/main" xmlns:com="http://schemas.openxmlformats.org/drawingml/2006/compatibility" xmlns:pvml="urn:schemas-microsoft-com:office:powerpoint" xmlns:v="urn:schemas-microsoft-com:vml" xmlns:o="urn:schemas-microsoft-com:office:office" xmlns:dgm="http://schemas.openxmlformats.org/drawingml/2006/diagram" xmlns:c="http://schemas.openxmlformats.org/drawingml/2006/chart" xmlns:mv="urn:schemas-microsoft-com:mac:vml" xmlns="">
      <p:transition>
        <p:fade/>
      </p:transition>
    </mc:Fallback>
  </mc:AlternateContent>
</p:sldLayout>
</file>

<file path=ppt/slideLayouts/slideLayout67.xml><?xml version="1.0" encoding="utf-8"?>
<p:sldLayout xmlns:a="http://schemas.openxmlformats.org/drawingml/2006/main" xmlns:r="http://schemas.openxmlformats.org/officeDocument/2006/relationships" xmlns:p="http://schemas.openxmlformats.org/presentationml/2006/main" matchingName="HYUNDAI  Title | Subhead | Text | HP Image">
  <p:cSld name="HYUNDAI  Title | Subhead | Text | HP Image">
    <p:bg>
      <p:bgPr>
        <a:solidFill>
          <a:schemeClr val="dk2"/>
        </a:solidFill>
        <a:effectLst/>
      </p:bgPr>
    </p:bg>
    <p:spTree>
      <p:nvGrpSpPr>
        <p:cNvPr id="1" name="Shape 373"/>
        <p:cNvGrpSpPr/>
        <p:nvPr/>
      </p:nvGrpSpPr>
      <p:grpSpPr>
        <a:xfrm>
          <a:off x="0" y="0"/>
          <a:ext cx="0" cy="0"/>
          <a:chOff x="0" y="0"/>
          <a:chExt cx="0" cy="0"/>
        </a:xfrm>
      </p:grpSpPr>
      <p:sp>
        <p:nvSpPr>
          <p:cNvPr id="374" name="Google Shape;374;p69"/>
          <p:cNvSpPr>
            <a:spLocks noGrp="1"/>
          </p:cNvSpPr>
          <p:nvPr>
            <p:ph type="pic" idx="2"/>
          </p:nvPr>
        </p:nvSpPr>
        <p:spPr>
          <a:xfrm>
            <a:off x="6094475" y="359"/>
            <a:ext cx="6094476" cy="6858000"/>
          </a:xfrm>
          <a:prstGeom prst="rect">
            <a:avLst/>
          </a:prstGeom>
          <a:solidFill>
            <a:srgbClr val="F2F2F2"/>
          </a:solidFill>
          <a:ln>
            <a:noFill/>
          </a:ln>
        </p:spPr>
        <p:txBody>
          <a:bodyPr spcFirstLastPara="1" wrap="square" lIns="0" tIns="0" rIns="0" bIns="0" anchor="ctr" anchorCtr="0">
            <a:noAutofit/>
          </a:bodyPr>
          <a:lstStyle>
            <a:lvl1pPr marR="0" lvl="0" algn="ctr" rtl="0">
              <a:spcBef>
                <a:spcPts val="1800"/>
              </a:spcBef>
              <a:spcAft>
                <a:spcPts val="0"/>
              </a:spcAft>
              <a:buClr>
                <a:srgbClr val="D8D8D8"/>
              </a:buClr>
              <a:buSzPts val="2000"/>
              <a:buFont typeface="Roboto"/>
              <a:buNone/>
              <a:defRPr sz="2000" b="0" i="0" u="none" strike="noStrike" cap="none">
                <a:solidFill>
                  <a:srgbClr val="D8D8D8"/>
                </a:solidFill>
                <a:latin typeface="Roboto"/>
                <a:ea typeface="Roboto"/>
                <a:cs typeface="Roboto"/>
                <a:sym typeface="Roboto"/>
              </a:defRPr>
            </a:lvl1pPr>
            <a:lvl2pPr marR="0" lvl="1" algn="l" rtl="0">
              <a:spcBef>
                <a:spcPts val="600"/>
              </a:spcBef>
              <a:spcAft>
                <a:spcPts val="0"/>
              </a:spcAft>
              <a:buClr>
                <a:schemeClr val="dk1"/>
              </a:buClr>
              <a:buSzPts val="1800"/>
              <a:buFont typeface="Arial"/>
              <a:buChar char="•"/>
              <a:defRPr sz="1800" b="0" i="0" u="none" strike="noStrike" cap="none">
                <a:solidFill>
                  <a:schemeClr val="dk1"/>
                </a:solidFill>
                <a:latin typeface="Roboto"/>
                <a:ea typeface="Roboto"/>
                <a:cs typeface="Roboto"/>
                <a:sym typeface="Roboto"/>
              </a:defRPr>
            </a:lvl2pPr>
            <a:lvl3pPr marR="0" lvl="2" algn="l" rtl="0">
              <a:spcBef>
                <a:spcPts val="600"/>
              </a:spcBef>
              <a:spcAft>
                <a:spcPts val="0"/>
              </a:spcAft>
              <a:buClr>
                <a:schemeClr val="dk1"/>
              </a:buClr>
              <a:buSzPts val="1600"/>
              <a:buFont typeface="Merriweather Sans"/>
              <a:buChar char="−"/>
              <a:defRPr sz="1600" b="0" i="0" u="none" strike="noStrike" cap="none">
                <a:solidFill>
                  <a:schemeClr val="dk1"/>
                </a:solidFill>
                <a:latin typeface="Roboto"/>
                <a:ea typeface="Roboto"/>
                <a:cs typeface="Roboto"/>
                <a:sym typeface="Roboto"/>
              </a:defRPr>
            </a:lvl3pPr>
            <a:lvl4pPr marR="0" lvl="3" algn="l" rtl="0">
              <a:spcBef>
                <a:spcPts val="300"/>
              </a:spcBef>
              <a:spcAft>
                <a:spcPts val="0"/>
              </a:spcAft>
              <a:buClr>
                <a:schemeClr val="dk1"/>
              </a:buClr>
              <a:buSzPts val="1400"/>
              <a:buFont typeface="Arial"/>
              <a:buChar char="•"/>
              <a:defRPr sz="1400" b="0" i="0" u="none" strike="noStrike" cap="none">
                <a:solidFill>
                  <a:schemeClr val="dk1"/>
                </a:solidFill>
                <a:latin typeface="Roboto"/>
                <a:ea typeface="Roboto"/>
                <a:cs typeface="Roboto"/>
                <a:sym typeface="Roboto"/>
              </a:defRPr>
            </a:lvl4pPr>
            <a:lvl5pPr marR="0" lvl="4" algn="l" rtl="0">
              <a:spcBef>
                <a:spcPts val="300"/>
              </a:spcBef>
              <a:spcAft>
                <a:spcPts val="0"/>
              </a:spcAft>
              <a:buClr>
                <a:schemeClr val="dk1"/>
              </a:buClr>
              <a:buSzPts val="1200"/>
              <a:buFont typeface="Merriweather Sans"/>
              <a:buChar char="−"/>
              <a:defRPr sz="1200" b="0" i="0" u="none" strike="noStrike" cap="none">
                <a:solidFill>
                  <a:schemeClr val="dk1"/>
                </a:solidFill>
                <a:latin typeface="Roboto"/>
                <a:ea typeface="Roboto"/>
                <a:cs typeface="Roboto"/>
                <a:sym typeface="Roboto"/>
              </a:defRPr>
            </a:lvl5pPr>
            <a:lvl6pPr marR="0" lvl="5" algn="l" rtl="0">
              <a:spcBef>
                <a:spcPts val="533"/>
              </a:spcBef>
              <a:spcAft>
                <a:spcPts val="0"/>
              </a:spcAft>
              <a:buClr>
                <a:schemeClr val="dk1"/>
              </a:buClr>
              <a:buSzPts val="2666"/>
              <a:buFont typeface="Arial"/>
              <a:buChar char="•"/>
              <a:defRPr sz="2666" b="0" i="0" u="none" strike="noStrike" cap="none">
                <a:solidFill>
                  <a:schemeClr val="dk1"/>
                </a:solidFill>
                <a:latin typeface="Poppins Medium"/>
                <a:ea typeface="Poppins Medium"/>
                <a:cs typeface="Poppins Medium"/>
                <a:sym typeface="Poppins Medium"/>
              </a:defRPr>
            </a:lvl6pPr>
            <a:lvl7pPr marR="0" lvl="6" algn="l" rtl="0">
              <a:spcBef>
                <a:spcPts val="533"/>
              </a:spcBef>
              <a:spcAft>
                <a:spcPts val="0"/>
              </a:spcAft>
              <a:buClr>
                <a:schemeClr val="dk1"/>
              </a:buClr>
              <a:buSzPts val="2666"/>
              <a:buFont typeface="Arial"/>
              <a:buChar char="•"/>
              <a:defRPr sz="2666" b="0" i="0" u="none" strike="noStrike" cap="none">
                <a:solidFill>
                  <a:schemeClr val="dk1"/>
                </a:solidFill>
                <a:latin typeface="Poppins Medium"/>
                <a:ea typeface="Poppins Medium"/>
                <a:cs typeface="Poppins Medium"/>
                <a:sym typeface="Poppins Medium"/>
              </a:defRPr>
            </a:lvl7pPr>
            <a:lvl8pPr marR="0" lvl="7" algn="l" rtl="0">
              <a:spcBef>
                <a:spcPts val="533"/>
              </a:spcBef>
              <a:spcAft>
                <a:spcPts val="0"/>
              </a:spcAft>
              <a:buClr>
                <a:schemeClr val="dk1"/>
              </a:buClr>
              <a:buSzPts val="2666"/>
              <a:buFont typeface="Arial"/>
              <a:buChar char="•"/>
              <a:defRPr sz="2666" b="0" i="0" u="none" strike="noStrike" cap="none">
                <a:solidFill>
                  <a:schemeClr val="dk1"/>
                </a:solidFill>
                <a:latin typeface="Poppins Medium"/>
                <a:ea typeface="Poppins Medium"/>
                <a:cs typeface="Poppins Medium"/>
                <a:sym typeface="Poppins Medium"/>
              </a:defRPr>
            </a:lvl8pPr>
            <a:lvl9pPr marR="0" lvl="8" algn="l" rtl="0">
              <a:spcBef>
                <a:spcPts val="533"/>
              </a:spcBef>
              <a:spcAft>
                <a:spcPts val="0"/>
              </a:spcAft>
              <a:buClr>
                <a:schemeClr val="dk1"/>
              </a:buClr>
              <a:buSzPts val="2666"/>
              <a:buFont typeface="Arial"/>
              <a:buChar char="•"/>
              <a:defRPr sz="2666" b="0" i="0" u="none" strike="noStrike" cap="none">
                <a:solidFill>
                  <a:schemeClr val="dk1"/>
                </a:solidFill>
                <a:latin typeface="Poppins Medium"/>
                <a:ea typeface="Poppins Medium"/>
                <a:cs typeface="Poppins Medium"/>
                <a:sym typeface="Poppins Medium"/>
              </a:defRPr>
            </a:lvl9pPr>
          </a:lstStyle>
          <a:p>
            <a:endParaRPr/>
          </a:p>
        </p:txBody>
      </p:sp>
      <p:sp>
        <p:nvSpPr>
          <p:cNvPr id="375" name="Google Shape;375;p69"/>
          <p:cNvSpPr txBox="1">
            <a:spLocks noGrp="1"/>
          </p:cNvSpPr>
          <p:nvPr>
            <p:ph type="title"/>
          </p:nvPr>
        </p:nvSpPr>
        <p:spPr>
          <a:xfrm>
            <a:off x="455618" y="503696"/>
            <a:ext cx="5029251" cy="524543"/>
          </a:xfrm>
          <a:prstGeom prst="rect">
            <a:avLst/>
          </a:prstGeom>
          <a:noFill/>
          <a:ln>
            <a:noFill/>
          </a:ln>
        </p:spPr>
        <p:txBody>
          <a:bodyPr spcFirstLastPara="1" wrap="square" lIns="0" tIns="0" rIns="0" bIns="0" anchor="t" anchorCtr="0">
            <a:noAutofit/>
          </a:bodyPr>
          <a:lstStyle>
            <a:lvl1pPr lvl="0" algn="l">
              <a:lnSpc>
                <a:spcPct val="80000"/>
              </a:lnSpc>
              <a:spcBef>
                <a:spcPts val="0"/>
              </a:spcBef>
              <a:spcAft>
                <a:spcPts val="0"/>
              </a:spcAft>
              <a:buClr>
                <a:schemeClr val="lt1"/>
              </a:buClr>
              <a:buSzPts val="3200"/>
              <a:buFont typeface="Roboto Medium"/>
              <a:buNone/>
              <a:defRPr b="0">
                <a:solidFill>
                  <a:schemeClr val="lt1"/>
                </a:solidFill>
              </a:defRPr>
            </a:lvl1pPr>
            <a:lvl2pPr lvl="1">
              <a:spcBef>
                <a:spcPts val="0"/>
              </a:spcBef>
              <a:spcAft>
                <a:spcPts val="0"/>
              </a:spcAft>
              <a:buSzPts val="1400"/>
              <a:buNone/>
              <a:defRPr/>
            </a:lvl2pPr>
            <a:lvl3pPr lvl="2">
              <a:spcBef>
                <a:spcPts val="0"/>
              </a:spcBef>
              <a:spcAft>
                <a:spcPts val="0"/>
              </a:spcAft>
              <a:buSzPts val="1400"/>
              <a:buNone/>
              <a:defRPr/>
            </a:lvl3pPr>
            <a:lvl4pPr lvl="3">
              <a:spcBef>
                <a:spcPts val="0"/>
              </a:spcBef>
              <a:spcAft>
                <a:spcPts val="0"/>
              </a:spcAft>
              <a:buSzPts val="1400"/>
              <a:buNone/>
              <a:defRPr/>
            </a:lvl4pPr>
            <a:lvl5pPr lvl="4">
              <a:spcBef>
                <a:spcPts val="0"/>
              </a:spcBef>
              <a:spcAft>
                <a:spcPts val="0"/>
              </a:spcAft>
              <a:buSzPts val="1400"/>
              <a:buNone/>
              <a:defRPr/>
            </a:lvl5pPr>
            <a:lvl6pPr lvl="5">
              <a:spcBef>
                <a:spcPts val="0"/>
              </a:spcBef>
              <a:spcAft>
                <a:spcPts val="0"/>
              </a:spcAft>
              <a:buSzPts val="1400"/>
              <a:buNone/>
              <a:defRPr/>
            </a:lvl6pPr>
            <a:lvl7pPr lvl="6">
              <a:spcBef>
                <a:spcPts val="0"/>
              </a:spcBef>
              <a:spcAft>
                <a:spcPts val="0"/>
              </a:spcAft>
              <a:buSzPts val="1400"/>
              <a:buNone/>
              <a:defRPr/>
            </a:lvl7pPr>
            <a:lvl8pPr lvl="7">
              <a:spcBef>
                <a:spcPts val="0"/>
              </a:spcBef>
              <a:spcAft>
                <a:spcPts val="0"/>
              </a:spcAft>
              <a:buSzPts val="1400"/>
              <a:buNone/>
              <a:defRPr/>
            </a:lvl8pPr>
            <a:lvl9pPr lvl="8">
              <a:spcBef>
                <a:spcPts val="0"/>
              </a:spcBef>
              <a:spcAft>
                <a:spcPts val="0"/>
              </a:spcAft>
              <a:buSzPts val="1400"/>
              <a:buNone/>
              <a:defRPr/>
            </a:lvl9pPr>
          </a:lstStyle>
          <a:p>
            <a:endParaRPr/>
          </a:p>
        </p:txBody>
      </p:sp>
      <p:sp>
        <p:nvSpPr>
          <p:cNvPr id="376" name="Google Shape;376;p69"/>
          <p:cNvSpPr txBox="1">
            <a:spLocks noGrp="1"/>
          </p:cNvSpPr>
          <p:nvPr>
            <p:ph type="body" idx="1"/>
          </p:nvPr>
        </p:nvSpPr>
        <p:spPr>
          <a:xfrm>
            <a:off x="455618" y="2971800"/>
            <a:ext cx="5029251" cy="2971800"/>
          </a:xfrm>
          <a:prstGeom prst="rect">
            <a:avLst/>
          </a:prstGeom>
          <a:noFill/>
          <a:ln>
            <a:noFill/>
          </a:ln>
        </p:spPr>
        <p:txBody>
          <a:bodyPr spcFirstLastPara="1" wrap="square" lIns="0" tIns="0" rIns="0" bIns="0" anchor="t" anchorCtr="0">
            <a:noAutofit/>
          </a:bodyPr>
          <a:lstStyle>
            <a:lvl1pPr marL="457207" lvl="0" indent="-228604" algn="l">
              <a:lnSpc>
                <a:spcPct val="100000"/>
              </a:lnSpc>
              <a:spcBef>
                <a:spcPts val="1800"/>
              </a:spcBef>
              <a:spcAft>
                <a:spcPts val="0"/>
              </a:spcAft>
              <a:buClr>
                <a:schemeClr val="lt1"/>
              </a:buClr>
              <a:buSzPts val="2000"/>
              <a:buFont typeface="Roboto"/>
              <a:buNone/>
              <a:defRPr b="0" i="0">
                <a:solidFill>
                  <a:schemeClr val="lt1"/>
                </a:solidFill>
                <a:latin typeface="Roboto"/>
                <a:ea typeface="Roboto"/>
                <a:cs typeface="Roboto"/>
                <a:sym typeface="Roboto"/>
              </a:defRPr>
            </a:lvl1pPr>
            <a:lvl2pPr marL="914415" lvl="1" indent="-342906" algn="l">
              <a:spcBef>
                <a:spcPts val="600"/>
              </a:spcBef>
              <a:spcAft>
                <a:spcPts val="0"/>
              </a:spcAft>
              <a:buClr>
                <a:schemeClr val="lt1"/>
              </a:buClr>
              <a:buSzPts val="1800"/>
              <a:buChar char="•"/>
              <a:defRPr b="0" i="0">
                <a:solidFill>
                  <a:schemeClr val="lt1"/>
                </a:solidFill>
                <a:latin typeface="Roboto"/>
                <a:ea typeface="Roboto"/>
                <a:cs typeface="Roboto"/>
                <a:sym typeface="Roboto"/>
              </a:defRPr>
            </a:lvl2pPr>
            <a:lvl3pPr marL="1371622" lvl="2" indent="-330205" algn="l">
              <a:spcBef>
                <a:spcPts val="600"/>
              </a:spcBef>
              <a:spcAft>
                <a:spcPts val="0"/>
              </a:spcAft>
              <a:buClr>
                <a:schemeClr val="lt1"/>
              </a:buClr>
              <a:buSzPts val="1600"/>
              <a:buChar char="−"/>
              <a:defRPr b="0" i="0">
                <a:solidFill>
                  <a:schemeClr val="lt1"/>
                </a:solidFill>
                <a:latin typeface="Roboto"/>
                <a:ea typeface="Roboto"/>
                <a:cs typeface="Roboto"/>
                <a:sym typeface="Roboto"/>
              </a:defRPr>
            </a:lvl3pPr>
            <a:lvl4pPr marL="1828831" lvl="3" indent="-317506" algn="l">
              <a:lnSpc>
                <a:spcPct val="100000"/>
              </a:lnSpc>
              <a:spcBef>
                <a:spcPts val="300"/>
              </a:spcBef>
              <a:spcAft>
                <a:spcPts val="0"/>
              </a:spcAft>
              <a:buClr>
                <a:schemeClr val="lt1"/>
              </a:buClr>
              <a:buSzPts val="1400"/>
              <a:buChar char="•"/>
              <a:defRPr b="0" i="0">
                <a:solidFill>
                  <a:schemeClr val="lt1"/>
                </a:solidFill>
                <a:latin typeface="Roboto"/>
                <a:ea typeface="Roboto"/>
                <a:cs typeface="Roboto"/>
                <a:sym typeface="Roboto"/>
              </a:defRPr>
            </a:lvl4pPr>
            <a:lvl5pPr marL="2286038" lvl="4" indent="-304805" algn="l">
              <a:spcBef>
                <a:spcPts val="300"/>
              </a:spcBef>
              <a:spcAft>
                <a:spcPts val="0"/>
              </a:spcAft>
              <a:buClr>
                <a:schemeClr val="lt1"/>
              </a:buClr>
              <a:buSzPts val="1200"/>
              <a:buChar char="−"/>
              <a:defRPr b="0" i="0">
                <a:solidFill>
                  <a:schemeClr val="lt1"/>
                </a:solidFill>
                <a:latin typeface="Roboto"/>
                <a:ea typeface="Roboto"/>
                <a:cs typeface="Roboto"/>
                <a:sym typeface="Roboto"/>
              </a:defRPr>
            </a:lvl5pPr>
            <a:lvl6pPr marL="2743246" lvl="5" indent="-342906" algn="l">
              <a:spcBef>
                <a:spcPts val="360"/>
              </a:spcBef>
              <a:spcAft>
                <a:spcPts val="0"/>
              </a:spcAft>
              <a:buClr>
                <a:schemeClr val="dk1"/>
              </a:buClr>
              <a:buSzPts val="1800"/>
              <a:buChar char="•"/>
              <a:defRPr/>
            </a:lvl6pPr>
            <a:lvl7pPr marL="3200453" lvl="6" indent="-342906" algn="l">
              <a:spcBef>
                <a:spcPts val="360"/>
              </a:spcBef>
              <a:spcAft>
                <a:spcPts val="0"/>
              </a:spcAft>
              <a:buClr>
                <a:schemeClr val="dk1"/>
              </a:buClr>
              <a:buSzPts val="1800"/>
              <a:buChar char="•"/>
              <a:defRPr/>
            </a:lvl7pPr>
            <a:lvl8pPr marL="3657661" lvl="7" indent="-342906" algn="l">
              <a:spcBef>
                <a:spcPts val="360"/>
              </a:spcBef>
              <a:spcAft>
                <a:spcPts val="0"/>
              </a:spcAft>
              <a:buClr>
                <a:schemeClr val="dk1"/>
              </a:buClr>
              <a:buSzPts val="1800"/>
              <a:buChar char="•"/>
              <a:defRPr/>
            </a:lvl8pPr>
            <a:lvl9pPr marL="4114868" lvl="8" indent="-342906" algn="l">
              <a:spcBef>
                <a:spcPts val="360"/>
              </a:spcBef>
              <a:spcAft>
                <a:spcPts val="0"/>
              </a:spcAft>
              <a:buClr>
                <a:schemeClr val="dk1"/>
              </a:buClr>
              <a:buSzPts val="1800"/>
              <a:buChar char="•"/>
              <a:defRPr/>
            </a:lvl9pPr>
          </a:lstStyle>
          <a:p>
            <a:endParaRPr/>
          </a:p>
        </p:txBody>
      </p:sp>
      <p:sp>
        <p:nvSpPr>
          <p:cNvPr id="377" name="Google Shape;377;p69"/>
          <p:cNvSpPr txBox="1">
            <a:spLocks noGrp="1"/>
          </p:cNvSpPr>
          <p:nvPr>
            <p:ph type="body" idx="3"/>
          </p:nvPr>
        </p:nvSpPr>
        <p:spPr>
          <a:xfrm>
            <a:off x="455619" y="868681"/>
            <a:ext cx="5029251" cy="229235"/>
          </a:xfrm>
          <a:prstGeom prst="rect">
            <a:avLst/>
          </a:prstGeom>
          <a:noFill/>
          <a:ln>
            <a:noFill/>
          </a:ln>
        </p:spPr>
        <p:txBody>
          <a:bodyPr spcFirstLastPara="1" wrap="square" lIns="0" tIns="0" rIns="0" bIns="0" anchor="t" anchorCtr="0">
            <a:noAutofit/>
          </a:bodyPr>
          <a:lstStyle>
            <a:lvl1pPr marL="457207" lvl="0" indent="-228604" algn="l">
              <a:spcBef>
                <a:spcPts val="1800"/>
              </a:spcBef>
              <a:spcAft>
                <a:spcPts val="0"/>
              </a:spcAft>
              <a:buClr>
                <a:schemeClr val="accent2"/>
              </a:buClr>
              <a:buSzPts val="1600"/>
              <a:buFont typeface="Roboto Medium"/>
              <a:buNone/>
              <a:defRPr sz="1600" b="0" i="0">
                <a:solidFill>
                  <a:schemeClr val="accent2"/>
                </a:solidFill>
                <a:latin typeface="Roboto Medium"/>
                <a:ea typeface="Roboto Medium"/>
                <a:cs typeface="Roboto Medium"/>
                <a:sym typeface="Roboto Medium"/>
              </a:defRPr>
            </a:lvl1pPr>
            <a:lvl2pPr marL="914415" lvl="1" indent="-228604" algn="l">
              <a:spcBef>
                <a:spcPts val="600"/>
              </a:spcBef>
              <a:spcAft>
                <a:spcPts val="0"/>
              </a:spcAft>
              <a:buClr>
                <a:schemeClr val="dk1"/>
              </a:buClr>
              <a:buSzPts val="1800"/>
              <a:buNone/>
              <a:defRPr/>
            </a:lvl2pPr>
            <a:lvl3pPr marL="1371622" lvl="2" indent="-342906" algn="l">
              <a:spcBef>
                <a:spcPts val="600"/>
              </a:spcBef>
              <a:spcAft>
                <a:spcPts val="0"/>
              </a:spcAft>
              <a:buClr>
                <a:schemeClr val="dk1"/>
              </a:buClr>
              <a:buSzPts val="1800"/>
              <a:buChar char="−"/>
              <a:defRPr/>
            </a:lvl3pPr>
            <a:lvl4pPr marL="1828831" lvl="3" indent="-342906" algn="l">
              <a:spcBef>
                <a:spcPts val="300"/>
              </a:spcBef>
              <a:spcAft>
                <a:spcPts val="0"/>
              </a:spcAft>
              <a:buClr>
                <a:schemeClr val="dk1"/>
              </a:buClr>
              <a:buSzPts val="1800"/>
              <a:buChar char="•"/>
              <a:defRPr/>
            </a:lvl4pPr>
            <a:lvl5pPr marL="2286038" lvl="4" indent="-342906" algn="l">
              <a:spcBef>
                <a:spcPts val="300"/>
              </a:spcBef>
              <a:spcAft>
                <a:spcPts val="0"/>
              </a:spcAft>
              <a:buClr>
                <a:schemeClr val="dk1"/>
              </a:buClr>
              <a:buSzPts val="1800"/>
              <a:buChar char="−"/>
              <a:defRPr/>
            </a:lvl5pPr>
            <a:lvl6pPr marL="2743246" lvl="5" indent="-342906" algn="l">
              <a:spcBef>
                <a:spcPts val="360"/>
              </a:spcBef>
              <a:spcAft>
                <a:spcPts val="0"/>
              </a:spcAft>
              <a:buClr>
                <a:schemeClr val="dk1"/>
              </a:buClr>
              <a:buSzPts val="1800"/>
              <a:buChar char="•"/>
              <a:defRPr/>
            </a:lvl6pPr>
            <a:lvl7pPr marL="3200453" lvl="6" indent="-342906" algn="l">
              <a:spcBef>
                <a:spcPts val="360"/>
              </a:spcBef>
              <a:spcAft>
                <a:spcPts val="0"/>
              </a:spcAft>
              <a:buClr>
                <a:schemeClr val="dk1"/>
              </a:buClr>
              <a:buSzPts val="1800"/>
              <a:buChar char="•"/>
              <a:defRPr/>
            </a:lvl7pPr>
            <a:lvl8pPr marL="3657661" lvl="7" indent="-342906" algn="l">
              <a:spcBef>
                <a:spcPts val="360"/>
              </a:spcBef>
              <a:spcAft>
                <a:spcPts val="0"/>
              </a:spcAft>
              <a:buClr>
                <a:schemeClr val="dk1"/>
              </a:buClr>
              <a:buSzPts val="1800"/>
              <a:buChar char="•"/>
              <a:defRPr/>
            </a:lvl8pPr>
            <a:lvl9pPr marL="4114868" lvl="8" indent="-342906" algn="l">
              <a:spcBef>
                <a:spcPts val="360"/>
              </a:spcBef>
              <a:spcAft>
                <a:spcPts val="0"/>
              </a:spcAft>
              <a:buClr>
                <a:schemeClr val="dk1"/>
              </a:buClr>
              <a:buSzPts val="1800"/>
              <a:buChar char="•"/>
              <a:defRPr/>
            </a:lvl9pPr>
          </a:lstStyle>
          <a:p>
            <a:endParaRPr/>
          </a:p>
        </p:txBody>
      </p:sp>
      <p:sp>
        <p:nvSpPr>
          <p:cNvPr id="378" name="Google Shape;378;p69"/>
          <p:cNvSpPr txBox="1">
            <a:spLocks noGrp="1"/>
          </p:cNvSpPr>
          <p:nvPr>
            <p:ph type="body" idx="4"/>
          </p:nvPr>
        </p:nvSpPr>
        <p:spPr>
          <a:xfrm>
            <a:off x="7508953" y="6432334"/>
            <a:ext cx="4224381" cy="228601"/>
          </a:xfrm>
          <a:prstGeom prst="rect">
            <a:avLst/>
          </a:prstGeom>
          <a:noFill/>
          <a:ln>
            <a:noFill/>
          </a:ln>
        </p:spPr>
        <p:txBody>
          <a:bodyPr spcFirstLastPara="1" wrap="square" lIns="0" tIns="0" rIns="0" bIns="0" anchor="b" anchorCtr="0">
            <a:noAutofit/>
          </a:bodyPr>
          <a:lstStyle>
            <a:lvl1pPr marL="457207" lvl="0" indent="-228604" algn="r">
              <a:spcBef>
                <a:spcPts val="1800"/>
              </a:spcBef>
              <a:spcAft>
                <a:spcPts val="0"/>
              </a:spcAft>
              <a:buClr>
                <a:schemeClr val="lt1"/>
              </a:buClr>
              <a:buSzPts val="1000"/>
              <a:buFont typeface="Roboto Medium"/>
              <a:buNone/>
              <a:defRPr sz="1000" b="0" i="0">
                <a:solidFill>
                  <a:schemeClr val="lt1"/>
                </a:solidFill>
                <a:latin typeface="Roboto Medium"/>
                <a:ea typeface="Roboto Medium"/>
                <a:cs typeface="Roboto Medium"/>
                <a:sym typeface="Roboto Medium"/>
              </a:defRPr>
            </a:lvl1pPr>
            <a:lvl2pPr marL="914415" lvl="1" indent="-228604" algn="l">
              <a:spcBef>
                <a:spcPts val="600"/>
              </a:spcBef>
              <a:spcAft>
                <a:spcPts val="0"/>
              </a:spcAft>
              <a:buClr>
                <a:schemeClr val="dk1"/>
              </a:buClr>
              <a:buSzPts val="1800"/>
              <a:buNone/>
              <a:defRPr/>
            </a:lvl2pPr>
            <a:lvl3pPr marL="1371622" lvl="2" indent="-342906" algn="l">
              <a:spcBef>
                <a:spcPts val="600"/>
              </a:spcBef>
              <a:spcAft>
                <a:spcPts val="0"/>
              </a:spcAft>
              <a:buClr>
                <a:schemeClr val="dk1"/>
              </a:buClr>
              <a:buSzPts val="1800"/>
              <a:buChar char="−"/>
              <a:defRPr/>
            </a:lvl3pPr>
            <a:lvl4pPr marL="1828831" lvl="3" indent="-342906" algn="l">
              <a:spcBef>
                <a:spcPts val="300"/>
              </a:spcBef>
              <a:spcAft>
                <a:spcPts val="0"/>
              </a:spcAft>
              <a:buClr>
                <a:schemeClr val="dk1"/>
              </a:buClr>
              <a:buSzPts val="1800"/>
              <a:buChar char="•"/>
              <a:defRPr/>
            </a:lvl4pPr>
            <a:lvl5pPr marL="2286038" lvl="4" indent="-342906" algn="l">
              <a:spcBef>
                <a:spcPts val="300"/>
              </a:spcBef>
              <a:spcAft>
                <a:spcPts val="0"/>
              </a:spcAft>
              <a:buClr>
                <a:schemeClr val="dk1"/>
              </a:buClr>
              <a:buSzPts val="1800"/>
              <a:buChar char="−"/>
              <a:defRPr/>
            </a:lvl5pPr>
            <a:lvl6pPr marL="2743246" lvl="5" indent="-342906" algn="l">
              <a:spcBef>
                <a:spcPts val="360"/>
              </a:spcBef>
              <a:spcAft>
                <a:spcPts val="0"/>
              </a:spcAft>
              <a:buClr>
                <a:schemeClr val="dk1"/>
              </a:buClr>
              <a:buSzPts val="1800"/>
              <a:buChar char="•"/>
              <a:defRPr/>
            </a:lvl6pPr>
            <a:lvl7pPr marL="3200453" lvl="6" indent="-342906" algn="l">
              <a:spcBef>
                <a:spcPts val="360"/>
              </a:spcBef>
              <a:spcAft>
                <a:spcPts val="0"/>
              </a:spcAft>
              <a:buClr>
                <a:schemeClr val="dk1"/>
              </a:buClr>
              <a:buSzPts val="1800"/>
              <a:buChar char="•"/>
              <a:defRPr/>
            </a:lvl7pPr>
            <a:lvl8pPr marL="3657661" lvl="7" indent="-342906" algn="l">
              <a:spcBef>
                <a:spcPts val="360"/>
              </a:spcBef>
              <a:spcAft>
                <a:spcPts val="0"/>
              </a:spcAft>
              <a:buClr>
                <a:schemeClr val="dk1"/>
              </a:buClr>
              <a:buSzPts val="1800"/>
              <a:buChar char="•"/>
              <a:defRPr/>
            </a:lvl8pPr>
            <a:lvl9pPr marL="4114868" lvl="8" indent="-342906" algn="l">
              <a:spcBef>
                <a:spcPts val="360"/>
              </a:spcBef>
              <a:spcAft>
                <a:spcPts val="0"/>
              </a:spcAft>
              <a:buClr>
                <a:schemeClr val="dk1"/>
              </a:buClr>
              <a:buSzPts val="1800"/>
              <a:buChar char="•"/>
              <a:defRPr/>
            </a:lvl9pPr>
          </a:lstStyle>
          <a:p>
            <a:endParaRPr/>
          </a:p>
        </p:txBody>
      </p:sp>
      <p:pic>
        <p:nvPicPr>
          <p:cNvPr id="379" name="Google Shape;379;p69" descr="A picture containing drawing&#10;&#10;Description automatically generated"/>
          <p:cNvPicPr preferRelativeResize="0"/>
          <p:nvPr/>
        </p:nvPicPr>
        <p:blipFill rotWithShape="1">
          <a:blip r:embed="rId2">
            <a:alphaModFix/>
          </a:blip>
          <a:srcRect b="31356"/>
          <a:stretch/>
        </p:blipFill>
        <p:spPr>
          <a:xfrm>
            <a:off x="455619" y="6277208"/>
            <a:ext cx="685807" cy="352192"/>
          </a:xfrm>
          <a:prstGeom prst="rect">
            <a:avLst/>
          </a:prstGeom>
          <a:noFill/>
          <a:ln>
            <a:noFill/>
          </a:ln>
        </p:spPr>
      </p:pic>
    </p:spTree>
  </p:cSld>
  <p:clrMapOvr>
    <a:masterClrMapping/>
  </p:clrMapOvr>
  <mc:AlternateContent xmlns:mc="http://schemas.openxmlformats.org/markup-compatibility/2006" xmlns:p14="http://schemas.microsoft.com/office/powerpoint/2010/main">
    <mc:Choice Requires="p14">
      <p:transition p14:dur="250">
        <p:fade/>
      </p:transition>
    </mc:Choice>
    <mc:Fallback xmlns:ahyp="http://schemas.microsoft.com/office/drawing/2018/hyperlinkcolor" xmlns:p15="http://schemas.microsoft.com/office/powerpoint/2012/main" xmlns:com="http://schemas.openxmlformats.org/drawingml/2006/compatibility" xmlns:pvml="urn:schemas-microsoft-com:office:powerpoint" xmlns:v="urn:schemas-microsoft-com:vml" xmlns:o="urn:schemas-microsoft-com:office:office" xmlns:dgm="http://schemas.openxmlformats.org/drawingml/2006/diagram" xmlns:c="http://schemas.openxmlformats.org/drawingml/2006/chart" xmlns:mv="urn:schemas-microsoft-com:mac:vml" xmlns="">
      <p:transition>
        <p:fade/>
      </p:transition>
    </mc:Fallback>
  </mc:AlternateContent>
</p:sldLayout>
</file>

<file path=ppt/slideLayouts/slideLayout68.xml><?xml version="1.0" encoding="utf-8"?>
<p:sldLayout xmlns:a="http://schemas.openxmlformats.org/drawingml/2006/main" xmlns:r="http://schemas.openxmlformats.org/officeDocument/2006/relationships" xmlns:p="http://schemas.openxmlformats.org/presentationml/2006/main" matchingName="HYUNDAI  Title | Subhead">
  <p:cSld name="HYUNDAI  Title | Subhead">
    <p:bg>
      <p:bgPr>
        <a:solidFill>
          <a:schemeClr val="dk2"/>
        </a:solidFill>
        <a:effectLst/>
      </p:bgPr>
    </p:bg>
    <p:spTree>
      <p:nvGrpSpPr>
        <p:cNvPr id="1" name="Shape 380"/>
        <p:cNvGrpSpPr/>
        <p:nvPr/>
      </p:nvGrpSpPr>
      <p:grpSpPr>
        <a:xfrm>
          <a:off x="0" y="0"/>
          <a:ext cx="0" cy="0"/>
          <a:chOff x="0" y="0"/>
          <a:chExt cx="0" cy="0"/>
        </a:xfrm>
      </p:grpSpPr>
      <p:sp>
        <p:nvSpPr>
          <p:cNvPr id="381" name="Google Shape;381;p70"/>
          <p:cNvSpPr txBox="1">
            <a:spLocks noGrp="1"/>
          </p:cNvSpPr>
          <p:nvPr>
            <p:ph type="title"/>
          </p:nvPr>
        </p:nvSpPr>
        <p:spPr>
          <a:xfrm>
            <a:off x="455618" y="503696"/>
            <a:ext cx="8915492" cy="524543"/>
          </a:xfrm>
          <a:prstGeom prst="rect">
            <a:avLst/>
          </a:prstGeom>
          <a:noFill/>
          <a:ln>
            <a:noFill/>
          </a:ln>
        </p:spPr>
        <p:txBody>
          <a:bodyPr spcFirstLastPara="1" wrap="square" lIns="0" tIns="0" rIns="0" bIns="0" anchor="t" anchorCtr="0">
            <a:noAutofit/>
          </a:bodyPr>
          <a:lstStyle>
            <a:lvl1pPr lvl="0" algn="l">
              <a:lnSpc>
                <a:spcPct val="80000"/>
              </a:lnSpc>
              <a:spcBef>
                <a:spcPts val="0"/>
              </a:spcBef>
              <a:spcAft>
                <a:spcPts val="0"/>
              </a:spcAft>
              <a:buClr>
                <a:schemeClr val="lt1"/>
              </a:buClr>
              <a:buSzPts val="3200"/>
              <a:buFont typeface="Roboto Medium"/>
              <a:buNone/>
              <a:defRPr>
                <a:solidFill>
                  <a:schemeClr val="lt1"/>
                </a:solidFill>
              </a:defRPr>
            </a:lvl1pPr>
            <a:lvl2pPr lvl="1">
              <a:spcBef>
                <a:spcPts val="0"/>
              </a:spcBef>
              <a:spcAft>
                <a:spcPts val="0"/>
              </a:spcAft>
              <a:buSzPts val="1400"/>
              <a:buNone/>
              <a:defRPr/>
            </a:lvl2pPr>
            <a:lvl3pPr lvl="2">
              <a:spcBef>
                <a:spcPts val="0"/>
              </a:spcBef>
              <a:spcAft>
                <a:spcPts val="0"/>
              </a:spcAft>
              <a:buSzPts val="1400"/>
              <a:buNone/>
              <a:defRPr/>
            </a:lvl3pPr>
            <a:lvl4pPr lvl="3">
              <a:spcBef>
                <a:spcPts val="0"/>
              </a:spcBef>
              <a:spcAft>
                <a:spcPts val="0"/>
              </a:spcAft>
              <a:buSzPts val="1400"/>
              <a:buNone/>
              <a:defRPr/>
            </a:lvl4pPr>
            <a:lvl5pPr lvl="4">
              <a:spcBef>
                <a:spcPts val="0"/>
              </a:spcBef>
              <a:spcAft>
                <a:spcPts val="0"/>
              </a:spcAft>
              <a:buSzPts val="1400"/>
              <a:buNone/>
              <a:defRPr/>
            </a:lvl5pPr>
            <a:lvl6pPr lvl="5">
              <a:spcBef>
                <a:spcPts val="0"/>
              </a:spcBef>
              <a:spcAft>
                <a:spcPts val="0"/>
              </a:spcAft>
              <a:buSzPts val="1400"/>
              <a:buNone/>
              <a:defRPr/>
            </a:lvl6pPr>
            <a:lvl7pPr lvl="6">
              <a:spcBef>
                <a:spcPts val="0"/>
              </a:spcBef>
              <a:spcAft>
                <a:spcPts val="0"/>
              </a:spcAft>
              <a:buSzPts val="1400"/>
              <a:buNone/>
              <a:defRPr/>
            </a:lvl7pPr>
            <a:lvl8pPr lvl="7">
              <a:spcBef>
                <a:spcPts val="0"/>
              </a:spcBef>
              <a:spcAft>
                <a:spcPts val="0"/>
              </a:spcAft>
              <a:buSzPts val="1400"/>
              <a:buNone/>
              <a:defRPr/>
            </a:lvl8pPr>
            <a:lvl9pPr lvl="8">
              <a:spcBef>
                <a:spcPts val="0"/>
              </a:spcBef>
              <a:spcAft>
                <a:spcPts val="0"/>
              </a:spcAft>
              <a:buSzPts val="1400"/>
              <a:buNone/>
              <a:defRPr/>
            </a:lvl9pPr>
          </a:lstStyle>
          <a:p>
            <a:endParaRPr/>
          </a:p>
        </p:txBody>
      </p:sp>
      <p:sp>
        <p:nvSpPr>
          <p:cNvPr id="382" name="Google Shape;382;p70"/>
          <p:cNvSpPr txBox="1">
            <a:spLocks noGrp="1"/>
          </p:cNvSpPr>
          <p:nvPr>
            <p:ph type="body" idx="1"/>
          </p:nvPr>
        </p:nvSpPr>
        <p:spPr>
          <a:xfrm>
            <a:off x="455618" y="868681"/>
            <a:ext cx="8915492" cy="229235"/>
          </a:xfrm>
          <a:prstGeom prst="rect">
            <a:avLst/>
          </a:prstGeom>
          <a:noFill/>
          <a:ln>
            <a:noFill/>
          </a:ln>
        </p:spPr>
        <p:txBody>
          <a:bodyPr spcFirstLastPara="1" wrap="square" lIns="0" tIns="0" rIns="0" bIns="0" anchor="t" anchorCtr="0">
            <a:noAutofit/>
          </a:bodyPr>
          <a:lstStyle>
            <a:lvl1pPr marL="457207" lvl="0" indent="-228604" algn="l">
              <a:spcBef>
                <a:spcPts val="1800"/>
              </a:spcBef>
              <a:spcAft>
                <a:spcPts val="0"/>
              </a:spcAft>
              <a:buClr>
                <a:schemeClr val="accent2"/>
              </a:buClr>
              <a:buSzPts val="1600"/>
              <a:buFont typeface="Roboto Medium"/>
              <a:buNone/>
              <a:defRPr sz="1600" b="0" i="0">
                <a:solidFill>
                  <a:schemeClr val="accent2"/>
                </a:solidFill>
                <a:latin typeface="Roboto Medium"/>
                <a:ea typeface="Roboto Medium"/>
                <a:cs typeface="Roboto Medium"/>
                <a:sym typeface="Roboto Medium"/>
              </a:defRPr>
            </a:lvl1pPr>
            <a:lvl2pPr marL="914415" lvl="1" indent="-228604" algn="l">
              <a:spcBef>
                <a:spcPts val="600"/>
              </a:spcBef>
              <a:spcAft>
                <a:spcPts val="0"/>
              </a:spcAft>
              <a:buClr>
                <a:schemeClr val="dk1"/>
              </a:buClr>
              <a:buSzPts val="1800"/>
              <a:buNone/>
              <a:defRPr/>
            </a:lvl2pPr>
            <a:lvl3pPr marL="1371622" lvl="2" indent="-342906" algn="l">
              <a:spcBef>
                <a:spcPts val="600"/>
              </a:spcBef>
              <a:spcAft>
                <a:spcPts val="0"/>
              </a:spcAft>
              <a:buClr>
                <a:schemeClr val="dk1"/>
              </a:buClr>
              <a:buSzPts val="1800"/>
              <a:buChar char="−"/>
              <a:defRPr/>
            </a:lvl3pPr>
            <a:lvl4pPr marL="1828831" lvl="3" indent="-342906" algn="l">
              <a:spcBef>
                <a:spcPts val="300"/>
              </a:spcBef>
              <a:spcAft>
                <a:spcPts val="0"/>
              </a:spcAft>
              <a:buClr>
                <a:schemeClr val="dk1"/>
              </a:buClr>
              <a:buSzPts val="1800"/>
              <a:buChar char="•"/>
              <a:defRPr/>
            </a:lvl4pPr>
            <a:lvl5pPr marL="2286038" lvl="4" indent="-342906" algn="l">
              <a:spcBef>
                <a:spcPts val="300"/>
              </a:spcBef>
              <a:spcAft>
                <a:spcPts val="0"/>
              </a:spcAft>
              <a:buClr>
                <a:schemeClr val="dk1"/>
              </a:buClr>
              <a:buSzPts val="1800"/>
              <a:buChar char="−"/>
              <a:defRPr/>
            </a:lvl5pPr>
            <a:lvl6pPr marL="2743246" lvl="5" indent="-342906" algn="l">
              <a:spcBef>
                <a:spcPts val="360"/>
              </a:spcBef>
              <a:spcAft>
                <a:spcPts val="0"/>
              </a:spcAft>
              <a:buClr>
                <a:schemeClr val="dk1"/>
              </a:buClr>
              <a:buSzPts val="1800"/>
              <a:buChar char="•"/>
              <a:defRPr/>
            </a:lvl6pPr>
            <a:lvl7pPr marL="3200453" lvl="6" indent="-342906" algn="l">
              <a:spcBef>
                <a:spcPts val="360"/>
              </a:spcBef>
              <a:spcAft>
                <a:spcPts val="0"/>
              </a:spcAft>
              <a:buClr>
                <a:schemeClr val="dk1"/>
              </a:buClr>
              <a:buSzPts val="1800"/>
              <a:buChar char="•"/>
              <a:defRPr/>
            </a:lvl7pPr>
            <a:lvl8pPr marL="3657661" lvl="7" indent="-342906" algn="l">
              <a:spcBef>
                <a:spcPts val="360"/>
              </a:spcBef>
              <a:spcAft>
                <a:spcPts val="0"/>
              </a:spcAft>
              <a:buClr>
                <a:schemeClr val="dk1"/>
              </a:buClr>
              <a:buSzPts val="1800"/>
              <a:buChar char="•"/>
              <a:defRPr/>
            </a:lvl8pPr>
            <a:lvl9pPr marL="4114868" lvl="8" indent="-342906" algn="l">
              <a:spcBef>
                <a:spcPts val="360"/>
              </a:spcBef>
              <a:spcAft>
                <a:spcPts val="0"/>
              </a:spcAft>
              <a:buClr>
                <a:schemeClr val="dk1"/>
              </a:buClr>
              <a:buSzPts val="1800"/>
              <a:buChar char="•"/>
              <a:defRPr/>
            </a:lvl9pPr>
          </a:lstStyle>
          <a:p>
            <a:endParaRPr/>
          </a:p>
        </p:txBody>
      </p:sp>
      <p:sp>
        <p:nvSpPr>
          <p:cNvPr id="383" name="Google Shape;383;p70"/>
          <p:cNvSpPr txBox="1">
            <a:spLocks noGrp="1"/>
          </p:cNvSpPr>
          <p:nvPr>
            <p:ph type="body" idx="2"/>
          </p:nvPr>
        </p:nvSpPr>
        <p:spPr>
          <a:xfrm>
            <a:off x="7508953" y="6432334"/>
            <a:ext cx="4224381" cy="228601"/>
          </a:xfrm>
          <a:prstGeom prst="rect">
            <a:avLst/>
          </a:prstGeom>
          <a:noFill/>
          <a:ln>
            <a:noFill/>
          </a:ln>
        </p:spPr>
        <p:txBody>
          <a:bodyPr spcFirstLastPara="1" wrap="square" lIns="0" tIns="0" rIns="0" bIns="0" anchor="b" anchorCtr="0">
            <a:noAutofit/>
          </a:bodyPr>
          <a:lstStyle>
            <a:lvl1pPr marL="457207" lvl="0" indent="-228604" algn="r">
              <a:spcBef>
                <a:spcPts val="1800"/>
              </a:spcBef>
              <a:spcAft>
                <a:spcPts val="0"/>
              </a:spcAft>
              <a:buClr>
                <a:schemeClr val="lt1"/>
              </a:buClr>
              <a:buSzPts val="1000"/>
              <a:buFont typeface="Roboto Medium"/>
              <a:buNone/>
              <a:defRPr sz="1000" b="0" i="0">
                <a:solidFill>
                  <a:schemeClr val="lt1"/>
                </a:solidFill>
                <a:latin typeface="Roboto Medium"/>
                <a:ea typeface="Roboto Medium"/>
                <a:cs typeface="Roboto Medium"/>
                <a:sym typeface="Roboto Medium"/>
              </a:defRPr>
            </a:lvl1pPr>
            <a:lvl2pPr marL="914415" lvl="1" indent="-228604" algn="l">
              <a:spcBef>
                <a:spcPts val="600"/>
              </a:spcBef>
              <a:spcAft>
                <a:spcPts val="0"/>
              </a:spcAft>
              <a:buClr>
                <a:schemeClr val="dk1"/>
              </a:buClr>
              <a:buSzPts val="1800"/>
              <a:buNone/>
              <a:defRPr/>
            </a:lvl2pPr>
            <a:lvl3pPr marL="1371622" lvl="2" indent="-342906" algn="l">
              <a:spcBef>
                <a:spcPts val="600"/>
              </a:spcBef>
              <a:spcAft>
                <a:spcPts val="0"/>
              </a:spcAft>
              <a:buClr>
                <a:schemeClr val="dk1"/>
              </a:buClr>
              <a:buSzPts val="1800"/>
              <a:buChar char="−"/>
              <a:defRPr/>
            </a:lvl3pPr>
            <a:lvl4pPr marL="1828831" lvl="3" indent="-342906" algn="l">
              <a:spcBef>
                <a:spcPts val="300"/>
              </a:spcBef>
              <a:spcAft>
                <a:spcPts val="0"/>
              </a:spcAft>
              <a:buClr>
                <a:schemeClr val="dk1"/>
              </a:buClr>
              <a:buSzPts val="1800"/>
              <a:buChar char="•"/>
              <a:defRPr/>
            </a:lvl4pPr>
            <a:lvl5pPr marL="2286038" lvl="4" indent="-342906" algn="l">
              <a:spcBef>
                <a:spcPts val="300"/>
              </a:spcBef>
              <a:spcAft>
                <a:spcPts val="0"/>
              </a:spcAft>
              <a:buClr>
                <a:schemeClr val="dk1"/>
              </a:buClr>
              <a:buSzPts val="1800"/>
              <a:buChar char="−"/>
              <a:defRPr/>
            </a:lvl5pPr>
            <a:lvl6pPr marL="2743246" lvl="5" indent="-342906" algn="l">
              <a:spcBef>
                <a:spcPts val="360"/>
              </a:spcBef>
              <a:spcAft>
                <a:spcPts val="0"/>
              </a:spcAft>
              <a:buClr>
                <a:schemeClr val="dk1"/>
              </a:buClr>
              <a:buSzPts val="1800"/>
              <a:buChar char="•"/>
              <a:defRPr/>
            </a:lvl6pPr>
            <a:lvl7pPr marL="3200453" lvl="6" indent="-342906" algn="l">
              <a:spcBef>
                <a:spcPts val="360"/>
              </a:spcBef>
              <a:spcAft>
                <a:spcPts val="0"/>
              </a:spcAft>
              <a:buClr>
                <a:schemeClr val="dk1"/>
              </a:buClr>
              <a:buSzPts val="1800"/>
              <a:buChar char="•"/>
              <a:defRPr/>
            </a:lvl7pPr>
            <a:lvl8pPr marL="3657661" lvl="7" indent="-342906" algn="l">
              <a:spcBef>
                <a:spcPts val="360"/>
              </a:spcBef>
              <a:spcAft>
                <a:spcPts val="0"/>
              </a:spcAft>
              <a:buClr>
                <a:schemeClr val="dk1"/>
              </a:buClr>
              <a:buSzPts val="1800"/>
              <a:buChar char="•"/>
              <a:defRPr/>
            </a:lvl8pPr>
            <a:lvl9pPr marL="4114868" lvl="8" indent="-342906" algn="l">
              <a:spcBef>
                <a:spcPts val="360"/>
              </a:spcBef>
              <a:spcAft>
                <a:spcPts val="0"/>
              </a:spcAft>
              <a:buClr>
                <a:schemeClr val="dk1"/>
              </a:buClr>
              <a:buSzPts val="1800"/>
              <a:buChar char="•"/>
              <a:defRPr/>
            </a:lvl9pPr>
          </a:lstStyle>
          <a:p>
            <a:endParaRPr/>
          </a:p>
        </p:txBody>
      </p:sp>
      <p:pic>
        <p:nvPicPr>
          <p:cNvPr id="384" name="Google Shape;384;p70" descr="A picture containing drawing&#10;&#10;Description automatically generated"/>
          <p:cNvPicPr preferRelativeResize="0"/>
          <p:nvPr/>
        </p:nvPicPr>
        <p:blipFill rotWithShape="1">
          <a:blip r:embed="rId2">
            <a:alphaModFix/>
          </a:blip>
          <a:srcRect b="31356"/>
          <a:stretch/>
        </p:blipFill>
        <p:spPr>
          <a:xfrm>
            <a:off x="455619" y="6277208"/>
            <a:ext cx="685807" cy="352192"/>
          </a:xfrm>
          <a:prstGeom prst="rect">
            <a:avLst/>
          </a:prstGeom>
          <a:noFill/>
          <a:ln>
            <a:noFill/>
          </a:ln>
        </p:spPr>
      </p:pic>
    </p:spTree>
  </p:cSld>
  <p:clrMapOvr>
    <a:masterClrMapping/>
  </p:clrMapOvr>
  <mc:AlternateContent xmlns:mc="http://schemas.openxmlformats.org/markup-compatibility/2006" xmlns:p14="http://schemas.microsoft.com/office/powerpoint/2010/main">
    <mc:Choice Requires="p14">
      <p:transition p14:dur="250">
        <p:fade/>
      </p:transition>
    </mc:Choice>
    <mc:Fallback xmlns:ahyp="http://schemas.microsoft.com/office/drawing/2018/hyperlinkcolor" xmlns:p15="http://schemas.microsoft.com/office/powerpoint/2012/main" xmlns:com="http://schemas.openxmlformats.org/drawingml/2006/compatibility" xmlns:pvml="urn:schemas-microsoft-com:office:powerpoint" xmlns:v="urn:schemas-microsoft-com:vml" xmlns:o="urn:schemas-microsoft-com:office:office" xmlns:dgm="http://schemas.openxmlformats.org/drawingml/2006/diagram" xmlns:c="http://schemas.openxmlformats.org/drawingml/2006/chart" xmlns:mv="urn:schemas-microsoft-com:mac:vml" xmlns="">
      <p:transition>
        <p:fade/>
      </p:transition>
    </mc:Fallback>
  </mc:AlternateContent>
</p:sldLayout>
</file>

<file path=ppt/slideLayouts/slideLayout69.xml><?xml version="1.0" encoding="utf-8"?>
<p:sldLayout xmlns:a="http://schemas.openxmlformats.org/drawingml/2006/main" xmlns:r="http://schemas.openxmlformats.org/officeDocument/2006/relationships" xmlns:p="http://schemas.openxmlformats.org/presentationml/2006/main" matchingName="HYUNDAI  Blank">
  <p:cSld name="HYUNDAI  Blank">
    <p:bg>
      <p:bgPr>
        <a:solidFill>
          <a:schemeClr val="dk2"/>
        </a:solidFill>
        <a:effectLst/>
      </p:bgPr>
    </p:bg>
    <p:spTree>
      <p:nvGrpSpPr>
        <p:cNvPr id="1" name="Shape 385"/>
        <p:cNvGrpSpPr/>
        <p:nvPr/>
      </p:nvGrpSpPr>
      <p:grpSpPr>
        <a:xfrm>
          <a:off x="0" y="0"/>
          <a:ext cx="0" cy="0"/>
          <a:chOff x="0" y="0"/>
          <a:chExt cx="0" cy="0"/>
        </a:xfrm>
      </p:grpSpPr>
      <p:sp>
        <p:nvSpPr>
          <p:cNvPr id="386" name="Google Shape;386;p71"/>
          <p:cNvSpPr txBox="1">
            <a:spLocks noGrp="1"/>
          </p:cNvSpPr>
          <p:nvPr>
            <p:ph type="body" idx="1"/>
          </p:nvPr>
        </p:nvSpPr>
        <p:spPr>
          <a:xfrm>
            <a:off x="7508953" y="6432334"/>
            <a:ext cx="4224381" cy="228601"/>
          </a:xfrm>
          <a:prstGeom prst="rect">
            <a:avLst/>
          </a:prstGeom>
          <a:noFill/>
          <a:ln>
            <a:noFill/>
          </a:ln>
        </p:spPr>
        <p:txBody>
          <a:bodyPr spcFirstLastPara="1" wrap="square" lIns="0" tIns="0" rIns="0" bIns="0" anchor="b" anchorCtr="0">
            <a:noAutofit/>
          </a:bodyPr>
          <a:lstStyle>
            <a:lvl1pPr marL="457207" lvl="0" indent="-228604" algn="r">
              <a:spcBef>
                <a:spcPts val="1800"/>
              </a:spcBef>
              <a:spcAft>
                <a:spcPts val="0"/>
              </a:spcAft>
              <a:buClr>
                <a:schemeClr val="lt1"/>
              </a:buClr>
              <a:buSzPts val="1000"/>
              <a:buFont typeface="Roboto Medium"/>
              <a:buNone/>
              <a:defRPr sz="1000" b="0" i="0">
                <a:solidFill>
                  <a:schemeClr val="lt1"/>
                </a:solidFill>
                <a:latin typeface="Roboto Medium"/>
                <a:ea typeface="Roboto Medium"/>
                <a:cs typeface="Roboto Medium"/>
                <a:sym typeface="Roboto Medium"/>
              </a:defRPr>
            </a:lvl1pPr>
            <a:lvl2pPr marL="914415" lvl="1" indent="-228604" algn="l">
              <a:spcBef>
                <a:spcPts val="600"/>
              </a:spcBef>
              <a:spcAft>
                <a:spcPts val="0"/>
              </a:spcAft>
              <a:buClr>
                <a:schemeClr val="dk1"/>
              </a:buClr>
              <a:buSzPts val="1800"/>
              <a:buNone/>
              <a:defRPr/>
            </a:lvl2pPr>
            <a:lvl3pPr marL="1371622" lvl="2" indent="-342906" algn="l">
              <a:spcBef>
                <a:spcPts val="600"/>
              </a:spcBef>
              <a:spcAft>
                <a:spcPts val="0"/>
              </a:spcAft>
              <a:buClr>
                <a:schemeClr val="dk1"/>
              </a:buClr>
              <a:buSzPts val="1800"/>
              <a:buChar char="−"/>
              <a:defRPr/>
            </a:lvl3pPr>
            <a:lvl4pPr marL="1828831" lvl="3" indent="-342906" algn="l">
              <a:spcBef>
                <a:spcPts val="300"/>
              </a:spcBef>
              <a:spcAft>
                <a:spcPts val="0"/>
              </a:spcAft>
              <a:buClr>
                <a:schemeClr val="dk1"/>
              </a:buClr>
              <a:buSzPts val="1800"/>
              <a:buChar char="•"/>
              <a:defRPr/>
            </a:lvl4pPr>
            <a:lvl5pPr marL="2286038" lvl="4" indent="-342906" algn="l">
              <a:spcBef>
                <a:spcPts val="300"/>
              </a:spcBef>
              <a:spcAft>
                <a:spcPts val="0"/>
              </a:spcAft>
              <a:buClr>
                <a:schemeClr val="dk1"/>
              </a:buClr>
              <a:buSzPts val="1800"/>
              <a:buChar char="−"/>
              <a:defRPr/>
            </a:lvl5pPr>
            <a:lvl6pPr marL="2743246" lvl="5" indent="-342906" algn="l">
              <a:spcBef>
                <a:spcPts val="360"/>
              </a:spcBef>
              <a:spcAft>
                <a:spcPts val="0"/>
              </a:spcAft>
              <a:buClr>
                <a:schemeClr val="dk1"/>
              </a:buClr>
              <a:buSzPts val="1800"/>
              <a:buChar char="•"/>
              <a:defRPr/>
            </a:lvl6pPr>
            <a:lvl7pPr marL="3200453" lvl="6" indent="-342906" algn="l">
              <a:spcBef>
                <a:spcPts val="360"/>
              </a:spcBef>
              <a:spcAft>
                <a:spcPts val="0"/>
              </a:spcAft>
              <a:buClr>
                <a:schemeClr val="dk1"/>
              </a:buClr>
              <a:buSzPts val="1800"/>
              <a:buChar char="•"/>
              <a:defRPr/>
            </a:lvl7pPr>
            <a:lvl8pPr marL="3657661" lvl="7" indent="-342906" algn="l">
              <a:spcBef>
                <a:spcPts val="360"/>
              </a:spcBef>
              <a:spcAft>
                <a:spcPts val="0"/>
              </a:spcAft>
              <a:buClr>
                <a:schemeClr val="dk1"/>
              </a:buClr>
              <a:buSzPts val="1800"/>
              <a:buChar char="•"/>
              <a:defRPr/>
            </a:lvl8pPr>
            <a:lvl9pPr marL="4114868" lvl="8" indent="-342906" algn="l">
              <a:spcBef>
                <a:spcPts val="360"/>
              </a:spcBef>
              <a:spcAft>
                <a:spcPts val="0"/>
              </a:spcAft>
              <a:buClr>
                <a:schemeClr val="dk1"/>
              </a:buClr>
              <a:buSzPts val="1800"/>
              <a:buChar char="•"/>
              <a:defRPr/>
            </a:lvl9pPr>
          </a:lstStyle>
          <a:p>
            <a:endParaRPr/>
          </a:p>
        </p:txBody>
      </p:sp>
      <p:pic>
        <p:nvPicPr>
          <p:cNvPr id="387" name="Google Shape;387;p71" descr="A picture containing drawing&#10;&#10;Description automatically generated"/>
          <p:cNvPicPr preferRelativeResize="0"/>
          <p:nvPr/>
        </p:nvPicPr>
        <p:blipFill rotWithShape="1">
          <a:blip r:embed="rId2">
            <a:alphaModFix/>
          </a:blip>
          <a:srcRect b="31356"/>
          <a:stretch/>
        </p:blipFill>
        <p:spPr>
          <a:xfrm>
            <a:off x="455619" y="6277208"/>
            <a:ext cx="685807" cy="352192"/>
          </a:xfrm>
          <a:prstGeom prst="rect">
            <a:avLst/>
          </a:prstGeom>
          <a:noFill/>
          <a:ln>
            <a:noFill/>
          </a:ln>
        </p:spPr>
      </p:pic>
    </p:spTree>
  </p:cSld>
  <p:clrMapOvr>
    <a:masterClrMapping/>
  </p:clrMapOvr>
  <mc:AlternateContent xmlns:mc="http://schemas.openxmlformats.org/markup-compatibility/2006" xmlns:p14="http://schemas.microsoft.com/office/powerpoint/2010/main">
    <mc:Choice Requires="p14">
      <p:transition p14:dur="250">
        <p:fade/>
      </p:transition>
    </mc:Choice>
    <mc:Fallback xmlns:ahyp="http://schemas.microsoft.com/office/drawing/2018/hyperlinkcolor" xmlns:p15="http://schemas.microsoft.com/office/powerpoint/2012/main" xmlns:com="http://schemas.openxmlformats.org/drawingml/2006/compatibility" xmlns:pvml="urn:schemas-microsoft-com:office:powerpoint" xmlns:v="urn:schemas-microsoft-com:vml" xmlns:o="urn:schemas-microsoft-com:office:office" xmlns:dgm="http://schemas.openxmlformats.org/drawingml/2006/diagram" xmlns:c="http://schemas.openxmlformats.org/drawingml/2006/chart" xmlns:mv="urn:schemas-microsoft-com:mac:vml" xmlns="">
      <p:transition>
        <p:fade/>
      </p:transition>
    </mc:Fallback>
  </mc:AlternateContent>
</p:sldLayout>
</file>

<file path=ppt/slideLayouts/slideLayout70.xml><?xml version="1.0" encoding="utf-8"?>
<p:sldLayout xmlns:a="http://schemas.openxmlformats.org/drawingml/2006/main" xmlns:r="http://schemas.openxmlformats.org/officeDocument/2006/relationships" xmlns:p="http://schemas.openxmlformats.org/presentationml/2006/main" matchingName="SEAGLASS 1Col Title | Text">
  <p:cSld name="SEAGLASS 1Col Title | Text">
    <p:bg>
      <p:bgPr>
        <a:solidFill>
          <a:schemeClr val="accent3"/>
        </a:solidFill>
        <a:effectLst/>
      </p:bgPr>
    </p:bg>
    <p:spTree>
      <p:nvGrpSpPr>
        <p:cNvPr id="1" name="Shape 388"/>
        <p:cNvGrpSpPr/>
        <p:nvPr/>
      </p:nvGrpSpPr>
      <p:grpSpPr>
        <a:xfrm>
          <a:off x="0" y="0"/>
          <a:ext cx="0" cy="0"/>
          <a:chOff x="0" y="0"/>
          <a:chExt cx="0" cy="0"/>
        </a:xfrm>
      </p:grpSpPr>
      <p:sp>
        <p:nvSpPr>
          <p:cNvPr id="389" name="Google Shape;389;p72"/>
          <p:cNvSpPr txBox="1">
            <a:spLocks noGrp="1"/>
          </p:cNvSpPr>
          <p:nvPr>
            <p:ph type="title"/>
          </p:nvPr>
        </p:nvSpPr>
        <p:spPr>
          <a:xfrm>
            <a:off x="455618" y="460685"/>
            <a:ext cx="8915492" cy="524543"/>
          </a:xfrm>
          <a:prstGeom prst="rect">
            <a:avLst/>
          </a:prstGeom>
          <a:noFill/>
          <a:ln>
            <a:noFill/>
          </a:ln>
        </p:spPr>
        <p:txBody>
          <a:bodyPr spcFirstLastPara="1" wrap="square" lIns="0" tIns="0" rIns="0" bIns="0" anchor="t" anchorCtr="0">
            <a:noAutofit/>
          </a:bodyPr>
          <a:lstStyle>
            <a:lvl1pPr lvl="0" algn="l">
              <a:lnSpc>
                <a:spcPct val="80000"/>
              </a:lnSpc>
              <a:spcBef>
                <a:spcPts val="0"/>
              </a:spcBef>
              <a:spcAft>
                <a:spcPts val="0"/>
              </a:spcAft>
              <a:buClr>
                <a:schemeClr val="dk1"/>
              </a:buClr>
              <a:buSzPts val="3200"/>
              <a:buFont typeface="Roboto Medium"/>
              <a:buNone/>
              <a:defRPr b="0"/>
            </a:lvl1pPr>
            <a:lvl2pPr lvl="1">
              <a:spcBef>
                <a:spcPts val="0"/>
              </a:spcBef>
              <a:spcAft>
                <a:spcPts val="0"/>
              </a:spcAft>
              <a:buSzPts val="1400"/>
              <a:buNone/>
              <a:defRPr/>
            </a:lvl2pPr>
            <a:lvl3pPr lvl="2">
              <a:spcBef>
                <a:spcPts val="0"/>
              </a:spcBef>
              <a:spcAft>
                <a:spcPts val="0"/>
              </a:spcAft>
              <a:buSzPts val="1400"/>
              <a:buNone/>
              <a:defRPr/>
            </a:lvl3pPr>
            <a:lvl4pPr lvl="3">
              <a:spcBef>
                <a:spcPts val="0"/>
              </a:spcBef>
              <a:spcAft>
                <a:spcPts val="0"/>
              </a:spcAft>
              <a:buSzPts val="1400"/>
              <a:buNone/>
              <a:defRPr/>
            </a:lvl4pPr>
            <a:lvl5pPr lvl="4">
              <a:spcBef>
                <a:spcPts val="0"/>
              </a:spcBef>
              <a:spcAft>
                <a:spcPts val="0"/>
              </a:spcAft>
              <a:buSzPts val="1400"/>
              <a:buNone/>
              <a:defRPr/>
            </a:lvl5pPr>
            <a:lvl6pPr lvl="5">
              <a:spcBef>
                <a:spcPts val="0"/>
              </a:spcBef>
              <a:spcAft>
                <a:spcPts val="0"/>
              </a:spcAft>
              <a:buSzPts val="1400"/>
              <a:buNone/>
              <a:defRPr/>
            </a:lvl6pPr>
            <a:lvl7pPr lvl="6">
              <a:spcBef>
                <a:spcPts val="0"/>
              </a:spcBef>
              <a:spcAft>
                <a:spcPts val="0"/>
              </a:spcAft>
              <a:buSzPts val="1400"/>
              <a:buNone/>
              <a:defRPr/>
            </a:lvl7pPr>
            <a:lvl8pPr lvl="7">
              <a:spcBef>
                <a:spcPts val="0"/>
              </a:spcBef>
              <a:spcAft>
                <a:spcPts val="0"/>
              </a:spcAft>
              <a:buSzPts val="1400"/>
              <a:buNone/>
              <a:defRPr/>
            </a:lvl8pPr>
            <a:lvl9pPr lvl="8">
              <a:spcBef>
                <a:spcPts val="0"/>
              </a:spcBef>
              <a:spcAft>
                <a:spcPts val="0"/>
              </a:spcAft>
              <a:buSzPts val="1400"/>
              <a:buNone/>
              <a:defRPr/>
            </a:lvl9pPr>
          </a:lstStyle>
          <a:p>
            <a:endParaRPr/>
          </a:p>
        </p:txBody>
      </p:sp>
      <p:sp>
        <p:nvSpPr>
          <p:cNvPr id="390" name="Google Shape;390;p72"/>
          <p:cNvSpPr txBox="1">
            <a:spLocks noGrp="1"/>
          </p:cNvSpPr>
          <p:nvPr>
            <p:ph type="body" idx="1"/>
          </p:nvPr>
        </p:nvSpPr>
        <p:spPr>
          <a:xfrm>
            <a:off x="455618" y="2971800"/>
            <a:ext cx="8915492" cy="2971800"/>
          </a:xfrm>
          <a:prstGeom prst="rect">
            <a:avLst/>
          </a:prstGeom>
          <a:noFill/>
          <a:ln>
            <a:noFill/>
          </a:ln>
        </p:spPr>
        <p:txBody>
          <a:bodyPr spcFirstLastPara="1" wrap="square" lIns="0" tIns="0" rIns="0" bIns="0" anchor="t" anchorCtr="0">
            <a:noAutofit/>
          </a:bodyPr>
          <a:lstStyle>
            <a:lvl1pPr marL="457207" lvl="0" indent="-228604" algn="l">
              <a:spcBef>
                <a:spcPts val="1800"/>
              </a:spcBef>
              <a:spcAft>
                <a:spcPts val="0"/>
              </a:spcAft>
              <a:buClr>
                <a:schemeClr val="dk1"/>
              </a:buClr>
              <a:buSzPts val="2000"/>
              <a:buFont typeface="Roboto"/>
              <a:buNone/>
              <a:defRPr b="0" i="0">
                <a:latin typeface="Roboto"/>
                <a:ea typeface="Roboto"/>
                <a:cs typeface="Roboto"/>
                <a:sym typeface="Roboto"/>
              </a:defRPr>
            </a:lvl1pPr>
            <a:lvl2pPr marL="914415" lvl="1" indent="-342906" algn="l">
              <a:spcBef>
                <a:spcPts val="600"/>
              </a:spcBef>
              <a:spcAft>
                <a:spcPts val="0"/>
              </a:spcAft>
              <a:buClr>
                <a:schemeClr val="dk1"/>
              </a:buClr>
              <a:buSzPts val="1800"/>
              <a:buChar char="•"/>
              <a:defRPr b="0" i="0">
                <a:latin typeface="Roboto"/>
                <a:ea typeface="Roboto"/>
                <a:cs typeface="Roboto"/>
                <a:sym typeface="Roboto"/>
              </a:defRPr>
            </a:lvl2pPr>
            <a:lvl3pPr marL="1371622" lvl="2" indent="-330205" algn="l">
              <a:spcBef>
                <a:spcPts val="600"/>
              </a:spcBef>
              <a:spcAft>
                <a:spcPts val="0"/>
              </a:spcAft>
              <a:buClr>
                <a:schemeClr val="dk1"/>
              </a:buClr>
              <a:buSzPts val="1600"/>
              <a:buChar char="−"/>
              <a:defRPr b="0" i="0">
                <a:latin typeface="Roboto"/>
                <a:ea typeface="Roboto"/>
                <a:cs typeface="Roboto"/>
                <a:sym typeface="Roboto"/>
              </a:defRPr>
            </a:lvl3pPr>
            <a:lvl4pPr marL="1828831" lvl="3" indent="-317506" algn="l">
              <a:spcBef>
                <a:spcPts val="300"/>
              </a:spcBef>
              <a:spcAft>
                <a:spcPts val="0"/>
              </a:spcAft>
              <a:buClr>
                <a:schemeClr val="dk1"/>
              </a:buClr>
              <a:buSzPts val="1400"/>
              <a:buChar char="•"/>
              <a:defRPr b="0" i="0">
                <a:latin typeface="Roboto"/>
                <a:ea typeface="Roboto"/>
                <a:cs typeface="Roboto"/>
                <a:sym typeface="Roboto"/>
              </a:defRPr>
            </a:lvl4pPr>
            <a:lvl5pPr marL="2286038" lvl="4" indent="-304805" algn="l">
              <a:spcBef>
                <a:spcPts val="300"/>
              </a:spcBef>
              <a:spcAft>
                <a:spcPts val="0"/>
              </a:spcAft>
              <a:buClr>
                <a:schemeClr val="dk1"/>
              </a:buClr>
              <a:buSzPts val="1200"/>
              <a:buChar char="−"/>
              <a:defRPr b="0" i="0">
                <a:latin typeface="Roboto"/>
                <a:ea typeface="Roboto"/>
                <a:cs typeface="Roboto"/>
                <a:sym typeface="Roboto"/>
              </a:defRPr>
            </a:lvl5pPr>
            <a:lvl6pPr marL="2743246" lvl="5" indent="-342906" algn="l">
              <a:spcBef>
                <a:spcPts val="360"/>
              </a:spcBef>
              <a:spcAft>
                <a:spcPts val="0"/>
              </a:spcAft>
              <a:buClr>
                <a:schemeClr val="dk1"/>
              </a:buClr>
              <a:buSzPts val="1800"/>
              <a:buChar char="•"/>
              <a:defRPr/>
            </a:lvl6pPr>
            <a:lvl7pPr marL="3200453" lvl="6" indent="-342906" algn="l">
              <a:spcBef>
                <a:spcPts val="360"/>
              </a:spcBef>
              <a:spcAft>
                <a:spcPts val="0"/>
              </a:spcAft>
              <a:buClr>
                <a:schemeClr val="dk1"/>
              </a:buClr>
              <a:buSzPts val="1800"/>
              <a:buChar char="•"/>
              <a:defRPr/>
            </a:lvl7pPr>
            <a:lvl8pPr marL="3657661" lvl="7" indent="-342906" algn="l">
              <a:spcBef>
                <a:spcPts val="360"/>
              </a:spcBef>
              <a:spcAft>
                <a:spcPts val="0"/>
              </a:spcAft>
              <a:buClr>
                <a:schemeClr val="dk1"/>
              </a:buClr>
              <a:buSzPts val="1800"/>
              <a:buChar char="•"/>
              <a:defRPr/>
            </a:lvl8pPr>
            <a:lvl9pPr marL="4114868" lvl="8" indent="-342906" algn="l">
              <a:spcBef>
                <a:spcPts val="360"/>
              </a:spcBef>
              <a:spcAft>
                <a:spcPts val="0"/>
              </a:spcAft>
              <a:buClr>
                <a:schemeClr val="dk1"/>
              </a:buClr>
              <a:buSzPts val="1800"/>
              <a:buChar char="•"/>
              <a:defRPr/>
            </a:lvl9pPr>
          </a:lstStyle>
          <a:p>
            <a:endParaRPr/>
          </a:p>
        </p:txBody>
      </p:sp>
      <p:sp>
        <p:nvSpPr>
          <p:cNvPr id="391" name="Google Shape;391;p72"/>
          <p:cNvSpPr txBox="1">
            <a:spLocks noGrp="1"/>
          </p:cNvSpPr>
          <p:nvPr>
            <p:ph type="body" idx="2"/>
          </p:nvPr>
        </p:nvSpPr>
        <p:spPr>
          <a:xfrm>
            <a:off x="7508953" y="6432334"/>
            <a:ext cx="4224381" cy="228601"/>
          </a:xfrm>
          <a:prstGeom prst="rect">
            <a:avLst/>
          </a:prstGeom>
          <a:noFill/>
          <a:ln>
            <a:noFill/>
          </a:ln>
        </p:spPr>
        <p:txBody>
          <a:bodyPr spcFirstLastPara="1" wrap="square" lIns="0" tIns="0" rIns="0" bIns="0" anchor="b" anchorCtr="0">
            <a:noAutofit/>
          </a:bodyPr>
          <a:lstStyle>
            <a:lvl1pPr marL="457207" lvl="0" indent="-228604" algn="r">
              <a:spcBef>
                <a:spcPts val="1800"/>
              </a:spcBef>
              <a:spcAft>
                <a:spcPts val="0"/>
              </a:spcAft>
              <a:buClr>
                <a:schemeClr val="dk1"/>
              </a:buClr>
              <a:buSzPts val="1000"/>
              <a:buFont typeface="Roboto Medium"/>
              <a:buNone/>
              <a:defRPr sz="1000" b="0" i="0">
                <a:solidFill>
                  <a:schemeClr val="dk1"/>
                </a:solidFill>
                <a:latin typeface="Roboto Medium"/>
                <a:ea typeface="Roboto Medium"/>
                <a:cs typeface="Roboto Medium"/>
                <a:sym typeface="Roboto Medium"/>
              </a:defRPr>
            </a:lvl1pPr>
            <a:lvl2pPr marL="914415" lvl="1" indent="-228604" algn="l">
              <a:spcBef>
                <a:spcPts val="600"/>
              </a:spcBef>
              <a:spcAft>
                <a:spcPts val="0"/>
              </a:spcAft>
              <a:buClr>
                <a:schemeClr val="dk1"/>
              </a:buClr>
              <a:buSzPts val="1800"/>
              <a:buNone/>
              <a:defRPr/>
            </a:lvl2pPr>
            <a:lvl3pPr marL="1371622" lvl="2" indent="-342906" algn="l">
              <a:spcBef>
                <a:spcPts val="600"/>
              </a:spcBef>
              <a:spcAft>
                <a:spcPts val="0"/>
              </a:spcAft>
              <a:buClr>
                <a:schemeClr val="dk1"/>
              </a:buClr>
              <a:buSzPts val="1800"/>
              <a:buChar char="−"/>
              <a:defRPr/>
            </a:lvl3pPr>
            <a:lvl4pPr marL="1828831" lvl="3" indent="-342906" algn="l">
              <a:spcBef>
                <a:spcPts val="300"/>
              </a:spcBef>
              <a:spcAft>
                <a:spcPts val="0"/>
              </a:spcAft>
              <a:buClr>
                <a:schemeClr val="dk1"/>
              </a:buClr>
              <a:buSzPts val="1800"/>
              <a:buChar char="•"/>
              <a:defRPr/>
            </a:lvl4pPr>
            <a:lvl5pPr marL="2286038" lvl="4" indent="-342906" algn="l">
              <a:spcBef>
                <a:spcPts val="300"/>
              </a:spcBef>
              <a:spcAft>
                <a:spcPts val="0"/>
              </a:spcAft>
              <a:buClr>
                <a:schemeClr val="dk1"/>
              </a:buClr>
              <a:buSzPts val="1800"/>
              <a:buChar char="−"/>
              <a:defRPr/>
            </a:lvl5pPr>
            <a:lvl6pPr marL="2743246" lvl="5" indent="-342906" algn="l">
              <a:spcBef>
                <a:spcPts val="360"/>
              </a:spcBef>
              <a:spcAft>
                <a:spcPts val="0"/>
              </a:spcAft>
              <a:buClr>
                <a:schemeClr val="dk1"/>
              </a:buClr>
              <a:buSzPts val="1800"/>
              <a:buChar char="•"/>
              <a:defRPr/>
            </a:lvl6pPr>
            <a:lvl7pPr marL="3200453" lvl="6" indent="-342906" algn="l">
              <a:spcBef>
                <a:spcPts val="360"/>
              </a:spcBef>
              <a:spcAft>
                <a:spcPts val="0"/>
              </a:spcAft>
              <a:buClr>
                <a:schemeClr val="dk1"/>
              </a:buClr>
              <a:buSzPts val="1800"/>
              <a:buChar char="•"/>
              <a:defRPr/>
            </a:lvl7pPr>
            <a:lvl8pPr marL="3657661" lvl="7" indent="-342906" algn="l">
              <a:spcBef>
                <a:spcPts val="360"/>
              </a:spcBef>
              <a:spcAft>
                <a:spcPts val="0"/>
              </a:spcAft>
              <a:buClr>
                <a:schemeClr val="dk1"/>
              </a:buClr>
              <a:buSzPts val="1800"/>
              <a:buChar char="•"/>
              <a:defRPr/>
            </a:lvl8pPr>
            <a:lvl9pPr marL="4114868" lvl="8" indent="-342906" algn="l">
              <a:spcBef>
                <a:spcPts val="360"/>
              </a:spcBef>
              <a:spcAft>
                <a:spcPts val="0"/>
              </a:spcAft>
              <a:buClr>
                <a:schemeClr val="dk1"/>
              </a:buClr>
              <a:buSzPts val="1800"/>
              <a:buChar char="•"/>
              <a:defRPr/>
            </a:lvl9pPr>
          </a:lstStyle>
          <a:p>
            <a:endParaRPr/>
          </a:p>
        </p:txBody>
      </p:sp>
      <p:pic>
        <p:nvPicPr>
          <p:cNvPr id="392" name="Google Shape;392;p72" descr="A picture containing drawing&#10;&#10;Description automatically generated"/>
          <p:cNvPicPr preferRelativeResize="0"/>
          <p:nvPr/>
        </p:nvPicPr>
        <p:blipFill rotWithShape="1">
          <a:blip r:embed="rId2">
            <a:alphaModFix/>
          </a:blip>
          <a:srcRect/>
          <a:stretch/>
        </p:blipFill>
        <p:spPr>
          <a:xfrm>
            <a:off x="455619" y="6275784"/>
            <a:ext cx="685800" cy="353616"/>
          </a:xfrm>
          <a:prstGeom prst="rect">
            <a:avLst/>
          </a:prstGeom>
          <a:noFill/>
          <a:ln>
            <a:noFill/>
          </a:ln>
        </p:spPr>
      </p:pic>
    </p:spTree>
  </p:cSld>
  <p:clrMapOvr>
    <a:masterClrMapping/>
  </p:clrMapOvr>
  <mc:AlternateContent xmlns:mc="http://schemas.openxmlformats.org/markup-compatibility/2006" xmlns:p14="http://schemas.microsoft.com/office/powerpoint/2010/main">
    <mc:Choice Requires="p14">
      <p:transition p14:dur="250">
        <p:fade/>
      </p:transition>
    </mc:Choice>
    <mc:Fallback xmlns:ahyp="http://schemas.microsoft.com/office/drawing/2018/hyperlinkcolor" xmlns:p15="http://schemas.microsoft.com/office/powerpoint/2012/main" xmlns:com="http://schemas.openxmlformats.org/drawingml/2006/compatibility" xmlns:pvml="urn:schemas-microsoft-com:office:powerpoint" xmlns:v="urn:schemas-microsoft-com:vml" xmlns:o="urn:schemas-microsoft-com:office:office" xmlns:dgm="http://schemas.openxmlformats.org/drawingml/2006/diagram" xmlns:c="http://schemas.openxmlformats.org/drawingml/2006/chart" xmlns:mv="urn:schemas-microsoft-com:mac:vml" xmlns="">
      <p:transition>
        <p:fade/>
      </p:transition>
    </mc:Fallback>
  </mc:AlternateContent>
</p:sldLayout>
</file>

<file path=ppt/slideLayouts/slideLayout71.xml><?xml version="1.0" encoding="utf-8"?>
<p:sldLayout xmlns:a="http://schemas.openxmlformats.org/drawingml/2006/main" xmlns:r="http://schemas.openxmlformats.org/officeDocument/2006/relationships" xmlns:p="http://schemas.openxmlformats.org/presentationml/2006/main" matchingName="SEAGLASS 2Col Title | Text">
  <p:cSld name="SEAGLASS 2Col Title | Text">
    <p:bg>
      <p:bgPr>
        <a:solidFill>
          <a:schemeClr val="accent3"/>
        </a:solidFill>
        <a:effectLst/>
      </p:bgPr>
    </p:bg>
    <p:spTree>
      <p:nvGrpSpPr>
        <p:cNvPr id="1" name="Shape 393"/>
        <p:cNvGrpSpPr/>
        <p:nvPr/>
      </p:nvGrpSpPr>
      <p:grpSpPr>
        <a:xfrm>
          <a:off x="0" y="0"/>
          <a:ext cx="0" cy="0"/>
          <a:chOff x="0" y="0"/>
          <a:chExt cx="0" cy="0"/>
        </a:xfrm>
      </p:grpSpPr>
      <p:sp>
        <p:nvSpPr>
          <p:cNvPr id="394" name="Google Shape;394;p73"/>
          <p:cNvSpPr txBox="1">
            <a:spLocks noGrp="1"/>
          </p:cNvSpPr>
          <p:nvPr>
            <p:ph type="title"/>
          </p:nvPr>
        </p:nvSpPr>
        <p:spPr>
          <a:xfrm>
            <a:off x="455618" y="460685"/>
            <a:ext cx="8915492" cy="524543"/>
          </a:xfrm>
          <a:prstGeom prst="rect">
            <a:avLst/>
          </a:prstGeom>
          <a:noFill/>
          <a:ln>
            <a:noFill/>
          </a:ln>
        </p:spPr>
        <p:txBody>
          <a:bodyPr spcFirstLastPara="1" wrap="square" lIns="0" tIns="0" rIns="0" bIns="0" anchor="t" anchorCtr="0">
            <a:noAutofit/>
          </a:bodyPr>
          <a:lstStyle>
            <a:lvl1pPr lvl="0" algn="l">
              <a:lnSpc>
                <a:spcPct val="80000"/>
              </a:lnSpc>
              <a:spcBef>
                <a:spcPts val="0"/>
              </a:spcBef>
              <a:spcAft>
                <a:spcPts val="0"/>
              </a:spcAft>
              <a:buClr>
                <a:schemeClr val="dk1"/>
              </a:buClr>
              <a:buSzPts val="3200"/>
              <a:buFont typeface="Roboto Medium"/>
              <a:buNone/>
              <a:defRPr b="0"/>
            </a:lvl1pPr>
            <a:lvl2pPr lvl="1">
              <a:spcBef>
                <a:spcPts val="0"/>
              </a:spcBef>
              <a:spcAft>
                <a:spcPts val="0"/>
              </a:spcAft>
              <a:buSzPts val="1400"/>
              <a:buNone/>
              <a:defRPr/>
            </a:lvl2pPr>
            <a:lvl3pPr lvl="2">
              <a:spcBef>
                <a:spcPts val="0"/>
              </a:spcBef>
              <a:spcAft>
                <a:spcPts val="0"/>
              </a:spcAft>
              <a:buSzPts val="1400"/>
              <a:buNone/>
              <a:defRPr/>
            </a:lvl3pPr>
            <a:lvl4pPr lvl="3">
              <a:spcBef>
                <a:spcPts val="0"/>
              </a:spcBef>
              <a:spcAft>
                <a:spcPts val="0"/>
              </a:spcAft>
              <a:buSzPts val="1400"/>
              <a:buNone/>
              <a:defRPr/>
            </a:lvl4pPr>
            <a:lvl5pPr lvl="4">
              <a:spcBef>
                <a:spcPts val="0"/>
              </a:spcBef>
              <a:spcAft>
                <a:spcPts val="0"/>
              </a:spcAft>
              <a:buSzPts val="1400"/>
              <a:buNone/>
              <a:defRPr/>
            </a:lvl5pPr>
            <a:lvl6pPr lvl="5">
              <a:spcBef>
                <a:spcPts val="0"/>
              </a:spcBef>
              <a:spcAft>
                <a:spcPts val="0"/>
              </a:spcAft>
              <a:buSzPts val="1400"/>
              <a:buNone/>
              <a:defRPr/>
            </a:lvl6pPr>
            <a:lvl7pPr lvl="6">
              <a:spcBef>
                <a:spcPts val="0"/>
              </a:spcBef>
              <a:spcAft>
                <a:spcPts val="0"/>
              </a:spcAft>
              <a:buSzPts val="1400"/>
              <a:buNone/>
              <a:defRPr/>
            </a:lvl7pPr>
            <a:lvl8pPr lvl="7">
              <a:spcBef>
                <a:spcPts val="0"/>
              </a:spcBef>
              <a:spcAft>
                <a:spcPts val="0"/>
              </a:spcAft>
              <a:buSzPts val="1400"/>
              <a:buNone/>
              <a:defRPr/>
            </a:lvl8pPr>
            <a:lvl9pPr lvl="8">
              <a:spcBef>
                <a:spcPts val="0"/>
              </a:spcBef>
              <a:spcAft>
                <a:spcPts val="0"/>
              </a:spcAft>
              <a:buSzPts val="1400"/>
              <a:buNone/>
              <a:defRPr/>
            </a:lvl9pPr>
          </a:lstStyle>
          <a:p>
            <a:endParaRPr/>
          </a:p>
        </p:txBody>
      </p:sp>
      <p:sp>
        <p:nvSpPr>
          <p:cNvPr id="395" name="Google Shape;395;p73"/>
          <p:cNvSpPr txBox="1">
            <a:spLocks noGrp="1"/>
          </p:cNvSpPr>
          <p:nvPr>
            <p:ph type="body" idx="1"/>
          </p:nvPr>
        </p:nvSpPr>
        <p:spPr>
          <a:xfrm>
            <a:off x="455617" y="2971800"/>
            <a:ext cx="5486456" cy="2971800"/>
          </a:xfrm>
          <a:prstGeom prst="rect">
            <a:avLst/>
          </a:prstGeom>
          <a:noFill/>
          <a:ln>
            <a:noFill/>
          </a:ln>
        </p:spPr>
        <p:txBody>
          <a:bodyPr spcFirstLastPara="1" wrap="square" lIns="0" tIns="0" rIns="0" bIns="0" anchor="t" anchorCtr="0">
            <a:noAutofit/>
          </a:bodyPr>
          <a:lstStyle>
            <a:lvl1pPr marL="457207" lvl="0" indent="-228604" algn="l">
              <a:lnSpc>
                <a:spcPct val="100000"/>
              </a:lnSpc>
              <a:spcBef>
                <a:spcPts val="1800"/>
              </a:spcBef>
              <a:spcAft>
                <a:spcPts val="0"/>
              </a:spcAft>
              <a:buClr>
                <a:schemeClr val="dk1"/>
              </a:buClr>
              <a:buSzPts val="2000"/>
              <a:buFont typeface="Roboto"/>
              <a:buNone/>
              <a:defRPr b="0" i="0">
                <a:latin typeface="Roboto"/>
                <a:ea typeface="Roboto"/>
                <a:cs typeface="Roboto"/>
                <a:sym typeface="Roboto"/>
              </a:defRPr>
            </a:lvl1pPr>
            <a:lvl2pPr marL="914415" lvl="1" indent="-342906" algn="l">
              <a:spcBef>
                <a:spcPts val="600"/>
              </a:spcBef>
              <a:spcAft>
                <a:spcPts val="0"/>
              </a:spcAft>
              <a:buClr>
                <a:schemeClr val="dk1"/>
              </a:buClr>
              <a:buSzPts val="1800"/>
              <a:buChar char="•"/>
              <a:defRPr b="0" i="0">
                <a:latin typeface="Roboto"/>
                <a:ea typeface="Roboto"/>
                <a:cs typeface="Roboto"/>
                <a:sym typeface="Roboto"/>
              </a:defRPr>
            </a:lvl2pPr>
            <a:lvl3pPr marL="1371622" lvl="2" indent="-330205" algn="l">
              <a:spcBef>
                <a:spcPts val="600"/>
              </a:spcBef>
              <a:spcAft>
                <a:spcPts val="0"/>
              </a:spcAft>
              <a:buClr>
                <a:schemeClr val="dk1"/>
              </a:buClr>
              <a:buSzPts val="1600"/>
              <a:buChar char="−"/>
              <a:defRPr b="0" i="0">
                <a:latin typeface="Roboto"/>
                <a:ea typeface="Roboto"/>
                <a:cs typeface="Roboto"/>
                <a:sym typeface="Roboto"/>
              </a:defRPr>
            </a:lvl3pPr>
            <a:lvl4pPr marL="1828831" lvl="3" indent="-317506" algn="l">
              <a:spcBef>
                <a:spcPts val="300"/>
              </a:spcBef>
              <a:spcAft>
                <a:spcPts val="0"/>
              </a:spcAft>
              <a:buClr>
                <a:schemeClr val="dk1"/>
              </a:buClr>
              <a:buSzPts val="1400"/>
              <a:buChar char="•"/>
              <a:defRPr b="0" i="0">
                <a:latin typeface="Roboto"/>
                <a:ea typeface="Roboto"/>
                <a:cs typeface="Roboto"/>
                <a:sym typeface="Roboto"/>
              </a:defRPr>
            </a:lvl4pPr>
            <a:lvl5pPr marL="2286038" lvl="4" indent="-304805" algn="l">
              <a:spcBef>
                <a:spcPts val="300"/>
              </a:spcBef>
              <a:spcAft>
                <a:spcPts val="0"/>
              </a:spcAft>
              <a:buClr>
                <a:schemeClr val="dk1"/>
              </a:buClr>
              <a:buSzPts val="1200"/>
              <a:buChar char="−"/>
              <a:defRPr b="0" i="0">
                <a:latin typeface="Roboto"/>
                <a:ea typeface="Roboto"/>
                <a:cs typeface="Roboto"/>
                <a:sym typeface="Roboto"/>
              </a:defRPr>
            </a:lvl5pPr>
            <a:lvl6pPr marL="2743246" lvl="5" indent="-342906" algn="l">
              <a:spcBef>
                <a:spcPts val="360"/>
              </a:spcBef>
              <a:spcAft>
                <a:spcPts val="0"/>
              </a:spcAft>
              <a:buClr>
                <a:schemeClr val="dk1"/>
              </a:buClr>
              <a:buSzPts val="1800"/>
              <a:buChar char="•"/>
              <a:defRPr/>
            </a:lvl6pPr>
            <a:lvl7pPr marL="3200453" lvl="6" indent="-342906" algn="l">
              <a:spcBef>
                <a:spcPts val="360"/>
              </a:spcBef>
              <a:spcAft>
                <a:spcPts val="0"/>
              </a:spcAft>
              <a:buClr>
                <a:schemeClr val="dk1"/>
              </a:buClr>
              <a:buSzPts val="1800"/>
              <a:buChar char="•"/>
              <a:defRPr/>
            </a:lvl7pPr>
            <a:lvl8pPr marL="3657661" lvl="7" indent="-342906" algn="l">
              <a:spcBef>
                <a:spcPts val="360"/>
              </a:spcBef>
              <a:spcAft>
                <a:spcPts val="0"/>
              </a:spcAft>
              <a:buClr>
                <a:schemeClr val="dk1"/>
              </a:buClr>
              <a:buSzPts val="1800"/>
              <a:buChar char="•"/>
              <a:defRPr/>
            </a:lvl8pPr>
            <a:lvl9pPr marL="4114868" lvl="8" indent="-342906" algn="l">
              <a:spcBef>
                <a:spcPts val="360"/>
              </a:spcBef>
              <a:spcAft>
                <a:spcPts val="0"/>
              </a:spcAft>
              <a:buClr>
                <a:schemeClr val="dk1"/>
              </a:buClr>
              <a:buSzPts val="1800"/>
              <a:buChar char="•"/>
              <a:defRPr/>
            </a:lvl9pPr>
          </a:lstStyle>
          <a:p>
            <a:endParaRPr/>
          </a:p>
        </p:txBody>
      </p:sp>
      <p:sp>
        <p:nvSpPr>
          <p:cNvPr id="396" name="Google Shape;396;p73"/>
          <p:cNvSpPr txBox="1">
            <a:spLocks noGrp="1"/>
          </p:cNvSpPr>
          <p:nvPr>
            <p:ph type="body" idx="2"/>
          </p:nvPr>
        </p:nvSpPr>
        <p:spPr>
          <a:xfrm>
            <a:off x="7508953" y="6432334"/>
            <a:ext cx="4224381" cy="228601"/>
          </a:xfrm>
          <a:prstGeom prst="rect">
            <a:avLst/>
          </a:prstGeom>
          <a:noFill/>
          <a:ln>
            <a:noFill/>
          </a:ln>
        </p:spPr>
        <p:txBody>
          <a:bodyPr spcFirstLastPara="1" wrap="square" lIns="0" tIns="0" rIns="0" bIns="0" anchor="b" anchorCtr="0">
            <a:noAutofit/>
          </a:bodyPr>
          <a:lstStyle>
            <a:lvl1pPr marL="457207" lvl="0" indent="-228604" algn="r">
              <a:spcBef>
                <a:spcPts val="1800"/>
              </a:spcBef>
              <a:spcAft>
                <a:spcPts val="0"/>
              </a:spcAft>
              <a:buClr>
                <a:schemeClr val="dk1"/>
              </a:buClr>
              <a:buSzPts val="1000"/>
              <a:buFont typeface="Roboto Medium"/>
              <a:buNone/>
              <a:defRPr sz="1000" b="0" i="0">
                <a:solidFill>
                  <a:schemeClr val="dk1"/>
                </a:solidFill>
                <a:latin typeface="Roboto Medium"/>
                <a:ea typeface="Roboto Medium"/>
                <a:cs typeface="Roboto Medium"/>
                <a:sym typeface="Roboto Medium"/>
              </a:defRPr>
            </a:lvl1pPr>
            <a:lvl2pPr marL="914415" lvl="1" indent="-228604" algn="l">
              <a:spcBef>
                <a:spcPts val="600"/>
              </a:spcBef>
              <a:spcAft>
                <a:spcPts val="0"/>
              </a:spcAft>
              <a:buClr>
                <a:schemeClr val="dk1"/>
              </a:buClr>
              <a:buSzPts val="1800"/>
              <a:buNone/>
              <a:defRPr/>
            </a:lvl2pPr>
            <a:lvl3pPr marL="1371622" lvl="2" indent="-342906" algn="l">
              <a:spcBef>
                <a:spcPts val="600"/>
              </a:spcBef>
              <a:spcAft>
                <a:spcPts val="0"/>
              </a:spcAft>
              <a:buClr>
                <a:schemeClr val="dk1"/>
              </a:buClr>
              <a:buSzPts val="1800"/>
              <a:buChar char="−"/>
              <a:defRPr/>
            </a:lvl3pPr>
            <a:lvl4pPr marL="1828831" lvl="3" indent="-342906" algn="l">
              <a:spcBef>
                <a:spcPts val="300"/>
              </a:spcBef>
              <a:spcAft>
                <a:spcPts val="0"/>
              </a:spcAft>
              <a:buClr>
                <a:schemeClr val="dk1"/>
              </a:buClr>
              <a:buSzPts val="1800"/>
              <a:buChar char="•"/>
              <a:defRPr/>
            </a:lvl4pPr>
            <a:lvl5pPr marL="2286038" lvl="4" indent="-342906" algn="l">
              <a:spcBef>
                <a:spcPts val="300"/>
              </a:spcBef>
              <a:spcAft>
                <a:spcPts val="0"/>
              </a:spcAft>
              <a:buClr>
                <a:schemeClr val="dk1"/>
              </a:buClr>
              <a:buSzPts val="1800"/>
              <a:buChar char="−"/>
              <a:defRPr/>
            </a:lvl5pPr>
            <a:lvl6pPr marL="2743246" lvl="5" indent="-342906" algn="l">
              <a:spcBef>
                <a:spcPts val="360"/>
              </a:spcBef>
              <a:spcAft>
                <a:spcPts val="0"/>
              </a:spcAft>
              <a:buClr>
                <a:schemeClr val="dk1"/>
              </a:buClr>
              <a:buSzPts val="1800"/>
              <a:buChar char="•"/>
              <a:defRPr/>
            </a:lvl6pPr>
            <a:lvl7pPr marL="3200453" lvl="6" indent="-342906" algn="l">
              <a:spcBef>
                <a:spcPts val="360"/>
              </a:spcBef>
              <a:spcAft>
                <a:spcPts val="0"/>
              </a:spcAft>
              <a:buClr>
                <a:schemeClr val="dk1"/>
              </a:buClr>
              <a:buSzPts val="1800"/>
              <a:buChar char="•"/>
              <a:defRPr/>
            </a:lvl7pPr>
            <a:lvl8pPr marL="3657661" lvl="7" indent="-342906" algn="l">
              <a:spcBef>
                <a:spcPts val="360"/>
              </a:spcBef>
              <a:spcAft>
                <a:spcPts val="0"/>
              </a:spcAft>
              <a:buClr>
                <a:schemeClr val="dk1"/>
              </a:buClr>
              <a:buSzPts val="1800"/>
              <a:buChar char="•"/>
              <a:defRPr/>
            </a:lvl8pPr>
            <a:lvl9pPr marL="4114868" lvl="8" indent="-342906" algn="l">
              <a:spcBef>
                <a:spcPts val="360"/>
              </a:spcBef>
              <a:spcAft>
                <a:spcPts val="0"/>
              </a:spcAft>
              <a:buClr>
                <a:schemeClr val="dk1"/>
              </a:buClr>
              <a:buSzPts val="1800"/>
              <a:buChar char="•"/>
              <a:defRPr/>
            </a:lvl9pPr>
          </a:lstStyle>
          <a:p>
            <a:endParaRPr/>
          </a:p>
        </p:txBody>
      </p:sp>
      <p:pic>
        <p:nvPicPr>
          <p:cNvPr id="397" name="Google Shape;397;p73" descr="A picture containing drawing&#10;&#10;Description automatically generated"/>
          <p:cNvPicPr preferRelativeResize="0"/>
          <p:nvPr/>
        </p:nvPicPr>
        <p:blipFill rotWithShape="1">
          <a:blip r:embed="rId2">
            <a:alphaModFix/>
          </a:blip>
          <a:srcRect/>
          <a:stretch/>
        </p:blipFill>
        <p:spPr>
          <a:xfrm>
            <a:off x="455619" y="6275784"/>
            <a:ext cx="685800" cy="353616"/>
          </a:xfrm>
          <a:prstGeom prst="rect">
            <a:avLst/>
          </a:prstGeom>
          <a:noFill/>
          <a:ln>
            <a:noFill/>
          </a:ln>
        </p:spPr>
      </p:pic>
      <p:sp>
        <p:nvSpPr>
          <p:cNvPr id="398" name="Google Shape;398;p73"/>
          <p:cNvSpPr txBox="1">
            <a:spLocks noGrp="1"/>
          </p:cNvSpPr>
          <p:nvPr>
            <p:ph type="body" idx="3"/>
          </p:nvPr>
        </p:nvSpPr>
        <p:spPr>
          <a:xfrm>
            <a:off x="6246876" y="2971801"/>
            <a:ext cx="5486456" cy="2971800"/>
          </a:xfrm>
          <a:prstGeom prst="rect">
            <a:avLst/>
          </a:prstGeom>
          <a:noFill/>
          <a:ln>
            <a:noFill/>
          </a:ln>
        </p:spPr>
        <p:txBody>
          <a:bodyPr spcFirstLastPara="1" wrap="square" lIns="0" tIns="0" rIns="0" bIns="0" anchor="t" anchorCtr="0">
            <a:noAutofit/>
          </a:bodyPr>
          <a:lstStyle>
            <a:lvl1pPr marL="457207" lvl="0" indent="-228604" algn="l">
              <a:spcBef>
                <a:spcPts val="1800"/>
              </a:spcBef>
              <a:spcAft>
                <a:spcPts val="0"/>
              </a:spcAft>
              <a:buClr>
                <a:schemeClr val="dk1"/>
              </a:buClr>
              <a:buSzPts val="1800"/>
              <a:buNone/>
              <a:defRPr/>
            </a:lvl1pPr>
            <a:lvl2pPr marL="914415" lvl="1" indent="-342906" algn="l">
              <a:spcBef>
                <a:spcPts val="600"/>
              </a:spcBef>
              <a:spcAft>
                <a:spcPts val="0"/>
              </a:spcAft>
              <a:buClr>
                <a:schemeClr val="dk1"/>
              </a:buClr>
              <a:buSzPts val="1800"/>
              <a:buChar char="•"/>
              <a:defRPr/>
            </a:lvl2pPr>
            <a:lvl3pPr marL="1371622" lvl="2" indent="-342906" algn="l">
              <a:spcBef>
                <a:spcPts val="600"/>
              </a:spcBef>
              <a:spcAft>
                <a:spcPts val="0"/>
              </a:spcAft>
              <a:buClr>
                <a:schemeClr val="dk1"/>
              </a:buClr>
              <a:buSzPts val="1800"/>
              <a:buChar char="−"/>
              <a:defRPr/>
            </a:lvl3pPr>
            <a:lvl4pPr marL="1828831" lvl="3" indent="-342906" algn="l">
              <a:spcBef>
                <a:spcPts val="300"/>
              </a:spcBef>
              <a:spcAft>
                <a:spcPts val="0"/>
              </a:spcAft>
              <a:buClr>
                <a:schemeClr val="dk1"/>
              </a:buClr>
              <a:buSzPts val="1800"/>
              <a:buChar char="•"/>
              <a:defRPr/>
            </a:lvl4pPr>
            <a:lvl5pPr marL="2286038" lvl="4" indent="-342906" algn="l">
              <a:spcBef>
                <a:spcPts val="300"/>
              </a:spcBef>
              <a:spcAft>
                <a:spcPts val="0"/>
              </a:spcAft>
              <a:buClr>
                <a:schemeClr val="dk1"/>
              </a:buClr>
              <a:buSzPts val="1800"/>
              <a:buChar char="−"/>
              <a:defRPr/>
            </a:lvl5pPr>
            <a:lvl6pPr marL="2743246" lvl="5" indent="-342906" algn="l">
              <a:spcBef>
                <a:spcPts val="360"/>
              </a:spcBef>
              <a:spcAft>
                <a:spcPts val="0"/>
              </a:spcAft>
              <a:buClr>
                <a:schemeClr val="dk1"/>
              </a:buClr>
              <a:buSzPts val="1800"/>
              <a:buChar char="•"/>
              <a:defRPr/>
            </a:lvl6pPr>
            <a:lvl7pPr marL="3200453" lvl="6" indent="-342906" algn="l">
              <a:spcBef>
                <a:spcPts val="360"/>
              </a:spcBef>
              <a:spcAft>
                <a:spcPts val="0"/>
              </a:spcAft>
              <a:buClr>
                <a:schemeClr val="dk1"/>
              </a:buClr>
              <a:buSzPts val="1800"/>
              <a:buChar char="•"/>
              <a:defRPr/>
            </a:lvl7pPr>
            <a:lvl8pPr marL="3657661" lvl="7" indent="-342906" algn="l">
              <a:spcBef>
                <a:spcPts val="360"/>
              </a:spcBef>
              <a:spcAft>
                <a:spcPts val="0"/>
              </a:spcAft>
              <a:buClr>
                <a:schemeClr val="dk1"/>
              </a:buClr>
              <a:buSzPts val="1800"/>
              <a:buChar char="•"/>
              <a:defRPr/>
            </a:lvl8pPr>
            <a:lvl9pPr marL="4114868" lvl="8" indent="-342906" algn="l">
              <a:spcBef>
                <a:spcPts val="360"/>
              </a:spcBef>
              <a:spcAft>
                <a:spcPts val="0"/>
              </a:spcAft>
              <a:buClr>
                <a:schemeClr val="dk1"/>
              </a:buClr>
              <a:buSzPts val="1800"/>
              <a:buChar char="•"/>
              <a:defRPr/>
            </a:lvl9pPr>
          </a:lstStyle>
          <a:p>
            <a:endParaRPr/>
          </a:p>
        </p:txBody>
      </p:sp>
    </p:spTree>
  </p:cSld>
  <p:clrMapOvr>
    <a:masterClrMapping/>
  </p:clrMapOvr>
  <mc:AlternateContent xmlns:mc="http://schemas.openxmlformats.org/markup-compatibility/2006" xmlns:p14="http://schemas.microsoft.com/office/powerpoint/2010/main">
    <mc:Choice Requires="p14">
      <p:transition p14:dur="250">
        <p:fade/>
      </p:transition>
    </mc:Choice>
    <mc:Fallback xmlns:ahyp="http://schemas.microsoft.com/office/drawing/2018/hyperlinkcolor" xmlns:p15="http://schemas.microsoft.com/office/powerpoint/2012/main" xmlns:com="http://schemas.openxmlformats.org/drawingml/2006/compatibility" xmlns:pvml="urn:schemas-microsoft-com:office:powerpoint" xmlns:v="urn:schemas-microsoft-com:vml" xmlns:o="urn:schemas-microsoft-com:office:office" xmlns:dgm="http://schemas.openxmlformats.org/drawingml/2006/diagram" xmlns:c="http://schemas.openxmlformats.org/drawingml/2006/chart" xmlns:mv="urn:schemas-microsoft-com:mac:vml" xmlns="">
      <p:transition>
        <p:fade/>
      </p:transition>
    </mc:Fallback>
  </mc:AlternateContent>
</p:sldLayout>
</file>

<file path=ppt/slideLayouts/slideLayout72.xml><?xml version="1.0" encoding="utf-8"?>
<p:sldLayout xmlns:a="http://schemas.openxmlformats.org/drawingml/2006/main" xmlns:r="http://schemas.openxmlformats.org/officeDocument/2006/relationships" xmlns:p="http://schemas.openxmlformats.org/presentationml/2006/main" matchingName="SEAGLASS Title | Text | Image">
  <p:cSld name="SEAGLASS Title | Text | Image">
    <p:bg>
      <p:bgPr>
        <a:solidFill>
          <a:schemeClr val="accent3"/>
        </a:solidFill>
        <a:effectLst/>
      </p:bgPr>
    </p:bg>
    <p:spTree>
      <p:nvGrpSpPr>
        <p:cNvPr id="1" name="Shape 399"/>
        <p:cNvGrpSpPr/>
        <p:nvPr/>
      </p:nvGrpSpPr>
      <p:grpSpPr>
        <a:xfrm>
          <a:off x="0" y="0"/>
          <a:ext cx="0" cy="0"/>
          <a:chOff x="0" y="0"/>
          <a:chExt cx="0" cy="0"/>
        </a:xfrm>
      </p:grpSpPr>
      <p:sp>
        <p:nvSpPr>
          <p:cNvPr id="400" name="Google Shape;400;p74"/>
          <p:cNvSpPr txBox="1">
            <a:spLocks noGrp="1"/>
          </p:cNvSpPr>
          <p:nvPr>
            <p:ph type="title"/>
          </p:nvPr>
        </p:nvSpPr>
        <p:spPr>
          <a:xfrm>
            <a:off x="455618" y="460685"/>
            <a:ext cx="8915492" cy="524543"/>
          </a:xfrm>
          <a:prstGeom prst="rect">
            <a:avLst/>
          </a:prstGeom>
          <a:noFill/>
          <a:ln>
            <a:noFill/>
          </a:ln>
        </p:spPr>
        <p:txBody>
          <a:bodyPr spcFirstLastPara="1" wrap="square" lIns="0" tIns="0" rIns="0" bIns="0" anchor="t" anchorCtr="0">
            <a:noAutofit/>
          </a:bodyPr>
          <a:lstStyle>
            <a:lvl1pPr lvl="0" algn="l">
              <a:lnSpc>
                <a:spcPct val="80000"/>
              </a:lnSpc>
              <a:spcBef>
                <a:spcPts val="0"/>
              </a:spcBef>
              <a:spcAft>
                <a:spcPts val="0"/>
              </a:spcAft>
              <a:buClr>
                <a:schemeClr val="dk1"/>
              </a:buClr>
              <a:buSzPts val="3200"/>
              <a:buFont typeface="Roboto Medium"/>
              <a:buNone/>
              <a:defRPr b="0"/>
            </a:lvl1pPr>
            <a:lvl2pPr lvl="1">
              <a:spcBef>
                <a:spcPts val="0"/>
              </a:spcBef>
              <a:spcAft>
                <a:spcPts val="0"/>
              </a:spcAft>
              <a:buSzPts val="1400"/>
              <a:buNone/>
              <a:defRPr/>
            </a:lvl2pPr>
            <a:lvl3pPr lvl="2">
              <a:spcBef>
                <a:spcPts val="0"/>
              </a:spcBef>
              <a:spcAft>
                <a:spcPts val="0"/>
              </a:spcAft>
              <a:buSzPts val="1400"/>
              <a:buNone/>
              <a:defRPr/>
            </a:lvl3pPr>
            <a:lvl4pPr lvl="3">
              <a:spcBef>
                <a:spcPts val="0"/>
              </a:spcBef>
              <a:spcAft>
                <a:spcPts val="0"/>
              </a:spcAft>
              <a:buSzPts val="1400"/>
              <a:buNone/>
              <a:defRPr/>
            </a:lvl4pPr>
            <a:lvl5pPr lvl="4">
              <a:spcBef>
                <a:spcPts val="0"/>
              </a:spcBef>
              <a:spcAft>
                <a:spcPts val="0"/>
              </a:spcAft>
              <a:buSzPts val="1400"/>
              <a:buNone/>
              <a:defRPr/>
            </a:lvl5pPr>
            <a:lvl6pPr lvl="5">
              <a:spcBef>
                <a:spcPts val="0"/>
              </a:spcBef>
              <a:spcAft>
                <a:spcPts val="0"/>
              </a:spcAft>
              <a:buSzPts val="1400"/>
              <a:buNone/>
              <a:defRPr/>
            </a:lvl6pPr>
            <a:lvl7pPr lvl="6">
              <a:spcBef>
                <a:spcPts val="0"/>
              </a:spcBef>
              <a:spcAft>
                <a:spcPts val="0"/>
              </a:spcAft>
              <a:buSzPts val="1400"/>
              <a:buNone/>
              <a:defRPr/>
            </a:lvl7pPr>
            <a:lvl8pPr lvl="7">
              <a:spcBef>
                <a:spcPts val="0"/>
              </a:spcBef>
              <a:spcAft>
                <a:spcPts val="0"/>
              </a:spcAft>
              <a:buSzPts val="1400"/>
              <a:buNone/>
              <a:defRPr/>
            </a:lvl8pPr>
            <a:lvl9pPr lvl="8">
              <a:spcBef>
                <a:spcPts val="0"/>
              </a:spcBef>
              <a:spcAft>
                <a:spcPts val="0"/>
              </a:spcAft>
              <a:buSzPts val="1400"/>
              <a:buNone/>
              <a:defRPr/>
            </a:lvl9pPr>
          </a:lstStyle>
          <a:p>
            <a:endParaRPr/>
          </a:p>
        </p:txBody>
      </p:sp>
      <p:sp>
        <p:nvSpPr>
          <p:cNvPr id="401" name="Google Shape;401;p74"/>
          <p:cNvSpPr txBox="1">
            <a:spLocks noGrp="1"/>
          </p:cNvSpPr>
          <p:nvPr>
            <p:ph type="body" idx="1"/>
          </p:nvPr>
        </p:nvSpPr>
        <p:spPr>
          <a:xfrm>
            <a:off x="455618" y="2971800"/>
            <a:ext cx="5638858" cy="2971800"/>
          </a:xfrm>
          <a:prstGeom prst="rect">
            <a:avLst/>
          </a:prstGeom>
          <a:noFill/>
          <a:ln>
            <a:noFill/>
          </a:ln>
        </p:spPr>
        <p:txBody>
          <a:bodyPr spcFirstLastPara="1" wrap="square" lIns="0" tIns="0" rIns="0" bIns="0" anchor="t" anchorCtr="0">
            <a:noAutofit/>
          </a:bodyPr>
          <a:lstStyle>
            <a:lvl1pPr marL="457207" lvl="0" indent="-228604" algn="l">
              <a:lnSpc>
                <a:spcPct val="100000"/>
              </a:lnSpc>
              <a:spcBef>
                <a:spcPts val="1800"/>
              </a:spcBef>
              <a:spcAft>
                <a:spcPts val="0"/>
              </a:spcAft>
              <a:buClr>
                <a:schemeClr val="dk1"/>
              </a:buClr>
              <a:buSzPts val="2000"/>
              <a:buFont typeface="Roboto"/>
              <a:buNone/>
              <a:defRPr b="0" i="0">
                <a:latin typeface="Roboto"/>
                <a:ea typeface="Roboto"/>
                <a:cs typeface="Roboto"/>
                <a:sym typeface="Roboto"/>
              </a:defRPr>
            </a:lvl1pPr>
            <a:lvl2pPr marL="914415" lvl="1" indent="-342906" algn="l">
              <a:spcBef>
                <a:spcPts val="600"/>
              </a:spcBef>
              <a:spcAft>
                <a:spcPts val="0"/>
              </a:spcAft>
              <a:buClr>
                <a:schemeClr val="dk1"/>
              </a:buClr>
              <a:buSzPts val="1800"/>
              <a:buChar char="•"/>
              <a:defRPr b="0" i="0">
                <a:latin typeface="Roboto"/>
                <a:ea typeface="Roboto"/>
                <a:cs typeface="Roboto"/>
                <a:sym typeface="Roboto"/>
              </a:defRPr>
            </a:lvl2pPr>
            <a:lvl3pPr marL="1371622" lvl="2" indent="-330205" algn="l">
              <a:spcBef>
                <a:spcPts val="600"/>
              </a:spcBef>
              <a:spcAft>
                <a:spcPts val="0"/>
              </a:spcAft>
              <a:buClr>
                <a:schemeClr val="dk1"/>
              </a:buClr>
              <a:buSzPts val="1600"/>
              <a:buChar char="−"/>
              <a:defRPr b="0" i="0">
                <a:latin typeface="Roboto"/>
                <a:ea typeface="Roboto"/>
                <a:cs typeface="Roboto"/>
                <a:sym typeface="Roboto"/>
              </a:defRPr>
            </a:lvl3pPr>
            <a:lvl4pPr marL="1828831" lvl="3" indent="-317506" algn="l">
              <a:lnSpc>
                <a:spcPct val="100000"/>
              </a:lnSpc>
              <a:spcBef>
                <a:spcPts val="300"/>
              </a:spcBef>
              <a:spcAft>
                <a:spcPts val="0"/>
              </a:spcAft>
              <a:buClr>
                <a:schemeClr val="dk1"/>
              </a:buClr>
              <a:buSzPts val="1400"/>
              <a:buChar char="•"/>
              <a:defRPr b="0" i="0">
                <a:latin typeface="Roboto"/>
                <a:ea typeface="Roboto"/>
                <a:cs typeface="Roboto"/>
                <a:sym typeface="Roboto"/>
              </a:defRPr>
            </a:lvl4pPr>
            <a:lvl5pPr marL="2286038" lvl="4" indent="-304805" algn="l">
              <a:spcBef>
                <a:spcPts val="300"/>
              </a:spcBef>
              <a:spcAft>
                <a:spcPts val="0"/>
              </a:spcAft>
              <a:buClr>
                <a:schemeClr val="dk1"/>
              </a:buClr>
              <a:buSzPts val="1200"/>
              <a:buChar char="−"/>
              <a:defRPr b="0" i="0">
                <a:latin typeface="Roboto"/>
                <a:ea typeface="Roboto"/>
                <a:cs typeface="Roboto"/>
                <a:sym typeface="Roboto"/>
              </a:defRPr>
            </a:lvl5pPr>
            <a:lvl6pPr marL="2743246" lvl="5" indent="-342906" algn="l">
              <a:spcBef>
                <a:spcPts val="360"/>
              </a:spcBef>
              <a:spcAft>
                <a:spcPts val="0"/>
              </a:spcAft>
              <a:buClr>
                <a:schemeClr val="dk1"/>
              </a:buClr>
              <a:buSzPts val="1800"/>
              <a:buChar char="•"/>
              <a:defRPr/>
            </a:lvl6pPr>
            <a:lvl7pPr marL="3200453" lvl="6" indent="-342906" algn="l">
              <a:spcBef>
                <a:spcPts val="360"/>
              </a:spcBef>
              <a:spcAft>
                <a:spcPts val="0"/>
              </a:spcAft>
              <a:buClr>
                <a:schemeClr val="dk1"/>
              </a:buClr>
              <a:buSzPts val="1800"/>
              <a:buChar char="•"/>
              <a:defRPr/>
            </a:lvl7pPr>
            <a:lvl8pPr marL="3657661" lvl="7" indent="-342906" algn="l">
              <a:spcBef>
                <a:spcPts val="360"/>
              </a:spcBef>
              <a:spcAft>
                <a:spcPts val="0"/>
              </a:spcAft>
              <a:buClr>
                <a:schemeClr val="dk1"/>
              </a:buClr>
              <a:buSzPts val="1800"/>
              <a:buChar char="•"/>
              <a:defRPr/>
            </a:lvl8pPr>
            <a:lvl9pPr marL="4114868" lvl="8" indent="-342906" algn="l">
              <a:spcBef>
                <a:spcPts val="360"/>
              </a:spcBef>
              <a:spcAft>
                <a:spcPts val="0"/>
              </a:spcAft>
              <a:buClr>
                <a:schemeClr val="dk1"/>
              </a:buClr>
              <a:buSzPts val="1800"/>
              <a:buChar char="•"/>
              <a:defRPr/>
            </a:lvl9pPr>
          </a:lstStyle>
          <a:p>
            <a:endParaRPr/>
          </a:p>
        </p:txBody>
      </p:sp>
      <p:sp>
        <p:nvSpPr>
          <p:cNvPr id="402" name="Google Shape;402;p74"/>
          <p:cNvSpPr>
            <a:spLocks noGrp="1"/>
          </p:cNvSpPr>
          <p:nvPr>
            <p:ph type="pic" idx="2"/>
          </p:nvPr>
        </p:nvSpPr>
        <p:spPr>
          <a:xfrm>
            <a:off x="7389890" y="1371600"/>
            <a:ext cx="4343445" cy="4572000"/>
          </a:xfrm>
          <a:prstGeom prst="rect">
            <a:avLst/>
          </a:prstGeom>
          <a:solidFill>
            <a:srgbClr val="F2F2F2"/>
          </a:solidFill>
          <a:ln>
            <a:noFill/>
          </a:ln>
        </p:spPr>
        <p:txBody>
          <a:bodyPr spcFirstLastPara="1" wrap="square" lIns="0" tIns="0" rIns="0" bIns="0" anchor="ctr" anchorCtr="0">
            <a:noAutofit/>
          </a:bodyPr>
          <a:lstStyle>
            <a:lvl1pPr marR="0" lvl="0" algn="ctr" rtl="0">
              <a:spcBef>
                <a:spcPts val="1800"/>
              </a:spcBef>
              <a:spcAft>
                <a:spcPts val="0"/>
              </a:spcAft>
              <a:buClr>
                <a:srgbClr val="D8D8D8"/>
              </a:buClr>
              <a:buSzPts val="2000"/>
              <a:buFont typeface="Roboto"/>
              <a:buNone/>
              <a:defRPr sz="2000" b="0" i="0" u="none" strike="noStrike" cap="none">
                <a:solidFill>
                  <a:srgbClr val="D8D8D8"/>
                </a:solidFill>
                <a:latin typeface="Roboto"/>
                <a:ea typeface="Roboto"/>
                <a:cs typeface="Roboto"/>
                <a:sym typeface="Roboto"/>
              </a:defRPr>
            </a:lvl1pPr>
            <a:lvl2pPr marR="0" lvl="1" algn="l" rtl="0">
              <a:spcBef>
                <a:spcPts val="600"/>
              </a:spcBef>
              <a:spcAft>
                <a:spcPts val="0"/>
              </a:spcAft>
              <a:buClr>
                <a:schemeClr val="dk1"/>
              </a:buClr>
              <a:buSzPts val="1800"/>
              <a:buFont typeface="Arial"/>
              <a:buChar char="•"/>
              <a:defRPr sz="1800" b="0" i="0" u="none" strike="noStrike" cap="none">
                <a:solidFill>
                  <a:schemeClr val="dk1"/>
                </a:solidFill>
                <a:latin typeface="Roboto"/>
                <a:ea typeface="Roboto"/>
                <a:cs typeface="Roboto"/>
                <a:sym typeface="Roboto"/>
              </a:defRPr>
            </a:lvl2pPr>
            <a:lvl3pPr marR="0" lvl="2" algn="l" rtl="0">
              <a:spcBef>
                <a:spcPts val="600"/>
              </a:spcBef>
              <a:spcAft>
                <a:spcPts val="0"/>
              </a:spcAft>
              <a:buClr>
                <a:schemeClr val="dk1"/>
              </a:buClr>
              <a:buSzPts val="1600"/>
              <a:buFont typeface="Merriweather Sans"/>
              <a:buChar char="−"/>
              <a:defRPr sz="1600" b="0" i="0" u="none" strike="noStrike" cap="none">
                <a:solidFill>
                  <a:schemeClr val="dk1"/>
                </a:solidFill>
                <a:latin typeface="Roboto"/>
                <a:ea typeface="Roboto"/>
                <a:cs typeface="Roboto"/>
                <a:sym typeface="Roboto"/>
              </a:defRPr>
            </a:lvl3pPr>
            <a:lvl4pPr marR="0" lvl="3" algn="l" rtl="0">
              <a:spcBef>
                <a:spcPts val="300"/>
              </a:spcBef>
              <a:spcAft>
                <a:spcPts val="0"/>
              </a:spcAft>
              <a:buClr>
                <a:schemeClr val="dk1"/>
              </a:buClr>
              <a:buSzPts val="1400"/>
              <a:buFont typeface="Arial"/>
              <a:buChar char="•"/>
              <a:defRPr sz="1400" b="0" i="0" u="none" strike="noStrike" cap="none">
                <a:solidFill>
                  <a:schemeClr val="dk1"/>
                </a:solidFill>
                <a:latin typeface="Roboto"/>
                <a:ea typeface="Roboto"/>
                <a:cs typeface="Roboto"/>
                <a:sym typeface="Roboto"/>
              </a:defRPr>
            </a:lvl4pPr>
            <a:lvl5pPr marR="0" lvl="4" algn="l" rtl="0">
              <a:spcBef>
                <a:spcPts val="300"/>
              </a:spcBef>
              <a:spcAft>
                <a:spcPts val="0"/>
              </a:spcAft>
              <a:buClr>
                <a:schemeClr val="dk1"/>
              </a:buClr>
              <a:buSzPts val="1200"/>
              <a:buFont typeface="Merriweather Sans"/>
              <a:buChar char="−"/>
              <a:defRPr sz="1200" b="0" i="0" u="none" strike="noStrike" cap="none">
                <a:solidFill>
                  <a:schemeClr val="dk1"/>
                </a:solidFill>
                <a:latin typeface="Roboto"/>
                <a:ea typeface="Roboto"/>
                <a:cs typeface="Roboto"/>
                <a:sym typeface="Roboto"/>
              </a:defRPr>
            </a:lvl5pPr>
            <a:lvl6pPr marR="0" lvl="5" algn="l" rtl="0">
              <a:spcBef>
                <a:spcPts val="533"/>
              </a:spcBef>
              <a:spcAft>
                <a:spcPts val="0"/>
              </a:spcAft>
              <a:buClr>
                <a:schemeClr val="dk1"/>
              </a:buClr>
              <a:buSzPts val="2666"/>
              <a:buFont typeface="Arial"/>
              <a:buChar char="•"/>
              <a:defRPr sz="2666" b="0" i="0" u="none" strike="noStrike" cap="none">
                <a:solidFill>
                  <a:schemeClr val="dk1"/>
                </a:solidFill>
                <a:latin typeface="Poppins Medium"/>
                <a:ea typeface="Poppins Medium"/>
                <a:cs typeface="Poppins Medium"/>
                <a:sym typeface="Poppins Medium"/>
              </a:defRPr>
            </a:lvl6pPr>
            <a:lvl7pPr marR="0" lvl="6" algn="l" rtl="0">
              <a:spcBef>
                <a:spcPts val="533"/>
              </a:spcBef>
              <a:spcAft>
                <a:spcPts val="0"/>
              </a:spcAft>
              <a:buClr>
                <a:schemeClr val="dk1"/>
              </a:buClr>
              <a:buSzPts val="2666"/>
              <a:buFont typeface="Arial"/>
              <a:buChar char="•"/>
              <a:defRPr sz="2666" b="0" i="0" u="none" strike="noStrike" cap="none">
                <a:solidFill>
                  <a:schemeClr val="dk1"/>
                </a:solidFill>
                <a:latin typeface="Poppins Medium"/>
                <a:ea typeface="Poppins Medium"/>
                <a:cs typeface="Poppins Medium"/>
                <a:sym typeface="Poppins Medium"/>
              </a:defRPr>
            </a:lvl7pPr>
            <a:lvl8pPr marR="0" lvl="7" algn="l" rtl="0">
              <a:spcBef>
                <a:spcPts val="533"/>
              </a:spcBef>
              <a:spcAft>
                <a:spcPts val="0"/>
              </a:spcAft>
              <a:buClr>
                <a:schemeClr val="dk1"/>
              </a:buClr>
              <a:buSzPts val="2666"/>
              <a:buFont typeface="Arial"/>
              <a:buChar char="•"/>
              <a:defRPr sz="2666" b="0" i="0" u="none" strike="noStrike" cap="none">
                <a:solidFill>
                  <a:schemeClr val="dk1"/>
                </a:solidFill>
                <a:latin typeface="Poppins Medium"/>
                <a:ea typeface="Poppins Medium"/>
                <a:cs typeface="Poppins Medium"/>
                <a:sym typeface="Poppins Medium"/>
              </a:defRPr>
            </a:lvl8pPr>
            <a:lvl9pPr marR="0" lvl="8" algn="l" rtl="0">
              <a:spcBef>
                <a:spcPts val="533"/>
              </a:spcBef>
              <a:spcAft>
                <a:spcPts val="0"/>
              </a:spcAft>
              <a:buClr>
                <a:schemeClr val="dk1"/>
              </a:buClr>
              <a:buSzPts val="2666"/>
              <a:buFont typeface="Arial"/>
              <a:buChar char="•"/>
              <a:defRPr sz="2666" b="0" i="0" u="none" strike="noStrike" cap="none">
                <a:solidFill>
                  <a:schemeClr val="dk1"/>
                </a:solidFill>
                <a:latin typeface="Poppins Medium"/>
                <a:ea typeface="Poppins Medium"/>
                <a:cs typeface="Poppins Medium"/>
                <a:sym typeface="Poppins Medium"/>
              </a:defRPr>
            </a:lvl9pPr>
          </a:lstStyle>
          <a:p>
            <a:endParaRPr/>
          </a:p>
        </p:txBody>
      </p:sp>
      <p:sp>
        <p:nvSpPr>
          <p:cNvPr id="403" name="Google Shape;403;p74"/>
          <p:cNvSpPr txBox="1">
            <a:spLocks noGrp="1"/>
          </p:cNvSpPr>
          <p:nvPr>
            <p:ph type="body" idx="3"/>
          </p:nvPr>
        </p:nvSpPr>
        <p:spPr>
          <a:xfrm>
            <a:off x="7508953" y="6432334"/>
            <a:ext cx="4224381" cy="228601"/>
          </a:xfrm>
          <a:prstGeom prst="rect">
            <a:avLst/>
          </a:prstGeom>
          <a:noFill/>
          <a:ln>
            <a:noFill/>
          </a:ln>
        </p:spPr>
        <p:txBody>
          <a:bodyPr spcFirstLastPara="1" wrap="square" lIns="0" tIns="0" rIns="0" bIns="0" anchor="b" anchorCtr="0">
            <a:noAutofit/>
          </a:bodyPr>
          <a:lstStyle>
            <a:lvl1pPr marL="457207" lvl="0" indent="-228604" algn="r">
              <a:spcBef>
                <a:spcPts val="1800"/>
              </a:spcBef>
              <a:spcAft>
                <a:spcPts val="0"/>
              </a:spcAft>
              <a:buClr>
                <a:schemeClr val="dk1"/>
              </a:buClr>
              <a:buSzPts val="1000"/>
              <a:buFont typeface="Roboto Medium"/>
              <a:buNone/>
              <a:defRPr sz="1000" b="0" i="0">
                <a:solidFill>
                  <a:schemeClr val="dk1"/>
                </a:solidFill>
                <a:latin typeface="Roboto Medium"/>
                <a:ea typeface="Roboto Medium"/>
                <a:cs typeface="Roboto Medium"/>
                <a:sym typeface="Roboto Medium"/>
              </a:defRPr>
            </a:lvl1pPr>
            <a:lvl2pPr marL="914415" lvl="1" indent="-228604" algn="l">
              <a:spcBef>
                <a:spcPts val="600"/>
              </a:spcBef>
              <a:spcAft>
                <a:spcPts val="0"/>
              </a:spcAft>
              <a:buClr>
                <a:schemeClr val="dk1"/>
              </a:buClr>
              <a:buSzPts val="1800"/>
              <a:buNone/>
              <a:defRPr/>
            </a:lvl2pPr>
            <a:lvl3pPr marL="1371622" lvl="2" indent="-342906" algn="l">
              <a:spcBef>
                <a:spcPts val="600"/>
              </a:spcBef>
              <a:spcAft>
                <a:spcPts val="0"/>
              </a:spcAft>
              <a:buClr>
                <a:schemeClr val="dk1"/>
              </a:buClr>
              <a:buSzPts val="1800"/>
              <a:buChar char="−"/>
              <a:defRPr/>
            </a:lvl3pPr>
            <a:lvl4pPr marL="1828831" lvl="3" indent="-342906" algn="l">
              <a:spcBef>
                <a:spcPts val="300"/>
              </a:spcBef>
              <a:spcAft>
                <a:spcPts val="0"/>
              </a:spcAft>
              <a:buClr>
                <a:schemeClr val="dk1"/>
              </a:buClr>
              <a:buSzPts val="1800"/>
              <a:buChar char="•"/>
              <a:defRPr/>
            </a:lvl4pPr>
            <a:lvl5pPr marL="2286038" lvl="4" indent="-342906" algn="l">
              <a:spcBef>
                <a:spcPts val="300"/>
              </a:spcBef>
              <a:spcAft>
                <a:spcPts val="0"/>
              </a:spcAft>
              <a:buClr>
                <a:schemeClr val="dk1"/>
              </a:buClr>
              <a:buSzPts val="1800"/>
              <a:buChar char="−"/>
              <a:defRPr/>
            </a:lvl5pPr>
            <a:lvl6pPr marL="2743246" lvl="5" indent="-342906" algn="l">
              <a:spcBef>
                <a:spcPts val="360"/>
              </a:spcBef>
              <a:spcAft>
                <a:spcPts val="0"/>
              </a:spcAft>
              <a:buClr>
                <a:schemeClr val="dk1"/>
              </a:buClr>
              <a:buSzPts val="1800"/>
              <a:buChar char="•"/>
              <a:defRPr/>
            </a:lvl6pPr>
            <a:lvl7pPr marL="3200453" lvl="6" indent="-342906" algn="l">
              <a:spcBef>
                <a:spcPts val="360"/>
              </a:spcBef>
              <a:spcAft>
                <a:spcPts val="0"/>
              </a:spcAft>
              <a:buClr>
                <a:schemeClr val="dk1"/>
              </a:buClr>
              <a:buSzPts val="1800"/>
              <a:buChar char="•"/>
              <a:defRPr/>
            </a:lvl7pPr>
            <a:lvl8pPr marL="3657661" lvl="7" indent="-342906" algn="l">
              <a:spcBef>
                <a:spcPts val="360"/>
              </a:spcBef>
              <a:spcAft>
                <a:spcPts val="0"/>
              </a:spcAft>
              <a:buClr>
                <a:schemeClr val="dk1"/>
              </a:buClr>
              <a:buSzPts val="1800"/>
              <a:buChar char="•"/>
              <a:defRPr/>
            </a:lvl8pPr>
            <a:lvl9pPr marL="4114868" lvl="8" indent="-342906" algn="l">
              <a:spcBef>
                <a:spcPts val="360"/>
              </a:spcBef>
              <a:spcAft>
                <a:spcPts val="0"/>
              </a:spcAft>
              <a:buClr>
                <a:schemeClr val="dk1"/>
              </a:buClr>
              <a:buSzPts val="1800"/>
              <a:buChar char="•"/>
              <a:defRPr/>
            </a:lvl9pPr>
          </a:lstStyle>
          <a:p>
            <a:endParaRPr/>
          </a:p>
        </p:txBody>
      </p:sp>
      <p:pic>
        <p:nvPicPr>
          <p:cNvPr id="404" name="Google Shape;404;p74" descr="A picture containing drawing&#10;&#10;Description automatically generated"/>
          <p:cNvPicPr preferRelativeResize="0"/>
          <p:nvPr/>
        </p:nvPicPr>
        <p:blipFill rotWithShape="1">
          <a:blip r:embed="rId2">
            <a:alphaModFix/>
          </a:blip>
          <a:srcRect/>
          <a:stretch/>
        </p:blipFill>
        <p:spPr>
          <a:xfrm>
            <a:off x="455619" y="6275784"/>
            <a:ext cx="685800" cy="353616"/>
          </a:xfrm>
          <a:prstGeom prst="rect">
            <a:avLst/>
          </a:prstGeom>
          <a:noFill/>
          <a:ln>
            <a:noFill/>
          </a:ln>
        </p:spPr>
      </p:pic>
    </p:spTree>
  </p:cSld>
  <p:clrMapOvr>
    <a:masterClrMapping/>
  </p:clrMapOvr>
  <mc:AlternateContent xmlns:mc="http://schemas.openxmlformats.org/markup-compatibility/2006" xmlns:p14="http://schemas.microsoft.com/office/powerpoint/2010/main">
    <mc:Choice Requires="p14">
      <p:transition p14:dur="250">
        <p:fade/>
      </p:transition>
    </mc:Choice>
    <mc:Fallback xmlns:ahyp="http://schemas.microsoft.com/office/drawing/2018/hyperlinkcolor" xmlns:p15="http://schemas.microsoft.com/office/powerpoint/2012/main" xmlns:com="http://schemas.openxmlformats.org/drawingml/2006/compatibility" xmlns:pvml="urn:schemas-microsoft-com:office:powerpoint" xmlns:v="urn:schemas-microsoft-com:vml" xmlns:o="urn:schemas-microsoft-com:office:office" xmlns:dgm="http://schemas.openxmlformats.org/drawingml/2006/diagram" xmlns:c="http://schemas.openxmlformats.org/drawingml/2006/chart" xmlns:mv="urn:schemas-microsoft-com:mac:vml" xmlns="">
      <p:transition>
        <p:fade/>
      </p:transition>
    </mc:Fallback>
  </mc:AlternateContent>
</p:sldLayout>
</file>

<file path=ppt/slideLayouts/slideLayout73.xml><?xml version="1.0" encoding="utf-8"?>
<p:sldLayout xmlns:a="http://schemas.openxmlformats.org/drawingml/2006/main" xmlns:r="http://schemas.openxmlformats.org/officeDocument/2006/relationships" xmlns:p="http://schemas.openxmlformats.org/presentationml/2006/main" matchingName="SEAGLASS Title | Text | HP Image">
  <p:cSld name="SEAGLASS Title | Text | HP Image">
    <p:bg>
      <p:bgPr>
        <a:solidFill>
          <a:schemeClr val="accent3"/>
        </a:solidFill>
        <a:effectLst/>
      </p:bgPr>
    </p:bg>
    <p:spTree>
      <p:nvGrpSpPr>
        <p:cNvPr id="1" name="Shape 405"/>
        <p:cNvGrpSpPr/>
        <p:nvPr/>
      </p:nvGrpSpPr>
      <p:grpSpPr>
        <a:xfrm>
          <a:off x="0" y="0"/>
          <a:ext cx="0" cy="0"/>
          <a:chOff x="0" y="0"/>
          <a:chExt cx="0" cy="0"/>
        </a:xfrm>
      </p:grpSpPr>
      <p:sp>
        <p:nvSpPr>
          <p:cNvPr id="406" name="Google Shape;406;p75"/>
          <p:cNvSpPr>
            <a:spLocks noGrp="1"/>
          </p:cNvSpPr>
          <p:nvPr>
            <p:ph type="pic" idx="2"/>
          </p:nvPr>
        </p:nvSpPr>
        <p:spPr>
          <a:xfrm>
            <a:off x="6094473" y="0"/>
            <a:ext cx="6094476" cy="6858000"/>
          </a:xfrm>
          <a:prstGeom prst="rect">
            <a:avLst/>
          </a:prstGeom>
          <a:solidFill>
            <a:srgbClr val="F2F2F2"/>
          </a:solidFill>
          <a:ln>
            <a:noFill/>
          </a:ln>
        </p:spPr>
        <p:txBody>
          <a:bodyPr spcFirstLastPara="1" wrap="square" lIns="0" tIns="0" rIns="0" bIns="0" anchor="ctr" anchorCtr="0">
            <a:noAutofit/>
          </a:bodyPr>
          <a:lstStyle>
            <a:lvl1pPr marR="0" lvl="0" algn="ctr" rtl="0">
              <a:spcBef>
                <a:spcPts val="1800"/>
              </a:spcBef>
              <a:spcAft>
                <a:spcPts val="0"/>
              </a:spcAft>
              <a:buClr>
                <a:srgbClr val="D8D8D8"/>
              </a:buClr>
              <a:buSzPts val="2000"/>
              <a:buFont typeface="Roboto"/>
              <a:buNone/>
              <a:defRPr sz="2000" b="0" i="0" u="none" strike="noStrike" cap="none">
                <a:solidFill>
                  <a:srgbClr val="D8D8D8"/>
                </a:solidFill>
                <a:latin typeface="Roboto"/>
                <a:ea typeface="Roboto"/>
                <a:cs typeface="Roboto"/>
                <a:sym typeface="Roboto"/>
              </a:defRPr>
            </a:lvl1pPr>
            <a:lvl2pPr marR="0" lvl="1" algn="l" rtl="0">
              <a:spcBef>
                <a:spcPts val="600"/>
              </a:spcBef>
              <a:spcAft>
                <a:spcPts val="0"/>
              </a:spcAft>
              <a:buClr>
                <a:schemeClr val="dk1"/>
              </a:buClr>
              <a:buSzPts val="1800"/>
              <a:buFont typeface="Arial"/>
              <a:buChar char="•"/>
              <a:defRPr sz="1800" b="0" i="0" u="none" strike="noStrike" cap="none">
                <a:solidFill>
                  <a:schemeClr val="dk1"/>
                </a:solidFill>
                <a:latin typeface="Roboto"/>
                <a:ea typeface="Roboto"/>
                <a:cs typeface="Roboto"/>
                <a:sym typeface="Roboto"/>
              </a:defRPr>
            </a:lvl2pPr>
            <a:lvl3pPr marR="0" lvl="2" algn="l" rtl="0">
              <a:spcBef>
                <a:spcPts val="600"/>
              </a:spcBef>
              <a:spcAft>
                <a:spcPts val="0"/>
              </a:spcAft>
              <a:buClr>
                <a:schemeClr val="dk1"/>
              </a:buClr>
              <a:buSzPts val="1600"/>
              <a:buFont typeface="Merriweather Sans"/>
              <a:buChar char="−"/>
              <a:defRPr sz="1600" b="0" i="0" u="none" strike="noStrike" cap="none">
                <a:solidFill>
                  <a:schemeClr val="dk1"/>
                </a:solidFill>
                <a:latin typeface="Roboto"/>
                <a:ea typeface="Roboto"/>
                <a:cs typeface="Roboto"/>
                <a:sym typeface="Roboto"/>
              </a:defRPr>
            </a:lvl3pPr>
            <a:lvl4pPr marR="0" lvl="3" algn="l" rtl="0">
              <a:spcBef>
                <a:spcPts val="300"/>
              </a:spcBef>
              <a:spcAft>
                <a:spcPts val="0"/>
              </a:spcAft>
              <a:buClr>
                <a:schemeClr val="dk1"/>
              </a:buClr>
              <a:buSzPts val="1400"/>
              <a:buFont typeface="Arial"/>
              <a:buChar char="•"/>
              <a:defRPr sz="1400" b="0" i="0" u="none" strike="noStrike" cap="none">
                <a:solidFill>
                  <a:schemeClr val="dk1"/>
                </a:solidFill>
                <a:latin typeface="Roboto"/>
                <a:ea typeface="Roboto"/>
                <a:cs typeface="Roboto"/>
                <a:sym typeface="Roboto"/>
              </a:defRPr>
            </a:lvl4pPr>
            <a:lvl5pPr marR="0" lvl="4" algn="l" rtl="0">
              <a:spcBef>
                <a:spcPts val="300"/>
              </a:spcBef>
              <a:spcAft>
                <a:spcPts val="0"/>
              </a:spcAft>
              <a:buClr>
                <a:schemeClr val="dk1"/>
              </a:buClr>
              <a:buSzPts val="1200"/>
              <a:buFont typeface="Merriweather Sans"/>
              <a:buChar char="−"/>
              <a:defRPr sz="1200" b="0" i="0" u="none" strike="noStrike" cap="none">
                <a:solidFill>
                  <a:schemeClr val="dk1"/>
                </a:solidFill>
                <a:latin typeface="Roboto"/>
                <a:ea typeface="Roboto"/>
                <a:cs typeface="Roboto"/>
                <a:sym typeface="Roboto"/>
              </a:defRPr>
            </a:lvl5pPr>
            <a:lvl6pPr marR="0" lvl="5" algn="l" rtl="0">
              <a:spcBef>
                <a:spcPts val="533"/>
              </a:spcBef>
              <a:spcAft>
                <a:spcPts val="0"/>
              </a:spcAft>
              <a:buClr>
                <a:schemeClr val="dk1"/>
              </a:buClr>
              <a:buSzPts val="2666"/>
              <a:buFont typeface="Arial"/>
              <a:buChar char="•"/>
              <a:defRPr sz="2666" b="0" i="0" u="none" strike="noStrike" cap="none">
                <a:solidFill>
                  <a:schemeClr val="dk1"/>
                </a:solidFill>
                <a:latin typeface="Poppins Medium"/>
                <a:ea typeface="Poppins Medium"/>
                <a:cs typeface="Poppins Medium"/>
                <a:sym typeface="Poppins Medium"/>
              </a:defRPr>
            </a:lvl6pPr>
            <a:lvl7pPr marR="0" lvl="6" algn="l" rtl="0">
              <a:spcBef>
                <a:spcPts val="533"/>
              </a:spcBef>
              <a:spcAft>
                <a:spcPts val="0"/>
              </a:spcAft>
              <a:buClr>
                <a:schemeClr val="dk1"/>
              </a:buClr>
              <a:buSzPts val="2666"/>
              <a:buFont typeface="Arial"/>
              <a:buChar char="•"/>
              <a:defRPr sz="2666" b="0" i="0" u="none" strike="noStrike" cap="none">
                <a:solidFill>
                  <a:schemeClr val="dk1"/>
                </a:solidFill>
                <a:latin typeface="Poppins Medium"/>
                <a:ea typeface="Poppins Medium"/>
                <a:cs typeface="Poppins Medium"/>
                <a:sym typeface="Poppins Medium"/>
              </a:defRPr>
            </a:lvl7pPr>
            <a:lvl8pPr marR="0" lvl="7" algn="l" rtl="0">
              <a:spcBef>
                <a:spcPts val="533"/>
              </a:spcBef>
              <a:spcAft>
                <a:spcPts val="0"/>
              </a:spcAft>
              <a:buClr>
                <a:schemeClr val="dk1"/>
              </a:buClr>
              <a:buSzPts val="2666"/>
              <a:buFont typeface="Arial"/>
              <a:buChar char="•"/>
              <a:defRPr sz="2666" b="0" i="0" u="none" strike="noStrike" cap="none">
                <a:solidFill>
                  <a:schemeClr val="dk1"/>
                </a:solidFill>
                <a:latin typeface="Poppins Medium"/>
                <a:ea typeface="Poppins Medium"/>
                <a:cs typeface="Poppins Medium"/>
                <a:sym typeface="Poppins Medium"/>
              </a:defRPr>
            </a:lvl8pPr>
            <a:lvl9pPr marR="0" lvl="8" algn="l" rtl="0">
              <a:spcBef>
                <a:spcPts val="533"/>
              </a:spcBef>
              <a:spcAft>
                <a:spcPts val="0"/>
              </a:spcAft>
              <a:buClr>
                <a:schemeClr val="dk1"/>
              </a:buClr>
              <a:buSzPts val="2666"/>
              <a:buFont typeface="Arial"/>
              <a:buChar char="•"/>
              <a:defRPr sz="2666" b="0" i="0" u="none" strike="noStrike" cap="none">
                <a:solidFill>
                  <a:schemeClr val="dk1"/>
                </a:solidFill>
                <a:latin typeface="Poppins Medium"/>
                <a:ea typeface="Poppins Medium"/>
                <a:cs typeface="Poppins Medium"/>
                <a:sym typeface="Poppins Medium"/>
              </a:defRPr>
            </a:lvl9pPr>
          </a:lstStyle>
          <a:p>
            <a:endParaRPr/>
          </a:p>
        </p:txBody>
      </p:sp>
      <p:sp>
        <p:nvSpPr>
          <p:cNvPr id="407" name="Google Shape;407;p75"/>
          <p:cNvSpPr txBox="1">
            <a:spLocks noGrp="1"/>
          </p:cNvSpPr>
          <p:nvPr>
            <p:ph type="title"/>
          </p:nvPr>
        </p:nvSpPr>
        <p:spPr>
          <a:xfrm>
            <a:off x="455618" y="476183"/>
            <a:ext cx="5029251" cy="524543"/>
          </a:xfrm>
          <a:prstGeom prst="rect">
            <a:avLst/>
          </a:prstGeom>
          <a:noFill/>
          <a:ln>
            <a:noFill/>
          </a:ln>
        </p:spPr>
        <p:txBody>
          <a:bodyPr spcFirstLastPara="1" wrap="square" lIns="0" tIns="0" rIns="0" bIns="0" anchor="t" anchorCtr="0">
            <a:noAutofit/>
          </a:bodyPr>
          <a:lstStyle>
            <a:lvl1pPr lvl="0" algn="l">
              <a:lnSpc>
                <a:spcPct val="80000"/>
              </a:lnSpc>
              <a:spcBef>
                <a:spcPts val="0"/>
              </a:spcBef>
              <a:spcAft>
                <a:spcPts val="0"/>
              </a:spcAft>
              <a:buClr>
                <a:schemeClr val="dk1"/>
              </a:buClr>
              <a:buSzPts val="3200"/>
              <a:buFont typeface="Roboto Medium"/>
              <a:buNone/>
              <a:defRPr b="0"/>
            </a:lvl1pPr>
            <a:lvl2pPr lvl="1">
              <a:spcBef>
                <a:spcPts val="0"/>
              </a:spcBef>
              <a:spcAft>
                <a:spcPts val="0"/>
              </a:spcAft>
              <a:buSzPts val="1400"/>
              <a:buNone/>
              <a:defRPr/>
            </a:lvl2pPr>
            <a:lvl3pPr lvl="2">
              <a:spcBef>
                <a:spcPts val="0"/>
              </a:spcBef>
              <a:spcAft>
                <a:spcPts val="0"/>
              </a:spcAft>
              <a:buSzPts val="1400"/>
              <a:buNone/>
              <a:defRPr/>
            </a:lvl3pPr>
            <a:lvl4pPr lvl="3">
              <a:spcBef>
                <a:spcPts val="0"/>
              </a:spcBef>
              <a:spcAft>
                <a:spcPts val="0"/>
              </a:spcAft>
              <a:buSzPts val="1400"/>
              <a:buNone/>
              <a:defRPr/>
            </a:lvl4pPr>
            <a:lvl5pPr lvl="4">
              <a:spcBef>
                <a:spcPts val="0"/>
              </a:spcBef>
              <a:spcAft>
                <a:spcPts val="0"/>
              </a:spcAft>
              <a:buSzPts val="1400"/>
              <a:buNone/>
              <a:defRPr/>
            </a:lvl5pPr>
            <a:lvl6pPr lvl="5">
              <a:spcBef>
                <a:spcPts val="0"/>
              </a:spcBef>
              <a:spcAft>
                <a:spcPts val="0"/>
              </a:spcAft>
              <a:buSzPts val="1400"/>
              <a:buNone/>
              <a:defRPr/>
            </a:lvl6pPr>
            <a:lvl7pPr lvl="6">
              <a:spcBef>
                <a:spcPts val="0"/>
              </a:spcBef>
              <a:spcAft>
                <a:spcPts val="0"/>
              </a:spcAft>
              <a:buSzPts val="1400"/>
              <a:buNone/>
              <a:defRPr/>
            </a:lvl7pPr>
            <a:lvl8pPr lvl="7">
              <a:spcBef>
                <a:spcPts val="0"/>
              </a:spcBef>
              <a:spcAft>
                <a:spcPts val="0"/>
              </a:spcAft>
              <a:buSzPts val="1400"/>
              <a:buNone/>
              <a:defRPr/>
            </a:lvl8pPr>
            <a:lvl9pPr lvl="8">
              <a:spcBef>
                <a:spcPts val="0"/>
              </a:spcBef>
              <a:spcAft>
                <a:spcPts val="0"/>
              </a:spcAft>
              <a:buSzPts val="1400"/>
              <a:buNone/>
              <a:defRPr/>
            </a:lvl9pPr>
          </a:lstStyle>
          <a:p>
            <a:endParaRPr/>
          </a:p>
        </p:txBody>
      </p:sp>
      <p:sp>
        <p:nvSpPr>
          <p:cNvPr id="408" name="Google Shape;408;p75"/>
          <p:cNvSpPr txBox="1">
            <a:spLocks noGrp="1"/>
          </p:cNvSpPr>
          <p:nvPr>
            <p:ph type="body" idx="1"/>
          </p:nvPr>
        </p:nvSpPr>
        <p:spPr>
          <a:xfrm>
            <a:off x="455618" y="2971800"/>
            <a:ext cx="5029251" cy="2971800"/>
          </a:xfrm>
          <a:prstGeom prst="rect">
            <a:avLst/>
          </a:prstGeom>
          <a:noFill/>
          <a:ln>
            <a:noFill/>
          </a:ln>
        </p:spPr>
        <p:txBody>
          <a:bodyPr spcFirstLastPara="1" wrap="square" lIns="0" tIns="0" rIns="0" bIns="0" anchor="t" anchorCtr="0">
            <a:noAutofit/>
          </a:bodyPr>
          <a:lstStyle>
            <a:lvl1pPr marL="457207" lvl="0" indent="-228604" algn="l">
              <a:lnSpc>
                <a:spcPct val="100000"/>
              </a:lnSpc>
              <a:spcBef>
                <a:spcPts val="1800"/>
              </a:spcBef>
              <a:spcAft>
                <a:spcPts val="0"/>
              </a:spcAft>
              <a:buClr>
                <a:schemeClr val="dk1"/>
              </a:buClr>
              <a:buSzPts val="2000"/>
              <a:buFont typeface="Roboto"/>
              <a:buNone/>
              <a:defRPr b="0" i="0">
                <a:latin typeface="Roboto"/>
                <a:ea typeface="Roboto"/>
                <a:cs typeface="Roboto"/>
                <a:sym typeface="Roboto"/>
              </a:defRPr>
            </a:lvl1pPr>
            <a:lvl2pPr marL="914415" lvl="1" indent="-342906" algn="l">
              <a:spcBef>
                <a:spcPts val="600"/>
              </a:spcBef>
              <a:spcAft>
                <a:spcPts val="0"/>
              </a:spcAft>
              <a:buClr>
                <a:schemeClr val="dk1"/>
              </a:buClr>
              <a:buSzPts val="1800"/>
              <a:buChar char="•"/>
              <a:defRPr b="0" i="0">
                <a:latin typeface="Roboto"/>
                <a:ea typeface="Roboto"/>
                <a:cs typeface="Roboto"/>
                <a:sym typeface="Roboto"/>
              </a:defRPr>
            </a:lvl2pPr>
            <a:lvl3pPr marL="1371622" lvl="2" indent="-330205" algn="l">
              <a:spcBef>
                <a:spcPts val="600"/>
              </a:spcBef>
              <a:spcAft>
                <a:spcPts val="0"/>
              </a:spcAft>
              <a:buClr>
                <a:schemeClr val="dk1"/>
              </a:buClr>
              <a:buSzPts val="1600"/>
              <a:buChar char="−"/>
              <a:defRPr b="0" i="0">
                <a:latin typeface="Roboto"/>
                <a:ea typeface="Roboto"/>
                <a:cs typeface="Roboto"/>
                <a:sym typeface="Roboto"/>
              </a:defRPr>
            </a:lvl3pPr>
            <a:lvl4pPr marL="1828831" lvl="3" indent="-317506" algn="l">
              <a:lnSpc>
                <a:spcPct val="100000"/>
              </a:lnSpc>
              <a:spcBef>
                <a:spcPts val="300"/>
              </a:spcBef>
              <a:spcAft>
                <a:spcPts val="0"/>
              </a:spcAft>
              <a:buClr>
                <a:schemeClr val="dk1"/>
              </a:buClr>
              <a:buSzPts val="1400"/>
              <a:buChar char="•"/>
              <a:defRPr b="0" i="0">
                <a:latin typeface="Roboto"/>
                <a:ea typeface="Roboto"/>
                <a:cs typeface="Roboto"/>
                <a:sym typeface="Roboto"/>
              </a:defRPr>
            </a:lvl4pPr>
            <a:lvl5pPr marL="2286038" lvl="4" indent="-304805" algn="l">
              <a:spcBef>
                <a:spcPts val="300"/>
              </a:spcBef>
              <a:spcAft>
                <a:spcPts val="0"/>
              </a:spcAft>
              <a:buClr>
                <a:schemeClr val="dk1"/>
              </a:buClr>
              <a:buSzPts val="1200"/>
              <a:buChar char="−"/>
              <a:defRPr b="0" i="0">
                <a:latin typeface="Roboto"/>
                <a:ea typeface="Roboto"/>
                <a:cs typeface="Roboto"/>
                <a:sym typeface="Roboto"/>
              </a:defRPr>
            </a:lvl5pPr>
            <a:lvl6pPr marL="2743246" lvl="5" indent="-342906" algn="l">
              <a:spcBef>
                <a:spcPts val="360"/>
              </a:spcBef>
              <a:spcAft>
                <a:spcPts val="0"/>
              </a:spcAft>
              <a:buClr>
                <a:schemeClr val="dk1"/>
              </a:buClr>
              <a:buSzPts val="1800"/>
              <a:buChar char="•"/>
              <a:defRPr/>
            </a:lvl6pPr>
            <a:lvl7pPr marL="3200453" lvl="6" indent="-342906" algn="l">
              <a:spcBef>
                <a:spcPts val="360"/>
              </a:spcBef>
              <a:spcAft>
                <a:spcPts val="0"/>
              </a:spcAft>
              <a:buClr>
                <a:schemeClr val="dk1"/>
              </a:buClr>
              <a:buSzPts val="1800"/>
              <a:buChar char="•"/>
              <a:defRPr/>
            </a:lvl7pPr>
            <a:lvl8pPr marL="3657661" lvl="7" indent="-342906" algn="l">
              <a:spcBef>
                <a:spcPts val="360"/>
              </a:spcBef>
              <a:spcAft>
                <a:spcPts val="0"/>
              </a:spcAft>
              <a:buClr>
                <a:schemeClr val="dk1"/>
              </a:buClr>
              <a:buSzPts val="1800"/>
              <a:buChar char="•"/>
              <a:defRPr/>
            </a:lvl8pPr>
            <a:lvl9pPr marL="4114868" lvl="8" indent="-342906" algn="l">
              <a:spcBef>
                <a:spcPts val="360"/>
              </a:spcBef>
              <a:spcAft>
                <a:spcPts val="0"/>
              </a:spcAft>
              <a:buClr>
                <a:schemeClr val="dk1"/>
              </a:buClr>
              <a:buSzPts val="1800"/>
              <a:buChar char="•"/>
              <a:defRPr/>
            </a:lvl9pPr>
          </a:lstStyle>
          <a:p>
            <a:endParaRPr/>
          </a:p>
        </p:txBody>
      </p:sp>
      <p:sp>
        <p:nvSpPr>
          <p:cNvPr id="409" name="Google Shape;409;p75"/>
          <p:cNvSpPr txBox="1">
            <a:spLocks noGrp="1"/>
          </p:cNvSpPr>
          <p:nvPr>
            <p:ph type="body" idx="3"/>
          </p:nvPr>
        </p:nvSpPr>
        <p:spPr>
          <a:xfrm>
            <a:off x="7508953" y="6432334"/>
            <a:ext cx="4224381" cy="228601"/>
          </a:xfrm>
          <a:prstGeom prst="rect">
            <a:avLst/>
          </a:prstGeom>
          <a:noFill/>
          <a:ln>
            <a:noFill/>
          </a:ln>
        </p:spPr>
        <p:txBody>
          <a:bodyPr spcFirstLastPara="1" wrap="square" lIns="0" tIns="0" rIns="0" bIns="0" anchor="b" anchorCtr="0">
            <a:noAutofit/>
          </a:bodyPr>
          <a:lstStyle>
            <a:lvl1pPr marL="457207" lvl="0" indent="-228604" algn="r">
              <a:spcBef>
                <a:spcPts val="1800"/>
              </a:spcBef>
              <a:spcAft>
                <a:spcPts val="0"/>
              </a:spcAft>
              <a:buClr>
                <a:schemeClr val="dk1"/>
              </a:buClr>
              <a:buSzPts val="1000"/>
              <a:buFont typeface="Roboto Medium"/>
              <a:buNone/>
              <a:defRPr sz="1000" b="0" i="0">
                <a:solidFill>
                  <a:schemeClr val="dk1"/>
                </a:solidFill>
                <a:latin typeface="Roboto Medium"/>
                <a:ea typeface="Roboto Medium"/>
                <a:cs typeface="Roboto Medium"/>
                <a:sym typeface="Roboto Medium"/>
              </a:defRPr>
            </a:lvl1pPr>
            <a:lvl2pPr marL="914415" lvl="1" indent="-228604" algn="l">
              <a:spcBef>
                <a:spcPts val="600"/>
              </a:spcBef>
              <a:spcAft>
                <a:spcPts val="0"/>
              </a:spcAft>
              <a:buClr>
                <a:schemeClr val="dk1"/>
              </a:buClr>
              <a:buSzPts val="1800"/>
              <a:buNone/>
              <a:defRPr/>
            </a:lvl2pPr>
            <a:lvl3pPr marL="1371622" lvl="2" indent="-342906" algn="l">
              <a:spcBef>
                <a:spcPts val="600"/>
              </a:spcBef>
              <a:spcAft>
                <a:spcPts val="0"/>
              </a:spcAft>
              <a:buClr>
                <a:schemeClr val="dk1"/>
              </a:buClr>
              <a:buSzPts val="1800"/>
              <a:buChar char="−"/>
              <a:defRPr/>
            </a:lvl3pPr>
            <a:lvl4pPr marL="1828831" lvl="3" indent="-342906" algn="l">
              <a:spcBef>
                <a:spcPts val="300"/>
              </a:spcBef>
              <a:spcAft>
                <a:spcPts val="0"/>
              </a:spcAft>
              <a:buClr>
                <a:schemeClr val="dk1"/>
              </a:buClr>
              <a:buSzPts val="1800"/>
              <a:buChar char="•"/>
              <a:defRPr/>
            </a:lvl4pPr>
            <a:lvl5pPr marL="2286038" lvl="4" indent="-342906" algn="l">
              <a:spcBef>
                <a:spcPts val="300"/>
              </a:spcBef>
              <a:spcAft>
                <a:spcPts val="0"/>
              </a:spcAft>
              <a:buClr>
                <a:schemeClr val="dk1"/>
              </a:buClr>
              <a:buSzPts val="1800"/>
              <a:buChar char="−"/>
              <a:defRPr/>
            </a:lvl5pPr>
            <a:lvl6pPr marL="2743246" lvl="5" indent="-342906" algn="l">
              <a:spcBef>
                <a:spcPts val="360"/>
              </a:spcBef>
              <a:spcAft>
                <a:spcPts val="0"/>
              </a:spcAft>
              <a:buClr>
                <a:schemeClr val="dk1"/>
              </a:buClr>
              <a:buSzPts val="1800"/>
              <a:buChar char="•"/>
              <a:defRPr/>
            </a:lvl6pPr>
            <a:lvl7pPr marL="3200453" lvl="6" indent="-342906" algn="l">
              <a:spcBef>
                <a:spcPts val="360"/>
              </a:spcBef>
              <a:spcAft>
                <a:spcPts val="0"/>
              </a:spcAft>
              <a:buClr>
                <a:schemeClr val="dk1"/>
              </a:buClr>
              <a:buSzPts val="1800"/>
              <a:buChar char="•"/>
              <a:defRPr/>
            </a:lvl7pPr>
            <a:lvl8pPr marL="3657661" lvl="7" indent="-342906" algn="l">
              <a:spcBef>
                <a:spcPts val="360"/>
              </a:spcBef>
              <a:spcAft>
                <a:spcPts val="0"/>
              </a:spcAft>
              <a:buClr>
                <a:schemeClr val="dk1"/>
              </a:buClr>
              <a:buSzPts val="1800"/>
              <a:buChar char="•"/>
              <a:defRPr/>
            </a:lvl8pPr>
            <a:lvl9pPr marL="4114868" lvl="8" indent="-342906" algn="l">
              <a:spcBef>
                <a:spcPts val="360"/>
              </a:spcBef>
              <a:spcAft>
                <a:spcPts val="0"/>
              </a:spcAft>
              <a:buClr>
                <a:schemeClr val="dk1"/>
              </a:buClr>
              <a:buSzPts val="1800"/>
              <a:buChar char="•"/>
              <a:defRPr/>
            </a:lvl9pPr>
          </a:lstStyle>
          <a:p>
            <a:endParaRPr/>
          </a:p>
        </p:txBody>
      </p:sp>
      <p:pic>
        <p:nvPicPr>
          <p:cNvPr id="410" name="Google Shape;410;p75" descr="A picture containing drawing&#10;&#10;Description automatically generated"/>
          <p:cNvPicPr preferRelativeResize="0"/>
          <p:nvPr/>
        </p:nvPicPr>
        <p:blipFill rotWithShape="1">
          <a:blip r:embed="rId2">
            <a:alphaModFix/>
          </a:blip>
          <a:srcRect/>
          <a:stretch/>
        </p:blipFill>
        <p:spPr>
          <a:xfrm>
            <a:off x="455619" y="6275784"/>
            <a:ext cx="685800" cy="353616"/>
          </a:xfrm>
          <a:prstGeom prst="rect">
            <a:avLst/>
          </a:prstGeom>
          <a:noFill/>
          <a:ln>
            <a:noFill/>
          </a:ln>
        </p:spPr>
      </p:pic>
    </p:spTree>
  </p:cSld>
  <p:clrMapOvr>
    <a:masterClrMapping/>
  </p:clrMapOvr>
  <mc:AlternateContent xmlns:mc="http://schemas.openxmlformats.org/markup-compatibility/2006" xmlns:p14="http://schemas.microsoft.com/office/powerpoint/2010/main">
    <mc:Choice Requires="p14">
      <p:transition p14:dur="250">
        <p:fade/>
      </p:transition>
    </mc:Choice>
    <mc:Fallback xmlns:ahyp="http://schemas.microsoft.com/office/drawing/2018/hyperlinkcolor" xmlns:p15="http://schemas.microsoft.com/office/powerpoint/2012/main" xmlns:com="http://schemas.openxmlformats.org/drawingml/2006/compatibility" xmlns:pvml="urn:schemas-microsoft-com:office:powerpoint" xmlns:v="urn:schemas-microsoft-com:vml" xmlns:o="urn:schemas-microsoft-com:office:office" xmlns:dgm="http://schemas.openxmlformats.org/drawingml/2006/diagram" xmlns:c="http://schemas.openxmlformats.org/drawingml/2006/chart" xmlns:mv="urn:schemas-microsoft-com:mac:vml" xmlns="">
      <p:transition>
        <p:fade/>
      </p:transition>
    </mc:Fallback>
  </mc:AlternateContent>
</p:sldLayout>
</file>

<file path=ppt/slideLayouts/slideLayout74.xml><?xml version="1.0" encoding="utf-8"?>
<p:sldLayout xmlns:a="http://schemas.openxmlformats.org/drawingml/2006/main" xmlns:r="http://schemas.openxmlformats.org/officeDocument/2006/relationships" xmlns:p="http://schemas.openxmlformats.org/presentationml/2006/main" matchingName="SEAGLASS Title">
  <p:cSld name="SEAGLASS Title">
    <p:bg>
      <p:bgPr>
        <a:solidFill>
          <a:schemeClr val="accent3"/>
        </a:solidFill>
        <a:effectLst/>
      </p:bgPr>
    </p:bg>
    <p:spTree>
      <p:nvGrpSpPr>
        <p:cNvPr id="1" name="Shape 411"/>
        <p:cNvGrpSpPr/>
        <p:nvPr/>
      </p:nvGrpSpPr>
      <p:grpSpPr>
        <a:xfrm>
          <a:off x="0" y="0"/>
          <a:ext cx="0" cy="0"/>
          <a:chOff x="0" y="0"/>
          <a:chExt cx="0" cy="0"/>
        </a:xfrm>
      </p:grpSpPr>
      <p:sp>
        <p:nvSpPr>
          <p:cNvPr id="412" name="Google Shape;412;p76"/>
          <p:cNvSpPr txBox="1">
            <a:spLocks noGrp="1"/>
          </p:cNvSpPr>
          <p:nvPr>
            <p:ph type="title"/>
          </p:nvPr>
        </p:nvSpPr>
        <p:spPr>
          <a:xfrm>
            <a:off x="455618" y="460685"/>
            <a:ext cx="8915492" cy="524543"/>
          </a:xfrm>
          <a:prstGeom prst="rect">
            <a:avLst/>
          </a:prstGeom>
          <a:noFill/>
          <a:ln>
            <a:noFill/>
          </a:ln>
        </p:spPr>
        <p:txBody>
          <a:bodyPr spcFirstLastPara="1" wrap="square" lIns="0" tIns="0" rIns="0" bIns="0" anchor="t" anchorCtr="0">
            <a:noAutofit/>
          </a:bodyPr>
          <a:lstStyle>
            <a:lvl1pPr lvl="0" algn="l">
              <a:lnSpc>
                <a:spcPct val="80000"/>
              </a:lnSpc>
              <a:spcBef>
                <a:spcPts val="0"/>
              </a:spcBef>
              <a:spcAft>
                <a:spcPts val="0"/>
              </a:spcAft>
              <a:buClr>
                <a:schemeClr val="dk1"/>
              </a:buClr>
              <a:buSzPts val="1800"/>
              <a:buNone/>
              <a:defRPr/>
            </a:lvl1pPr>
            <a:lvl2pPr lvl="1">
              <a:spcBef>
                <a:spcPts val="0"/>
              </a:spcBef>
              <a:spcAft>
                <a:spcPts val="0"/>
              </a:spcAft>
              <a:buSzPts val="1400"/>
              <a:buNone/>
              <a:defRPr/>
            </a:lvl2pPr>
            <a:lvl3pPr lvl="2">
              <a:spcBef>
                <a:spcPts val="0"/>
              </a:spcBef>
              <a:spcAft>
                <a:spcPts val="0"/>
              </a:spcAft>
              <a:buSzPts val="1400"/>
              <a:buNone/>
              <a:defRPr/>
            </a:lvl3pPr>
            <a:lvl4pPr lvl="3">
              <a:spcBef>
                <a:spcPts val="0"/>
              </a:spcBef>
              <a:spcAft>
                <a:spcPts val="0"/>
              </a:spcAft>
              <a:buSzPts val="1400"/>
              <a:buNone/>
              <a:defRPr/>
            </a:lvl4pPr>
            <a:lvl5pPr lvl="4">
              <a:spcBef>
                <a:spcPts val="0"/>
              </a:spcBef>
              <a:spcAft>
                <a:spcPts val="0"/>
              </a:spcAft>
              <a:buSzPts val="1400"/>
              <a:buNone/>
              <a:defRPr/>
            </a:lvl5pPr>
            <a:lvl6pPr lvl="5">
              <a:spcBef>
                <a:spcPts val="0"/>
              </a:spcBef>
              <a:spcAft>
                <a:spcPts val="0"/>
              </a:spcAft>
              <a:buSzPts val="1400"/>
              <a:buNone/>
              <a:defRPr/>
            </a:lvl6pPr>
            <a:lvl7pPr lvl="6">
              <a:spcBef>
                <a:spcPts val="0"/>
              </a:spcBef>
              <a:spcAft>
                <a:spcPts val="0"/>
              </a:spcAft>
              <a:buSzPts val="1400"/>
              <a:buNone/>
              <a:defRPr/>
            </a:lvl7pPr>
            <a:lvl8pPr lvl="7">
              <a:spcBef>
                <a:spcPts val="0"/>
              </a:spcBef>
              <a:spcAft>
                <a:spcPts val="0"/>
              </a:spcAft>
              <a:buSzPts val="1400"/>
              <a:buNone/>
              <a:defRPr/>
            </a:lvl8pPr>
            <a:lvl9pPr lvl="8">
              <a:spcBef>
                <a:spcPts val="0"/>
              </a:spcBef>
              <a:spcAft>
                <a:spcPts val="0"/>
              </a:spcAft>
              <a:buSzPts val="1400"/>
              <a:buNone/>
              <a:defRPr/>
            </a:lvl9pPr>
          </a:lstStyle>
          <a:p>
            <a:endParaRPr/>
          </a:p>
        </p:txBody>
      </p:sp>
      <p:sp>
        <p:nvSpPr>
          <p:cNvPr id="413" name="Google Shape;413;p76"/>
          <p:cNvSpPr txBox="1">
            <a:spLocks noGrp="1"/>
          </p:cNvSpPr>
          <p:nvPr>
            <p:ph type="body" idx="1"/>
          </p:nvPr>
        </p:nvSpPr>
        <p:spPr>
          <a:xfrm>
            <a:off x="7508953" y="6432334"/>
            <a:ext cx="4224381" cy="228601"/>
          </a:xfrm>
          <a:prstGeom prst="rect">
            <a:avLst/>
          </a:prstGeom>
          <a:noFill/>
          <a:ln>
            <a:noFill/>
          </a:ln>
        </p:spPr>
        <p:txBody>
          <a:bodyPr spcFirstLastPara="1" wrap="square" lIns="0" tIns="0" rIns="0" bIns="0" anchor="b" anchorCtr="0">
            <a:noAutofit/>
          </a:bodyPr>
          <a:lstStyle>
            <a:lvl1pPr marL="457207" lvl="0" indent="-228604" algn="r">
              <a:spcBef>
                <a:spcPts val="1800"/>
              </a:spcBef>
              <a:spcAft>
                <a:spcPts val="0"/>
              </a:spcAft>
              <a:buClr>
                <a:schemeClr val="dk1"/>
              </a:buClr>
              <a:buSzPts val="1000"/>
              <a:buFont typeface="Roboto Medium"/>
              <a:buNone/>
              <a:defRPr sz="1000" b="0" i="0">
                <a:solidFill>
                  <a:schemeClr val="dk1"/>
                </a:solidFill>
                <a:latin typeface="Roboto Medium"/>
                <a:ea typeface="Roboto Medium"/>
                <a:cs typeface="Roboto Medium"/>
                <a:sym typeface="Roboto Medium"/>
              </a:defRPr>
            </a:lvl1pPr>
            <a:lvl2pPr marL="914415" lvl="1" indent="-228604" algn="l">
              <a:spcBef>
                <a:spcPts val="600"/>
              </a:spcBef>
              <a:spcAft>
                <a:spcPts val="0"/>
              </a:spcAft>
              <a:buClr>
                <a:schemeClr val="dk1"/>
              </a:buClr>
              <a:buSzPts val="1800"/>
              <a:buNone/>
              <a:defRPr/>
            </a:lvl2pPr>
            <a:lvl3pPr marL="1371622" lvl="2" indent="-342906" algn="l">
              <a:spcBef>
                <a:spcPts val="600"/>
              </a:spcBef>
              <a:spcAft>
                <a:spcPts val="0"/>
              </a:spcAft>
              <a:buClr>
                <a:schemeClr val="dk1"/>
              </a:buClr>
              <a:buSzPts val="1800"/>
              <a:buChar char="−"/>
              <a:defRPr/>
            </a:lvl3pPr>
            <a:lvl4pPr marL="1828831" lvl="3" indent="-342906" algn="l">
              <a:spcBef>
                <a:spcPts val="300"/>
              </a:spcBef>
              <a:spcAft>
                <a:spcPts val="0"/>
              </a:spcAft>
              <a:buClr>
                <a:schemeClr val="dk1"/>
              </a:buClr>
              <a:buSzPts val="1800"/>
              <a:buChar char="•"/>
              <a:defRPr/>
            </a:lvl4pPr>
            <a:lvl5pPr marL="2286038" lvl="4" indent="-342906" algn="l">
              <a:spcBef>
                <a:spcPts val="300"/>
              </a:spcBef>
              <a:spcAft>
                <a:spcPts val="0"/>
              </a:spcAft>
              <a:buClr>
                <a:schemeClr val="dk1"/>
              </a:buClr>
              <a:buSzPts val="1800"/>
              <a:buChar char="−"/>
              <a:defRPr/>
            </a:lvl5pPr>
            <a:lvl6pPr marL="2743246" lvl="5" indent="-342906" algn="l">
              <a:spcBef>
                <a:spcPts val="360"/>
              </a:spcBef>
              <a:spcAft>
                <a:spcPts val="0"/>
              </a:spcAft>
              <a:buClr>
                <a:schemeClr val="dk1"/>
              </a:buClr>
              <a:buSzPts val="1800"/>
              <a:buChar char="•"/>
              <a:defRPr/>
            </a:lvl6pPr>
            <a:lvl7pPr marL="3200453" lvl="6" indent="-342906" algn="l">
              <a:spcBef>
                <a:spcPts val="360"/>
              </a:spcBef>
              <a:spcAft>
                <a:spcPts val="0"/>
              </a:spcAft>
              <a:buClr>
                <a:schemeClr val="dk1"/>
              </a:buClr>
              <a:buSzPts val="1800"/>
              <a:buChar char="•"/>
              <a:defRPr/>
            </a:lvl7pPr>
            <a:lvl8pPr marL="3657661" lvl="7" indent="-342906" algn="l">
              <a:spcBef>
                <a:spcPts val="360"/>
              </a:spcBef>
              <a:spcAft>
                <a:spcPts val="0"/>
              </a:spcAft>
              <a:buClr>
                <a:schemeClr val="dk1"/>
              </a:buClr>
              <a:buSzPts val="1800"/>
              <a:buChar char="•"/>
              <a:defRPr/>
            </a:lvl8pPr>
            <a:lvl9pPr marL="4114868" lvl="8" indent="-342906" algn="l">
              <a:spcBef>
                <a:spcPts val="360"/>
              </a:spcBef>
              <a:spcAft>
                <a:spcPts val="0"/>
              </a:spcAft>
              <a:buClr>
                <a:schemeClr val="dk1"/>
              </a:buClr>
              <a:buSzPts val="1800"/>
              <a:buChar char="•"/>
              <a:defRPr/>
            </a:lvl9pPr>
          </a:lstStyle>
          <a:p>
            <a:endParaRPr/>
          </a:p>
        </p:txBody>
      </p:sp>
      <p:pic>
        <p:nvPicPr>
          <p:cNvPr id="414" name="Google Shape;414;p76" descr="A picture containing drawing&#10;&#10;Description automatically generated"/>
          <p:cNvPicPr preferRelativeResize="0"/>
          <p:nvPr/>
        </p:nvPicPr>
        <p:blipFill rotWithShape="1">
          <a:blip r:embed="rId2">
            <a:alphaModFix/>
          </a:blip>
          <a:srcRect/>
          <a:stretch/>
        </p:blipFill>
        <p:spPr>
          <a:xfrm>
            <a:off x="455619" y="6275784"/>
            <a:ext cx="685800" cy="353616"/>
          </a:xfrm>
          <a:prstGeom prst="rect">
            <a:avLst/>
          </a:prstGeom>
          <a:noFill/>
          <a:ln>
            <a:noFill/>
          </a:ln>
        </p:spPr>
      </p:pic>
    </p:spTree>
  </p:cSld>
  <p:clrMapOvr>
    <a:masterClrMapping/>
  </p:clrMapOvr>
  <mc:AlternateContent xmlns:mc="http://schemas.openxmlformats.org/markup-compatibility/2006" xmlns:p14="http://schemas.microsoft.com/office/powerpoint/2010/main">
    <mc:Choice Requires="p14">
      <p:transition p14:dur="250">
        <p:fade/>
      </p:transition>
    </mc:Choice>
    <mc:Fallback xmlns:ahyp="http://schemas.microsoft.com/office/drawing/2018/hyperlinkcolor" xmlns:p15="http://schemas.microsoft.com/office/powerpoint/2012/main" xmlns:com="http://schemas.openxmlformats.org/drawingml/2006/compatibility" xmlns:pvml="urn:schemas-microsoft-com:office:powerpoint" xmlns:v="urn:schemas-microsoft-com:vml" xmlns:o="urn:schemas-microsoft-com:office:office" xmlns:dgm="http://schemas.openxmlformats.org/drawingml/2006/diagram" xmlns:c="http://schemas.openxmlformats.org/drawingml/2006/chart" xmlns:mv="urn:schemas-microsoft-com:mac:vml" xmlns="">
      <p:transition>
        <p:fade/>
      </p:transition>
    </mc:Fallback>
  </mc:AlternateContent>
</p:sldLayout>
</file>

<file path=ppt/slideLayouts/slideLayout75.xml><?xml version="1.0" encoding="utf-8"?>
<p:sldLayout xmlns:a="http://schemas.openxmlformats.org/drawingml/2006/main" xmlns:r="http://schemas.openxmlformats.org/officeDocument/2006/relationships" xmlns:p="http://schemas.openxmlformats.org/presentationml/2006/main" matchingName="SEAGLASS 1Col Subhead | Title | Text">
  <p:cSld name="SEAGLASS 1Col Subhead | Title | Text">
    <p:bg>
      <p:bgPr>
        <a:solidFill>
          <a:schemeClr val="accent3"/>
        </a:solidFill>
        <a:effectLst/>
      </p:bgPr>
    </p:bg>
    <p:spTree>
      <p:nvGrpSpPr>
        <p:cNvPr id="1" name="Shape 415"/>
        <p:cNvGrpSpPr/>
        <p:nvPr/>
      </p:nvGrpSpPr>
      <p:grpSpPr>
        <a:xfrm>
          <a:off x="0" y="0"/>
          <a:ext cx="0" cy="0"/>
          <a:chOff x="0" y="0"/>
          <a:chExt cx="0" cy="0"/>
        </a:xfrm>
      </p:grpSpPr>
      <p:sp>
        <p:nvSpPr>
          <p:cNvPr id="416" name="Google Shape;416;p77"/>
          <p:cNvSpPr txBox="1">
            <a:spLocks noGrp="1"/>
          </p:cNvSpPr>
          <p:nvPr>
            <p:ph type="title"/>
          </p:nvPr>
        </p:nvSpPr>
        <p:spPr>
          <a:xfrm>
            <a:off x="455618" y="731522"/>
            <a:ext cx="8915492" cy="524543"/>
          </a:xfrm>
          <a:prstGeom prst="rect">
            <a:avLst/>
          </a:prstGeom>
          <a:noFill/>
          <a:ln>
            <a:noFill/>
          </a:ln>
        </p:spPr>
        <p:txBody>
          <a:bodyPr spcFirstLastPara="1" wrap="square" lIns="0" tIns="0" rIns="0" bIns="0" anchor="t" anchorCtr="0">
            <a:noAutofit/>
          </a:bodyPr>
          <a:lstStyle>
            <a:lvl1pPr lvl="0" algn="l">
              <a:lnSpc>
                <a:spcPct val="80000"/>
              </a:lnSpc>
              <a:spcBef>
                <a:spcPts val="0"/>
              </a:spcBef>
              <a:spcAft>
                <a:spcPts val="0"/>
              </a:spcAft>
              <a:buClr>
                <a:schemeClr val="dk1"/>
              </a:buClr>
              <a:buSzPts val="3200"/>
              <a:buFont typeface="Roboto Medium"/>
              <a:buNone/>
              <a:defRPr b="0"/>
            </a:lvl1pPr>
            <a:lvl2pPr lvl="1">
              <a:spcBef>
                <a:spcPts val="0"/>
              </a:spcBef>
              <a:spcAft>
                <a:spcPts val="0"/>
              </a:spcAft>
              <a:buSzPts val="1400"/>
              <a:buNone/>
              <a:defRPr/>
            </a:lvl2pPr>
            <a:lvl3pPr lvl="2">
              <a:spcBef>
                <a:spcPts val="0"/>
              </a:spcBef>
              <a:spcAft>
                <a:spcPts val="0"/>
              </a:spcAft>
              <a:buSzPts val="1400"/>
              <a:buNone/>
              <a:defRPr/>
            </a:lvl3pPr>
            <a:lvl4pPr lvl="3">
              <a:spcBef>
                <a:spcPts val="0"/>
              </a:spcBef>
              <a:spcAft>
                <a:spcPts val="0"/>
              </a:spcAft>
              <a:buSzPts val="1400"/>
              <a:buNone/>
              <a:defRPr/>
            </a:lvl4pPr>
            <a:lvl5pPr lvl="4">
              <a:spcBef>
                <a:spcPts val="0"/>
              </a:spcBef>
              <a:spcAft>
                <a:spcPts val="0"/>
              </a:spcAft>
              <a:buSzPts val="1400"/>
              <a:buNone/>
              <a:defRPr/>
            </a:lvl5pPr>
            <a:lvl6pPr lvl="5">
              <a:spcBef>
                <a:spcPts val="0"/>
              </a:spcBef>
              <a:spcAft>
                <a:spcPts val="0"/>
              </a:spcAft>
              <a:buSzPts val="1400"/>
              <a:buNone/>
              <a:defRPr/>
            </a:lvl6pPr>
            <a:lvl7pPr lvl="6">
              <a:spcBef>
                <a:spcPts val="0"/>
              </a:spcBef>
              <a:spcAft>
                <a:spcPts val="0"/>
              </a:spcAft>
              <a:buSzPts val="1400"/>
              <a:buNone/>
              <a:defRPr/>
            </a:lvl7pPr>
            <a:lvl8pPr lvl="7">
              <a:spcBef>
                <a:spcPts val="0"/>
              </a:spcBef>
              <a:spcAft>
                <a:spcPts val="0"/>
              </a:spcAft>
              <a:buSzPts val="1400"/>
              <a:buNone/>
              <a:defRPr/>
            </a:lvl8pPr>
            <a:lvl9pPr lvl="8">
              <a:spcBef>
                <a:spcPts val="0"/>
              </a:spcBef>
              <a:spcAft>
                <a:spcPts val="0"/>
              </a:spcAft>
              <a:buSzPts val="1400"/>
              <a:buNone/>
              <a:defRPr/>
            </a:lvl9pPr>
          </a:lstStyle>
          <a:p>
            <a:endParaRPr/>
          </a:p>
        </p:txBody>
      </p:sp>
      <p:sp>
        <p:nvSpPr>
          <p:cNvPr id="417" name="Google Shape;417;p77"/>
          <p:cNvSpPr txBox="1">
            <a:spLocks noGrp="1"/>
          </p:cNvSpPr>
          <p:nvPr>
            <p:ph type="body" idx="1"/>
          </p:nvPr>
        </p:nvSpPr>
        <p:spPr>
          <a:xfrm>
            <a:off x="455618" y="2971800"/>
            <a:ext cx="8915492" cy="2971800"/>
          </a:xfrm>
          <a:prstGeom prst="rect">
            <a:avLst/>
          </a:prstGeom>
          <a:noFill/>
          <a:ln>
            <a:noFill/>
          </a:ln>
        </p:spPr>
        <p:txBody>
          <a:bodyPr spcFirstLastPara="1" wrap="square" lIns="0" tIns="0" rIns="0" bIns="0" anchor="t" anchorCtr="0">
            <a:noAutofit/>
          </a:bodyPr>
          <a:lstStyle>
            <a:lvl1pPr marL="457207" lvl="0" indent="-228604" algn="l">
              <a:spcBef>
                <a:spcPts val="1800"/>
              </a:spcBef>
              <a:spcAft>
                <a:spcPts val="0"/>
              </a:spcAft>
              <a:buClr>
                <a:schemeClr val="dk1"/>
              </a:buClr>
              <a:buSzPts val="2000"/>
              <a:buFont typeface="Roboto"/>
              <a:buNone/>
              <a:defRPr b="0" i="0">
                <a:latin typeface="Roboto"/>
                <a:ea typeface="Roboto"/>
                <a:cs typeface="Roboto"/>
                <a:sym typeface="Roboto"/>
              </a:defRPr>
            </a:lvl1pPr>
            <a:lvl2pPr marL="914415" lvl="1" indent="-342906" algn="l">
              <a:spcBef>
                <a:spcPts val="600"/>
              </a:spcBef>
              <a:spcAft>
                <a:spcPts val="0"/>
              </a:spcAft>
              <a:buClr>
                <a:schemeClr val="dk1"/>
              </a:buClr>
              <a:buSzPts val="1800"/>
              <a:buChar char="•"/>
              <a:defRPr b="0" i="0">
                <a:latin typeface="Roboto"/>
                <a:ea typeface="Roboto"/>
                <a:cs typeface="Roboto"/>
                <a:sym typeface="Roboto"/>
              </a:defRPr>
            </a:lvl2pPr>
            <a:lvl3pPr marL="1371622" lvl="2" indent="-330205" algn="l">
              <a:spcBef>
                <a:spcPts val="600"/>
              </a:spcBef>
              <a:spcAft>
                <a:spcPts val="0"/>
              </a:spcAft>
              <a:buClr>
                <a:schemeClr val="dk1"/>
              </a:buClr>
              <a:buSzPts val="1600"/>
              <a:buChar char="−"/>
              <a:defRPr b="0" i="0">
                <a:latin typeface="Roboto"/>
                <a:ea typeface="Roboto"/>
                <a:cs typeface="Roboto"/>
                <a:sym typeface="Roboto"/>
              </a:defRPr>
            </a:lvl3pPr>
            <a:lvl4pPr marL="1828831" lvl="3" indent="-317506" algn="l">
              <a:spcBef>
                <a:spcPts val="300"/>
              </a:spcBef>
              <a:spcAft>
                <a:spcPts val="0"/>
              </a:spcAft>
              <a:buClr>
                <a:schemeClr val="dk1"/>
              </a:buClr>
              <a:buSzPts val="1400"/>
              <a:buChar char="•"/>
              <a:defRPr b="0" i="0">
                <a:latin typeface="Roboto"/>
                <a:ea typeface="Roboto"/>
                <a:cs typeface="Roboto"/>
                <a:sym typeface="Roboto"/>
              </a:defRPr>
            </a:lvl4pPr>
            <a:lvl5pPr marL="2286038" lvl="4" indent="-304805" algn="l">
              <a:spcBef>
                <a:spcPts val="300"/>
              </a:spcBef>
              <a:spcAft>
                <a:spcPts val="0"/>
              </a:spcAft>
              <a:buClr>
                <a:schemeClr val="dk1"/>
              </a:buClr>
              <a:buSzPts val="1200"/>
              <a:buChar char="−"/>
              <a:defRPr b="0" i="0">
                <a:latin typeface="Roboto"/>
                <a:ea typeface="Roboto"/>
                <a:cs typeface="Roboto"/>
                <a:sym typeface="Roboto"/>
              </a:defRPr>
            </a:lvl5pPr>
            <a:lvl6pPr marL="2743246" lvl="5" indent="-342906" algn="l">
              <a:spcBef>
                <a:spcPts val="360"/>
              </a:spcBef>
              <a:spcAft>
                <a:spcPts val="0"/>
              </a:spcAft>
              <a:buClr>
                <a:schemeClr val="dk1"/>
              </a:buClr>
              <a:buSzPts val="1800"/>
              <a:buChar char="•"/>
              <a:defRPr/>
            </a:lvl6pPr>
            <a:lvl7pPr marL="3200453" lvl="6" indent="-342906" algn="l">
              <a:spcBef>
                <a:spcPts val="360"/>
              </a:spcBef>
              <a:spcAft>
                <a:spcPts val="0"/>
              </a:spcAft>
              <a:buClr>
                <a:schemeClr val="dk1"/>
              </a:buClr>
              <a:buSzPts val="1800"/>
              <a:buChar char="•"/>
              <a:defRPr/>
            </a:lvl7pPr>
            <a:lvl8pPr marL="3657661" lvl="7" indent="-342906" algn="l">
              <a:spcBef>
                <a:spcPts val="360"/>
              </a:spcBef>
              <a:spcAft>
                <a:spcPts val="0"/>
              </a:spcAft>
              <a:buClr>
                <a:schemeClr val="dk1"/>
              </a:buClr>
              <a:buSzPts val="1800"/>
              <a:buChar char="•"/>
              <a:defRPr/>
            </a:lvl8pPr>
            <a:lvl9pPr marL="4114868" lvl="8" indent="-342906" algn="l">
              <a:spcBef>
                <a:spcPts val="360"/>
              </a:spcBef>
              <a:spcAft>
                <a:spcPts val="0"/>
              </a:spcAft>
              <a:buClr>
                <a:schemeClr val="dk1"/>
              </a:buClr>
              <a:buSzPts val="1800"/>
              <a:buChar char="•"/>
              <a:defRPr/>
            </a:lvl9pPr>
          </a:lstStyle>
          <a:p>
            <a:endParaRPr/>
          </a:p>
        </p:txBody>
      </p:sp>
      <p:sp>
        <p:nvSpPr>
          <p:cNvPr id="418" name="Google Shape;418;p77"/>
          <p:cNvSpPr txBox="1">
            <a:spLocks noGrp="1"/>
          </p:cNvSpPr>
          <p:nvPr>
            <p:ph type="body" idx="2"/>
          </p:nvPr>
        </p:nvSpPr>
        <p:spPr>
          <a:xfrm>
            <a:off x="455618" y="460685"/>
            <a:ext cx="8915492" cy="229235"/>
          </a:xfrm>
          <a:prstGeom prst="rect">
            <a:avLst/>
          </a:prstGeom>
          <a:noFill/>
          <a:ln>
            <a:noFill/>
          </a:ln>
        </p:spPr>
        <p:txBody>
          <a:bodyPr spcFirstLastPara="1" wrap="square" lIns="0" tIns="0" rIns="0" bIns="0" anchor="t" anchorCtr="0">
            <a:noAutofit/>
          </a:bodyPr>
          <a:lstStyle>
            <a:lvl1pPr marL="457207" lvl="0" indent="-228604" algn="l">
              <a:spcBef>
                <a:spcPts val="1800"/>
              </a:spcBef>
              <a:spcAft>
                <a:spcPts val="0"/>
              </a:spcAft>
              <a:buClr>
                <a:schemeClr val="lt1"/>
              </a:buClr>
              <a:buSzPts val="1400"/>
              <a:buFont typeface="Roboto Medium"/>
              <a:buNone/>
              <a:defRPr sz="1400" b="0" i="0">
                <a:solidFill>
                  <a:schemeClr val="lt1"/>
                </a:solidFill>
                <a:latin typeface="Roboto Medium"/>
                <a:ea typeface="Roboto Medium"/>
                <a:cs typeface="Roboto Medium"/>
                <a:sym typeface="Roboto Medium"/>
              </a:defRPr>
            </a:lvl1pPr>
            <a:lvl2pPr marL="914415" lvl="1" indent="-228604" algn="l">
              <a:spcBef>
                <a:spcPts val="600"/>
              </a:spcBef>
              <a:spcAft>
                <a:spcPts val="0"/>
              </a:spcAft>
              <a:buClr>
                <a:schemeClr val="dk1"/>
              </a:buClr>
              <a:buSzPts val="1800"/>
              <a:buNone/>
              <a:defRPr/>
            </a:lvl2pPr>
            <a:lvl3pPr marL="1371622" lvl="2" indent="-342906" algn="l">
              <a:spcBef>
                <a:spcPts val="600"/>
              </a:spcBef>
              <a:spcAft>
                <a:spcPts val="0"/>
              </a:spcAft>
              <a:buClr>
                <a:schemeClr val="dk1"/>
              </a:buClr>
              <a:buSzPts val="1800"/>
              <a:buChar char="−"/>
              <a:defRPr/>
            </a:lvl3pPr>
            <a:lvl4pPr marL="1828831" lvl="3" indent="-342906" algn="l">
              <a:spcBef>
                <a:spcPts val="300"/>
              </a:spcBef>
              <a:spcAft>
                <a:spcPts val="0"/>
              </a:spcAft>
              <a:buClr>
                <a:schemeClr val="dk1"/>
              </a:buClr>
              <a:buSzPts val="1800"/>
              <a:buChar char="•"/>
              <a:defRPr/>
            </a:lvl4pPr>
            <a:lvl5pPr marL="2286038" lvl="4" indent="-342906" algn="l">
              <a:spcBef>
                <a:spcPts val="300"/>
              </a:spcBef>
              <a:spcAft>
                <a:spcPts val="0"/>
              </a:spcAft>
              <a:buClr>
                <a:schemeClr val="dk1"/>
              </a:buClr>
              <a:buSzPts val="1800"/>
              <a:buChar char="−"/>
              <a:defRPr/>
            </a:lvl5pPr>
            <a:lvl6pPr marL="2743246" lvl="5" indent="-342906" algn="l">
              <a:spcBef>
                <a:spcPts val="360"/>
              </a:spcBef>
              <a:spcAft>
                <a:spcPts val="0"/>
              </a:spcAft>
              <a:buClr>
                <a:schemeClr val="dk1"/>
              </a:buClr>
              <a:buSzPts val="1800"/>
              <a:buChar char="•"/>
              <a:defRPr/>
            </a:lvl6pPr>
            <a:lvl7pPr marL="3200453" lvl="6" indent="-342906" algn="l">
              <a:spcBef>
                <a:spcPts val="360"/>
              </a:spcBef>
              <a:spcAft>
                <a:spcPts val="0"/>
              </a:spcAft>
              <a:buClr>
                <a:schemeClr val="dk1"/>
              </a:buClr>
              <a:buSzPts val="1800"/>
              <a:buChar char="•"/>
              <a:defRPr/>
            </a:lvl7pPr>
            <a:lvl8pPr marL="3657661" lvl="7" indent="-342906" algn="l">
              <a:spcBef>
                <a:spcPts val="360"/>
              </a:spcBef>
              <a:spcAft>
                <a:spcPts val="0"/>
              </a:spcAft>
              <a:buClr>
                <a:schemeClr val="dk1"/>
              </a:buClr>
              <a:buSzPts val="1800"/>
              <a:buChar char="•"/>
              <a:defRPr/>
            </a:lvl8pPr>
            <a:lvl9pPr marL="4114868" lvl="8" indent="-342906" algn="l">
              <a:spcBef>
                <a:spcPts val="360"/>
              </a:spcBef>
              <a:spcAft>
                <a:spcPts val="0"/>
              </a:spcAft>
              <a:buClr>
                <a:schemeClr val="dk1"/>
              </a:buClr>
              <a:buSzPts val="1800"/>
              <a:buChar char="•"/>
              <a:defRPr/>
            </a:lvl9pPr>
          </a:lstStyle>
          <a:p>
            <a:endParaRPr/>
          </a:p>
        </p:txBody>
      </p:sp>
      <p:sp>
        <p:nvSpPr>
          <p:cNvPr id="419" name="Google Shape;419;p77"/>
          <p:cNvSpPr txBox="1">
            <a:spLocks noGrp="1"/>
          </p:cNvSpPr>
          <p:nvPr>
            <p:ph type="body" idx="3"/>
          </p:nvPr>
        </p:nvSpPr>
        <p:spPr>
          <a:xfrm>
            <a:off x="7508953" y="6432334"/>
            <a:ext cx="4224381" cy="228601"/>
          </a:xfrm>
          <a:prstGeom prst="rect">
            <a:avLst/>
          </a:prstGeom>
          <a:noFill/>
          <a:ln>
            <a:noFill/>
          </a:ln>
        </p:spPr>
        <p:txBody>
          <a:bodyPr spcFirstLastPara="1" wrap="square" lIns="0" tIns="0" rIns="0" bIns="0" anchor="b" anchorCtr="0">
            <a:noAutofit/>
          </a:bodyPr>
          <a:lstStyle>
            <a:lvl1pPr marL="457207" lvl="0" indent="-228604" algn="r">
              <a:spcBef>
                <a:spcPts val="1800"/>
              </a:spcBef>
              <a:spcAft>
                <a:spcPts val="0"/>
              </a:spcAft>
              <a:buClr>
                <a:schemeClr val="dk1"/>
              </a:buClr>
              <a:buSzPts val="1000"/>
              <a:buFont typeface="Roboto Medium"/>
              <a:buNone/>
              <a:defRPr sz="1000" b="0" i="0">
                <a:solidFill>
                  <a:schemeClr val="dk1"/>
                </a:solidFill>
                <a:latin typeface="Roboto Medium"/>
                <a:ea typeface="Roboto Medium"/>
                <a:cs typeface="Roboto Medium"/>
                <a:sym typeface="Roboto Medium"/>
              </a:defRPr>
            </a:lvl1pPr>
            <a:lvl2pPr marL="914415" lvl="1" indent="-228604" algn="l">
              <a:spcBef>
                <a:spcPts val="600"/>
              </a:spcBef>
              <a:spcAft>
                <a:spcPts val="0"/>
              </a:spcAft>
              <a:buClr>
                <a:schemeClr val="dk1"/>
              </a:buClr>
              <a:buSzPts val="1800"/>
              <a:buNone/>
              <a:defRPr/>
            </a:lvl2pPr>
            <a:lvl3pPr marL="1371622" lvl="2" indent="-342906" algn="l">
              <a:spcBef>
                <a:spcPts val="600"/>
              </a:spcBef>
              <a:spcAft>
                <a:spcPts val="0"/>
              </a:spcAft>
              <a:buClr>
                <a:schemeClr val="dk1"/>
              </a:buClr>
              <a:buSzPts val="1800"/>
              <a:buChar char="−"/>
              <a:defRPr/>
            </a:lvl3pPr>
            <a:lvl4pPr marL="1828831" lvl="3" indent="-342906" algn="l">
              <a:spcBef>
                <a:spcPts val="300"/>
              </a:spcBef>
              <a:spcAft>
                <a:spcPts val="0"/>
              </a:spcAft>
              <a:buClr>
                <a:schemeClr val="dk1"/>
              </a:buClr>
              <a:buSzPts val="1800"/>
              <a:buChar char="•"/>
              <a:defRPr/>
            </a:lvl4pPr>
            <a:lvl5pPr marL="2286038" lvl="4" indent="-342906" algn="l">
              <a:spcBef>
                <a:spcPts val="300"/>
              </a:spcBef>
              <a:spcAft>
                <a:spcPts val="0"/>
              </a:spcAft>
              <a:buClr>
                <a:schemeClr val="dk1"/>
              </a:buClr>
              <a:buSzPts val="1800"/>
              <a:buChar char="−"/>
              <a:defRPr/>
            </a:lvl5pPr>
            <a:lvl6pPr marL="2743246" lvl="5" indent="-342906" algn="l">
              <a:spcBef>
                <a:spcPts val="360"/>
              </a:spcBef>
              <a:spcAft>
                <a:spcPts val="0"/>
              </a:spcAft>
              <a:buClr>
                <a:schemeClr val="dk1"/>
              </a:buClr>
              <a:buSzPts val="1800"/>
              <a:buChar char="•"/>
              <a:defRPr/>
            </a:lvl6pPr>
            <a:lvl7pPr marL="3200453" lvl="6" indent="-342906" algn="l">
              <a:spcBef>
                <a:spcPts val="360"/>
              </a:spcBef>
              <a:spcAft>
                <a:spcPts val="0"/>
              </a:spcAft>
              <a:buClr>
                <a:schemeClr val="dk1"/>
              </a:buClr>
              <a:buSzPts val="1800"/>
              <a:buChar char="•"/>
              <a:defRPr/>
            </a:lvl7pPr>
            <a:lvl8pPr marL="3657661" lvl="7" indent="-342906" algn="l">
              <a:spcBef>
                <a:spcPts val="360"/>
              </a:spcBef>
              <a:spcAft>
                <a:spcPts val="0"/>
              </a:spcAft>
              <a:buClr>
                <a:schemeClr val="dk1"/>
              </a:buClr>
              <a:buSzPts val="1800"/>
              <a:buChar char="•"/>
              <a:defRPr/>
            </a:lvl8pPr>
            <a:lvl9pPr marL="4114868" lvl="8" indent="-342906" algn="l">
              <a:spcBef>
                <a:spcPts val="360"/>
              </a:spcBef>
              <a:spcAft>
                <a:spcPts val="0"/>
              </a:spcAft>
              <a:buClr>
                <a:schemeClr val="dk1"/>
              </a:buClr>
              <a:buSzPts val="1800"/>
              <a:buChar char="•"/>
              <a:defRPr/>
            </a:lvl9pPr>
          </a:lstStyle>
          <a:p>
            <a:endParaRPr/>
          </a:p>
        </p:txBody>
      </p:sp>
      <p:pic>
        <p:nvPicPr>
          <p:cNvPr id="420" name="Google Shape;420;p77" descr="A picture containing drawing&#10;&#10;Description automatically generated"/>
          <p:cNvPicPr preferRelativeResize="0"/>
          <p:nvPr/>
        </p:nvPicPr>
        <p:blipFill rotWithShape="1">
          <a:blip r:embed="rId2">
            <a:alphaModFix/>
          </a:blip>
          <a:srcRect/>
          <a:stretch/>
        </p:blipFill>
        <p:spPr>
          <a:xfrm>
            <a:off x="455619" y="6275784"/>
            <a:ext cx="685800" cy="353616"/>
          </a:xfrm>
          <a:prstGeom prst="rect">
            <a:avLst/>
          </a:prstGeom>
          <a:noFill/>
          <a:ln>
            <a:noFill/>
          </a:ln>
        </p:spPr>
      </p:pic>
    </p:spTree>
  </p:cSld>
  <p:clrMapOvr>
    <a:masterClrMapping/>
  </p:clrMapOvr>
  <mc:AlternateContent xmlns:mc="http://schemas.openxmlformats.org/markup-compatibility/2006" xmlns:p14="http://schemas.microsoft.com/office/powerpoint/2010/main">
    <mc:Choice Requires="p14">
      <p:transition p14:dur="250">
        <p:fade/>
      </p:transition>
    </mc:Choice>
    <mc:Fallback xmlns:ahyp="http://schemas.microsoft.com/office/drawing/2018/hyperlinkcolor" xmlns:p15="http://schemas.microsoft.com/office/powerpoint/2012/main" xmlns:com="http://schemas.openxmlformats.org/drawingml/2006/compatibility" xmlns:pvml="urn:schemas-microsoft-com:office:powerpoint" xmlns:v="urn:schemas-microsoft-com:vml" xmlns:o="urn:schemas-microsoft-com:office:office" xmlns:dgm="http://schemas.openxmlformats.org/drawingml/2006/diagram" xmlns:c="http://schemas.openxmlformats.org/drawingml/2006/chart" xmlns:mv="urn:schemas-microsoft-com:mac:vml" xmlns="">
      <p:transition>
        <p:fade/>
      </p:transition>
    </mc:Fallback>
  </mc:AlternateContent>
</p:sldLayout>
</file>

<file path=ppt/slideLayouts/slideLayout76.xml><?xml version="1.0" encoding="utf-8"?>
<p:sldLayout xmlns:a="http://schemas.openxmlformats.org/drawingml/2006/main" xmlns:r="http://schemas.openxmlformats.org/officeDocument/2006/relationships" xmlns:p="http://schemas.openxmlformats.org/presentationml/2006/main" matchingName="SEAGLASS 2Col Subhead | Title | Text">
  <p:cSld name="SEAGLASS 2Col Subhead | Title | Text">
    <p:bg>
      <p:bgPr>
        <a:solidFill>
          <a:schemeClr val="accent3"/>
        </a:solidFill>
        <a:effectLst/>
      </p:bgPr>
    </p:bg>
    <p:spTree>
      <p:nvGrpSpPr>
        <p:cNvPr id="1" name="Shape 421"/>
        <p:cNvGrpSpPr/>
        <p:nvPr/>
      </p:nvGrpSpPr>
      <p:grpSpPr>
        <a:xfrm>
          <a:off x="0" y="0"/>
          <a:ext cx="0" cy="0"/>
          <a:chOff x="0" y="0"/>
          <a:chExt cx="0" cy="0"/>
        </a:xfrm>
      </p:grpSpPr>
      <p:sp>
        <p:nvSpPr>
          <p:cNvPr id="422" name="Google Shape;422;p78"/>
          <p:cNvSpPr txBox="1">
            <a:spLocks noGrp="1"/>
          </p:cNvSpPr>
          <p:nvPr>
            <p:ph type="title"/>
          </p:nvPr>
        </p:nvSpPr>
        <p:spPr>
          <a:xfrm>
            <a:off x="455618" y="731522"/>
            <a:ext cx="8915492" cy="524543"/>
          </a:xfrm>
          <a:prstGeom prst="rect">
            <a:avLst/>
          </a:prstGeom>
          <a:noFill/>
          <a:ln>
            <a:noFill/>
          </a:ln>
        </p:spPr>
        <p:txBody>
          <a:bodyPr spcFirstLastPara="1" wrap="square" lIns="0" tIns="0" rIns="0" bIns="0" anchor="t" anchorCtr="0">
            <a:noAutofit/>
          </a:bodyPr>
          <a:lstStyle>
            <a:lvl1pPr lvl="0" algn="l">
              <a:lnSpc>
                <a:spcPct val="80000"/>
              </a:lnSpc>
              <a:spcBef>
                <a:spcPts val="0"/>
              </a:spcBef>
              <a:spcAft>
                <a:spcPts val="0"/>
              </a:spcAft>
              <a:buClr>
                <a:schemeClr val="dk1"/>
              </a:buClr>
              <a:buSzPts val="3200"/>
              <a:buFont typeface="Roboto Medium"/>
              <a:buNone/>
              <a:defRPr b="0"/>
            </a:lvl1pPr>
            <a:lvl2pPr lvl="1">
              <a:spcBef>
                <a:spcPts val="0"/>
              </a:spcBef>
              <a:spcAft>
                <a:spcPts val="0"/>
              </a:spcAft>
              <a:buSzPts val="1400"/>
              <a:buNone/>
              <a:defRPr/>
            </a:lvl2pPr>
            <a:lvl3pPr lvl="2">
              <a:spcBef>
                <a:spcPts val="0"/>
              </a:spcBef>
              <a:spcAft>
                <a:spcPts val="0"/>
              </a:spcAft>
              <a:buSzPts val="1400"/>
              <a:buNone/>
              <a:defRPr/>
            </a:lvl3pPr>
            <a:lvl4pPr lvl="3">
              <a:spcBef>
                <a:spcPts val="0"/>
              </a:spcBef>
              <a:spcAft>
                <a:spcPts val="0"/>
              </a:spcAft>
              <a:buSzPts val="1400"/>
              <a:buNone/>
              <a:defRPr/>
            </a:lvl4pPr>
            <a:lvl5pPr lvl="4">
              <a:spcBef>
                <a:spcPts val="0"/>
              </a:spcBef>
              <a:spcAft>
                <a:spcPts val="0"/>
              </a:spcAft>
              <a:buSzPts val="1400"/>
              <a:buNone/>
              <a:defRPr/>
            </a:lvl5pPr>
            <a:lvl6pPr lvl="5">
              <a:spcBef>
                <a:spcPts val="0"/>
              </a:spcBef>
              <a:spcAft>
                <a:spcPts val="0"/>
              </a:spcAft>
              <a:buSzPts val="1400"/>
              <a:buNone/>
              <a:defRPr/>
            </a:lvl6pPr>
            <a:lvl7pPr lvl="6">
              <a:spcBef>
                <a:spcPts val="0"/>
              </a:spcBef>
              <a:spcAft>
                <a:spcPts val="0"/>
              </a:spcAft>
              <a:buSzPts val="1400"/>
              <a:buNone/>
              <a:defRPr/>
            </a:lvl7pPr>
            <a:lvl8pPr lvl="7">
              <a:spcBef>
                <a:spcPts val="0"/>
              </a:spcBef>
              <a:spcAft>
                <a:spcPts val="0"/>
              </a:spcAft>
              <a:buSzPts val="1400"/>
              <a:buNone/>
              <a:defRPr/>
            </a:lvl8pPr>
            <a:lvl9pPr lvl="8">
              <a:spcBef>
                <a:spcPts val="0"/>
              </a:spcBef>
              <a:spcAft>
                <a:spcPts val="0"/>
              </a:spcAft>
              <a:buSzPts val="1400"/>
              <a:buNone/>
              <a:defRPr/>
            </a:lvl9pPr>
          </a:lstStyle>
          <a:p>
            <a:endParaRPr/>
          </a:p>
        </p:txBody>
      </p:sp>
      <p:sp>
        <p:nvSpPr>
          <p:cNvPr id="423" name="Google Shape;423;p78"/>
          <p:cNvSpPr txBox="1">
            <a:spLocks noGrp="1"/>
          </p:cNvSpPr>
          <p:nvPr>
            <p:ph type="body" idx="1"/>
          </p:nvPr>
        </p:nvSpPr>
        <p:spPr>
          <a:xfrm>
            <a:off x="455617" y="2971800"/>
            <a:ext cx="5486456" cy="2971800"/>
          </a:xfrm>
          <a:prstGeom prst="rect">
            <a:avLst/>
          </a:prstGeom>
          <a:noFill/>
          <a:ln>
            <a:noFill/>
          </a:ln>
        </p:spPr>
        <p:txBody>
          <a:bodyPr spcFirstLastPara="1" wrap="square" lIns="0" tIns="0" rIns="0" bIns="0" anchor="t" anchorCtr="0">
            <a:noAutofit/>
          </a:bodyPr>
          <a:lstStyle>
            <a:lvl1pPr marL="457207" lvl="0" indent="-228604" algn="l">
              <a:lnSpc>
                <a:spcPct val="100000"/>
              </a:lnSpc>
              <a:spcBef>
                <a:spcPts val="1800"/>
              </a:spcBef>
              <a:spcAft>
                <a:spcPts val="0"/>
              </a:spcAft>
              <a:buClr>
                <a:schemeClr val="dk1"/>
              </a:buClr>
              <a:buSzPts val="2000"/>
              <a:buFont typeface="Roboto"/>
              <a:buNone/>
              <a:defRPr b="0" i="0">
                <a:latin typeface="Roboto"/>
                <a:ea typeface="Roboto"/>
                <a:cs typeface="Roboto"/>
                <a:sym typeface="Roboto"/>
              </a:defRPr>
            </a:lvl1pPr>
            <a:lvl2pPr marL="914415" lvl="1" indent="-342906" algn="l">
              <a:spcBef>
                <a:spcPts val="600"/>
              </a:spcBef>
              <a:spcAft>
                <a:spcPts val="0"/>
              </a:spcAft>
              <a:buClr>
                <a:schemeClr val="dk1"/>
              </a:buClr>
              <a:buSzPts val="1800"/>
              <a:buChar char="•"/>
              <a:defRPr b="0" i="0">
                <a:latin typeface="Roboto"/>
                <a:ea typeface="Roboto"/>
                <a:cs typeface="Roboto"/>
                <a:sym typeface="Roboto"/>
              </a:defRPr>
            </a:lvl2pPr>
            <a:lvl3pPr marL="1371622" lvl="2" indent="-330205" algn="l">
              <a:spcBef>
                <a:spcPts val="600"/>
              </a:spcBef>
              <a:spcAft>
                <a:spcPts val="0"/>
              </a:spcAft>
              <a:buClr>
                <a:schemeClr val="dk1"/>
              </a:buClr>
              <a:buSzPts val="1600"/>
              <a:buChar char="−"/>
              <a:defRPr b="0" i="0">
                <a:latin typeface="Roboto"/>
                <a:ea typeface="Roboto"/>
                <a:cs typeface="Roboto"/>
                <a:sym typeface="Roboto"/>
              </a:defRPr>
            </a:lvl3pPr>
            <a:lvl4pPr marL="1828831" lvl="3" indent="-317506" algn="l">
              <a:spcBef>
                <a:spcPts val="300"/>
              </a:spcBef>
              <a:spcAft>
                <a:spcPts val="0"/>
              </a:spcAft>
              <a:buClr>
                <a:schemeClr val="dk1"/>
              </a:buClr>
              <a:buSzPts val="1400"/>
              <a:buChar char="•"/>
              <a:defRPr b="0" i="0">
                <a:latin typeface="Roboto"/>
                <a:ea typeface="Roboto"/>
                <a:cs typeface="Roboto"/>
                <a:sym typeface="Roboto"/>
              </a:defRPr>
            </a:lvl4pPr>
            <a:lvl5pPr marL="2286038" lvl="4" indent="-304805" algn="l">
              <a:spcBef>
                <a:spcPts val="300"/>
              </a:spcBef>
              <a:spcAft>
                <a:spcPts val="0"/>
              </a:spcAft>
              <a:buClr>
                <a:schemeClr val="dk1"/>
              </a:buClr>
              <a:buSzPts val="1200"/>
              <a:buChar char="−"/>
              <a:defRPr b="0" i="0">
                <a:latin typeface="Roboto"/>
                <a:ea typeface="Roboto"/>
                <a:cs typeface="Roboto"/>
                <a:sym typeface="Roboto"/>
              </a:defRPr>
            </a:lvl5pPr>
            <a:lvl6pPr marL="2743246" lvl="5" indent="-342906" algn="l">
              <a:spcBef>
                <a:spcPts val="360"/>
              </a:spcBef>
              <a:spcAft>
                <a:spcPts val="0"/>
              </a:spcAft>
              <a:buClr>
                <a:schemeClr val="dk1"/>
              </a:buClr>
              <a:buSzPts val="1800"/>
              <a:buChar char="•"/>
              <a:defRPr/>
            </a:lvl6pPr>
            <a:lvl7pPr marL="3200453" lvl="6" indent="-342906" algn="l">
              <a:spcBef>
                <a:spcPts val="360"/>
              </a:spcBef>
              <a:spcAft>
                <a:spcPts val="0"/>
              </a:spcAft>
              <a:buClr>
                <a:schemeClr val="dk1"/>
              </a:buClr>
              <a:buSzPts val="1800"/>
              <a:buChar char="•"/>
              <a:defRPr/>
            </a:lvl7pPr>
            <a:lvl8pPr marL="3657661" lvl="7" indent="-342906" algn="l">
              <a:spcBef>
                <a:spcPts val="360"/>
              </a:spcBef>
              <a:spcAft>
                <a:spcPts val="0"/>
              </a:spcAft>
              <a:buClr>
                <a:schemeClr val="dk1"/>
              </a:buClr>
              <a:buSzPts val="1800"/>
              <a:buChar char="•"/>
              <a:defRPr/>
            </a:lvl8pPr>
            <a:lvl9pPr marL="4114868" lvl="8" indent="-342906" algn="l">
              <a:spcBef>
                <a:spcPts val="360"/>
              </a:spcBef>
              <a:spcAft>
                <a:spcPts val="0"/>
              </a:spcAft>
              <a:buClr>
                <a:schemeClr val="dk1"/>
              </a:buClr>
              <a:buSzPts val="1800"/>
              <a:buChar char="•"/>
              <a:defRPr/>
            </a:lvl9pPr>
          </a:lstStyle>
          <a:p>
            <a:endParaRPr/>
          </a:p>
        </p:txBody>
      </p:sp>
      <p:sp>
        <p:nvSpPr>
          <p:cNvPr id="424" name="Google Shape;424;p78"/>
          <p:cNvSpPr txBox="1">
            <a:spLocks noGrp="1"/>
          </p:cNvSpPr>
          <p:nvPr>
            <p:ph type="body" idx="2"/>
          </p:nvPr>
        </p:nvSpPr>
        <p:spPr>
          <a:xfrm>
            <a:off x="455618" y="460685"/>
            <a:ext cx="8915492" cy="229235"/>
          </a:xfrm>
          <a:prstGeom prst="rect">
            <a:avLst/>
          </a:prstGeom>
          <a:noFill/>
          <a:ln>
            <a:noFill/>
          </a:ln>
        </p:spPr>
        <p:txBody>
          <a:bodyPr spcFirstLastPara="1" wrap="square" lIns="0" tIns="0" rIns="0" bIns="0" anchor="t" anchorCtr="0">
            <a:noAutofit/>
          </a:bodyPr>
          <a:lstStyle>
            <a:lvl1pPr marL="457207" lvl="0" indent="-228604" algn="l">
              <a:spcBef>
                <a:spcPts val="1800"/>
              </a:spcBef>
              <a:spcAft>
                <a:spcPts val="0"/>
              </a:spcAft>
              <a:buClr>
                <a:schemeClr val="lt1"/>
              </a:buClr>
              <a:buSzPts val="1400"/>
              <a:buFont typeface="Roboto Medium"/>
              <a:buNone/>
              <a:defRPr sz="1400" b="0" i="0">
                <a:solidFill>
                  <a:schemeClr val="lt1"/>
                </a:solidFill>
                <a:latin typeface="Roboto Medium"/>
                <a:ea typeface="Roboto Medium"/>
                <a:cs typeface="Roboto Medium"/>
                <a:sym typeface="Roboto Medium"/>
              </a:defRPr>
            </a:lvl1pPr>
            <a:lvl2pPr marL="914415" lvl="1" indent="-228604" algn="l">
              <a:spcBef>
                <a:spcPts val="600"/>
              </a:spcBef>
              <a:spcAft>
                <a:spcPts val="0"/>
              </a:spcAft>
              <a:buClr>
                <a:schemeClr val="dk1"/>
              </a:buClr>
              <a:buSzPts val="1800"/>
              <a:buNone/>
              <a:defRPr/>
            </a:lvl2pPr>
            <a:lvl3pPr marL="1371622" lvl="2" indent="-342906" algn="l">
              <a:spcBef>
                <a:spcPts val="600"/>
              </a:spcBef>
              <a:spcAft>
                <a:spcPts val="0"/>
              </a:spcAft>
              <a:buClr>
                <a:schemeClr val="dk1"/>
              </a:buClr>
              <a:buSzPts val="1800"/>
              <a:buChar char="−"/>
              <a:defRPr/>
            </a:lvl3pPr>
            <a:lvl4pPr marL="1828831" lvl="3" indent="-342906" algn="l">
              <a:spcBef>
                <a:spcPts val="300"/>
              </a:spcBef>
              <a:spcAft>
                <a:spcPts val="0"/>
              </a:spcAft>
              <a:buClr>
                <a:schemeClr val="dk1"/>
              </a:buClr>
              <a:buSzPts val="1800"/>
              <a:buChar char="•"/>
              <a:defRPr/>
            </a:lvl4pPr>
            <a:lvl5pPr marL="2286038" lvl="4" indent="-342906" algn="l">
              <a:spcBef>
                <a:spcPts val="300"/>
              </a:spcBef>
              <a:spcAft>
                <a:spcPts val="0"/>
              </a:spcAft>
              <a:buClr>
                <a:schemeClr val="dk1"/>
              </a:buClr>
              <a:buSzPts val="1800"/>
              <a:buChar char="−"/>
              <a:defRPr/>
            </a:lvl5pPr>
            <a:lvl6pPr marL="2743246" lvl="5" indent="-342906" algn="l">
              <a:spcBef>
                <a:spcPts val="360"/>
              </a:spcBef>
              <a:spcAft>
                <a:spcPts val="0"/>
              </a:spcAft>
              <a:buClr>
                <a:schemeClr val="dk1"/>
              </a:buClr>
              <a:buSzPts val="1800"/>
              <a:buChar char="•"/>
              <a:defRPr/>
            </a:lvl6pPr>
            <a:lvl7pPr marL="3200453" lvl="6" indent="-342906" algn="l">
              <a:spcBef>
                <a:spcPts val="360"/>
              </a:spcBef>
              <a:spcAft>
                <a:spcPts val="0"/>
              </a:spcAft>
              <a:buClr>
                <a:schemeClr val="dk1"/>
              </a:buClr>
              <a:buSzPts val="1800"/>
              <a:buChar char="•"/>
              <a:defRPr/>
            </a:lvl7pPr>
            <a:lvl8pPr marL="3657661" lvl="7" indent="-342906" algn="l">
              <a:spcBef>
                <a:spcPts val="360"/>
              </a:spcBef>
              <a:spcAft>
                <a:spcPts val="0"/>
              </a:spcAft>
              <a:buClr>
                <a:schemeClr val="dk1"/>
              </a:buClr>
              <a:buSzPts val="1800"/>
              <a:buChar char="•"/>
              <a:defRPr/>
            </a:lvl8pPr>
            <a:lvl9pPr marL="4114868" lvl="8" indent="-342906" algn="l">
              <a:spcBef>
                <a:spcPts val="360"/>
              </a:spcBef>
              <a:spcAft>
                <a:spcPts val="0"/>
              </a:spcAft>
              <a:buClr>
                <a:schemeClr val="dk1"/>
              </a:buClr>
              <a:buSzPts val="1800"/>
              <a:buChar char="•"/>
              <a:defRPr/>
            </a:lvl9pPr>
          </a:lstStyle>
          <a:p>
            <a:endParaRPr/>
          </a:p>
        </p:txBody>
      </p:sp>
      <p:sp>
        <p:nvSpPr>
          <p:cNvPr id="425" name="Google Shape;425;p78"/>
          <p:cNvSpPr txBox="1">
            <a:spLocks noGrp="1"/>
          </p:cNvSpPr>
          <p:nvPr>
            <p:ph type="body" idx="3"/>
          </p:nvPr>
        </p:nvSpPr>
        <p:spPr>
          <a:xfrm>
            <a:off x="7508953" y="6432334"/>
            <a:ext cx="4224381" cy="228601"/>
          </a:xfrm>
          <a:prstGeom prst="rect">
            <a:avLst/>
          </a:prstGeom>
          <a:noFill/>
          <a:ln>
            <a:noFill/>
          </a:ln>
        </p:spPr>
        <p:txBody>
          <a:bodyPr spcFirstLastPara="1" wrap="square" lIns="0" tIns="0" rIns="0" bIns="0" anchor="b" anchorCtr="0">
            <a:noAutofit/>
          </a:bodyPr>
          <a:lstStyle>
            <a:lvl1pPr marL="457207" lvl="0" indent="-228604" algn="r">
              <a:spcBef>
                <a:spcPts val="1800"/>
              </a:spcBef>
              <a:spcAft>
                <a:spcPts val="0"/>
              </a:spcAft>
              <a:buClr>
                <a:schemeClr val="dk1"/>
              </a:buClr>
              <a:buSzPts val="1000"/>
              <a:buFont typeface="Roboto Medium"/>
              <a:buNone/>
              <a:defRPr sz="1000" b="0" i="0">
                <a:solidFill>
                  <a:schemeClr val="dk1"/>
                </a:solidFill>
                <a:latin typeface="Roboto Medium"/>
                <a:ea typeface="Roboto Medium"/>
                <a:cs typeface="Roboto Medium"/>
                <a:sym typeface="Roboto Medium"/>
              </a:defRPr>
            </a:lvl1pPr>
            <a:lvl2pPr marL="914415" lvl="1" indent="-228604" algn="l">
              <a:spcBef>
                <a:spcPts val="600"/>
              </a:spcBef>
              <a:spcAft>
                <a:spcPts val="0"/>
              </a:spcAft>
              <a:buClr>
                <a:schemeClr val="dk1"/>
              </a:buClr>
              <a:buSzPts val="1800"/>
              <a:buNone/>
              <a:defRPr/>
            </a:lvl2pPr>
            <a:lvl3pPr marL="1371622" lvl="2" indent="-342906" algn="l">
              <a:spcBef>
                <a:spcPts val="600"/>
              </a:spcBef>
              <a:spcAft>
                <a:spcPts val="0"/>
              </a:spcAft>
              <a:buClr>
                <a:schemeClr val="dk1"/>
              </a:buClr>
              <a:buSzPts val="1800"/>
              <a:buChar char="−"/>
              <a:defRPr/>
            </a:lvl3pPr>
            <a:lvl4pPr marL="1828831" lvl="3" indent="-342906" algn="l">
              <a:spcBef>
                <a:spcPts val="300"/>
              </a:spcBef>
              <a:spcAft>
                <a:spcPts val="0"/>
              </a:spcAft>
              <a:buClr>
                <a:schemeClr val="dk1"/>
              </a:buClr>
              <a:buSzPts val="1800"/>
              <a:buChar char="•"/>
              <a:defRPr/>
            </a:lvl4pPr>
            <a:lvl5pPr marL="2286038" lvl="4" indent="-342906" algn="l">
              <a:spcBef>
                <a:spcPts val="300"/>
              </a:spcBef>
              <a:spcAft>
                <a:spcPts val="0"/>
              </a:spcAft>
              <a:buClr>
                <a:schemeClr val="dk1"/>
              </a:buClr>
              <a:buSzPts val="1800"/>
              <a:buChar char="−"/>
              <a:defRPr/>
            </a:lvl5pPr>
            <a:lvl6pPr marL="2743246" lvl="5" indent="-342906" algn="l">
              <a:spcBef>
                <a:spcPts val="360"/>
              </a:spcBef>
              <a:spcAft>
                <a:spcPts val="0"/>
              </a:spcAft>
              <a:buClr>
                <a:schemeClr val="dk1"/>
              </a:buClr>
              <a:buSzPts val="1800"/>
              <a:buChar char="•"/>
              <a:defRPr/>
            </a:lvl6pPr>
            <a:lvl7pPr marL="3200453" lvl="6" indent="-342906" algn="l">
              <a:spcBef>
                <a:spcPts val="360"/>
              </a:spcBef>
              <a:spcAft>
                <a:spcPts val="0"/>
              </a:spcAft>
              <a:buClr>
                <a:schemeClr val="dk1"/>
              </a:buClr>
              <a:buSzPts val="1800"/>
              <a:buChar char="•"/>
              <a:defRPr/>
            </a:lvl7pPr>
            <a:lvl8pPr marL="3657661" lvl="7" indent="-342906" algn="l">
              <a:spcBef>
                <a:spcPts val="360"/>
              </a:spcBef>
              <a:spcAft>
                <a:spcPts val="0"/>
              </a:spcAft>
              <a:buClr>
                <a:schemeClr val="dk1"/>
              </a:buClr>
              <a:buSzPts val="1800"/>
              <a:buChar char="•"/>
              <a:defRPr/>
            </a:lvl8pPr>
            <a:lvl9pPr marL="4114868" lvl="8" indent="-342906" algn="l">
              <a:spcBef>
                <a:spcPts val="360"/>
              </a:spcBef>
              <a:spcAft>
                <a:spcPts val="0"/>
              </a:spcAft>
              <a:buClr>
                <a:schemeClr val="dk1"/>
              </a:buClr>
              <a:buSzPts val="1800"/>
              <a:buChar char="•"/>
              <a:defRPr/>
            </a:lvl9pPr>
          </a:lstStyle>
          <a:p>
            <a:endParaRPr/>
          </a:p>
        </p:txBody>
      </p:sp>
      <p:pic>
        <p:nvPicPr>
          <p:cNvPr id="426" name="Google Shape;426;p78" descr="A picture containing drawing&#10;&#10;Description automatically generated"/>
          <p:cNvPicPr preferRelativeResize="0"/>
          <p:nvPr/>
        </p:nvPicPr>
        <p:blipFill rotWithShape="1">
          <a:blip r:embed="rId2">
            <a:alphaModFix/>
          </a:blip>
          <a:srcRect/>
          <a:stretch/>
        </p:blipFill>
        <p:spPr>
          <a:xfrm>
            <a:off x="455619" y="6275784"/>
            <a:ext cx="685800" cy="353616"/>
          </a:xfrm>
          <a:prstGeom prst="rect">
            <a:avLst/>
          </a:prstGeom>
          <a:noFill/>
          <a:ln>
            <a:noFill/>
          </a:ln>
        </p:spPr>
      </p:pic>
      <p:sp>
        <p:nvSpPr>
          <p:cNvPr id="427" name="Google Shape;427;p78"/>
          <p:cNvSpPr txBox="1">
            <a:spLocks noGrp="1"/>
          </p:cNvSpPr>
          <p:nvPr>
            <p:ph type="body" idx="4"/>
          </p:nvPr>
        </p:nvSpPr>
        <p:spPr>
          <a:xfrm>
            <a:off x="6246876" y="2971801"/>
            <a:ext cx="5486456" cy="2971800"/>
          </a:xfrm>
          <a:prstGeom prst="rect">
            <a:avLst/>
          </a:prstGeom>
          <a:noFill/>
          <a:ln>
            <a:noFill/>
          </a:ln>
        </p:spPr>
        <p:txBody>
          <a:bodyPr spcFirstLastPara="1" wrap="square" lIns="0" tIns="0" rIns="0" bIns="0" anchor="t" anchorCtr="0">
            <a:noAutofit/>
          </a:bodyPr>
          <a:lstStyle>
            <a:lvl1pPr marL="457207" lvl="0" indent="-228604" algn="l">
              <a:spcBef>
                <a:spcPts val="1800"/>
              </a:spcBef>
              <a:spcAft>
                <a:spcPts val="0"/>
              </a:spcAft>
              <a:buClr>
                <a:schemeClr val="dk1"/>
              </a:buClr>
              <a:buSzPts val="1800"/>
              <a:buNone/>
              <a:defRPr/>
            </a:lvl1pPr>
            <a:lvl2pPr marL="914415" lvl="1" indent="-342906" algn="l">
              <a:spcBef>
                <a:spcPts val="600"/>
              </a:spcBef>
              <a:spcAft>
                <a:spcPts val="0"/>
              </a:spcAft>
              <a:buClr>
                <a:schemeClr val="dk1"/>
              </a:buClr>
              <a:buSzPts val="1800"/>
              <a:buChar char="•"/>
              <a:defRPr/>
            </a:lvl2pPr>
            <a:lvl3pPr marL="1371622" lvl="2" indent="-342906" algn="l">
              <a:spcBef>
                <a:spcPts val="600"/>
              </a:spcBef>
              <a:spcAft>
                <a:spcPts val="0"/>
              </a:spcAft>
              <a:buClr>
                <a:schemeClr val="dk1"/>
              </a:buClr>
              <a:buSzPts val="1800"/>
              <a:buChar char="−"/>
              <a:defRPr/>
            </a:lvl3pPr>
            <a:lvl4pPr marL="1828831" lvl="3" indent="-342906" algn="l">
              <a:spcBef>
                <a:spcPts val="300"/>
              </a:spcBef>
              <a:spcAft>
                <a:spcPts val="0"/>
              </a:spcAft>
              <a:buClr>
                <a:schemeClr val="dk1"/>
              </a:buClr>
              <a:buSzPts val="1800"/>
              <a:buChar char="•"/>
              <a:defRPr/>
            </a:lvl4pPr>
            <a:lvl5pPr marL="2286038" lvl="4" indent="-342906" algn="l">
              <a:spcBef>
                <a:spcPts val="300"/>
              </a:spcBef>
              <a:spcAft>
                <a:spcPts val="0"/>
              </a:spcAft>
              <a:buClr>
                <a:schemeClr val="dk1"/>
              </a:buClr>
              <a:buSzPts val="1800"/>
              <a:buChar char="−"/>
              <a:defRPr/>
            </a:lvl5pPr>
            <a:lvl6pPr marL="2743246" lvl="5" indent="-342906" algn="l">
              <a:spcBef>
                <a:spcPts val="360"/>
              </a:spcBef>
              <a:spcAft>
                <a:spcPts val="0"/>
              </a:spcAft>
              <a:buClr>
                <a:schemeClr val="dk1"/>
              </a:buClr>
              <a:buSzPts val="1800"/>
              <a:buChar char="•"/>
              <a:defRPr/>
            </a:lvl6pPr>
            <a:lvl7pPr marL="3200453" lvl="6" indent="-342906" algn="l">
              <a:spcBef>
                <a:spcPts val="360"/>
              </a:spcBef>
              <a:spcAft>
                <a:spcPts val="0"/>
              </a:spcAft>
              <a:buClr>
                <a:schemeClr val="dk1"/>
              </a:buClr>
              <a:buSzPts val="1800"/>
              <a:buChar char="•"/>
              <a:defRPr/>
            </a:lvl7pPr>
            <a:lvl8pPr marL="3657661" lvl="7" indent="-342906" algn="l">
              <a:spcBef>
                <a:spcPts val="360"/>
              </a:spcBef>
              <a:spcAft>
                <a:spcPts val="0"/>
              </a:spcAft>
              <a:buClr>
                <a:schemeClr val="dk1"/>
              </a:buClr>
              <a:buSzPts val="1800"/>
              <a:buChar char="•"/>
              <a:defRPr/>
            </a:lvl8pPr>
            <a:lvl9pPr marL="4114868" lvl="8" indent="-342906" algn="l">
              <a:spcBef>
                <a:spcPts val="360"/>
              </a:spcBef>
              <a:spcAft>
                <a:spcPts val="0"/>
              </a:spcAft>
              <a:buClr>
                <a:schemeClr val="dk1"/>
              </a:buClr>
              <a:buSzPts val="1800"/>
              <a:buChar char="•"/>
              <a:defRPr/>
            </a:lvl9pPr>
          </a:lstStyle>
          <a:p>
            <a:endParaRPr/>
          </a:p>
        </p:txBody>
      </p:sp>
    </p:spTree>
  </p:cSld>
  <p:clrMapOvr>
    <a:masterClrMapping/>
  </p:clrMapOvr>
  <mc:AlternateContent xmlns:mc="http://schemas.openxmlformats.org/markup-compatibility/2006" xmlns:p14="http://schemas.microsoft.com/office/powerpoint/2010/main">
    <mc:Choice Requires="p14">
      <p:transition p14:dur="250">
        <p:fade/>
      </p:transition>
    </mc:Choice>
    <mc:Fallback xmlns:ahyp="http://schemas.microsoft.com/office/drawing/2018/hyperlinkcolor" xmlns:p15="http://schemas.microsoft.com/office/powerpoint/2012/main" xmlns:com="http://schemas.openxmlformats.org/drawingml/2006/compatibility" xmlns:pvml="urn:schemas-microsoft-com:office:powerpoint" xmlns:v="urn:schemas-microsoft-com:vml" xmlns:o="urn:schemas-microsoft-com:office:office" xmlns:dgm="http://schemas.openxmlformats.org/drawingml/2006/diagram" xmlns:c="http://schemas.openxmlformats.org/drawingml/2006/chart" xmlns:mv="urn:schemas-microsoft-com:mac:vml" xmlns="">
      <p:transition>
        <p:fade/>
      </p:transition>
    </mc:Fallback>
  </mc:AlternateContent>
</p:sldLayout>
</file>

<file path=ppt/slideLayouts/slideLayout77.xml><?xml version="1.0" encoding="utf-8"?>
<p:sldLayout xmlns:a="http://schemas.openxmlformats.org/drawingml/2006/main" xmlns:r="http://schemas.openxmlformats.org/officeDocument/2006/relationships" xmlns:p="http://schemas.openxmlformats.org/presentationml/2006/main" matchingName="SEAGLASS Subhead | Title | Text | Image">
  <p:cSld name="SEAGLASS Subhead | Title | Text | Image">
    <p:bg>
      <p:bgPr>
        <a:solidFill>
          <a:schemeClr val="accent3"/>
        </a:solidFill>
        <a:effectLst/>
      </p:bgPr>
    </p:bg>
    <p:spTree>
      <p:nvGrpSpPr>
        <p:cNvPr id="1" name="Shape 428"/>
        <p:cNvGrpSpPr/>
        <p:nvPr/>
      </p:nvGrpSpPr>
      <p:grpSpPr>
        <a:xfrm>
          <a:off x="0" y="0"/>
          <a:ext cx="0" cy="0"/>
          <a:chOff x="0" y="0"/>
          <a:chExt cx="0" cy="0"/>
        </a:xfrm>
      </p:grpSpPr>
      <p:sp>
        <p:nvSpPr>
          <p:cNvPr id="429" name="Google Shape;429;p79"/>
          <p:cNvSpPr txBox="1">
            <a:spLocks noGrp="1"/>
          </p:cNvSpPr>
          <p:nvPr>
            <p:ph type="title"/>
          </p:nvPr>
        </p:nvSpPr>
        <p:spPr>
          <a:xfrm>
            <a:off x="455618" y="731522"/>
            <a:ext cx="8915492" cy="524543"/>
          </a:xfrm>
          <a:prstGeom prst="rect">
            <a:avLst/>
          </a:prstGeom>
          <a:noFill/>
          <a:ln>
            <a:noFill/>
          </a:ln>
        </p:spPr>
        <p:txBody>
          <a:bodyPr spcFirstLastPara="1" wrap="square" lIns="0" tIns="0" rIns="0" bIns="0" anchor="t" anchorCtr="0">
            <a:noAutofit/>
          </a:bodyPr>
          <a:lstStyle>
            <a:lvl1pPr lvl="0" algn="l">
              <a:lnSpc>
                <a:spcPct val="80000"/>
              </a:lnSpc>
              <a:spcBef>
                <a:spcPts val="0"/>
              </a:spcBef>
              <a:spcAft>
                <a:spcPts val="0"/>
              </a:spcAft>
              <a:buClr>
                <a:schemeClr val="dk1"/>
              </a:buClr>
              <a:buSzPts val="3200"/>
              <a:buFont typeface="Roboto Medium"/>
              <a:buNone/>
              <a:defRPr b="0"/>
            </a:lvl1pPr>
            <a:lvl2pPr lvl="1">
              <a:spcBef>
                <a:spcPts val="0"/>
              </a:spcBef>
              <a:spcAft>
                <a:spcPts val="0"/>
              </a:spcAft>
              <a:buSzPts val="1400"/>
              <a:buNone/>
              <a:defRPr/>
            </a:lvl2pPr>
            <a:lvl3pPr lvl="2">
              <a:spcBef>
                <a:spcPts val="0"/>
              </a:spcBef>
              <a:spcAft>
                <a:spcPts val="0"/>
              </a:spcAft>
              <a:buSzPts val="1400"/>
              <a:buNone/>
              <a:defRPr/>
            </a:lvl3pPr>
            <a:lvl4pPr lvl="3">
              <a:spcBef>
                <a:spcPts val="0"/>
              </a:spcBef>
              <a:spcAft>
                <a:spcPts val="0"/>
              </a:spcAft>
              <a:buSzPts val="1400"/>
              <a:buNone/>
              <a:defRPr/>
            </a:lvl4pPr>
            <a:lvl5pPr lvl="4">
              <a:spcBef>
                <a:spcPts val="0"/>
              </a:spcBef>
              <a:spcAft>
                <a:spcPts val="0"/>
              </a:spcAft>
              <a:buSzPts val="1400"/>
              <a:buNone/>
              <a:defRPr/>
            </a:lvl5pPr>
            <a:lvl6pPr lvl="5">
              <a:spcBef>
                <a:spcPts val="0"/>
              </a:spcBef>
              <a:spcAft>
                <a:spcPts val="0"/>
              </a:spcAft>
              <a:buSzPts val="1400"/>
              <a:buNone/>
              <a:defRPr/>
            </a:lvl6pPr>
            <a:lvl7pPr lvl="6">
              <a:spcBef>
                <a:spcPts val="0"/>
              </a:spcBef>
              <a:spcAft>
                <a:spcPts val="0"/>
              </a:spcAft>
              <a:buSzPts val="1400"/>
              <a:buNone/>
              <a:defRPr/>
            </a:lvl7pPr>
            <a:lvl8pPr lvl="7">
              <a:spcBef>
                <a:spcPts val="0"/>
              </a:spcBef>
              <a:spcAft>
                <a:spcPts val="0"/>
              </a:spcAft>
              <a:buSzPts val="1400"/>
              <a:buNone/>
              <a:defRPr/>
            </a:lvl8pPr>
            <a:lvl9pPr lvl="8">
              <a:spcBef>
                <a:spcPts val="0"/>
              </a:spcBef>
              <a:spcAft>
                <a:spcPts val="0"/>
              </a:spcAft>
              <a:buSzPts val="1400"/>
              <a:buNone/>
              <a:defRPr/>
            </a:lvl9pPr>
          </a:lstStyle>
          <a:p>
            <a:endParaRPr/>
          </a:p>
        </p:txBody>
      </p:sp>
      <p:sp>
        <p:nvSpPr>
          <p:cNvPr id="430" name="Google Shape;430;p79"/>
          <p:cNvSpPr txBox="1">
            <a:spLocks noGrp="1"/>
          </p:cNvSpPr>
          <p:nvPr>
            <p:ph type="body" idx="1"/>
          </p:nvPr>
        </p:nvSpPr>
        <p:spPr>
          <a:xfrm>
            <a:off x="455616" y="2971800"/>
            <a:ext cx="5638859" cy="2971800"/>
          </a:xfrm>
          <a:prstGeom prst="rect">
            <a:avLst/>
          </a:prstGeom>
          <a:noFill/>
          <a:ln>
            <a:noFill/>
          </a:ln>
        </p:spPr>
        <p:txBody>
          <a:bodyPr spcFirstLastPara="1" wrap="square" lIns="0" tIns="0" rIns="0" bIns="0" anchor="t" anchorCtr="0">
            <a:noAutofit/>
          </a:bodyPr>
          <a:lstStyle>
            <a:lvl1pPr marL="457207" lvl="0" indent="-228604" algn="l">
              <a:lnSpc>
                <a:spcPct val="100000"/>
              </a:lnSpc>
              <a:spcBef>
                <a:spcPts val="1800"/>
              </a:spcBef>
              <a:spcAft>
                <a:spcPts val="0"/>
              </a:spcAft>
              <a:buClr>
                <a:schemeClr val="dk1"/>
              </a:buClr>
              <a:buSzPts val="2000"/>
              <a:buFont typeface="Roboto"/>
              <a:buNone/>
              <a:defRPr b="0" i="0">
                <a:latin typeface="Roboto"/>
                <a:ea typeface="Roboto"/>
                <a:cs typeface="Roboto"/>
                <a:sym typeface="Roboto"/>
              </a:defRPr>
            </a:lvl1pPr>
            <a:lvl2pPr marL="914415" lvl="1" indent="-342906" algn="l">
              <a:spcBef>
                <a:spcPts val="600"/>
              </a:spcBef>
              <a:spcAft>
                <a:spcPts val="0"/>
              </a:spcAft>
              <a:buClr>
                <a:schemeClr val="dk1"/>
              </a:buClr>
              <a:buSzPts val="1800"/>
              <a:buChar char="•"/>
              <a:defRPr b="0" i="0">
                <a:latin typeface="Roboto"/>
                <a:ea typeface="Roboto"/>
                <a:cs typeface="Roboto"/>
                <a:sym typeface="Roboto"/>
              </a:defRPr>
            </a:lvl2pPr>
            <a:lvl3pPr marL="1371622" lvl="2" indent="-330205" algn="l">
              <a:spcBef>
                <a:spcPts val="600"/>
              </a:spcBef>
              <a:spcAft>
                <a:spcPts val="0"/>
              </a:spcAft>
              <a:buClr>
                <a:schemeClr val="dk1"/>
              </a:buClr>
              <a:buSzPts val="1600"/>
              <a:buChar char="−"/>
              <a:defRPr b="0" i="0">
                <a:latin typeface="Roboto"/>
                <a:ea typeface="Roboto"/>
                <a:cs typeface="Roboto"/>
                <a:sym typeface="Roboto"/>
              </a:defRPr>
            </a:lvl3pPr>
            <a:lvl4pPr marL="1828831" lvl="3" indent="-317506" algn="l">
              <a:lnSpc>
                <a:spcPct val="100000"/>
              </a:lnSpc>
              <a:spcBef>
                <a:spcPts val="300"/>
              </a:spcBef>
              <a:spcAft>
                <a:spcPts val="0"/>
              </a:spcAft>
              <a:buClr>
                <a:schemeClr val="dk1"/>
              </a:buClr>
              <a:buSzPts val="1400"/>
              <a:buChar char="•"/>
              <a:defRPr b="0" i="0">
                <a:latin typeface="Roboto"/>
                <a:ea typeface="Roboto"/>
                <a:cs typeface="Roboto"/>
                <a:sym typeface="Roboto"/>
              </a:defRPr>
            </a:lvl4pPr>
            <a:lvl5pPr marL="2286038" lvl="4" indent="-304805" algn="l">
              <a:spcBef>
                <a:spcPts val="300"/>
              </a:spcBef>
              <a:spcAft>
                <a:spcPts val="0"/>
              </a:spcAft>
              <a:buClr>
                <a:schemeClr val="dk1"/>
              </a:buClr>
              <a:buSzPts val="1200"/>
              <a:buChar char="−"/>
              <a:defRPr b="0" i="0">
                <a:latin typeface="Roboto"/>
                <a:ea typeface="Roboto"/>
                <a:cs typeface="Roboto"/>
                <a:sym typeface="Roboto"/>
              </a:defRPr>
            </a:lvl5pPr>
            <a:lvl6pPr marL="2743246" lvl="5" indent="-342906" algn="l">
              <a:spcBef>
                <a:spcPts val="360"/>
              </a:spcBef>
              <a:spcAft>
                <a:spcPts val="0"/>
              </a:spcAft>
              <a:buClr>
                <a:schemeClr val="dk1"/>
              </a:buClr>
              <a:buSzPts val="1800"/>
              <a:buChar char="•"/>
              <a:defRPr/>
            </a:lvl6pPr>
            <a:lvl7pPr marL="3200453" lvl="6" indent="-342906" algn="l">
              <a:spcBef>
                <a:spcPts val="360"/>
              </a:spcBef>
              <a:spcAft>
                <a:spcPts val="0"/>
              </a:spcAft>
              <a:buClr>
                <a:schemeClr val="dk1"/>
              </a:buClr>
              <a:buSzPts val="1800"/>
              <a:buChar char="•"/>
              <a:defRPr/>
            </a:lvl7pPr>
            <a:lvl8pPr marL="3657661" lvl="7" indent="-342906" algn="l">
              <a:spcBef>
                <a:spcPts val="360"/>
              </a:spcBef>
              <a:spcAft>
                <a:spcPts val="0"/>
              </a:spcAft>
              <a:buClr>
                <a:schemeClr val="dk1"/>
              </a:buClr>
              <a:buSzPts val="1800"/>
              <a:buChar char="•"/>
              <a:defRPr/>
            </a:lvl8pPr>
            <a:lvl9pPr marL="4114868" lvl="8" indent="-342906" algn="l">
              <a:spcBef>
                <a:spcPts val="360"/>
              </a:spcBef>
              <a:spcAft>
                <a:spcPts val="0"/>
              </a:spcAft>
              <a:buClr>
                <a:schemeClr val="dk1"/>
              </a:buClr>
              <a:buSzPts val="1800"/>
              <a:buChar char="•"/>
              <a:defRPr/>
            </a:lvl9pPr>
          </a:lstStyle>
          <a:p>
            <a:endParaRPr/>
          </a:p>
        </p:txBody>
      </p:sp>
      <p:sp>
        <p:nvSpPr>
          <p:cNvPr id="431" name="Google Shape;431;p79"/>
          <p:cNvSpPr>
            <a:spLocks noGrp="1"/>
          </p:cNvSpPr>
          <p:nvPr>
            <p:ph type="pic" idx="2"/>
          </p:nvPr>
        </p:nvSpPr>
        <p:spPr>
          <a:xfrm>
            <a:off x="7389890" y="1371600"/>
            <a:ext cx="4343445" cy="4572000"/>
          </a:xfrm>
          <a:prstGeom prst="rect">
            <a:avLst/>
          </a:prstGeom>
          <a:solidFill>
            <a:srgbClr val="F2F2F2"/>
          </a:solidFill>
          <a:ln>
            <a:noFill/>
          </a:ln>
        </p:spPr>
        <p:txBody>
          <a:bodyPr spcFirstLastPara="1" wrap="square" lIns="0" tIns="0" rIns="0" bIns="0" anchor="ctr" anchorCtr="0">
            <a:noAutofit/>
          </a:bodyPr>
          <a:lstStyle>
            <a:lvl1pPr marR="0" lvl="0" algn="ctr" rtl="0">
              <a:spcBef>
                <a:spcPts val="1800"/>
              </a:spcBef>
              <a:spcAft>
                <a:spcPts val="0"/>
              </a:spcAft>
              <a:buClr>
                <a:srgbClr val="D8D8D8"/>
              </a:buClr>
              <a:buSzPts val="2000"/>
              <a:buFont typeface="Roboto"/>
              <a:buNone/>
              <a:defRPr sz="2000" b="0" i="0" u="none" strike="noStrike" cap="none">
                <a:solidFill>
                  <a:srgbClr val="D8D8D8"/>
                </a:solidFill>
                <a:latin typeface="Roboto"/>
                <a:ea typeface="Roboto"/>
                <a:cs typeface="Roboto"/>
                <a:sym typeface="Roboto"/>
              </a:defRPr>
            </a:lvl1pPr>
            <a:lvl2pPr marR="0" lvl="1" algn="l" rtl="0">
              <a:spcBef>
                <a:spcPts val="600"/>
              </a:spcBef>
              <a:spcAft>
                <a:spcPts val="0"/>
              </a:spcAft>
              <a:buClr>
                <a:schemeClr val="dk1"/>
              </a:buClr>
              <a:buSzPts val="1800"/>
              <a:buFont typeface="Arial"/>
              <a:buChar char="•"/>
              <a:defRPr sz="1800" b="0" i="0" u="none" strike="noStrike" cap="none">
                <a:solidFill>
                  <a:schemeClr val="dk1"/>
                </a:solidFill>
                <a:latin typeface="Roboto"/>
                <a:ea typeface="Roboto"/>
                <a:cs typeface="Roboto"/>
                <a:sym typeface="Roboto"/>
              </a:defRPr>
            </a:lvl2pPr>
            <a:lvl3pPr marR="0" lvl="2" algn="l" rtl="0">
              <a:spcBef>
                <a:spcPts val="600"/>
              </a:spcBef>
              <a:spcAft>
                <a:spcPts val="0"/>
              </a:spcAft>
              <a:buClr>
                <a:schemeClr val="dk1"/>
              </a:buClr>
              <a:buSzPts val="1600"/>
              <a:buFont typeface="Merriweather Sans"/>
              <a:buChar char="−"/>
              <a:defRPr sz="1600" b="0" i="0" u="none" strike="noStrike" cap="none">
                <a:solidFill>
                  <a:schemeClr val="dk1"/>
                </a:solidFill>
                <a:latin typeface="Roboto"/>
                <a:ea typeface="Roboto"/>
                <a:cs typeface="Roboto"/>
                <a:sym typeface="Roboto"/>
              </a:defRPr>
            </a:lvl3pPr>
            <a:lvl4pPr marR="0" lvl="3" algn="l" rtl="0">
              <a:spcBef>
                <a:spcPts val="300"/>
              </a:spcBef>
              <a:spcAft>
                <a:spcPts val="0"/>
              </a:spcAft>
              <a:buClr>
                <a:schemeClr val="dk1"/>
              </a:buClr>
              <a:buSzPts val="1400"/>
              <a:buFont typeface="Arial"/>
              <a:buChar char="•"/>
              <a:defRPr sz="1400" b="0" i="0" u="none" strike="noStrike" cap="none">
                <a:solidFill>
                  <a:schemeClr val="dk1"/>
                </a:solidFill>
                <a:latin typeface="Roboto"/>
                <a:ea typeface="Roboto"/>
                <a:cs typeface="Roboto"/>
                <a:sym typeface="Roboto"/>
              </a:defRPr>
            </a:lvl4pPr>
            <a:lvl5pPr marR="0" lvl="4" algn="l" rtl="0">
              <a:spcBef>
                <a:spcPts val="300"/>
              </a:spcBef>
              <a:spcAft>
                <a:spcPts val="0"/>
              </a:spcAft>
              <a:buClr>
                <a:schemeClr val="dk1"/>
              </a:buClr>
              <a:buSzPts val="1200"/>
              <a:buFont typeface="Merriweather Sans"/>
              <a:buChar char="−"/>
              <a:defRPr sz="1200" b="0" i="0" u="none" strike="noStrike" cap="none">
                <a:solidFill>
                  <a:schemeClr val="dk1"/>
                </a:solidFill>
                <a:latin typeface="Roboto"/>
                <a:ea typeface="Roboto"/>
                <a:cs typeface="Roboto"/>
                <a:sym typeface="Roboto"/>
              </a:defRPr>
            </a:lvl5pPr>
            <a:lvl6pPr marR="0" lvl="5" algn="l" rtl="0">
              <a:spcBef>
                <a:spcPts val="533"/>
              </a:spcBef>
              <a:spcAft>
                <a:spcPts val="0"/>
              </a:spcAft>
              <a:buClr>
                <a:schemeClr val="dk1"/>
              </a:buClr>
              <a:buSzPts val="2666"/>
              <a:buFont typeface="Arial"/>
              <a:buChar char="•"/>
              <a:defRPr sz="2666" b="0" i="0" u="none" strike="noStrike" cap="none">
                <a:solidFill>
                  <a:schemeClr val="dk1"/>
                </a:solidFill>
                <a:latin typeface="Poppins Medium"/>
                <a:ea typeface="Poppins Medium"/>
                <a:cs typeface="Poppins Medium"/>
                <a:sym typeface="Poppins Medium"/>
              </a:defRPr>
            </a:lvl6pPr>
            <a:lvl7pPr marR="0" lvl="6" algn="l" rtl="0">
              <a:spcBef>
                <a:spcPts val="533"/>
              </a:spcBef>
              <a:spcAft>
                <a:spcPts val="0"/>
              </a:spcAft>
              <a:buClr>
                <a:schemeClr val="dk1"/>
              </a:buClr>
              <a:buSzPts val="2666"/>
              <a:buFont typeface="Arial"/>
              <a:buChar char="•"/>
              <a:defRPr sz="2666" b="0" i="0" u="none" strike="noStrike" cap="none">
                <a:solidFill>
                  <a:schemeClr val="dk1"/>
                </a:solidFill>
                <a:latin typeface="Poppins Medium"/>
                <a:ea typeface="Poppins Medium"/>
                <a:cs typeface="Poppins Medium"/>
                <a:sym typeface="Poppins Medium"/>
              </a:defRPr>
            </a:lvl7pPr>
            <a:lvl8pPr marR="0" lvl="7" algn="l" rtl="0">
              <a:spcBef>
                <a:spcPts val="533"/>
              </a:spcBef>
              <a:spcAft>
                <a:spcPts val="0"/>
              </a:spcAft>
              <a:buClr>
                <a:schemeClr val="dk1"/>
              </a:buClr>
              <a:buSzPts val="2666"/>
              <a:buFont typeface="Arial"/>
              <a:buChar char="•"/>
              <a:defRPr sz="2666" b="0" i="0" u="none" strike="noStrike" cap="none">
                <a:solidFill>
                  <a:schemeClr val="dk1"/>
                </a:solidFill>
                <a:latin typeface="Poppins Medium"/>
                <a:ea typeface="Poppins Medium"/>
                <a:cs typeface="Poppins Medium"/>
                <a:sym typeface="Poppins Medium"/>
              </a:defRPr>
            </a:lvl8pPr>
            <a:lvl9pPr marR="0" lvl="8" algn="l" rtl="0">
              <a:spcBef>
                <a:spcPts val="533"/>
              </a:spcBef>
              <a:spcAft>
                <a:spcPts val="0"/>
              </a:spcAft>
              <a:buClr>
                <a:schemeClr val="dk1"/>
              </a:buClr>
              <a:buSzPts val="2666"/>
              <a:buFont typeface="Arial"/>
              <a:buChar char="•"/>
              <a:defRPr sz="2666" b="0" i="0" u="none" strike="noStrike" cap="none">
                <a:solidFill>
                  <a:schemeClr val="dk1"/>
                </a:solidFill>
                <a:latin typeface="Poppins Medium"/>
                <a:ea typeface="Poppins Medium"/>
                <a:cs typeface="Poppins Medium"/>
                <a:sym typeface="Poppins Medium"/>
              </a:defRPr>
            </a:lvl9pPr>
          </a:lstStyle>
          <a:p>
            <a:endParaRPr/>
          </a:p>
        </p:txBody>
      </p:sp>
      <p:sp>
        <p:nvSpPr>
          <p:cNvPr id="432" name="Google Shape;432;p79"/>
          <p:cNvSpPr txBox="1">
            <a:spLocks noGrp="1"/>
          </p:cNvSpPr>
          <p:nvPr>
            <p:ph type="body" idx="3"/>
          </p:nvPr>
        </p:nvSpPr>
        <p:spPr>
          <a:xfrm>
            <a:off x="455618" y="460685"/>
            <a:ext cx="8915492" cy="229235"/>
          </a:xfrm>
          <a:prstGeom prst="rect">
            <a:avLst/>
          </a:prstGeom>
          <a:noFill/>
          <a:ln>
            <a:noFill/>
          </a:ln>
        </p:spPr>
        <p:txBody>
          <a:bodyPr spcFirstLastPara="1" wrap="square" lIns="0" tIns="0" rIns="0" bIns="0" anchor="t" anchorCtr="0">
            <a:noAutofit/>
          </a:bodyPr>
          <a:lstStyle>
            <a:lvl1pPr marL="457207" lvl="0" indent="-228604" algn="l">
              <a:spcBef>
                <a:spcPts val="1800"/>
              </a:spcBef>
              <a:spcAft>
                <a:spcPts val="0"/>
              </a:spcAft>
              <a:buClr>
                <a:schemeClr val="lt1"/>
              </a:buClr>
              <a:buSzPts val="1400"/>
              <a:buFont typeface="Roboto Medium"/>
              <a:buNone/>
              <a:defRPr sz="1400" b="0" i="0">
                <a:solidFill>
                  <a:schemeClr val="lt1"/>
                </a:solidFill>
                <a:latin typeface="Roboto Medium"/>
                <a:ea typeface="Roboto Medium"/>
                <a:cs typeface="Roboto Medium"/>
                <a:sym typeface="Roboto Medium"/>
              </a:defRPr>
            </a:lvl1pPr>
            <a:lvl2pPr marL="914415" lvl="1" indent="-228604" algn="l">
              <a:spcBef>
                <a:spcPts val="600"/>
              </a:spcBef>
              <a:spcAft>
                <a:spcPts val="0"/>
              </a:spcAft>
              <a:buClr>
                <a:schemeClr val="dk1"/>
              </a:buClr>
              <a:buSzPts val="1800"/>
              <a:buNone/>
              <a:defRPr/>
            </a:lvl2pPr>
            <a:lvl3pPr marL="1371622" lvl="2" indent="-342906" algn="l">
              <a:spcBef>
                <a:spcPts val="600"/>
              </a:spcBef>
              <a:spcAft>
                <a:spcPts val="0"/>
              </a:spcAft>
              <a:buClr>
                <a:schemeClr val="dk1"/>
              </a:buClr>
              <a:buSzPts val="1800"/>
              <a:buChar char="−"/>
              <a:defRPr/>
            </a:lvl3pPr>
            <a:lvl4pPr marL="1828831" lvl="3" indent="-342906" algn="l">
              <a:spcBef>
                <a:spcPts val="300"/>
              </a:spcBef>
              <a:spcAft>
                <a:spcPts val="0"/>
              </a:spcAft>
              <a:buClr>
                <a:schemeClr val="dk1"/>
              </a:buClr>
              <a:buSzPts val="1800"/>
              <a:buChar char="•"/>
              <a:defRPr/>
            </a:lvl4pPr>
            <a:lvl5pPr marL="2286038" lvl="4" indent="-342906" algn="l">
              <a:spcBef>
                <a:spcPts val="300"/>
              </a:spcBef>
              <a:spcAft>
                <a:spcPts val="0"/>
              </a:spcAft>
              <a:buClr>
                <a:schemeClr val="dk1"/>
              </a:buClr>
              <a:buSzPts val="1800"/>
              <a:buChar char="−"/>
              <a:defRPr/>
            </a:lvl5pPr>
            <a:lvl6pPr marL="2743246" lvl="5" indent="-342906" algn="l">
              <a:spcBef>
                <a:spcPts val="360"/>
              </a:spcBef>
              <a:spcAft>
                <a:spcPts val="0"/>
              </a:spcAft>
              <a:buClr>
                <a:schemeClr val="dk1"/>
              </a:buClr>
              <a:buSzPts val="1800"/>
              <a:buChar char="•"/>
              <a:defRPr/>
            </a:lvl6pPr>
            <a:lvl7pPr marL="3200453" lvl="6" indent="-342906" algn="l">
              <a:spcBef>
                <a:spcPts val="360"/>
              </a:spcBef>
              <a:spcAft>
                <a:spcPts val="0"/>
              </a:spcAft>
              <a:buClr>
                <a:schemeClr val="dk1"/>
              </a:buClr>
              <a:buSzPts val="1800"/>
              <a:buChar char="•"/>
              <a:defRPr/>
            </a:lvl7pPr>
            <a:lvl8pPr marL="3657661" lvl="7" indent="-342906" algn="l">
              <a:spcBef>
                <a:spcPts val="360"/>
              </a:spcBef>
              <a:spcAft>
                <a:spcPts val="0"/>
              </a:spcAft>
              <a:buClr>
                <a:schemeClr val="dk1"/>
              </a:buClr>
              <a:buSzPts val="1800"/>
              <a:buChar char="•"/>
              <a:defRPr/>
            </a:lvl8pPr>
            <a:lvl9pPr marL="4114868" lvl="8" indent="-342906" algn="l">
              <a:spcBef>
                <a:spcPts val="360"/>
              </a:spcBef>
              <a:spcAft>
                <a:spcPts val="0"/>
              </a:spcAft>
              <a:buClr>
                <a:schemeClr val="dk1"/>
              </a:buClr>
              <a:buSzPts val="1800"/>
              <a:buChar char="•"/>
              <a:defRPr/>
            </a:lvl9pPr>
          </a:lstStyle>
          <a:p>
            <a:endParaRPr/>
          </a:p>
        </p:txBody>
      </p:sp>
      <p:sp>
        <p:nvSpPr>
          <p:cNvPr id="433" name="Google Shape;433;p79"/>
          <p:cNvSpPr txBox="1">
            <a:spLocks noGrp="1"/>
          </p:cNvSpPr>
          <p:nvPr>
            <p:ph type="body" idx="4"/>
          </p:nvPr>
        </p:nvSpPr>
        <p:spPr>
          <a:xfrm>
            <a:off x="7508953" y="6432334"/>
            <a:ext cx="4224381" cy="228601"/>
          </a:xfrm>
          <a:prstGeom prst="rect">
            <a:avLst/>
          </a:prstGeom>
          <a:noFill/>
          <a:ln>
            <a:noFill/>
          </a:ln>
        </p:spPr>
        <p:txBody>
          <a:bodyPr spcFirstLastPara="1" wrap="square" lIns="0" tIns="0" rIns="0" bIns="0" anchor="b" anchorCtr="0">
            <a:noAutofit/>
          </a:bodyPr>
          <a:lstStyle>
            <a:lvl1pPr marL="457207" lvl="0" indent="-228604" algn="r">
              <a:spcBef>
                <a:spcPts val="1800"/>
              </a:spcBef>
              <a:spcAft>
                <a:spcPts val="0"/>
              </a:spcAft>
              <a:buClr>
                <a:schemeClr val="dk1"/>
              </a:buClr>
              <a:buSzPts val="1000"/>
              <a:buFont typeface="Roboto Medium"/>
              <a:buNone/>
              <a:defRPr sz="1000" b="0" i="0">
                <a:solidFill>
                  <a:schemeClr val="dk1"/>
                </a:solidFill>
                <a:latin typeface="Roboto Medium"/>
                <a:ea typeface="Roboto Medium"/>
                <a:cs typeface="Roboto Medium"/>
                <a:sym typeface="Roboto Medium"/>
              </a:defRPr>
            </a:lvl1pPr>
            <a:lvl2pPr marL="914415" lvl="1" indent="-228604" algn="l">
              <a:spcBef>
                <a:spcPts val="600"/>
              </a:spcBef>
              <a:spcAft>
                <a:spcPts val="0"/>
              </a:spcAft>
              <a:buClr>
                <a:schemeClr val="dk1"/>
              </a:buClr>
              <a:buSzPts val="1800"/>
              <a:buNone/>
              <a:defRPr/>
            </a:lvl2pPr>
            <a:lvl3pPr marL="1371622" lvl="2" indent="-342906" algn="l">
              <a:spcBef>
                <a:spcPts val="600"/>
              </a:spcBef>
              <a:spcAft>
                <a:spcPts val="0"/>
              </a:spcAft>
              <a:buClr>
                <a:schemeClr val="dk1"/>
              </a:buClr>
              <a:buSzPts val="1800"/>
              <a:buChar char="−"/>
              <a:defRPr/>
            </a:lvl3pPr>
            <a:lvl4pPr marL="1828831" lvl="3" indent="-342906" algn="l">
              <a:spcBef>
                <a:spcPts val="300"/>
              </a:spcBef>
              <a:spcAft>
                <a:spcPts val="0"/>
              </a:spcAft>
              <a:buClr>
                <a:schemeClr val="dk1"/>
              </a:buClr>
              <a:buSzPts val="1800"/>
              <a:buChar char="•"/>
              <a:defRPr/>
            </a:lvl4pPr>
            <a:lvl5pPr marL="2286038" lvl="4" indent="-342906" algn="l">
              <a:spcBef>
                <a:spcPts val="300"/>
              </a:spcBef>
              <a:spcAft>
                <a:spcPts val="0"/>
              </a:spcAft>
              <a:buClr>
                <a:schemeClr val="dk1"/>
              </a:buClr>
              <a:buSzPts val="1800"/>
              <a:buChar char="−"/>
              <a:defRPr/>
            </a:lvl5pPr>
            <a:lvl6pPr marL="2743246" lvl="5" indent="-342906" algn="l">
              <a:spcBef>
                <a:spcPts val="360"/>
              </a:spcBef>
              <a:spcAft>
                <a:spcPts val="0"/>
              </a:spcAft>
              <a:buClr>
                <a:schemeClr val="dk1"/>
              </a:buClr>
              <a:buSzPts val="1800"/>
              <a:buChar char="•"/>
              <a:defRPr/>
            </a:lvl6pPr>
            <a:lvl7pPr marL="3200453" lvl="6" indent="-342906" algn="l">
              <a:spcBef>
                <a:spcPts val="360"/>
              </a:spcBef>
              <a:spcAft>
                <a:spcPts val="0"/>
              </a:spcAft>
              <a:buClr>
                <a:schemeClr val="dk1"/>
              </a:buClr>
              <a:buSzPts val="1800"/>
              <a:buChar char="•"/>
              <a:defRPr/>
            </a:lvl7pPr>
            <a:lvl8pPr marL="3657661" lvl="7" indent="-342906" algn="l">
              <a:spcBef>
                <a:spcPts val="360"/>
              </a:spcBef>
              <a:spcAft>
                <a:spcPts val="0"/>
              </a:spcAft>
              <a:buClr>
                <a:schemeClr val="dk1"/>
              </a:buClr>
              <a:buSzPts val="1800"/>
              <a:buChar char="•"/>
              <a:defRPr/>
            </a:lvl8pPr>
            <a:lvl9pPr marL="4114868" lvl="8" indent="-342906" algn="l">
              <a:spcBef>
                <a:spcPts val="360"/>
              </a:spcBef>
              <a:spcAft>
                <a:spcPts val="0"/>
              </a:spcAft>
              <a:buClr>
                <a:schemeClr val="dk1"/>
              </a:buClr>
              <a:buSzPts val="1800"/>
              <a:buChar char="•"/>
              <a:defRPr/>
            </a:lvl9pPr>
          </a:lstStyle>
          <a:p>
            <a:endParaRPr/>
          </a:p>
        </p:txBody>
      </p:sp>
      <p:pic>
        <p:nvPicPr>
          <p:cNvPr id="434" name="Google Shape;434;p79" descr="A picture containing drawing&#10;&#10;Description automatically generated"/>
          <p:cNvPicPr preferRelativeResize="0"/>
          <p:nvPr/>
        </p:nvPicPr>
        <p:blipFill rotWithShape="1">
          <a:blip r:embed="rId2">
            <a:alphaModFix/>
          </a:blip>
          <a:srcRect/>
          <a:stretch/>
        </p:blipFill>
        <p:spPr>
          <a:xfrm>
            <a:off x="455619" y="6275784"/>
            <a:ext cx="685800" cy="353616"/>
          </a:xfrm>
          <a:prstGeom prst="rect">
            <a:avLst/>
          </a:prstGeom>
          <a:noFill/>
          <a:ln>
            <a:noFill/>
          </a:ln>
        </p:spPr>
      </p:pic>
    </p:spTree>
  </p:cSld>
  <p:clrMapOvr>
    <a:masterClrMapping/>
  </p:clrMapOvr>
  <mc:AlternateContent xmlns:mc="http://schemas.openxmlformats.org/markup-compatibility/2006" xmlns:p14="http://schemas.microsoft.com/office/powerpoint/2010/main">
    <mc:Choice Requires="p14">
      <p:transition p14:dur="250">
        <p:fade/>
      </p:transition>
    </mc:Choice>
    <mc:Fallback xmlns:ahyp="http://schemas.microsoft.com/office/drawing/2018/hyperlinkcolor" xmlns:p15="http://schemas.microsoft.com/office/powerpoint/2012/main" xmlns:com="http://schemas.openxmlformats.org/drawingml/2006/compatibility" xmlns:pvml="urn:schemas-microsoft-com:office:powerpoint" xmlns:v="urn:schemas-microsoft-com:vml" xmlns:o="urn:schemas-microsoft-com:office:office" xmlns:dgm="http://schemas.openxmlformats.org/drawingml/2006/diagram" xmlns:c="http://schemas.openxmlformats.org/drawingml/2006/chart" xmlns:mv="urn:schemas-microsoft-com:mac:vml" xmlns="">
      <p:transition>
        <p:fade/>
      </p:transition>
    </mc:Fallback>
  </mc:AlternateContent>
</p:sldLayout>
</file>

<file path=ppt/slideLayouts/slideLayout78.xml><?xml version="1.0" encoding="utf-8"?>
<p:sldLayout xmlns:a="http://schemas.openxmlformats.org/drawingml/2006/main" xmlns:r="http://schemas.openxmlformats.org/officeDocument/2006/relationships" xmlns:p="http://schemas.openxmlformats.org/presentationml/2006/main" matchingName="SEAGLASS Subhead | Title | Text | HP Image">
  <p:cSld name="SEAGLASS Subhead | Title | Text | HP Image">
    <p:bg>
      <p:bgPr>
        <a:solidFill>
          <a:schemeClr val="accent3"/>
        </a:solidFill>
        <a:effectLst/>
      </p:bgPr>
    </p:bg>
    <p:spTree>
      <p:nvGrpSpPr>
        <p:cNvPr id="1" name="Shape 435"/>
        <p:cNvGrpSpPr/>
        <p:nvPr/>
      </p:nvGrpSpPr>
      <p:grpSpPr>
        <a:xfrm>
          <a:off x="0" y="0"/>
          <a:ext cx="0" cy="0"/>
          <a:chOff x="0" y="0"/>
          <a:chExt cx="0" cy="0"/>
        </a:xfrm>
      </p:grpSpPr>
      <p:sp>
        <p:nvSpPr>
          <p:cNvPr id="436" name="Google Shape;436;p80"/>
          <p:cNvSpPr>
            <a:spLocks noGrp="1"/>
          </p:cNvSpPr>
          <p:nvPr>
            <p:ph type="pic" idx="2"/>
          </p:nvPr>
        </p:nvSpPr>
        <p:spPr>
          <a:xfrm>
            <a:off x="6094473" y="0"/>
            <a:ext cx="6094476" cy="6858000"/>
          </a:xfrm>
          <a:prstGeom prst="rect">
            <a:avLst/>
          </a:prstGeom>
          <a:solidFill>
            <a:srgbClr val="F2F2F2"/>
          </a:solidFill>
          <a:ln>
            <a:noFill/>
          </a:ln>
        </p:spPr>
        <p:txBody>
          <a:bodyPr spcFirstLastPara="1" wrap="square" lIns="0" tIns="0" rIns="0" bIns="0" anchor="ctr" anchorCtr="0">
            <a:noAutofit/>
          </a:bodyPr>
          <a:lstStyle>
            <a:lvl1pPr marR="0" lvl="0" algn="ctr" rtl="0">
              <a:spcBef>
                <a:spcPts val="1800"/>
              </a:spcBef>
              <a:spcAft>
                <a:spcPts val="0"/>
              </a:spcAft>
              <a:buClr>
                <a:srgbClr val="D8D8D8"/>
              </a:buClr>
              <a:buSzPts val="2000"/>
              <a:buFont typeface="Roboto"/>
              <a:buNone/>
              <a:defRPr sz="2000" b="0" i="0" u="none" strike="noStrike" cap="none">
                <a:solidFill>
                  <a:srgbClr val="D8D8D8"/>
                </a:solidFill>
                <a:latin typeface="Roboto"/>
                <a:ea typeface="Roboto"/>
                <a:cs typeface="Roboto"/>
                <a:sym typeface="Roboto"/>
              </a:defRPr>
            </a:lvl1pPr>
            <a:lvl2pPr marR="0" lvl="1" algn="l" rtl="0">
              <a:spcBef>
                <a:spcPts val="600"/>
              </a:spcBef>
              <a:spcAft>
                <a:spcPts val="0"/>
              </a:spcAft>
              <a:buClr>
                <a:schemeClr val="dk1"/>
              </a:buClr>
              <a:buSzPts val="1800"/>
              <a:buFont typeface="Arial"/>
              <a:buChar char="•"/>
              <a:defRPr sz="1800" b="0" i="0" u="none" strike="noStrike" cap="none">
                <a:solidFill>
                  <a:schemeClr val="dk1"/>
                </a:solidFill>
                <a:latin typeface="Roboto"/>
                <a:ea typeface="Roboto"/>
                <a:cs typeface="Roboto"/>
                <a:sym typeface="Roboto"/>
              </a:defRPr>
            </a:lvl2pPr>
            <a:lvl3pPr marR="0" lvl="2" algn="l" rtl="0">
              <a:spcBef>
                <a:spcPts val="600"/>
              </a:spcBef>
              <a:spcAft>
                <a:spcPts val="0"/>
              </a:spcAft>
              <a:buClr>
                <a:schemeClr val="dk1"/>
              </a:buClr>
              <a:buSzPts val="1600"/>
              <a:buFont typeface="Merriweather Sans"/>
              <a:buChar char="−"/>
              <a:defRPr sz="1600" b="0" i="0" u="none" strike="noStrike" cap="none">
                <a:solidFill>
                  <a:schemeClr val="dk1"/>
                </a:solidFill>
                <a:latin typeface="Roboto"/>
                <a:ea typeface="Roboto"/>
                <a:cs typeface="Roboto"/>
                <a:sym typeface="Roboto"/>
              </a:defRPr>
            </a:lvl3pPr>
            <a:lvl4pPr marR="0" lvl="3" algn="l" rtl="0">
              <a:spcBef>
                <a:spcPts val="300"/>
              </a:spcBef>
              <a:spcAft>
                <a:spcPts val="0"/>
              </a:spcAft>
              <a:buClr>
                <a:schemeClr val="dk1"/>
              </a:buClr>
              <a:buSzPts val="1400"/>
              <a:buFont typeface="Arial"/>
              <a:buChar char="•"/>
              <a:defRPr sz="1400" b="0" i="0" u="none" strike="noStrike" cap="none">
                <a:solidFill>
                  <a:schemeClr val="dk1"/>
                </a:solidFill>
                <a:latin typeface="Roboto"/>
                <a:ea typeface="Roboto"/>
                <a:cs typeface="Roboto"/>
                <a:sym typeface="Roboto"/>
              </a:defRPr>
            </a:lvl4pPr>
            <a:lvl5pPr marR="0" lvl="4" algn="l" rtl="0">
              <a:spcBef>
                <a:spcPts val="300"/>
              </a:spcBef>
              <a:spcAft>
                <a:spcPts val="0"/>
              </a:spcAft>
              <a:buClr>
                <a:schemeClr val="dk1"/>
              </a:buClr>
              <a:buSzPts val="1200"/>
              <a:buFont typeface="Merriweather Sans"/>
              <a:buChar char="−"/>
              <a:defRPr sz="1200" b="0" i="0" u="none" strike="noStrike" cap="none">
                <a:solidFill>
                  <a:schemeClr val="dk1"/>
                </a:solidFill>
                <a:latin typeface="Roboto"/>
                <a:ea typeface="Roboto"/>
                <a:cs typeface="Roboto"/>
                <a:sym typeface="Roboto"/>
              </a:defRPr>
            </a:lvl5pPr>
            <a:lvl6pPr marR="0" lvl="5" algn="l" rtl="0">
              <a:spcBef>
                <a:spcPts val="533"/>
              </a:spcBef>
              <a:spcAft>
                <a:spcPts val="0"/>
              </a:spcAft>
              <a:buClr>
                <a:schemeClr val="dk1"/>
              </a:buClr>
              <a:buSzPts val="2666"/>
              <a:buFont typeface="Arial"/>
              <a:buChar char="•"/>
              <a:defRPr sz="2666" b="0" i="0" u="none" strike="noStrike" cap="none">
                <a:solidFill>
                  <a:schemeClr val="dk1"/>
                </a:solidFill>
                <a:latin typeface="Poppins Medium"/>
                <a:ea typeface="Poppins Medium"/>
                <a:cs typeface="Poppins Medium"/>
                <a:sym typeface="Poppins Medium"/>
              </a:defRPr>
            </a:lvl6pPr>
            <a:lvl7pPr marR="0" lvl="6" algn="l" rtl="0">
              <a:spcBef>
                <a:spcPts val="533"/>
              </a:spcBef>
              <a:spcAft>
                <a:spcPts val="0"/>
              </a:spcAft>
              <a:buClr>
                <a:schemeClr val="dk1"/>
              </a:buClr>
              <a:buSzPts val="2666"/>
              <a:buFont typeface="Arial"/>
              <a:buChar char="•"/>
              <a:defRPr sz="2666" b="0" i="0" u="none" strike="noStrike" cap="none">
                <a:solidFill>
                  <a:schemeClr val="dk1"/>
                </a:solidFill>
                <a:latin typeface="Poppins Medium"/>
                <a:ea typeface="Poppins Medium"/>
                <a:cs typeface="Poppins Medium"/>
                <a:sym typeface="Poppins Medium"/>
              </a:defRPr>
            </a:lvl7pPr>
            <a:lvl8pPr marR="0" lvl="7" algn="l" rtl="0">
              <a:spcBef>
                <a:spcPts val="533"/>
              </a:spcBef>
              <a:spcAft>
                <a:spcPts val="0"/>
              </a:spcAft>
              <a:buClr>
                <a:schemeClr val="dk1"/>
              </a:buClr>
              <a:buSzPts val="2666"/>
              <a:buFont typeface="Arial"/>
              <a:buChar char="•"/>
              <a:defRPr sz="2666" b="0" i="0" u="none" strike="noStrike" cap="none">
                <a:solidFill>
                  <a:schemeClr val="dk1"/>
                </a:solidFill>
                <a:latin typeface="Poppins Medium"/>
                <a:ea typeface="Poppins Medium"/>
                <a:cs typeface="Poppins Medium"/>
                <a:sym typeface="Poppins Medium"/>
              </a:defRPr>
            </a:lvl8pPr>
            <a:lvl9pPr marR="0" lvl="8" algn="l" rtl="0">
              <a:spcBef>
                <a:spcPts val="533"/>
              </a:spcBef>
              <a:spcAft>
                <a:spcPts val="0"/>
              </a:spcAft>
              <a:buClr>
                <a:schemeClr val="dk1"/>
              </a:buClr>
              <a:buSzPts val="2666"/>
              <a:buFont typeface="Arial"/>
              <a:buChar char="•"/>
              <a:defRPr sz="2666" b="0" i="0" u="none" strike="noStrike" cap="none">
                <a:solidFill>
                  <a:schemeClr val="dk1"/>
                </a:solidFill>
                <a:latin typeface="Poppins Medium"/>
                <a:ea typeface="Poppins Medium"/>
                <a:cs typeface="Poppins Medium"/>
                <a:sym typeface="Poppins Medium"/>
              </a:defRPr>
            </a:lvl9pPr>
          </a:lstStyle>
          <a:p>
            <a:endParaRPr/>
          </a:p>
        </p:txBody>
      </p:sp>
      <p:sp>
        <p:nvSpPr>
          <p:cNvPr id="437" name="Google Shape;437;p80"/>
          <p:cNvSpPr txBox="1">
            <a:spLocks noGrp="1"/>
          </p:cNvSpPr>
          <p:nvPr>
            <p:ph type="title"/>
          </p:nvPr>
        </p:nvSpPr>
        <p:spPr>
          <a:xfrm>
            <a:off x="455618" y="731522"/>
            <a:ext cx="5029251" cy="524543"/>
          </a:xfrm>
          <a:prstGeom prst="rect">
            <a:avLst/>
          </a:prstGeom>
          <a:noFill/>
          <a:ln>
            <a:noFill/>
          </a:ln>
        </p:spPr>
        <p:txBody>
          <a:bodyPr spcFirstLastPara="1" wrap="square" lIns="0" tIns="0" rIns="0" bIns="0" anchor="t" anchorCtr="0">
            <a:noAutofit/>
          </a:bodyPr>
          <a:lstStyle>
            <a:lvl1pPr lvl="0" algn="l">
              <a:lnSpc>
                <a:spcPct val="80000"/>
              </a:lnSpc>
              <a:spcBef>
                <a:spcPts val="0"/>
              </a:spcBef>
              <a:spcAft>
                <a:spcPts val="0"/>
              </a:spcAft>
              <a:buClr>
                <a:schemeClr val="dk1"/>
              </a:buClr>
              <a:buSzPts val="3200"/>
              <a:buFont typeface="Roboto Medium"/>
              <a:buNone/>
              <a:defRPr b="0"/>
            </a:lvl1pPr>
            <a:lvl2pPr lvl="1">
              <a:spcBef>
                <a:spcPts val="0"/>
              </a:spcBef>
              <a:spcAft>
                <a:spcPts val="0"/>
              </a:spcAft>
              <a:buSzPts val="1400"/>
              <a:buNone/>
              <a:defRPr/>
            </a:lvl2pPr>
            <a:lvl3pPr lvl="2">
              <a:spcBef>
                <a:spcPts val="0"/>
              </a:spcBef>
              <a:spcAft>
                <a:spcPts val="0"/>
              </a:spcAft>
              <a:buSzPts val="1400"/>
              <a:buNone/>
              <a:defRPr/>
            </a:lvl3pPr>
            <a:lvl4pPr lvl="3">
              <a:spcBef>
                <a:spcPts val="0"/>
              </a:spcBef>
              <a:spcAft>
                <a:spcPts val="0"/>
              </a:spcAft>
              <a:buSzPts val="1400"/>
              <a:buNone/>
              <a:defRPr/>
            </a:lvl4pPr>
            <a:lvl5pPr lvl="4">
              <a:spcBef>
                <a:spcPts val="0"/>
              </a:spcBef>
              <a:spcAft>
                <a:spcPts val="0"/>
              </a:spcAft>
              <a:buSzPts val="1400"/>
              <a:buNone/>
              <a:defRPr/>
            </a:lvl5pPr>
            <a:lvl6pPr lvl="5">
              <a:spcBef>
                <a:spcPts val="0"/>
              </a:spcBef>
              <a:spcAft>
                <a:spcPts val="0"/>
              </a:spcAft>
              <a:buSzPts val="1400"/>
              <a:buNone/>
              <a:defRPr/>
            </a:lvl6pPr>
            <a:lvl7pPr lvl="6">
              <a:spcBef>
                <a:spcPts val="0"/>
              </a:spcBef>
              <a:spcAft>
                <a:spcPts val="0"/>
              </a:spcAft>
              <a:buSzPts val="1400"/>
              <a:buNone/>
              <a:defRPr/>
            </a:lvl7pPr>
            <a:lvl8pPr lvl="7">
              <a:spcBef>
                <a:spcPts val="0"/>
              </a:spcBef>
              <a:spcAft>
                <a:spcPts val="0"/>
              </a:spcAft>
              <a:buSzPts val="1400"/>
              <a:buNone/>
              <a:defRPr/>
            </a:lvl8pPr>
            <a:lvl9pPr lvl="8">
              <a:spcBef>
                <a:spcPts val="0"/>
              </a:spcBef>
              <a:spcAft>
                <a:spcPts val="0"/>
              </a:spcAft>
              <a:buSzPts val="1400"/>
              <a:buNone/>
              <a:defRPr/>
            </a:lvl9pPr>
          </a:lstStyle>
          <a:p>
            <a:endParaRPr/>
          </a:p>
        </p:txBody>
      </p:sp>
      <p:sp>
        <p:nvSpPr>
          <p:cNvPr id="438" name="Google Shape;438;p80"/>
          <p:cNvSpPr txBox="1">
            <a:spLocks noGrp="1"/>
          </p:cNvSpPr>
          <p:nvPr>
            <p:ph type="body" idx="1"/>
          </p:nvPr>
        </p:nvSpPr>
        <p:spPr>
          <a:xfrm>
            <a:off x="455618" y="2971800"/>
            <a:ext cx="5029251" cy="2971800"/>
          </a:xfrm>
          <a:prstGeom prst="rect">
            <a:avLst/>
          </a:prstGeom>
          <a:noFill/>
          <a:ln>
            <a:noFill/>
          </a:ln>
        </p:spPr>
        <p:txBody>
          <a:bodyPr spcFirstLastPara="1" wrap="square" lIns="0" tIns="0" rIns="0" bIns="0" anchor="t" anchorCtr="0">
            <a:noAutofit/>
          </a:bodyPr>
          <a:lstStyle>
            <a:lvl1pPr marL="457207" lvl="0" indent="-228604" algn="l">
              <a:lnSpc>
                <a:spcPct val="100000"/>
              </a:lnSpc>
              <a:spcBef>
                <a:spcPts val="1800"/>
              </a:spcBef>
              <a:spcAft>
                <a:spcPts val="0"/>
              </a:spcAft>
              <a:buClr>
                <a:schemeClr val="dk1"/>
              </a:buClr>
              <a:buSzPts val="2000"/>
              <a:buFont typeface="Roboto"/>
              <a:buNone/>
              <a:defRPr b="0" i="0">
                <a:latin typeface="Roboto"/>
                <a:ea typeface="Roboto"/>
                <a:cs typeface="Roboto"/>
                <a:sym typeface="Roboto"/>
              </a:defRPr>
            </a:lvl1pPr>
            <a:lvl2pPr marL="914415" lvl="1" indent="-342906" algn="l">
              <a:spcBef>
                <a:spcPts val="600"/>
              </a:spcBef>
              <a:spcAft>
                <a:spcPts val="0"/>
              </a:spcAft>
              <a:buClr>
                <a:schemeClr val="dk1"/>
              </a:buClr>
              <a:buSzPts val="1800"/>
              <a:buChar char="•"/>
              <a:defRPr b="0" i="0">
                <a:latin typeface="Roboto"/>
                <a:ea typeface="Roboto"/>
                <a:cs typeface="Roboto"/>
                <a:sym typeface="Roboto"/>
              </a:defRPr>
            </a:lvl2pPr>
            <a:lvl3pPr marL="1371622" lvl="2" indent="-330205" algn="l">
              <a:spcBef>
                <a:spcPts val="600"/>
              </a:spcBef>
              <a:spcAft>
                <a:spcPts val="0"/>
              </a:spcAft>
              <a:buClr>
                <a:schemeClr val="dk1"/>
              </a:buClr>
              <a:buSzPts val="1600"/>
              <a:buChar char="−"/>
              <a:defRPr b="0" i="0">
                <a:latin typeface="Roboto"/>
                <a:ea typeface="Roboto"/>
                <a:cs typeface="Roboto"/>
                <a:sym typeface="Roboto"/>
              </a:defRPr>
            </a:lvl3pPr>
            <a:lvl4pPr marL="1828831" lvl="3" indent="-317506" algn="l">
              <a:lnSpc>
                <a:spcPct val="100000"/>
              </a:lnSpc>
              <a:spcBef>
                <a:spcPts val="300"/>
              </a:spcBef>
              <a:spcAft>
                <a:spcPts val="0"/>
              </a:spcAft>
              <a:buClr>
                <a:schemeClr val="dk1"/>
              </a:buClr>
              <a:buSzPts val="1400"/>
              <a:buChar char="•"/>
              <a:defRPr b="0" i="0">
                <a:latin typeface="Roboto"/>
                <a:ea typeface="Roboto"/>
                <a:cs typeface="Roboto"/>
                <a:sym typeface="Roboto"/>
              </a:defRPr>
            </a:lvl4pPr>
            <a:lvl5pPr marL="2286038" lvl="4" indent="-304805" algn="l">
              <a:spcBef>
                <a:spcPts val="300"/>
              </a:spcBef>
              <a:spcAft>
                <a:spcPts val="0"/>
              </a:spcAft>
              <a:buClr>
                <a:schemeClr val="dk1"/>
              </a:buClr>
              <a:buSzPts val="1200"/>
              <a:buChar char="−"/>
              <a:defRPr b="0" i="0">
                <a:latin typeface="Roboto"/>
                <a:ea typeface="Roboto"/>
                <a:cs typeface="Roboto"/>
                <a:sym typeface="Roboto"/>
              </a:defRPr>
            </a:lvl5pPr>
            <a:lvl6pPr marL="2743246" lvl="5" indent="-342906" algn="l">
              <a:spcBef>
                <a:spcPts val="360"/>
              </a:spcBef>
              <a:spcAft>
                <a:spcPts val="0"/>
              </a:spcAft>
              <a:buClr>
                <a:schemeClr val="dk1"/>
              </a:buClr>
              <a:buSzPts val="1800"/>
              <a:buChar char="•"/>
              <a:defRPr/>
            </a:lvl6pPr>
            <a:lvl7pPr marL="3200453" lvl="6" indent="-342906" algn="l">
              <a:spcBef>
                <a:spcPts val="360"/>
              </a:spcBef>
              <a:spcAft>
                <a:spcPts val="0"/>
              </a:spcAft>
              <a:buClr>
                <a:schemeClr val="dk1"/>
              </a:buClr>
              <a:buSzPts val="1800"/>
              <a:buChar char="•"/>
              <a:defRPr/>
            </a:lvl7pPr>
            <a:lvl8pPr marL="3657661" lvl="7" indent="-342906" algn="l">
              <a:spcBef>
                <a:spcPts val="360"/>
              </a:spcBef>
              <a:spcAft>
                <a:spcPts val="0"/>
              </a:spcAft>
              <a:buClr>
                <a:schemeClr val="dk1"/>
              </a:buClr>
              <a:buSzPts val="1800"/>
              <a:buChar char="•"/>
              <a:defRPr/>
            </a:lvl8pPr>
            <a:lvl9pPr marL="4114868" lvl="8" indent="-342906" algn="l">
              <a:spcBef>
                <a:spcPts val="360"/>
              </a:spcBef>
              <a:spcAft>
                <a:spcPts val="0"/>
              </a:spcAft>
              <a:buClr>
                <a:schemeClr val="dk1"/>
              </a:buClr>
              <a:buSzPts val="1800"/>
              <a:buChar char="•"/>
              <a:defRPr/>
            </a:lvl9pPr>
          </a:lstStyle>
          <a:p>
            <a:endParaRPr/>
          </a:p>
        </p:txBody>
      </p:sp>
      <p:sp>
        <p:nvSpPr>
          <p:cNvPr id="439" name="Google Shape;439;p80"/>
          <p:cNvSpPr txBox="1">
            <a:spLocks noGrp="1"/>
          </p:cNvSpPr>
          <p:nvPr>
            <p:ph type="body" idx="3"/>
          </p:nvPr>
        </p:nvSpPr>
        <p:spPr>
          <a:xfrm>
            <a:off x="455619" y="460685"/>
            <a:ext cx="5029251" cy="229235"/>
          </a:xfrm>
          <a:prstGeom prst="rect">
            <a:avLst/>
          </a:prstGeom>
          <a:noFill/>
          <a:ln>
            <a:noFill/>
          </a:ln>
        </p:spPr>
        <p:txBody>
          <a:bodyPr spcFirstLastPara="1" wrap="square" lIns="0" tIns="0" rIns="0" bIns="0" anchor="t" anchorCtr="0">
            <a:noAutofit/>
          </a:bodyPr>
          <a:lstStyle>
            <a:lvl1pPr marL="457207" lvl="0" indent="-228604" algn="l">
              <a:spcBef>
                <a:spcPts val="1800"/>
              </a:spcBef>
              <a:spcAft>
                <a:spcPts val="0"/>
              </a:spcAft>
              <a:buClr>
                <a:schemeClr val="lt1"/>
              </a:buClr>
              <a:buSzPts val="1400"/>
              <a:buFont typeface="Roboto Medium"/>
              <a:buNone/>
              <a:defRPr sz="1400" b="0" i="0">
                <a:solidFill>
                  <a:schemeClr val="lt1"/>
                </a:solidFill>
                <a:latin typeface="Roboto Medium"/>
                <a:ea typeface="Roboto Medium"/>
                <a:cs typeface="Roboto Medium"/>
                <a:sym typeface="Roboto Medium"/>
              </a:defRPr>
            </a:lvl1pPr>
            <a:lvl2pPr marL="914415" lvl="1" indent="-228604" algn="l">
              <a:spcBef>
                <a:spcPts val="600"/>
              </a:spcBef>
              <a:spcAft>
                <a:spcPts val="0"/>
              </a:spcAft>
              <a:buClr>
                <a:schemeClr val="dk1"/>
              </a:buClr>
              <a:buSzPts val="1800"/>
              <a:buNone/>
              <a:defRPr/>
            </a:lvl2pPr>
            <a:lvl3pPr marL="1371622" lvl="2" indent="-342906" algn="l">
              <a:spcBef>
                <a:spcPts val="600"/>
              </a:spcBef>
              <a:spcAft>
                <a:spcPts val="0"/>
              </a:spcAft>
              <a:buClr>
                <a:schemeClr val="dk1"/>
              </a:buClr>
              <a:buSzPts val="1800"/>
              <a:buChar char="−"/>
              <a:defRPr/>
            </a:lvl3pPr>
            <a:lvl4pPr marL="1828831" lvl="3" indent="-342906" algn="l">
              <a:spcBef>
                <a:spcPts val="300"/>
              </a:spcBef>
              <a:spcAft>
                <a:spcPts val="0"/>
              </a:spcAft>
              <a:buClr>
                <a:schemeClr val="dk1"/>
              </a:buClr>
              <a:buSzPts val="1800"/>
              <a:buChar char="•"/>
              <a:defRPr/>
            </a:lvl4pPr>
            <a:lvl5pPr marL="2286038" lvl="4" indent="-342906" algn="l">
              <a:spcBef>
                <a:spcPts val="300"/>
              </a:spcBef>
              <a:spcAft>
                <a:spcPts val="0"/>
              </a:spcAft>
              <a:buClr>
                <a:schemeClr val="dk1"/>
              </a:buClr>
              <a:buSzPts val="1800"/>
              <a:buChar char="−"/>
              <a:defRPr/>
            </a:lvl5pPr>
            <a:lvl6pPr marL="2743246" lvl="5" indent="-342906" algn="l">
              <a:spcBef>
                <a:spcPts val="360"/>
              </a:spcBef>
              <a:spcAft>
                <a:spcPts val="0"/>
              </a:spcAft>
              <a:buClr>
                <a:schemeClr val="dk1"/>
              </a:buClr>
              <a:buSzPts val="1800"/>
              <a:buChar char="•"/>
              <a:defRPr/>
            </a:lvl6pPr>
            <a:lvl7pPr marL="3200453" lvl="6" indent="-342906" algn="l">
              <a:spcBef>
                <a:spcPts val="360"/>
              </a:spcBef>
              <a:spcAft>
                <a:spcPts val="0"/>
              </a:spcAft>
              <a:buClr>
                <a:schemeClr val="dk1"/>
              </a:buClr>
              <a:buSzPts val="1800"/>
              <a:buChar char="•"/>
              <a:defRPr/>
            </a:lvl7pPr>
            <a:lvl8pPr marL="3657661" lvl="7" indent="-342906" algn="l">
              <a:spcBef>
                <a:spcPts val="360"/>
              </a:spcBef>
              <a:spcAft>
                <a:spcPts val="0"/>
              </a:spcAft>
              <a:buClr>
                <a:schemeClr val="dk1"/>
              </a:buClr>
              <a:buSzPts val="1800"/>
              <a:buChar char="•"/>
              <a:defRPr/>
            </a:lvl8pPr>
            <a:lvl9pPr marL="4114868" lvl="8" indent="-342906" algn="l">
              <a:spcBef>
                <a:spcPts val="360"/>
              </a:spcBef>
              <a:spcAft>
                <a:spcPts val="0"/>
              </a:spcAft>
              <a:buClr>
                <a:schemeClr val="dk1"/>
              </a:buClr>
              <a:buSzPts val="1800"/>
              <a:buChar char="•"/>
              <a:defRPr/>
            </a:lvl9pPr>
          </a:lstStyle>
          <a:p>
            <a:endParaRPr/>
          </a:p>
        </p:txBody>
      </p:sp>
      <p:sp>
        <p:nvSpPr>
          <p:cNvPr id="440" name="Google Shape;440;p80"/>
          <p:cNvSpPr txBox="1">
            <a:spLocks noGrp="1"/>
          </p:cNvSpPr>
          <p:nvPr>
            <p:ph type="body" idx="4"/>
          </p:nvPr>
        </p:nvSpPr>
        <p:spPr>
          <a:xfrm>
            <a:off x="7508953" y="6432334"/>
            <a:ext cx="4224381" cy="228601"/>
          </a:xfrm>
          <a:prstGeom prst="rect">
            <a:avLst/>
          </a:prstGeom>
          <a:noFill/>
          <a:ln>
            <a:noFill/>
          </a:ln>
        </p:spPr>
        <p:txBody>
          <a:bodyPr spcFirstLastPara="1" wrap="square" lIns="0" tIns="0" rIns="0" bIns="0" anchor="b" anchorCtr="0">
            <a:noAutofit/>
          </a:bodyPr>
          <a:lstStyle>
            <a:lvl1pPr marL="457207" lvl="0" indent="-228604" algn="r">
              <a:spcBef>
                <a:spcPts val="1800"/>
              </a:spcBef>
              <a:spcAft>
                <a:spcPts val="0"/>
              </a:spcAft>
              <a:buClr>
                <a:schemeClr val="lt1"/>
              </a:buClr>
              <a:buSzPts val="1000"/>
              <a:buFont typeface="Roboto Medium"/>
              <a:buNone/>
              <a:defRPr sz="1000" b="0" i="0">
                <a:solidFill>
                  <a:schemeClr val="lt1"/>
                </a:solidFill>
                <a:latin typeface="Roboto Medium"/>
                <a:ea typeface="Roboto Medium"/>
                <a:cs typeface="Roboto Medium"/>
                <a:sym typeface="Roboto Medium"/>
              </a:defRPr>
            </a:lvl1pPr>
            <a:lvl2pPr marL="914415" lvl="1" indent="-228604" algn="l">
              <a:spcBef>
                <a:spcPts val="600"/>
              </a:spcBef>
              <a:spcAft>
                <a:spcPts val="0"/>
              </a:spcAft>
              <a:buClr>
                <a:schemeClr val="dk1"/>
              </a:buClr>
              <a:buSzPts val="1800"/>
              <a:buNone/>
              <a:defRPr/>
            </a:lvl2pPr>
            <a:lvl3pPr marL="1371622" lvl="2" indent="-342906" algn="l">
              <a:spcBef>
                <a:spcPts val="600"/>
              </a:spcBef>
              <a:spcAft>
                <a:spcPts val="0"/>
              </a:spcAft>
              <a:buClr>
                <a:schemeClr val="dk1"/>
              </a:buClr>
              <a:buSzPts val="1800"/>
              <a:buChar char="−"/>
              <a:defRPr/>
            </a:lvl3pPr>
            <a:lvl4pPr marL="1828831" lvl="3" indent="-342906" algn="l">
              <a:spcBef>
                <a:spcPts val="300"/>
              </a:spcBef>
              <a:spcAft>
                <a:spcPts val="0"/>
              </a:spcAft>
              <a:buClr>
                <a:schemeClr val="dk1"/>
              </a:buClr>
              <a:buSzPts val="1800"/>
              <a:buChar char="•"/>
              <a:defRPr/>
            </a:lvl4pPr>
            <a:lvl5pPr marL="2286038" lvl="4" indent="-342906" algn="l">
              <a:spcBef>
                <a:spcPts val="300"/>
              </a:spcBef>
              <a:spcAft>
                <a:spcPts val="0"/>
              </a:spcAft>
              <a:buClr>
                <a:schemeClr val="dk1"/>
              </a:buClr>
              <a:buSzPts val="1800"/>
              <a:buChar char="−"/>
              <a:defRPr/>
            </a:lvl5pPr>
            <a:lvl6pPr marL="2743246" lvl="5" indent="-342906" algn="l">
              <a:spcBef>
                <a:spcPts val="360"/>
              </a:spcBef>
              <a:spcAft>
                <a:spcPts val="0"/>
              </a:spcAft>
              <a:buClr>
                <a:schemeClr val="dk1"/>
              </a:buClr>
              <a:buSzPts val="1800"/>
              <a:buChar char="•"/>
              <a:defRPr/>
            </a:lvl6pPr>
            <a:lvl7pPr marL="3200453" lvl="6" indent="-342906" algn="l">
              <a:spcBef>
                <a:spcPts val="360"/>
              </a:spcBef>
              <a:spcAft>
                <a:spcPts val="0"/>
              </a:spcAft>
              <a:buClr>
                <a:schemeClr val="dk1"/>
              </a:buClr>
              <a:buSzPts val="1800"/>
              <a:buChar char="•"/>
              <a:defRPr/>
            </a:lvl7pPr>
            <a:lvl8pPr marL="3657661" lvl="7" indent="-342906" algn="l">
              <a:spcBef>
                <a:spcPts val="360"/>
              </a:spcBef>
              <a:spcAft>
                <a:spcPts val="0"/>
              </a:spcAft>
              <a:buClr>
                <a:schemeClr val="dk1"/>
              </a:buClr>
              <a:buSzPts val="1800"/>
              <a:buChar char="•"/>
              <a:defRPr/>
            </a:lvl8pPr>
            <a:lvl9pPr marL="4114868" lvl="8" indent="-342906" algn="l">
              <a:spcBef>
                <a:spcPts val="360"/>
              </a:spcBef>
              <a:spcAft>
                <a:spcPts val="0"/>
              </a:spcAft>
              <a:buClr>
                <a:schemeClr val="dk1"/>
              </a:buClr>
              <a:buSzPts val="1800"/>
              <a:buChar char="•"/>
              <a:defRPr/>
            </a:lvl9pPr>
          </a:lstStyle>
          <a:p>
            <a:endParaRPr/>
          </a:p>
        </p:txBody>
      </p:sp>
      <p:pic>
        <p:nvPicPr>
          <p:cNvPr id="441" name="Google Shape;441;p80" descr="A picture containing drawing&#10;&#10;Description automatically generated"/>
          <p:cNvPicPr preferRelativeResize="0"/>
          <p:nvPr/>
        </p:nvPicPr>
        <p:blipFill rotWithShape="1">
          <a:blip r:embed="rId2">
            <a:alphaModFix/>
          </a:blip>
          <a:srcRect/>
          <a:stretch/>
        </p:blipFill>
        <p:spPr>
          <a:xfrm>
            <a:off x="455619" y="6275784"/>
            <a:ext cx="685800" cy="353616"/>
          </a:xfrm>
          <a:prstGeom prst="rect">
            <a:avLst/>
          </a:prstGeom>
          <a:noFill/>
          <a:ln>
            <a:noFill/>
          </a:ln>
        </p:spPr>
      </p:pic>
    </p:spTree>
  </p:cSld>
  <p:clrMapOvr>
    <a:masterClrMapping/>
  </p:clrMapOvr>
  <mc:AlternateContent xmlns:mc="http://schemas.openxmlformats.org/markup-compatibility/2006" xmlns:p14="http://schemas.microsoft.com/office/powerpoint/2010/main">
    <mc:Choice Requires="p14">
      <p:transition p14:dur="250">
        <p:fade/>
      </p:transition>
    </mc:Choice>
    <mc:Fallback xmlns:ahyp="http://schemas.microsoft.com/office/drawing/2018/hyperlinkcolor" xmlns:p15="http://schemas.microsoft.com/office/powerpoint/2012/main" xmlns:com="http://schemas.openxmlformats.org/drawingml/2006/compatibility" xmlns:pvml="urn:schemas-microsoft-com:office:powerpoint" xmlns:v="urn:schemas-microsoft-com:vml" xmlns:o="urn:schemas-microsoft-com:office:office" xmlns:dgm="http://schemas.openxmlformats.org/drawingml/2006/diagram" xmlns:c="http://schemas.openxmlformats.org/drawingml/2006/chart" xmlns:mv="urn:schemas-microsoft-com:mac:vml" xmlns="">
      <p:transition>
        <p:fade/>
      </p:transition>
    </mc:Fallback>
  </mc:AlternateContent>
</p:sldLayout>
</file>

<file path=ppt/slideLayouts/slideLayout79.xml><?xml version="1.0" encoding="utf-8"?>
<p:sldLayout xmlns:a="http://schemas.openxmlformats.org/drawingml/2006/main" xmlns:r="http://schemas.openxmlformats.org/officeDocument/2006/relationships" xmlns:p="http://schemas.openxmlformats.org/presentationml/2006/main" matchingName="SEAGLASS Subhead | Title">
  <p:cSld name="SEAGLASS Subhead | Title">
    <p:bg>
      <p:bgPr>
        <a:solidFill>
          <a:schemeClr val="accent3"/>
        </a:solidFill>
        <a:effectLst/>
      </p:bgPr>
    </p:bg>
    <p:spTree>
      <p:nvGrpSpPr>
        <p:cNvPr id="1" name="Shape 442"/>
        <p:cNvGrpSpPr/>
        <p:nvPr/>
      </p:nvGrpSpPr>
      <p:grpSpPr>
        <a:xfrm>
          <a:off x="0" y="0"/>
          <a:ext cx="0" cy="0"/>
          <a:chOff x="0" y="0"/>
          <a:chExt cx="0" cy="0"/>
        </a:xfrm>
      </p:grpSpPr>
      <p:sp>
        <p:nvSpPr>
          <p:cNvPr id="443" name="Google Shape;443;p81"/>
          <p:cNvSpPr txBox="1">
            <a:spLocks noGrp="1"/>
          </p:cNvSpPr>
          <p:nvPr>
            <p:ph type="title"/>
          </p:nvPr>
        </p:nvSpPr>
        <p:spPr>
          <a:xfrm>
            <a:off x="455618" y="731522"/>
            <a:ext cx="8915492" cy="524543"/>
          </a:xfrm>
          <a:prstGeom prst="rect">
            <a:avLst/>
          </a:prstGeom>
          <a:noFill/>
          <a:ln>
            <a:noFill/>
          </a:ln>
        </p:spPr>
        <p:txBody>
          <a:bodyPr spcFirstLastPara="1" wrap="square" lIns="0" tIns="0" rIns="0" bIns="0" anchor="t" anchorCtr="0">
            <a:noAutofit/>
          </a:bodyPr>
          <a:lstStyle>
            <a:lvl1pPr lvl="0" algn="l">
              <a:lnSpc>
                <a:spcPct val="80000"/>
              </a:lnSpc>
              <a:spcBef>
                <a:spcPts val="0"/>
              </a:spcBef>
              <a:spcAft>
                <a:spcPts val="0"/>
              </a:spcAft>
              <a:buClr>
                <a:schemeClr val="dk1"/>
              </a:buClr>
              <a:buSzPts val="1800"/>
              <a:buNone/>
              <a:defRPr/>
            </a:lvl1pPr>
            <a:lvl2pPr lvl="1">
              <a:spcBef>
                <a:spcPts val="0"/>
              </a:spcBef>
              <a:spcAft>
                <a:spcPts val="0"/>
              </a:spcAft>
              <a:buSzPts val="1400"/>
              <a:buNone/>
              <a:defRPr/>
            </a:lvl2pPr>
            <a:lvl3pPr lvl="2">
              <a:spcBef>
                <a:spcPts val="0"/>
              </a:spcBef>
              <a:spcAft>
                <a:spcPts val="0"/>
              </a:spcAft>
              <a:buSzPts val="1400"/>
              <a:buNone/>
              <a:defRPr/>
            </a:lvl3pPr>
            <a:lvl4pPr lvl="3">
              <a:spcBef>
                <a:spcPts val="0"/>
              </a:spcBef>
              <a:spcAft>
                <a:spcPts val="0"/>
              </a:spcAft>
              <a:buSzPts val="1400"/>
              <a:buNone/>
              <a:defRPr/>
            </a:lvl4pPr>
            <a:lvl5pPr lvl="4">
              <a:spcBef>
                <a:spcPts val="0"/>
              </a:spcBef>
              <a:spcAft>
                <a:spcPts val="0"/>
              </a:spcAft>
              <a:buSzPts val="1400"/>
              <a:buNone/>
              <a:defRPr/>
            </a:lvl5pPr>
            <a:lvl6pPr lvl="5">
              <a:spcBef>
                <a:spcPts val="0"/>
              </a:spcBef>
              <a:spcAft>
                <a:spcPts val="0"/>
              </a:spcAft>
              <a:buSzPts val="1400"/>
              <a:buNone/>
              <a:defRPr/>
            </a:lvl6pPr>
            <a:lvl7pPr lvl="6">
              <a:spcBef>
                <a:spcPts val="0"/>
              </a:spcBef>
              <a:spcAft>
                <a:spcPts val="0"/>
              </a:spcAft>
              <a:buSzPts val="1400"/>
              <a:buNone/>
              <a:defRPr/>
            </a:lvl7pPr>
            <a:lvl8pPr lvl="7">
              <a:spcBef>
                <a:spcPts val="0"/>
              </a:spcBef>
              <a:spcAft>
                <a:spcPts val="0"/>
              </a:spcAft>
              <a:buSzPts val="1400"/>
              <a:buNone/>
              <a:defRPr/>
            </a:lvl8pPr>
            <a:lvl9pPr lvl="8">
              <a:spcBef>
                <a:spcPts val="0"/>
              </a:spcBef>
              <a:spcAft>
                <a:spcPts val="0"/>
              </a:spcAft>
              <a:buSzPts val="1400"/>
              <a:buNone/>
              <a:defRPr/>
            </a:lvl9pPr>
          </a:lstStyle>
          <a:p>
            <a:endParaRPr/>
          </a:p>
        </p:txBody>
      </p:sp>
      <p:sp>
        <p:nvSpPr>
          <p:cNvPr id="444" name="Google Shape;444;p81"/>
          <p:cNvSpPr txBox="1">
            <a:spLocks noGrp="1"/>
          </p:cNvSpPr>
          <p:nvPr>
            <p:ph type="body" idx="1"/>
          </p:nvPr>
        </p:nvSpPr>
        <p:spPr>
          <a:xfrm>
            <a:off x="455618" y="460685"/>
            <a:ext cx="8915492" cy="229235"/>
          </a:xfrm>
          <a:prstGeom prst="rect">
            <a:avLst/>
          </a:prstGeom>
          <a:noFill/>
          <a:ln>
            <a:noFill/>
          </a:ln>
        </p:spPr>
        <p:txBody>
          <a:bodyPr spcFirstLastPara="1" wrap="square" lIns="0" tIns="0" rIns="0" bIns="0" anchor="t" anchorCtr="0">
            <a:noAutofit/>
          </a:bodyPr>
          <a:lstStyle>
            <a:lvl1pPr marL="457207" lvl="0" indent="-228604" algn="l">
              <a:spcBef>
                <a:spcPts val="1800"/>
              </a:spcBef>
              <a:spcAft>
                <a:spcPts val="0"/>
              </a:spcAft>
              <a:buClr>
                <a:schemeClr val="lt1"/>
              </a:buClr>
              <a:buSzPts val="1400"/>
              <a:buFont typeface="Roboto Medium"/>
              <a:buNone/>
              <a:defRPr sz="1400" b="0" i="0">
                <a:solidFill>
                  <a:schemeClr val="lt1"/>
                </a:solidFill>
                <a:latin typeface="Roboto Medium"/>
                <a:ea typeface="Roboto Medium"/>
                <a:cs typeface="Roboto Medium"/>
                <a:sym typeface="Roboto Medium"/>
              </a:defRPr>
            </a:lvl1pPr>
            <a:lvl2pPr marL="914415" lvl="1" indent="-228604" algn="l">
              <a:spcBef>
                <a:spcPts val="600"/>
              </a:spcBef>
              <a:spcAft>
                <a:spcPts val="0"/>
              </a:spcAft>
              <a:buClr>
                <a:schemeClr val="dk1"/>
              </a:buClr>
              <a:buSzPts val="1800"/>
              <a:buNone/>
              <a:defRPr/>
            </a:lvl2pPr>
            <a:lvl3pPr marL="1371622" lvl="2" indent="-342906" algn="l">
              <a:spcBef>
                <a:spcPts val="600"/>
              </a:spcBef>
              <a:spcAft>
                <a:spcPts val="0"/>
              </a:spcAft>
              <a:buClr>
                <a:schemeClr val="dk1"/>
              </a:buClr>
              <a:buSzPts val="1800"/>
              <a:buChar char="−"/>
              <a:defRPr/>
            </a:lvl3pPr>
            <a:lvl4pPr marL="1828831" lvl="3" indent="-342906" algn="l">
              <a:spcBef>
                <a:spcPts val="300"/>
              </a:spcBef>
              <a:spcAft>
                <a:spcPts val="0"/>
              </a:spcAft>
              <a:buClr>
                <a:schemeClr val="dk1"/>
              </a:buClr>
              <a:buSzPts val="1800"/>
              <a:buChar char="•"/>
              <a:defRPr/>
            </a:lvl4pPr>
            <a:lvl5pPr marL="2286038" lvl="4" indent="-342906" algn="l">
              <a:spcBef>
                <a:spcPts val="300"/>
              </a:spcBef>
              <a:spcAft>
                <a:spcPts val="0"/>
              </a:spcAft>
              <a:buClr>
                <a:schemeClr val="dk1"/>
              </a:buClr>
              <a:buSzPts val="1800"/>
              <a:buChar char="−"/>
              <a:defRPr/>
            </a:lvl5pPr>
            <a:lvl6pPr marL="2743246" lvl="5" indent="-342906" algn="l">
              <a:spcBef>
                <a:spcPts val="360"/>
              </a:spcBef>
              <a:spcAft>
                <a:spcPts val="0"/>
              </a:spcAft>
              <a:buClr>
                <a:schemeClr val="dk1"/>
              </a:buClr>
              <a:buSzPts val="1800"/>
              <a:buChar char="•"/>
              <a:defRPr/>
            </a:lvl6pPr>
            <a:lvl7pPr marL="3200453" lvl="6" indent="-342906" algn="l">
              <a:spcBef>
                <a:spcPts val="360"/>
              </a:spcBef>
              <a:spcAft>
                <a:spcPts val="0"/>
              </a:spcAft>
              <a:buClr>
                <a:schemeClr val="dk1"/>
              </a:buClr>
              <a:buSzPts val="1800"/>
              <a:buChar char="•"/>
              <a:defRPr/>
            </a:lvl7pPr>
            <a:lvl8pPr marL="3657661" lvl="7" indent="-342906" algn="l">
              <a:spcBef>
                <a:spcPts val="360"/>
              </a:spcBef>
              <a:spcAft>
                <a:spcPts val="0"/>
              </a:spcAft>
              <a:buClr>
                <a:schemeClr val="dk1"/>
              </a:buClr>
              <a:buSzPts val="1800"/>
              <a:buChar char="•"/>
              <a:defRPr/>
            </a:lvl8pPr>
            <a:lvl9pPr marL="4114868" lvl="8" indent="-342906" algn="l">
              <a:spcBef>
                <a:spcPts val="360"/>
              </a:spcBef>
              <a:spcAft>
                <a:spcPts val="0"/>
              </a:spcAft>
              <a:buClr>
                <a:schemeClr val="dk1"/>
              </a:buClr>
              <a:buSzPts val="1800"/>
              <a:buChar char="•"/>
              <a:defRPr/>
            </a:lvl9pPr>
          </a:lstStyle>
          <a:p>
            <a:endParaRPr/>
          </a:p>
        </p:txBody>
      </p:sp>
      <p:sp>
        <p:nvSpPr>
          <p:cNvPr id="445" name="Google Shape;445;p81"/>
          <p:cNvSpPr txBox="1">
            <a:spLocks noGrp="1"/>
          </p:cNvSpPr>
          <p:nvPr>
            <p:ph type="body" idx="2"/>
          </p:nvPr>
        </p:nvSpPr>
        <p:spPr>
          <a:xfrm>
            <a:off x="7508953" y="6432334"/>
            <a:ext cx="4224381" cy="228601"/>
          </a:xfrm>
          <a:prstGeom prst="rect">
            <a:avLst/>
          </a:prstGeom>
          <a:noFill/>
          <a:ln>
            <a:noFill/>
          </a:ln>
        </p:spPr>
        <p:txBody>
          <a:bodyPr spcFirstLastPara="1" wrap="square" lIns="0" tIns="0" rIns="0" bIns="0" anchor="b" anchorCtr="0">
            <a:noAutofit/>
          </a:bodyPr>
          <a:lstStyle>
            <a:lvl1pPr marL="457207" lvl="0" indent="-228604" algn="r">
              <a:spcBef>
                <a:spcPts val="1800"/>
              </a:spcBef>
              <a:spcAft>
                <a:spcPts val="0"/>
              </a:spcAft>
              <a:buClr>
                <a:schemeClr val="dk1"/>
              </a:buClr>
              <a:buSzPts val="1000"/>
              <a:buFont typeface="Roboto Medium"/>
              <a:buNone/>
              <a:defRPr sz="1000" b="0" i="0">
                <a:solidFill>
                  <a:schemeClr val="dk1"/>
                </a:solidFill>
                <a:latin typeface="Roboto Medium"/>
                <a:ea typeface="Roboto Medium"/>
                <a:cs typeface="Roboto Medium"/>
                <a:sym typeface="Roboto Medium"/>
              </a:defRPr>
            </a:lvl1pPr>
            <a:lvl2pPr marL="914415" lvl="1" indent="-228604" algn="l">
              <a:spcBef>
                <a:spcPts val="600"/>
              </a:spcBef>
              <a:spcAft>
                <a:spcPts val="0"/>
              </a:spcAft>
              <a:buClr>
                <a:schemeClr val="dk1"/>
              </a:buClr>
              <a:buSzPts val="1800"/>
              <a:buNone/>
              <a:defRPr/>
            </a:lvl2pPr>
            <a:lvl3pPr marL="1371622" lvl="2" indent="-342906" algn="l">
              <a:spcBef>
                <a:spcPts val="600"/>
              </a:spcBef>
              <a:spcAft>
                <a:spcPts val="0"/>
              </a:spcAft>
              <a:buClr>
                <a:schemeClr val="dk1"/>
              </a:buClr>
              <a:buSzPts val="1800"/>
              <a:buChar char="−"/>
              <a:defRPr/>
            </a:lvl3pPr>
            <a:lvl4pPr marL="1828831" lvl="3" indent="-342906" algn="l">
              <a:spcBef>
                <a:spcPts val="300"/>
              </a:spcBef>
              <a:spcAft>
                <a:spcPts val="0"/>
              </a:spcAft>
              <a:buClr>
                <a:schemeClr val="dk1"/>
              </a:buClr>
              <a:buSzPts val="1800"/>
              <a:buChar char="•"/>
              <a:defRPr/>
            </a:lvl4pPr>
            <a:lvl5pPr marL="2286038" lvl="4" indent="-342906" algn="l">
              <a:spcBef>
                <a:spcPts val="300"/>
              </a:spcBef>
              <a:spcAft>
                <a:spcPts val="0"/>
              </a:spcAft>
              <a:buClr>
                <a:schemeClr val="dk1"/>
              </a:buClr>
              <a:buSzPts val="1800"/>
              <a:buChar char="−"/>
              <a:defRPr/>
            </a:lvl5pPr>
            <a:lvl6pPr marL="2743246" lvl="5" indent="-342906" algn="l">
              <a:spcBef>
                <a:spcPts val="360"/>
              </a:spcBef>
              <a:spcAft>
                <a:spcPts val="0"/>
              </a:spcAft>
              <a:buClr>
                <a:schemeClr val="dk1"/>
              </a:buClr>
              <a:buSzPts val="1800"/>
              <a:buChar char="•"/>
              <a:defRPr/>
            </a:lvl6pPr>
            <a:lvl7pPr marL="3200453" lvl="6" indent="-342906" algn="l">
              <a:spcBef>
                <a:spcPts val="360"/>
              </a:spcBef>
              <a:spcAft>
                <a:spcPts val="0"/>
              </a:spcAft>
              <a:buClr>
                <a:schemeClr val="dk1"/>
              </a:buClr>
              <a:buSzPts val="1800"/>
              <a:buChar char="•"/>
              <a:defRPr/>
            </a:lvl7pPr>
            <a:lvl8pPr marL="3657661" lvl="7" indent="-342906" algn="l">
              <a:spcBef>
                <a:spcPts val="360"/>
              </a:spcBef>
              <a:spcAft>
                <a:spcPts val="0"/>
              </a:spcAft>
              <a:buClr>
                <a:schemeClr val="dk1"/>
              </a:buClr>
              <a:buSzPts val="1800"/>
              <a:buChar char="•"/>
              <a:defRPr/>
            </a:lvl8pPr>
            <a:lvl9pPr marL="4114868" lvl="8" indent="-342906" algn="l">
              <a:spcBef>
                <a:spcPts val="360"/>
              </a:spcBef>
              <a:spcAft>
                <a:spcPts val="0"/>
              </a:spcAft>
              <a:buClr>
                <a:schemeClr val="dk1"/>
              </a:buClr>
              <a:buSzPts val="1800"/>
              <a:buChar char="•"/>
              <a:defRPr/>
            </a:lvl9pPr>
          </a:lstStyle>
          <a:p>
            <a:endParaRPr/>
          </a:p>
        </p:txBody>
      </p:sp>
      <p:pic>
        <p:nvPicPr>
          <p:cNvPr id="446" name="Google Shape;446;p81" descr="A picture containing drawing&#10;&#10;Description automatically generated"/>
          <p:cNvPicPr preferRelativeResize="0"/>
          <p:nvPr/>
        </p:nvPicPr>
        <p:blipFill rotWithShape="1">
          <a:blip r:embed="rId2">
            <a:alphaModFix/>
          </a:blip>
          <a:srcRect/>
          <a:stretch/>
        </p:blipFill>
        <p:spPr>
          <a:xfrm>
            <a:off x="455619" y="6275784"/>
            <a:ext cx="685800" cy="353616"/>
          </a:xfrm>
          <a:prstGeom prst="rect">
            <a:avLst/>
          </a:prstGeom>
          <a:noFill/>
          <a:ln>
            <a:noFill/>
          </a:ln>
        </p:spPr>
      </p:pic>
    </p:spTree>
  </p:cSld>
  <p:clrMapOvr>
    <a:masterClrMapping/>
  </p:clrMapOvr>
  <mc:AlternateContent xmlns:mc="http://schemas.openxmlformats.org/markup-compatibility/2006" xmlns:p14="http://schemas.microsoft.com/office/powerpoint/2010/main">
    <mc:Choice Requires="p14">
      <p:transition p14:dur="250">
        <p:fade/>
      </p:transition>
    </mc:Choice>
    <mc:Fallback xmlns:ahyp="http://schemas.microsoft.com/office/drawing/2018/hyperlinkcolor" xmlns:p15="http://schemas.microsoft.com/office/powerpoint/2012/main" xmlns:com="http://schemas.openxmlformats.org/drawingml/2006/compatibility" xmlns:pvml="urn:schemas-microsoft-com:office:powerpoint" xmlns:v="urn:schemas-microsoft-com:vml" xmlns:o="urn:schemas-microsoft-com:office:office" xmlns:dgm="http://schemas.openxmlformats.org/drawingml/2006/diagram" xmlns:c="http://schemas.openxmlformats.org/drawingml/2006/chart" xmlns:mv="urn:schemas-microsoft-com:mac:vml" xmlns="">
      <p:transition>
        <p:fade/>
      </p:transition>
    </mc:Fallback>
  </mc:AlternateContent>
</p:sldLayout>
</file>

<file path=ppt/slideLayouts/slideLayout80.xml><?xml version="1.0" encoding="utf-8"?>
<p:sldLayout xmlns:a="http://schemas.openxmlformats.org/drawingml/2006/main" xmlns:r="http://schemas.openxmlformats.org/officeDocument/2006/relationships" xmlns:p="http://schemas.openxmlformats.org/presentationml/2006/main" matchingName="SEAGLASS 1Col Title | Subhead | Text">
  <p:cSld name="SEAGLASS 1Col Title | Subhead | Text">
    <p:bg>
      <p:bgPr>
        <a:solidFill>
          <a:schemeClr val="accent3"/>
        </a:solidFill>
        <a:effectLst/>
      </p:bgPr>
    </p:bg>
    <p:spTree>
      <p:nvGrpSpPr>
        <p:cNvPr id="1" name="Shape 447"/>
        <p:cNvGrpSpPr/>
        <p:nvPr/>
      </p:nvGrpSpPr>
      <p:grpSpPr>
        <a:xfrm>
          <a:off x="0" y="0"/>
          <a:ext cx="0" cy="0"/>
          <a:chOff x="0" y="0"/>
          <a:chExt cx="0" cy="0"/>
        </a:xfrm>
      </p:grpSpPr>
      <p:sp>
        <p:nvSpPr>
          <p:cNvPr id="448" name="Google Shape;448;p82"/>
          <p:cNvSpPr txBox="1">
            <a:spLocks noGrp="1"/>
          </p:cNvSpPr>
          <p:nvPr>
            <p:ph type="title"/>
          </p:nvPr>
        </p:nvSpPr>
        <p:spPr>
          <a:xfrm>
            <a:off x="455618" y="476183"/>
            <a:ext cx="8915492" cy="524543"/>
          </a:xfrm>
          <a:prstGeom prst="rect">
            <a:avLst/>
          </a:prstGeom>
          <a:noFill/>
          <a:ln>
            <a:noFill/>
          </a:ln>
        </p:spPr>
        <p:txBody>
          <a:bodyPr spcFirstLastPara="1" wrap="square" lIns="0" tIns="0" rIns="0" bIns="0" anchor="t" anchorCtr="0">
            <a:noAutofit/>
          </a:bodyPr>
          <a:lstStyle>
            <a:lvl1pPr lvl="0" algn="l">
              <a:lnSpc>
                <a:spcPct val="80000"/>
              </a:lnSpc>
              <a:spcBef>
                <a:spcPts val="0"/>
              </a:spcBef>
              <a:spcAft>
                <a:spcPts val="0"/>
              </a:spcAft>
              <a:buClr>
                <a:schemeClr val="dk1"/>
              </a:buClr>
              <a:buSzPts val="3200"/>
              <a:buFont typeface="Roboto Medium"/>
              <a:buNone/>
              <a:defRPr b="0"/>
            </a:lvl1pPr>
            <a:lvl2pPr lvl="1">
              <a:spcBef>
                <a:spcPts val="0"/>
              </a:spcBef>
              <a:spcAft>
                <a:spcPts val="0"/>
              </a:spcAft>
              <a:buSzPts val="1400"/>
              <a:buNone/>
              <a:defRPr/>
            </a:lvl2pPr>
            <a:lvl3pPr lvl="2">
              <a:spcBef>
                <a:spcPts val="0"/>
              </a:spcBef>
              <a:spcAft>
                <a:spcPts val="0"/>
              </a:spcAft>
              <a:buSzPts val="1400"/>
              <a:buNone/>
              <a:defRPr/>
            </a:lvl3pPr>
            <a:lvl4pPr lvl="3">
              <a:spcBef>
                <a:spcPts val="0"/>
              </a:spcBef>
              <a:spcAft>
                <a:spcPts val="0"/>
              </a:spcAft>
              <a:buSzPts val="1400"/>
              <a:buNone/>
              <a:defRPr/>
            </a:lvl4pPr>
            <a:lvl5pPr lvl="4">
              <a:spcBef>
                <a:spcPts val="0"/>
              </a:spcBef>
              <a:spcAft>
                <a:spcPts val="0"/>
              </a:spcAft>
              <a:buSzPts val="1400"/>
              <a:buNone/>
              <a:defRPr/>
            </a:lvl5pPr>
            <a:lvl6pPr lvl="5">
              <a:spcBef>
                <a:spcPts val="0"/>
              </a:spcBef>
              <a:spcAft>
                <a:spcPts val="0"/>
              </a:spcAft>
              <a:buSzPts val="1400"/>
              <a:buNone/>
              <a:defRPr/>
            </a:lvl6pPr>
            <a:lvl7pPr lvl="6">
              <a:spcBef>
                <a:spcPts val="0"/>
              </a:spcBef>
              <a:spcAft>
                <a:spcPts val="0"/>
              </a:spcAft>
              <a:buSzPts val="1400"/>
              <a:buNone/>
              <a:defRPr/>
            </a:lvl7pPr>
            <a:lvl8pPr lvl="7">
              <a:spcBef>
                <a:spcPts val="0"/>
              </a:spcBef>
              <a:spcAft>
                <a:spcPts val="0"/>
              </a:spcAft>
              <a:buSzPts val="1400"/>
              <a:buNone/>
              <a:defRPr/>
            </a:lvl8pPr>
            <a:lvl9pPr lvl="8">
              <a:spcBef>
                <a:spcPts val="0"/>
              </a:spcBef>
              <a:spcAft>
                <a:spcPts val="0"/>
              </a:spcAft>
              <a:buSzPts val="1400"/>
              <a:buNone/>
              <a:defRPr/>
            </a:lvl9pPr>
          </a:lstStyle>
          <a:p>
            <a:endParaRPr/>
          </a:p>
        </p:txBody>
      </p:sp>
      <p:sp>
        <p:nvSpPr>
          <p:cNvPr id="449" name="Google Shape;449;p82"/>
          <p:cNvSpPr txBox="1">
            <a:spLocks noGrp="1"/>
          </p:cNvSpPr>
          <p:nvPr>
            <p:ph type="body" idx="1"/>
          </p:nvPr>
        </p:nvSpPr>
        <p:spPr>
          <a:xfrm>
            <a:off x="455618" y="2971800"/>
            <a:ext cx="8915492" cy="2971800"/>
          </a:xfrm>
          <a:prstGeom prst="rect">
            <a:avLst/>
          </a:prstGeom>
          <a:noFill/>
          <a:ln>
            <a:noFill/>
          </a:ln>
        </p:spPr>
        <p:txBody>
          <a:bodyPr spcFirstLastPara="1" wrap="square" lIns="0" tIns="0" rIns="0" bIns="0" anchor="t" anchorCtr="0">
            <a:noAutofit/>
          </a:bodyPr>
          <a:lstStyle>
            <a:lvl1pPr marL="457207" lvl="0" indent="-228604" algn="l">
              <a:spcBef>
                <a:spcPts val="1800"/>
              </a:spcBef>
              <a:spcAft>
                <a:spcPts val="0"/>
              </a:spcAft>
              <a:buClr>
                <a:schemeClr val="dk1"/>
              </a:buClr>
              <a:buSzPts val="2000"/>
              <a:buFont typeface="Roboto"/>
              <a:buNone/>
              <a:defRPr b="0" i="0">
                <a:latin typeface="Roboto"/>
                <a:ea typeface="Roboto"/>
                <a:cs typeface="Roboto"/>
                <a:sym typeface="Roboto"/>
              </a:defRPr>
            </a:lvl1pPr>
            <a:lvl2pPr marL="914415" lvl="1" indent="-342906" algn="l">
              <a:spcBef>
                <a:spcPts val="600"/>
              </a:spcBef>
              <a:spcAft>
                <a:spcPts val="0"/>
              </a:spcAft>
              <a:buClr>
                <a:schemeClr val="dk1"/>
              </a:buClr>
              <a:buSzPts val="1800"/>
              <a:buChar char="•"/>
              <a:defRPr b="0" i="0">
                <a:latin typeface="Roboto"/>
                <a:ea typeface="Roboto"/>
                <a:cs typeface="Roboto"/>
                <a:sym typeface="Roboto"/>
              </a:defRPr>
            </a:lvl2pPr>
            <a:lvl3pPr marL="1371622" lvl="2" indent="-330205" algn="l">
              <a:spcBef>
                <a:spcPts val="600"/>
              </a:spcBef>
              <a:spcAft>
                <a:spcPts val="0"/>
              </a:spcAft>
              <a:buClr>
                <a:schemeClr val="dk1"/>
              </a:buClr>
              <a:buSzPts val="1600"/>
              <a:buChar char="−"/>
              <a:defRPr b="0" i="0">
                <a:latin typeface="Roboto"/>
                <a:ea typeface="Roboto"/>
                <a:cs typeface="Roboto"/>
                <a:sym typeface="Roboto"/>
              </a:defRPr>
            </a:lvl3pPr>
            <a:lvl4pPr marL="1828831" lvl="3" indent="-317506" algn="l">
              <a:spcBef>
                <a:spcPts val="300"/>
              </a:spcBef>
              <a:spcAft>
                <a:spcPts val="0"/>
              </a:spcAft>
              <a:buClr>
                <a:schemeClr val="dk1"/>
              </a:buClr>
              <a:buSzPts val="1400"/>
              <a:buChar char="•"/>
              <a:defRPr b="0" i="0">
                <a:latin typeface="Roboto"/>
                <a:ea typeface="Roboto"/>
                <a:cs typeface="Roboto"/>
                <a:sym typeface="Roboto"/>
              </a:defRPr>
            </a:lvl4pPr>
            <a:lvl5pPr marL="2286038" lvl="4" indent="-304805" algn="l">
              <a:spcBef>
                <a:spcPts val="300"/>
              </a:spcBef>
              <a:spcAft>
                <a:spcPts val="0"/>
              </a:spcAft>
              <a:buClr>
                <a:schemeClr val="dk1"/>
              </a:buClr>
              <a:buSzPts val="1200"/>
              <a:buChar char="−"/>
              <a:defRPr b="0" i="0">
                <a:latin typeface="Roboto"/>
                <a:ea typeface="Roboto"/>
                <a:cs typeface="Roboto"/>
                <a:sym typeface="Roboto"/>
              </a:defRPr>
            </a:lvl5pPr>
            <a:lvl6pPr marL="2743246" lvl="5" indent="-342906" algn="l">
              <a:spcBef>
                <a:spcPts val="360"/>
              </a:spcBef>
              <a:spcAft>
                <a:spcPts val="0"/>
              </a:spcAft>
              <a:buClr>
                <a:schemeClr val="dk1"/>
              </a:buClr>
              <a:buSzPts val="1800"/>
              <a:buChar char="•"/>
              <a:defRPr/>
            </a:lvl6pPr>
            <a:lvl7pPr marL="3200453" lvl="6" indent="-342906" algn="l">
              <a:spcBef>
                <a:spcPts val="360"/>
              </a:spcBef>
              <a:spcAft>
                <a:spcPts val="0"/>
              </a:spcAft>
              <a:buClr>
                <a:schemeClr val="dk1"/>
              </a:buClr>
              <a:buSzPts val="1800"/>
              <a:buChar char="•"/>
              <a:defRPr/>
            </a:lvl7pPr>
            <a:lvl8pPr marL="3657661" lvl="7" indent="-342906" algn="l">
              <a:spcBef>
                <a:spcPts val="360"/>
              </a:spcBef>
              <a:spcAft>
                <a:spcPts val="0"/>
              </a:spcAft>
              <a:buClr>
                <a:schemeClr val="dk1"/>
              </a:buClr>
              <a:buSzPts val="1800"/>
              <a:buChar char="•"/>
              <a:defRPr/>
            </a:lvl8pPr>
            <a:lvl9pPr marL="4114868" lvl="8" indent="-342906" algn="l">
              <a:spcBef>
                <a:spcPts val="360"/>
              </a:spcBef>
              <a:spcAft>
                <a:spcPts val="0"/>
              </a:spcAft>
              <a:buClr>
                <a:schemeClr val="dk1"/>
              </a:buClr>
              <a:buSzPts val="1800"/>
              <a:buChar char="•"/>
              <a:defRPr/>
            </a:lvl9pPr>
          </a:lstStyle>
          <a:p>
            <a:endParaRPr/>
          </a:p>
        </p:txBody>
      </p:sp>
      <p:sp>
        <p:nvSpPr>
          <p:cNvPr id="450" name="Google Shape;450;p82"/>
          <p:cNvSpPr txBox="1">
            <a:spLocks noGrp="1"/>
          </p:cNvSpPr>
          <p:nvPr>
            <p:ph type="body" idx="2"/>
          </p:nvPr>
        </p:nvSpPr>
        <p:spPr>
          <a:xfrm>
            <a:off x="455618" y="868681"/>
            <a:ext cx="8915492" cy="229235"/>
          </a:xfrm>
          <a:prstGeom prst="rect">
            <a:avLst/>
          </a:prstGeom>
          <a:noFill/>
          <a:ln>
            <a:noFill/>
          </a:ln>
        </p:spPr>
        <p:txBody>
          <a:bodyPr spcFirstLastPara="1" wrap="square" lIns="0" tIns="0" rIns="0" bIns="0" anchor="t" anchorCtr="0">
            <a:noAutofit/>
          </a:bodyPr>
          <a:lstStyle>
            <a:lvl1pPr marL="457207" lvl="0" indent="-228604" algn="l">
              <a:spcBef>
                <a:spcPts val="1800"/>
              </a:spcBef>
              <a:spcAft>
                <a:spcPts val="0"/>
              </a:spcAft>
              <a:buClr>
                <a:schemeClr val="lt1"/>
              </a:buClr>
              <a:buSzPts val="1600"/>
              <a:buFont typeface="Roboto Medium"/>
              <a:buNone/>
              <a:defRPr sz="1600" b="0" i="0">
                <a:solidFill>
                  <a:schemeClr val="lt1"/>
                </a:solidFill>
                <a:latin typeface="Roboto Medium"/>
                <a:ea typeface="Roboto Medium"/>
                <a:cs typeface="Roboto Medium"/>
                <a:sym typeface="Roboto Medium"/>
              </a:defRPr>
            </a:lvl1pPr>
            <a:lvl2pPr marL="914415" lvl="1" indent="-228604" algn="l">
              <a:spcBef>
                <a:spcPts val="600"/>
              </a:spcBef>
              <a:spcAft>
                <a:spcPts val="0"/>
              </a:spcAft>
              <a:buClr>
                <a:schemeClr val="dk1"/>
              </a:buClr>
              <a:buSzPts val="1800"/>
              <a:buNone/>
              <a:defRPr/>
            </a:lvl2pPr>
            <a:lvl3pPr marL="1371622" lvl="2" indent="-342906" algn="l">
              <a:spcBef>
                <a:spcPts val="600"/>
              </a:spcBef>
              <a:spcAft>
                <a:spcPts val="0"/>
              </a:spcAft>
              <a:buClr>
                <a:schemeClr val="dk1"/>
              </a:buClr>
              <a:buSzPts val="1800"/>
              <a:buChar char="−"/>
              <a:defRPr/>
            </a:lvl3pPr>
            <a:lvl4pPr marL="1828831" lvl="3" indent="-342906" algn="l">
              <a:spcBef>
                <a:spcPts val="300"/>
              </a:spcBef>
              <a:spcAft>
                <a:spcPts val="0"/>
              </a:spcAft>
              <a:buClr>
                <a:schemeClr val="dk1"/>
              </a:buClr>
              <a:buSzPts val="1800"/>
              <a:buChar char="•"/>
              <a:defRPr/>
            </a:lvl4pPr>
            <a:lvl5pPr marL="2286038" lvl="4" indent="-342906" algn="l">
              <a:spcBef>
                <a:spcPts val="300"/>
              </a:spcBef>
              <a:spcAft>
                <a:spcPts val="0"/>
              </a:spcAft>
              <a:buClr>
                <a:schemeClr val="dk1"/>
              </a:buClr>
              <a:buSzPts val="1800"/>
              <a:buChar char="−"/>
              <a:defRPr/>
            </a:lvl5pPr>
            <a:lvl6pPr marL="2743246" lvl="5" indent="-342906" algn="l">
              <a:spcBef>
                <a:spcPts val="360"/>
              </a:spcBef>
              <a:spcAft>
                <a:spcPts val="0"/>
              </a:spcAft>
              <a:buClr>
                <a:schemeClr val="dk1"/>
              </a:buClr>
              <a:buSzPts val="1800"/>
              <a:buChar char="•"/>
              <a:defRPr/>
            </a:lvl6pPr>
            <a:lvl7pPr marL="3200453" lvl="6" indent="-342906" algn="l">
              <a:spcBef>
                <a:spcPts val="360"/>
              </a:spcBef>
              <a:spcAft>
                <a:spcPts val="0"/>
              </a:spcAft>
              <a:buClr>
                <a:schemeClr val="dk1"/>
              </a:buClr>
              <a:buSzPts val="1800"/>
              <a:buChar char="•"/>
              <a:defRPr/>
            </a:lvl7pPr>
            <a:lvl8pPr marL="3657661" lvl="7" indent="-342906" algn="l">
              <a:spcBef>
                <a:spcPts val="360"/>
              </a:spcBef>
              <a:spcAft>
                <a:spcPts val="0"/>
              </a:spcAft>
              <a:buClr>
                <a:schemeClr val="dk1"/>
              </a:buClr>
              <a:buSzPts val="1800"/>
              <a:buChar char="•"/>
              <a:defRPr/>
            </a:lvl8pPr>
            <a:lvl9pPr marL="4114868" lvl="8" indent="-342906" algn="l">
              <a:spcBef>
                <a:spcPts val="360"/>
              </a:spcBef>
              <a:spcAft>
                <a:spcPts val="0"/>
              </a:spcAft>
              <a:buClr>
                <a:schemeClr val="dk1"/>
              </a:buClr>
              <a:buSzPts val="1800"/>
              <a:buChar char="•"/>
              <a:defRPr/>
            </a:lvl9pPr>
          </a:lstStyle>
          <a:p>
            <a:endParaRPr/>
          </a:p>
        </p:txBody>
      </p:sp>
      <p:sp>
        <p:nvSpPr>
          <p:cNvPr id="451" name="Google Shape;451;p82"/>
          <p:cNvSpPr txBox="1">
            <a:spLocks noGrp="1"/>
          </p:cNvSpPr>
          <p:nvPr>
            <p:ph type="body" idx="3"/>
          </p:nvPr>
        </p:nvSpPr>
        <p:spPr>
          <a:xfrm>
            <a:off x="7508953" y="6432334"/>
            <a:ext cx="4224381" cy="228601"/>
          </a:xfrm>
          <a:prstGeom prst="rect">
            <a:avLst/>
          </a:prstGeom>
          <a:noFill/>
          <a:ln>
            <a:noFill/>
          </a:ln>
        </p:spPr>
        <p:txBody>
          <a:bodyPr spcFirstLastPara="1" wrap="square" lIns="0" tIns="0" rIns="0" bIns="0" anchor="b" anchorCtr="0">
            <a:noAutofit/>
          </a:bodyPr>
          <a:lstStyle>
            <a:lvl1pPr marL="457207" lvl="0" indent="-228604" algn="r">
              <a:spcBef>
                <a:spcPts val="1800"/>
              </a:spcBef>
              <a:spcAft>
                <a:spcPts val="0"/>
              </a:spcAft>
              <a:buClr>
                <a:schemeClr val="dk1"/>
              </a:buClr>
              <a:buSzPts val="1000"/>
              <a:buFont typeface="Roboto Medium"/>
              <a:buNone/>
              <a:defRPr sz="1000" b="0" i="0">
                <a:solidFill>
                  <a:schemeClr val="dk1"/>
                </a:solidFill>
                <a:latin typeface="Roboto Medium"/>
                <a:ea typeface="Roboto Medium"/>
                <a:cs typeface="Roboto Medium"/>
                <a:sym typeface="Roboto Medium"/>
              </a:defRPr>
            </a:lvl1pPr>
            <a:lvl2pPr marL="914415" lvl="1" indent="-228604" algn="l">
              <a:spcBef>
                <a:spcPts val="600"/>
              </a:spcBef>
              <a:spcAft>
                <a:spcPts val="0"/>
              </a:spcAft>
              <a:buClr>
                <a:schemeClr val="dk1"/>
              </a:buClr>
              <a:buSzPts val="1800"/>
              <a:buNone/>
              <a:defRPr/>
            </a:lvl2pPr>
            <a:lvl3pPr marL="1371622" lvl="2" indent="-342906" algn="l">
              <a:spcBef>
                <a:spcPts val="600"/>
              </a:spcBef>
              <a:spcAft>
                <a:spcPts val="0"/>
              </a:spcAft>
              <a:buClr>
                <a:schemeClr val="dk1"/>
              </a:buClr>
              <a:buSzPts val="1800"/>
              <a:buChar char="−"/>
              <a:defRPr/>
            </a:lvl3pPr>
            <a:lvl4pPr marL="1828831" lvl="3" indent="-342906" algn="l">
              <a:spcBef>
                <a:spcPts val="300"/>
              </a:spcBef>
              <a:spcAft>
                <a:spcPts val="0"/>
              </a:spcAft>
              <a:buClr>
                <a:schemeClr val="dk1"/>
              </a:buClr>
              <a:buSzPts val="1800"/>
              <a:buChar char="•"/>
              <a:defRPr/>
            </a:lvl4pPr>
            <a:lvl5pPr marL="2286038" lvl="4" indent="-342906" algn="l">
              <a:spcBef>
                <a:spcPts val="300"/>
              </a:spcBef>
              <a:spcAft>
                <a:spcPts val="0"/>
              </a:spcAft>
              <a:buClr>
                <a:schemeClr val="dk1"/>
              </a:buClr>
              <a:buSzPts val="1800"/>
              <a:buChar char="−"/>
              <a:defRPr/>
            </a:lvl5pPr>
            <a:lvl6pPr marL="2743246" lvl="5" indent="-342906" algn="l">
              <a:spcBef>
                <a:spcPts val="360"/>
              </a:spcBef>
              <a:spcAft>
                <a:spcPts val="0"/>
              </a:spcAft>
              <a:buClr>
                <a:schemeClr val="dk1"/>
              </a:buClr>
              <a:buSzPts val="1800"/>
              <a:buChar char="•"/>
              <a:defRPr/>
            </a:lvl6pPr>
            <a:lvl7pPr marL="3200453" lvl="6" indent="-342906" algn="l">
              <a:spcBef>
                <a:spcPts val="360"/>
              </a:spcBef>
              <a:spcAft>
                <a:spcPts val="0"/>
              </a:spcAft>
              <a:buClr>
                <a:schemeClr val="dk1"/>
              </a:buClr>
              <a:buSzPts val="1800"/>
              <a:buChar char="•"/>
              <a:defRPr/>
            </a:lvl7pPr>
            <a:lvl8pPr marL="3657661" lvl="7" indent="-342906" algn="l">
              <a:spcBef>
                <a:spcPts val="360"/>
              </a:spcBef>
              <a:spcAft>
                <a:spcPts val="0"/>
              </a:spcAft>
              <a:buClr>
                <a:schemeClr val="dk1"/>
              </a:buClr>
              <a:buSzPts val="1800"/>
              <a:buChar char="•"/>
              <a:defRPr/>
            </a:lvl8pPr>
            <a:lvl9pPr marL="4114868" lvl="8" indent="-342906" algn="l">
              <a:spcBef>
                <a:spcPts val="360"/>
              </a:spcBef>
              <a:spcAft>
                <a:spcPts val="0"/>
              </a:spcAft>
              <a:buClr>
                <a:schemeClr val="dk1"/>
              </a:buClr>
              <a:buSzPts val="1800"/>
              <a:buChar char="•"/>
              <a:defRPr/>
            </a:lvl9pPr>
          </a:lstStyle>
          <a:p>
            <a:endParaRPr/>
          </a:p>
        </p:txBody>
      </p:sp>
      <p:pic>
        <p:nvPicPr>
          <p:cNvPr id="452" name="Google Shape;452;p82" descr="A picture containing drawing&#10;&#10;Description automatically generated"/>
          <p:cNvPicPr preferRelativeResize="0"/>
          <p:nvPr/>
        </p:nvPicPr>
        <p:blipFill rotWithShape="1">
          <a:blip r:embed="rId2">
            <a:alphaModFix/>
          </a:blip>
          <a:srcRect/>
          <a:stretch/>
        </p:blipFill>
        <p:spPr>
          <a:xfrm>
            <a:off x="455619" y="6275784"/>
            <a:ext cx="685800" cy="353616"/>
          </a:xfrm>
          <a:prstGeom prst="rect">
            <a:avLst/>
          </a:prstGeom>
          <a:noFill/>
          <a:ln>
            <a:noFill/>
          </a:ln>
        </p:spPr>
      </p:pic>
    </p:spTree>
  </p:cSld>
  <p:clrMapOvr>
    <a:masterClrMapping/>
  </p:clrMapOvr>
  <mc:AlternateContent xmlns:mc="http://schemas.openxmlformats.org/markup-compatibility/2006" xmlns:p14="http://schemas.microsoft.com/office/powerpoint/2010/main">
    <mc:Choice Requires="p14">
      <p:transition p14:dur="250">
        <p:fade/>
      </p:transition>
    </mc:Choice>
    <mc:Fallback xmlns:ahyp="http://schemas.microsoft.com/office/drawing/2018/hyperlinkcolor" xmlns:p15="http://schemas.microsoft.com/office/powerpoint/2012/main" xmlns:com="http://schemas.openxmlformats.org/drawingml/2006/compatibility" xmlns:pvml="urn:schemas-microsoft-com:office:powerpoint" xmlns:v="urn:schemas-microsoft-com:vml" xmlns:o="urn:schemas-microsoft-com:office:office" xmlns:dgm="http://schemas.openxmlformats.org/drawingml/2006/diagram" xmlns:c="http://schemas.openxmlformats.org/drawingml/2006/chart" xmlns:mv="urn:schemas-microsoft-com:mac:vml" xmlns="">
      <p:transition>
        <p:fade/>
      </p:transition>
    </mc:Fallback>
  </mc:AlternateContent>
</p:sldLayout>
</file>

<file path=ppt/slideLayouts/slideLayout81.xml><?xml version="1.0" encoding="utf-8"?>
<p:sldLayout xmlns:a="http://schemas.openxmlformats.org/drawingml/2006/main" xmlns:r="http://schemas.openxmlformats.org/officeDocument/2006/relationships" xmlns:p="http://schemas.openxmlformats.org/presentationml/2006/main" matchingName="SEAGLASS 2Col Title | Subhead | Text">
  <p:cSld name="SEAGLASS 2Col Title | Subhead | Text">
    <p:bg>
      <p:bgPr>
        <a:solidFill>
          <a:schemeClr val="accent3"/>
        </a:solidFill>
        <a:effectLst/>
      </p:bgPr>
    </p:bg>
    <p:spTree>
      <p:nvGrpSpPr>
        <p:cNvPr id="1" name="Shape 453"/>
        <p:cNvGrpSpPr/>
        <p:nvPr/>
      </p:nvGrpSpPr>
      <p:grpSpPr>
        <a:xfrm>
          <a:off x="0" y="0"/>
          <a:ext cx="0" cy="0"/>
          <a:chOff x="0" y="0"/>
          <a:chExt cx="0" cy="0"/>
        </a:xfrm>
      </p:grpSpPr>
      <p:sp>
        <p:nvSpPr>
          <p:cNvPr id="454" name="Google Shape;454;p83"/>
          <p:cNvSpPr txBox="1">
            <a:spLocks noGrp="1"/>
          </p:cNvSpPr>
          <p:nvPr>
            <p:ph type="title"/>
          </p:nvPr>
        </p:nvSpPr>
        <p:spPr>
          <a:xfrm>
            <a:off x="455618" y="488198"/>
            <a:ext cx="8915492" cy="524543"/>
          </a:xfrm>
          <a:prstGeom prst="rect">
            <a:avLst/>
          </a:prstGeom>
          <a:noFill/>
          <a:ln>
            <a:noFill/>
          </a:ln>
        </p:spPr>
        <p:txBody>
          <a:bodyPr spcFirstLastPara="1" wrap="square" lIns="0" tIns="0" rIns="0" bIns="0" anchor="t" anchorCtr="0">
            <a:noAutofit/>
          </a:bodyPr>
          <a:lstStyle>
            <a:lvl1pPr lvl="0" algn="l">
              <a:lnSpc>
                <a:spcPct val="80000"/>
              </a:lnSpc>
              <a:spcBef>
                <a:spcPts val="0"/>
              </a:spcBef>
              <a:spcAft>
                <a:spcPts val="0"/>
              </a:spcAft>
              <a:buClr>
                <a:schemeClr val="dk1"/>
              </a:buClr>
              <a:buSzPts val="3200"/>
              <a:buFont typeface="Roboto Medium"/>
              <a:buNone/>
              <a:defRPr b="0"/>
            </a:lvl1pPr>
            <a:lvl2pPr lvl="1">
              <a:spcBef>
                <a:spcPts val="0"/>
              </a:spcBef>
              <a:spcAft>
                <a:spcPts val="0"/>
              </a:spcAft>
              <a:buSzPts val="1400"/>
              <a:buNone/>
              <a:defRPr/>
            </a:lvl2pPr>
            <a:lvl3pPr lvl="2">
              <a:spcBef>
                <a:spcPts val="0"/>
              </a:spcBef>
              <a:spcAft>
                <a:spcPts val="0"/>
              </a:spcAft>
              <a:buSzPts val="1400"/>
              <a:buNone/>
              <a:defRPr/>
            </a:lvl3pPr>
            <a:lvl4pPr lvl="3">
              <a:spcBef>
                <a:spcPts val="0"/>
              </a:spcBef>
              <a:spcAft>
                <a:spcPts val="0"/>
              </a:spcAft>
              <a:buSzPts val="1400"/>
              <a:buNone/>
              <a:defRPr/>
            </a:lvl4pPr>
            <a:lvl5pPr lvl="4">
              <a:spcBef>
                <a:spcPts val="0"/>
              </a:spcBef>
              <a:spcAft>
                <a:spcPts val="0"/>
              </a:spcAft>
              <a:buSzPts val="1400"/>
              <a:buNone/>
              <a:defRPr/>
            </a:lvl5pPr>
            <a:lvl6pPr lvl="5">
              <a:spcBef>
                <a:spcPts val="0"/>
              </a:spcBef>
              <a:spcAft>
                <a:spcPts val="0"/>
              </a:spcAft>
              <a:buSzPts val="1400"/>
              <a:buNone/>
              <a:defRPr/>
            </a:lvl6pPr>
            <a:lvl7pPr lvl="6">
              <a:spcBef>
                <a:spcPts val="0"/>
              </a:spcBef>
              <a:spcAft>
                <a:spcPts val="0"/>
              </a:spcAft>
              <a:buSzPts val="1400"/>
              <a:buNone/>
              <a:defRPr/>
            </a:lvl7pPr>
            <a:lvl8pPr lvl="7">
              <a:spcBef>
                <a:spcPts val="0"/>
              </a:spcBef>
              <a:spcAft>
                <a:spcPts val="0"/>
              </a:spcAft>
              <a:buSzPts val="1400"/>
              <a:buNone/>
              <a:defRPr/>
            </a:lvl8pPr>
            <a:lvl9pPr lvl="8">
              <a:spcBef>
                <a:spcPts val="0"/>
              </a:spcBef>
              <a:spcAft>
                <a:spcPts val="0"/>
              </a:spcAft>
              <a:buSzPts val="1400"/>
              <a:buNone/>
              <a:defRPr/>
            </a:lvl9pPr>
          </a:lstStyle>
          <a:p>
            <a:endParaRPr/>
          </a:p>
        </p:txBody>
      </p:sp>
      <p:sp>
        <p:nvSpPr>
          <p:cNvPr id="455" name="Google Shape;455;p83"/>
          <p:cNvSpPr txBox="1">
            <a:spLocks noGrp="1"/>
          </p:cNvSpPr>
          <p:nvPr>
            <p:ph type="body" idx="1"/>
          </p:nvPr>
        </p:nvSpPr>
        <p:spPr>
          <a:xfrm>
            <a:off x="455617" y="2971800"/>
            <a:ext cx="5486456" cy="2971800"/>
          </a:xfrm>
          <a:prstGeom prst="rect">
            <a:avLst/>
          </a:prstGeom>
          <a:noFill/>
          <a:ln>
            <a:noFill/>
          </a:ln>
        </p:spPr>
        <p:txBody>
          <a:bodyPr spcFirstLastPara="1" wrap="square" lIns="0" tIns="0" rIns="0" bIns="0" anchor="t" anchorCtr="0">
            <a:noAutofit/>
          </a:bodyPr>
          <a:lstStyle>
            <a:lvl1pPr marL="457207" lvl="0" indent="-228604" algn="l">
              <a:lnSpc>
                <a:spcPct val="100000"/>
              </a:lnSpc>
              <a:spcBef>
                <a:spcPts val="1800"/>
              </a:spcBef>
              <a:spcAft>
                <a:spcPts val="0"/>
              </a:spcAft>
              <a:buClr>
                <a:schemeClr val="dk1"/>
              </a:buClr>
              <a:buSzPts val="2000"/>
              <a:buFont typeface="Roboto"/>
              <a:buNone/>
              <a:defRPr b="0" i="0">
                <a:latin typeface="Roboto"/>
                <a:ea typeface="Roboto"/>
                <a:cs typeface="Roboto"/>
                <a:sym typeface="Roboto"/>
              </a:defRPr>
            </a:lvl1pPr>
            <a:lvl2pPr marL="914415" lvl="1" indent="-342906" algn="l">
              <a:spcBef>
                <a:spcPts val="600"/>
              </a:spcBef>
              <a:spcAft>
                <a:spcPts val="0"/>
              </a:spcAft>
              <a:buClr>
                <a:schemeClr val="dk1"/>
              </a:buClr>
              <a:buSzPts val="1800"/>
              <a:buChar char="•"/>
              <a:defRPr b="0" i="0">
                <a:latin typeface="Roboto"/>
                <a:ea typeface="Roboto"/>
                <a:cs typeface="Roboto"/>
                <a:sym typeface="Roboto"/>
              </a:defRPr>
            </a:lvl2pPr>
            <a:lvl3pPr marL="1371622" lvl="2" indent="-330205" algn="l">
              <a:spcBef>
                <a:spcPts val="600"/>
              </a:spcBef>
              <a:spcAft>
                <a:spcPts val="0"/>
              </a:spcAft>
              <a:buClr>
                <a:schemeClr val="dk1"/>
              </a:buClr>
              <a:buSzPts val="1600"/>
              <a:buChar char="−"/>
              <a:defRPr b="0" i="0">
                <a:latin typeface="Roboto"/>
                <a:ea typeface="Roboto"/>
                <a:cs typeface="Roboto"/>
                <a:sym typeface="Roboto"/>
              </a:defRPr>
            </a:lvl3pPr>
            <a:lvl4pPr marL="1828831" lvl="3" indent="-317506" algn="l">
              <a:spcBef>
                <a:spcPts val="300"/>
              </a:spcBef>
              <a:spcAft>
                <a:spcPts val="0"/>
              </a:spcAft>
              <a:buClr>
                <a:schemeClr val="dk1"/>
              </a:buClr>
              <a:buSzPts val="1400"/>
              <a:buChar char="•"/>
              <a:defRPr b="0" i="0">
                <a:latin typeface="Roboto"/>
                <a:ea typeface="Roboto"/>
                <a:cs typeface="Roboto"/>
                <a:sym typeface="Roboto"/>
              </a:defRPr>
            </a:lvl4pPr>
            <a:lvl5pPr marL="2286038" lvl="4" indent="-304805" algn="l">
              <a:spcBef>
                <a:spcPts val="300"/>
              </a:spcBef>
              <a:spcAft>
                <a:spcPts val="0"/>
              </a:spcAft>
              <a:buClr>
                <a:schemeClr val="dk1"/>
              </a:buClr>
              <a:buSzPts val="1200"/>
              <a:buChar char="−"/>
              <a:defRPr b="0" i="0">
                <a:latin typeface="Roboto"/>
                <a:ea typeface="Roboto"/>
                <a:cs typeface="Roboto"/>
                <a:sym typeface="Roboto"/>
              </a:defRPr>
            </a:lvl5pPr>
            <a:lvl6pPr marL="2743246" lvl="5" indent="-342906" algn="l">
              <a:spcBef>
                <a:spcPts val="360"/>
              </a:spcBef>
              <a:spcAft>
                <a:spcPts val="0"/>
              </a:spcAft>
              <a:buClr>
                <a:schemeClr val="dk1"/>
              </a:buClr>
              <a:buSzPts val="1800"/>
              <a:buChar char="•"/>
              <a:defRPr/>
            </a:lvl6pPr>
            <a:lvl7pPr marL="3200453" lvl="6" indent="-342906" algn="l">
              <a:spcBef>
                <a:spcPts val="360"/>
              </a:spcBef>
              <a:spcAft>
                <a:spcPts val="0"/>
              </a:spcAft>
              <a:buClr>
                <a:schemeClr val="dk1"/>
              </a:buClr>
              <a:buSzPts val="1800"/>
              <a:buChar char="•"/>
              <a:defRPr/>
            </a:lvl7pPr>
            <a:lvl8pPr marL="3657661" lvl="7" indent="-342906" algn="l">
              <a:spcBef>
                <a:spcPts val="360"/>
              </a:spcBef>
              <a:spcAft>
                <a:spcPts val="0"/>
              </a:spcAft>
              <a:buClr>
                <a:schemeClr val="dk1"/>
              </a:buClr>
              <a:buSzPts val="1800"/>
              <a:buChar char="•"/>
              <a:defRPr/>
            </a:lvl8pPr>
            <a:lvl9pPr marL="4114868" lvl="8" indent="-342906" algn="l">
              <a:spcBef>
                <a:spcPts val="360"/>
              </a:spcBef>
              <a:spcAft>
                <a:spcPts val="0"/>
              </a:spcAft>
              <a:buClr>
                <a:schemeClr val="dk1"/>
              </a:buClr>
              <a:buSzPts val="1800"/>
              <a:buChar char="•"/>
              <a:defRPr/>
            </a:lvl9pPr>
          </a:lstStyle>
          <a:p>
            <a:endParaRPr/>
          </a:p>
        </p:txBody>
      </p:sp>
      <p:sp>
        <p:nvSpPr>
          <p:cNvPr id="456" name="Google Shape;456;p83"/>
          <p:cNvSpPr txBox="1">
            <a:spLocks noGrp="1"/>
          </p:cNvSpPr>
          <p:nvPr>
            <p:ph type="body" idx="2"/>
          </p:nvPr>
        </p:nvSpPr>
        <p:spPr>
          <a:xfrm>
            <a:off x="455618" y="868681"/>
            <a:ext cx="8915492" cy="229235"/>
          </a:xfrm>
          <a:prstGeom prst="rect">
            <a:avLst/>
          </a:prstGeom>
          <a:noFill/>
          <a:ln>
            <a:noFill/>
          </a:ln>
        </p:spPr>
        <p:txBody>
          <a:bodyPr spcFirstLastPara="1" wrap="square" lIns="0" tIns="0" rIns="0" bIns="0" anchor="t" anchorCtr="0">
            <a:noAutofit/>
          </a:bodyPr>
          <a:lstStyle>
            <a:lvl1pPr marL="457207" lvl="0" indent="-228604" algn="l">
              <a:spcBef>
                <a:spcPts val="1800"/>
              </a:spcBef>
              <a:spcAft>
                <a:spcPts val="0"/>
              </a:spcAft>
              <a:buClr>
                <a:schemeClr val="lt1"/>
              </a:buClr>
              <a:buSzPts val="1600"/>
              <a:buFont typeface="Roboto Medium"/>
              <a:buNone/>
              <a:defRPr sz="1600" b="0" i="0">
                <a:solidFill>
                  <a:schemeClr val="lt1"/>
                </a:solidFill>
                <a:latin typeface="Roboto Medium"/>
                <a:ea typeface="Roboto Medium"/>
                <a:cs typeface="Roboto Medium"/>
                <a:sym typeface="Roboto Medium"/>
              </a:defRPr>
            </a:lvl1pPr>
            <a:lvl2pPr marL="914415" lvl="1" indent="-228604" algn="l">
              <a:spcBef>
                <a:spcPts val="600"/>
              </a:spcBef>
              <a:spcAft>
                <a:spcPts val="0"/>
              </a:spcAft>
              <a:buClr>
                <a:schemeClr val="dk1"/>
              </a:buClr>
              <a:buSzPts val="1800"/>
              <a:buNone/>
              <a:defRPr/>
            </a:lvl2pPr>
            <a:lvl3pPr marL="1371622" lvl="2" indent="-342906" algn="l">
              <a:spcBef>
                <a:spcPts val="600"/>
              </a:spcBef>
              <a:spcAft>
                <a:spcPts val="0"/>
              </a:spcAft>
              <a:buClr>
                <a:schemeClr val="dk1"/>
              </a:buClr>
              <a:buSzPts val="1800"/>
              <a:buChar char="−"/>
              <a:defRPr/>
            </a:lvl3pPr>
            <a:lvl4pPr marL="1828831" lvl="3" indent="-342906" algn="l">
              <a:spcBef>
                <a:spcPts val="300"/>
              </a:spcBef>
              <a:spcAft>
                <a:spcPts val="0"/>
              </a:spcAft>
              <a:buClr>
                <a:schemeClr val="dk1"/>
              </a:buClr>
              <a:buSzPts val="1800"/>
              <a:buChar char="•"/>
              <a:defRPr/>
            </a:lvl4pPr>
            <a:lvl5pPr marL="2286038" lvl="4" indent="-342906" algn="l">
              <a:spcBef>
                <a:spcPts val="300"/>
              </a:spcBef>
              <a:spcAft>
                <a:spcPts val="0"/>
              </a:spcAft>
              <a:buClr>
                <a:schemeClr val="dk1"/>
              </a:buClr>
              <a:buSzPts val="1800"/>
              <a:buChar char="−"/>
              <a:defRPr/>
            </a:lvl5pPr>
            <a:lvl6pPr marL="2743246" lvl="5" indent="-342906" algn="l">
              <a:spcBef>
                <a:spcPts val="360"/>
              </a:spcBef>
              <a:spcAft>
                <a:spcPts val="0"/>
              </a:spcAft>
              <a:buClr>
                <a:schemeClr val="dk1"/>
              </a:buClr>
              <a:buSzPts val="1800"/>
              <a:buChar char="•"/>
              <a:defRPr/>
            </a:lvl6pPr>
            <a:lvl7pPr marL="3200453" lvl="6" indent="-342906" algn="l">
              <a:spcBef>
                <a:spcPts val="360"/>
              </a:spcBef>
              <a:spcAft>
                <a:spcPts val="0"/>
              </a:spcAft>
              <a:buClr>
                <a:schemeClr val="dk1"/>
              </a:buClr>
              <a:buSzPts val="1800"/>
              <a:buChar char="•"/>
              <a:defRPr/>
            </a:lvl7pPr>
            <a:lvl8pPr marL="3657661" lvl="7" indent="-342906" algn="l">
              <a:spcBef>
                <a:spcPts val="360"/>
              </a:spcBef>
              <a:spcAft>
                <a:spcPts val="0"/>
              </a:spcAft>
              <a:buClr>
                <a:schemeClr val="dk1"/>
              </a:buClr>
              <a:buSzPts val="1800"/>
              <a:buChar char="•"/>
              <a:defRPr/>
            </a:lvl8pPr>
            <a:lvl9pPr marL="4114868" lvl="8" indent="-342906" algn="l">
              <a:spcBef>
                <a:spcPts val="360"/>
              </a:spcBef>
              <a:spcAft>
                <a:spcPts val="0"/>
              </a:spcAft>
              <a:buClr>
                <a:schemeClr val="dk1"/>
              </a:buClr>
              <a:buSzPts val="1800"/>
              <a:buChar char="•"/>
              <a:defRPr/>
            </a:lvl9pPr>
          </a:lstStyle>
          <a:p>
            <a:endParaRPr/>
          </a:p>
        </p:txBody>
      </p:sp>
      <p:sp>
        <p:nvSpPr>
          <p:cNvPr id="457" name="Google Shape;457;p83"/>
          <p:cNvSpPr txBox="1">
            <a:spLocks noGrp="1"/>
          </p:cNvSpPr>
          <p:nvPr>
            <p:ph type="body" idx="3"/>
          </p:nvPr>
        </p:nvSpPr>
        <p:spPr>
          <a:xfrm>
            <a:off x="7508953" y="6432334"/>
            <a:ext cx="4224381" cy="228601"/>
          </a:xfrm>
          <a:prstGeom prst="rect">
            <a:avLst/>
          </a:prstGeom>
          <a:noFill/>
          <a:ln>
            <a:noFill/>
          </a:ln>
        </p:spPr>
        <p:txBody>
          <a:bodyPr spcFirstLastPara="1" wrap="square" lIns="0" tIns="0" rIns="0" bIns="0" anchor="b" anchorCtr="0">
            <a:noAutofit/>
          </a:bodyPr>
          <a:lstStyle>
            <a:lvl1pPr marL="457207" lvl="0" indent="-228604" algn="r">
              <a:spcBef>
                <a:spcPts val="1800"/>
              </a:spcBef>
              <a:spcAft>
                <a:spcPts val="0"/>
              </a:spcAft>
              <a:buClr>
                <a:schemeClr val="dk1"/>
              </a:buClr>
              <a:buSzPts val="1000"/>
              <a:buFont typeface="Roboto Medium"/>
              <a:buNone/>
              <a:defRPr sz="1000" b="0" i="0">
                <a:solidFill>
                  <a:schemeClr val="dk1"/>
                </a:solidFill>
                <a:latin typeface="Roboto Medium"/>
                <a:ea typeface="Roboto Medium"/>
                <a:cs typeface="Roboto Medium"/>
                <a:sym typeface="Roboto Medium"/>
              </a:defRPr>
            </a:lvl1pPr>
            <a:lvl2pPr marL="914415" lvl="1" indent="-228604" algn="l">
              <a:spcBef>
                <a:spcPts val="600"/>
              </a:spcBef>
              <a:spcAft>
                <a:spcPts val="0"/>
              </a:spcAft>
              <a:buClr>
                <a:schemeClr val="dk1"/>
              </a:buClr>
              <a:buSzPts val="1800"/>
              <a:buNone/>
              <a:defRPr/>
            </a:lvl2pPr>
            <a:lvl3pPr marL="1371622" lvl="2" indent="-342906" algn="l">
              <a:spcBef>
                <a:spcPts val="600"/>
              </a:spcBef>
              <a:spcAft>
                <a:spcPts val="0"/>
              </a:spcAft>
              <a:buClr>
                <a:schemeClr val="dk1"/>
              </a:buClr>
              <a:buSzPts val="1800"/>
              <a:buChar char="−"/>
              <a:defRPr/>
            </a:lvl3pPr>
            <a:lvl4pPr marL="1828831" lvl="3" indent="-342906" algn="l">
              <a:spcBef>
                <a:spcPts val="300"/>
              </a:spcBef>
              <a:spcAft>
                <a:spcPts val="0"/>
              </a:spcAft>
              <a:buClr>
                <a:schemeClr val="dk1"/>
              </a:buClr>
              <a:buSzPts val="1800"/>
              <a:buChar char="•"/>
              <a:defRPr/>
            </a:lvl4pPr>
            <a:lvl5pPr marL="2286038" lvl="4" indent="-342906" algn="l">
              <a:spcBef>
                <a:spcPts val="300"/>
              </a:spcBef>
              <a:spcAft>
                <a:spcPts val="0"/>
              </a:spcAft>
              <a:buClr>
                <a:schemeClr val="dk1"/>
              </a:buClr>
              <a:buSzPts val="1800"/>
              <a:buChar char="−"/>
              <a:defRPr/>
            </a:lvl5pPr>
            <a:lvl6pPr marL="2743246" lvl="5" indent="-342906" algn="l">
              <a:spcBef>
                <a:spcPts val="360"/>
              </a:spcBef>
              <a:spcAft>
                <a:spcPts val="0"/>
              </a:spcAft>
              <a:buClr>
                <a:schemeClr val="dk1"/>
              </a:buClr>
              <a:buSzPts val="1800"/>
              <a:buChar char="•"/>
              <a:defRPr/>
            </a:lvl6pPr>
            <a:lvl7pPr marL="3200453" lvl="6" indent="-342906" algn="l">
              <a:spcBef>
                <a:spcPts val="360"/>
              </a:spcBef>
              <a:spcAft>
                <a:spcPts val="0"/>
              </a:spcAft>
              <a:buClr>
                <a:schemeClr val="dk1"/>
              </a:buClr>
              <a:buSzPts val="1800"/>
              <a:buChar char="•"/>
              <a:defRPr/>
            </a:lvl7pPr>
            <a:lvl8pPr marL="3657661" lvl="7" indent="-342906" algn="l">
              <a:spcBef>
                <a:spcPts val="360"/>
              </a:spcBef>
              <a:spcAft>
                <a:spcPts val="0"/>
              </a:spcAft>
              <a:buClr>
                <a:schemeClr val="dk1"/>
              </a:buClr>
              <a:buSzPts val="1800"/>
              <a:buChar char="•"/>
              <a:defRPr/>
            </a:lvl8pPr>
            <a:lvl9pPr marL="4114868" lvl="8" indent="-342906" algn="l">
              <a:spcBef>
                <a:spcPts val="360"/>
              </a:spcBef>
              <a:spcAft>
                <a:spcPts val="0"/>
              </a:spcAft>
              <a:buClr>
                <a:schemeClr val="dk1"/>
              </a:buClr>
              <a:buSzPts val="1800"/>
              <a:buChar char="•"/>
              <a:defRPr/>
            </a:lvl9pPr>
          </a:lstStyle>
          <a:p>
            <a:endParaRPr/>
          </a:p>
        </p:txBody>
      </p:sp>
      <p:pic>
        <p:nvPicPr>
          <p:cNvPr id="458" name="Google Shape;458;p83" descr="A picture containing drawing&#10;&#10;Description automatically generated"/>
          <p:cNvPicPr preferRelativeResize="0"/>
          <p:nvPr/>
        </p:nvPicPr>
        <p:blipFill rotWithShape="1">
          <a:blip r:embed="rId2">
            <a:alphaModFix/>
          </a:blip>
          <a:srcRect/>
          <a:stretch/>
        </p:blipFill>
        <p:spPr>
          <a:xfrm>
            <a:off x="455619" y="6275784"/>
            <a:ext cx="685800" cy="353616"/>
          </a:xfrm>
          <a:prstGeom prst="rect">
            <a:avLst/>
          </a:prstGeom>
          <a:noFill/>
          <a:ln>
            <a:noFill/>
          </a:ln>
        </p:spPr>
      </p:pic>
      <p:sp>
        <p:nvSpPr>
          <p:cNvPr id="459" name="Google Shape;459;p83"/>
          <p:cNvSpPr txBox="1">
            <a:spLocks noGrp="1"/>
          </p:cNvSpPr>
          <p:nvPr>
            <p:ph type="body" idx="4"/>
          </p:nvPr>
        </p:nvSpPr>
        <p:spPr>
          <a:xfrm>
            <a:off x="6246876" y="2971801"/>
            <a:ext cx="5486456" cy="2971800"/>
          </a:xfrm>
          <a:prstGeom prst="rect">
            <a:avLst/>
          </a:prstGeom>
          <a:noFill/>
          <a:ln>
            <a:noFill/>
          </a:ln>
        </p:spPr>
        <p:txBody>
          <a:bodyPr spcFirstLastPara="1" wrap="square" lIns="0" tIns="0" rIns="0" bIns="0" anchor="t" anchorCtr="0">
            <a:noAutofit/>
          </a:bodyPr>
          <a:lstStyle>
            <a:lvl1pPr marL="457207" lvl="0" indent="-228604" algn="l">
              <a:spcBef>
                <a:spcPts val="1800"/>
              </a:spcBef>
              <a:spcAft>
                <a:spcPts val="0"/>
              </a:spcAft>
              <a:buClr>
                <a:schemeClr val="dk1"/>
              </a:buClr>
              <a:buSzPts val="1800"/>
              <a:buNone/>
              <a:defRPr/>
            </a:lvl1pPr>
            <a:lvl2pPr marL="914415" lvl="1" indent="-342906" algn="l">
              <a:spcBef>
                <a:spcPts val="600"/>
              </a:spcBef>
              <a:spcAft>
                <a:spcPts val="0"/>
              </a:spcAft>
              <a:buClr>
                <a:schemeClr val="dk1"/>
              </a:buClr>
              <a:buSzPts val="1800"/>
              <a:buChar char="•"/>
              <a:defRPr/>
            </a:lvl2pPr>
            <a:lvl3pPr marL="1371622" lvl="2" indent="-342906" algn="l">
              <a:spcBef>
                <a:spcPts val="600"/>
              </a:spcBef>
              <a:spcAft>
                <a:spcPts val="0"/>
              </a:spcAft>
              <a:buClr>
                <a:schemeClr val="dk1"/>
              </a:buClr>
              <a:buSzPts val="1800"/>
              <a:buChar char="−"/>
              <a:defRPr/>
            </a:lvl3pPr>
            <a:lvl4pPr marL="1828831" lvl="3" indent="-342906" algn="l">
              <a:spcBef>
                <a:spcPts val="300"/>
              </a:spcBef>
              <a:spcAft>
                <a:spcPts val="0"/>
              </a:spcAft>
              <a:buClr>
                <a:schemeClr val="dk1"/>
              </a:buClr>
              <a:buSzPts val="1800"/>
              <a:buChar char="•"/>
              <a:defRPr/>
            </a:lvl4pPr>
            <a:lvl5pPr marL="2286038" lvl="4" indent="-342906" algn="l">
              <a:spcBef>
                <a:spcPts val="300"/>
              </a:spcBef>
              <a:spcAft>
                <a:spcPts val="0"/>
              </a:spcAft>
              <a:buClr>
                <a:schemeClr val="dk1"/>
              </a:buClr>
              <a:buSzPts val="1800"/>
              <a:buChar char="−"/>
              <a:defRPr/>
            </a:lvl5pPr>
            <a:lvl6pPr marL="2743246" lvl="5" indent="-342906" algn="l">
              <a:spcBef>
                <a:spcPts val="360"/>
              </a:spcBef>
              <a:spcAft>
                <a:spcPts val="0"/>
              </a:spcAft>
              <a:buClr>
                <a:schemeClr val="dk1"/>
              </a:buClr>
              <a:buSzPts val="1800"/>
              <a:buChar char="•"/>
              <a:defRPr/>
            </a:lvl6pPr>
            <a:lvl7pPr marL="3200453" lvl="6" indent="-342906" algn="l">
              <a:spcBef>
                <a:spcPts val="360"/>
              </a:spcBef>
              <a:spcAft>
                <a:spcPts val="0"/>
              </a:spcAft>
              <a:buClr>
                <a:schemeClr val="dk1"/>
              </a:buClr>
              <a:buSzPts val="1800"/>
              <a:buChar char="•"/>
              <a:defRPr/>
            </a:lvl7pPr>
            <a:lvl8pPr marL="3657661" lvl="7" indent="-342906" algn="l">
              <a:spcBef>
                <a:spcPts val="360"/>
              </a:spcBef>
              <a:spcAft>
                <a:spcPts val="0"/>
              </a:spcAft>
              <a:buClr>
                <a:schemeClr val="dk1"/>
              </a:buClr>
              <a:buSzPts val="1800"/>
              <a:buChar char="•"/>
              <a:defRPr/>
            </a:lvl8pPr>
            <a:lvl9pPr marL="4114868" lvl="8" indent="-342906" algn="l">
              <a:spcBef>
                <a:spcPts val="360"/>
              </a:spcBef>
              <a:spcAft>
                <a:spcPts val="0"/>
              </a:spcAft>
              <a:buClr>
                <a:schemeClr val="dk1"/>
              </a:buClr>
              <a:buSzPts val="1800"/>
              <a:buChar char="•"/>
              <a:defRPr/>
            </a:lvl9pPr>
          </a:lstStyle>
          <a:p>
            <a:endParaRPr/>
          </a:p>
        </p:txBody>
      </p:sp>
    </p:spTree>
  </p:cSld>
  <p:clrMapOvr>
    <a:masterClrMapping/>
  </p:clrMapOvr>
  <mc:AlternateContent xmlns:mc="http://schemas.openxmlformats.org/markup-compatibility/2006" xmlns:p14="http://schemas.microsoft.com/office/powerpoint/2010/main">
    <mc:Choice Requires="p14">
      <p:transition p14:dur="250">
        <p:fade/>
      </p:transition>
    </mc:Choice>
    <mc:Fallback xmlns:ahyp="http://schemas.microsoft.com/office/drawing/2018/hyperlinkcolor" xmlns:p15="http://schemas.microsoft.com/office/powerpoint/2012/main" xmlns:com="http://schemas.openxmlformats.org/drawingml/2006/compatibility" xmlns:pvml="urn:schemas-microsoft-com:office:powerpoint" xmlns:v="urn:schemas-microsoft-com:vml" xmlns:o="urn:schemas-microsoft-com:office:office" xmlns:dgm="http://schemas.openxmlformats.org/drawingml/2006/diagram" xmlns:c="http://schemas.openxmlformats.org/drawingml/2006/chart" xmlns:mv="urn:schemas-microsoft-com:mac:vml" xmlns="">
      <p:transition>
        <p:fade/>
      </p:transition>
    </mc:Fallback>
  </mc:AlternateContent>
</p:sldLayout>
</file>

<file path=ppt/slideLayouts/slideLayout82.xml><?xml version="1.0" encoding="utf-8"?>
<p:sldLayout xmlns:a="http://schemas.openxmlformats.org/drawingml/2006/main" xmlns:r="http://schemas.openxmlformats.org/officeDocument/2006/relationships" xmlns:p="http://schemas.openxmlformats.org/presentationml/2006/main" matchingName="SEAGLASS 1Col Title | Subhead | Text | Image">
  <p:cSld name="SEAGLASS 1Col Title | Subhead | Text | Image">
    <p:bg>
      <p:bgPr>
        <a:solidFill>
          <a:schemeClr val="accent3"/>
        </a:solidFill>
        <a:effectLst/>
      </p:bgPr>
    </p:bg>
    <p:spTree>
      <p:nvGrpSpPr>
        <p:cNvPr id="1" name="Shape 460"/>
        <p:cNvGrpSpPr/>
        <p:nvPr/>
      </p:nvGrpSpPr>
      <p:grpSpPr>
        <a:xfrm>
          <a:off x="0" y="0"/>
          <a:ext cx="0" cy="0"/>
          <a:chOff x="0" y="0"/>
          <a:chExt cx="0" cy="0"/>
        </a:xfrm>
      </p:grpSpPr>
      <p:sp>
        <p:nvSpPr>
          <p:cNvPr id="461" name="Google Shape;461;p84"/>
          <p:cNvSpPr txBox="1">
            <a:spLocks noGrp="1"/>
          </p:cNvSpPr>
          <p:nvPr>
            <p:ph type="title"/>
          </p:nvPr>
        </p:nvSpPr>
        <p:spPr>
          <a:xfrm>
            <a:off x="455618" y="488198"/>
            <a:ext cx="8915492" cy="524543"/>
          </a:xfrm>
          <a:prstGeom prst="rect">
            <a:avLst/>
          </a:prstGeom>
          <a:noFill/>
          <a:ln>
            <a:noFill/>
          </a:ln>
        </p:spPr>
        <p:txBody>
          <a:bodyPr spcFirstLastPara="1" wrap="square" lIns="0" tIns="0" rIns="0" bIns="0" anchor="t" anchorCtr="0">
            <a:noAutofit/>
          </a:bodyPr>
          <a:lstStyle>
            <a:lvl1pPr lvl="0" algn="l">
              <a:lnSpc>
                <a:spcPct val="80000"/>
              </a:lnSpc>
              <a:spcBef>
                <a:spcPts val="0"/>
              </a:spcBef>
              <a:spcAft>
                <a:spcPts val="0"/>
              </a:spcAft>
              <a:buClr>
                <a:schemeClr val="dk1"/>
              </a:buClr>
              <a:buSzPts val="3200"/>
              <a:buFont typeface="Roboto Medium"/>
              <a:buNone/>
              <a:defRPr b="0"/>
            </a:lvl1pPr>
            <a:lvl2pPr lvl="1">
              <a:spcBef>
                <a:spcPts val="0"/>
              </a:spcBef>
              <a:spcAft>
                <a:spcPts val="0"/>
              </a:spcAft>
              <a:buSzPts val="1400"/>
              <a:buNone/>
              <a:defRPr/>
            </a:lvl2pPr>
            <a:lvl3pPr lvl="2">
              <a:spcBef>
                <a:spcPts val="0"/>
              </a:spcBef>
              <a:spcAft>
                <a:spcPts val="0"/>
              </a:spcAft>
              <a:buSzPts val="1400"/>
              <a:buNone/>
              <a:defRPr/>
            </a:lvl3pPr>
            <a:lvl4pPr lvl="3">
              <a:spcBef>
                <a:spcPts val="0"/>
              </a:spcBef>
              <a:spcAft>
                <a:spcPts val="0"/>
              </a:spcAft>
              <a:buSzPts val="1400"/>
              <a:buNone/>
              <a:defRPr/>
            </a:lvl4pPr>
            <a:lvl5pPr lvl="4">
              <a:spcBef>
                <a:spcPts val="0"/>
              </a:spcBef>
              <a:spcAft>
                <a:spcPts val="0"/>
              </a:spcAft>
              <a:buSzPts val="1400"/>
              <a:buNone/>
              <a:defRPr/>
            </a:lvl5pPr>
            <a:lvl6pPr lvl="5">
              <a:spcBef>
                <a:spcPts val="0"/>
              </a:spcBef>
              <a:spcAft>
                <a:spcPts val="0"/>
              </a:spcAft>
              <a:buSzPts val="1400"/>
              <a:buNone/>
              <a:defRPr/>
            </a:lvl6pPr>
            <a:lvl7pPr lvl="6">
              <a:spcBef>
                <a:spcPts val="0"/>
              </a:spcBef>
              <a:spcAft>
                <a:spcPts val="0"/>
              </a:spcAft>
              <a:buSzPts val="1400"/>
              <a:buNone/>
              <a:defRPr/>
            </a:lvl7pPr>
            <a:lvl8pPr lvl="7">
              <a:spcBef>
                <a:spcPts val="0"/>
              </a:spcBef>
              <a:spcAft>
                <a:spcPts val="0"/>
              </a:spcAft>
              <a:buSzPts val="1400"/>
              <a:buNone/>
              <a:defRPr/>
            </a:lvl8pPr>
            <a:lvl9pPr lvl="8">
              <a:spcBef>
                <a:spcPts val="0"/>
              </a:spcBef>
              <a:spcAft>
                <a:spcPts val="0"/>
              </a:spcAft>
              <a:buSzPts val="1400"/>
              <a:buNone/>
              <a:defRPr/>
            </a:lvl9pPr>
          </a:lstStyle>
          <a:p>
            <a:endParaRPr/>
          </a:p>
        </p:txBody>
      </p:sp>
      <p:sp>
        <p:nvSpPr>
          <p:cNvPr id="462" name="Google Shape;462;p84"/>
          <p:cNvSpPr txBox="1">
            <a:spLocks noGrp="1"/>
          </p:cNvSpPr>
          <p:nvPr>
            <p:ph type="body" idx="1"/>
          </p:nvPr>
        </p:nvSpPr>
        <p:spPr>
          <a:xfrm>
            <a:off x="455616" y="2971800"/>
            <a:ext cx="5638859" cy="2971800"/>
          </a:xfrm>
          <a:prstGeom prst="rect">
            <a:avLst/>
          </a:prstGeom>
          <a:noFill/>
          <a:ln>
            <a:noFill/>
          </a:ln>
        </p:spPr>
        <p:txBody>
          <a:bodyPr spcFirstLastPara="1" wrap="square" lIns="0" tIns="0" rIns="0" bIns="0" anchor="t" anchorCtr="0">
            <a:noAutofit/>
          </a:bodyPr>
          <a:lstStyle>
            <a:lvl1pPr marL="457207" lvl="0" indent="-228604" algn="l">
              <a:lnSpc>
                <a:spcPct val="100000"/>
              </a:lnSpc>
              <a:spcBef>
                <a:spcPts val="1800"/>
              </a:spcBef>
              <a:spcAft>
                <a:spcPts val="0"/>
              </a:spcAft>
              <a:buClr>
                <a:schemeClr val="dk1"/>
              </a:buClr>
              <a:buSzPts val="2000"/>
              <a:buFont typeface="Roboto"/>
              <a:buNone/>
              <a:defRPr b="0" i="0">
                <a:latin typeface="Roboto"/>
                <a:ea typeface="Roboto"/>
                <a:cs typeface="Roboto"/>
                <a:sym typeface="Roboto"/>
              </a:defRPr>
            </a:lvl1pPr>
            <a:lvl2pPr marL="914415" lvl="1" indent="-342906" algn="l">
              <a:spcBef>
                <a:spcPts val="600"/>
              </a:spcBef>
              <a:spcAft>
                <a:spcPts val="0"/>
              </a:spcAft>
              <a:buClr>
                <a:schemeClr val="dk1"/>
              </a:buClr>
              <a:buSzPts val="1800"/>
              <a:buChar char="•"/>
              <a:defRPr b="0" i="0">
                <a:latin typeface="Roboto"/>
                <a:ea typeface="Roboto"/>
                <a:cs typeface="Roboto"/>
                <a:sym typeface="Roboto"/>
              </a:defRPr>
            </a:lvl2pPr>
            <a:lvl3pPr marL="1371622" lvl="2" indent="-330205" algn="l">
              <a:spcBef>
                <a:spcPts val="600"/>
              </a:spcBef>
              <a:spcAft>
                <a:spcPts val="0"/>
              </a:spcAft>
              <a:buClr>
                <a:schemeClr val="dk1"/>
              </a:buClr>
              <a:buSzPts val="1600"/>
              <a:buChar char="−"/>
              <a:defRPr b="0" i="0">
                <a:latin typeface="Roboto"/>
                <a:ea typeface="Roboto"/>
                <a:cs typeface="Roboto"/>
                <a:sym typeface="Roboto"/>
              </a:defRPr>
            </a:lvl3pPr>
            <a:lvl4pPr marL="1828831" lvl="3" indent="-317506" algn="l">
              <a:lnSpc>
                <a:spcPct val="100000"/>
              </a:lnSpc>
              <a:spcBef>
                <a:spcPts val="300"/>
              </a:spcBef>
              <a:spcAft>
                <a:spcPts val="0"/>
              </a:spcAft>
              <a:buClr>
                <a:schemeClr val="dk1"/>
              </a:buClr>
              <a:buSzPts val="1400"/>
              <a:buChar char="•"/>
              <a:defRPr b="0" i="0">
                <a:latin typeface="Roboto"/>
                <a:ea typeface="Roboto"/>
                <a:cs typeface="Roboto"/>
                <a:sym typeface="Roboto"/>
              </a:defRPr>
            </a:lvl4pPr>
            <a:lvl5pPr marL="2286038" lvl="4" indent="-304805" algn="l">
              <a:spcBef>
                <a:spcPts val="300"/>
              </a:spcBef>
              <a:spcAft>
                <a:spcPts val="0"/>
              </a:spcAft>
              <a:buClr>
                <a:schemeClr val="dk1"/>
              </a:buClr>
              <a:buSzPts val="1200"/>
              <a:buChar char="−"/>
              <a:defRPr b="0" i="0">
                <a:latin typeface="Roboto"/>
                <a:ea typeface="Roboto"/>
                <a:cs typeface="Roboto"/>
                <a:sym typeface="Roboto"/>
              </a:defRPr>
            </a:lvl5pPr>
            <a:lvl6pPr marL="2743246" lvl="5" indent="-342906" algn="l">
              <a:spcBef>
                <a:spcPts val="360"/>
              </a:spcBef>
              <a:spcAft>
                <a:spcPts val="0"/>
              </a:spcAft>
              <a:buClr>
                <a:schemeClr val="dk1"/>
              </a:buClr>
              <a:buSzPts val="1800"/>
              <a:buChar char="•"/>
              <a:defRPr/>
            </a:lvl6pPr>
            <a:lvl7pPr marL="3200453" lvl="6" indent="-342906" algn="l">
              <a:spcBef>
                <a:spcPts val="360"/>
              </a:spcBef>
              <a:spcAft>
                <a:spcPts val="0"/>
              </a:spcAft>
              <a:buClr>
                <a:schemeClr val="dk1"/>
              </a:buClr>
              <a:buSzPts val="1800"/>
              <a:buChar char="•"/>
              <a:defRPr/>
            </a:lvl7pPr>
            <a:lvl8pPr marL="3657661" lvl="7" indent="-342906" algn="l">
              <a:spcBef>
                <a:spcPts val="360"/>
              </a:spcBef>
              <a:spcAft>
                <a:spcPts val="0"/>
              </a:spcAft>
              <a:buClr>
                <a:schemeClr val="dk1"/>
              </a:buClr>
              <a:buSzPts val="1800"/>
              <a:buChar char="•"/>
              <a:defRPr/>
            </a:lvl8pPr>
            <a:lvl9pPr marL="4114868" lvl="8" indent="-342906" algn="l">
              <a:spcBef>
                <a:spcPts val="360"/>
              </a:spcBef>
              <a:spcAft>
                <a:spcPts val="0"/>
              </a:spcAft>
              <a:buClr>
                <a:schemeClr val="dk1"/>
              </a:buClr>
              <a:buSzPts val="1800"/>
              <a:buChar char="•"/>
              <a:defRPr/>
            </a:lvl9pPr>
          </a:lstStyle>
          <a:p>
            <a:endParaRPr/>
          </a:p>
        </p:txBody>
      </p:sp>
      <p:sp>
        <p:nvSpPr>
          <p:cNvPr id="463" name="Google Shape;463;p84"/>
          <p:cNvSpPr txBox="1">
            <a:spLocks noGrp="1"/>
          </p:cNvSpPr>
          <p:nvPr>
            <p:ph type="body" idx="2"/>
          </p:nvPr>
        </p:nvSpPr>
        <p:spPr>
          <a:xfrm>
            <a:off x="455618" y="868681"/>
            <a:ext cx="8915492" cy="229235"/>
          </a:xfrm>
          <a:prstGeom prst="rect">
            <a:avLst/>
          </a:prstGeom>
          <a:noFill/>
          <a:ln>
            <a:noFill/>
          </a:ln>
        </p:spPr>
        <p:txBody>
          <a:bodyPr spcFirstLastPara="1" wrap="square" lIns="0" tIns="0" rIns="0" bIns="0" anchor="t" anchorCtr="0">
            <a:noAutofit/>
          </a:bodyPr>
          <a:lstStyle>
            <a:lvl1pPr marL="457207" lvl="0" indent="-228604" algn="l">
              <a:spcBef>
                <a:spcPts val="1800"/>
              </a:spcBef>
              <a:spcAft>
                <a:spcPts val="0"/>
              </a:spcAft>
              <a:buClr>
                <a:schemeClr val="lt1"/>
              </a:buClr>
              <a:buSzPts val="1600"/>
              <a:buFont typeface="Roboto Medium"/>
              <a:buNone/>
              <a:defRPr sz="1600" b="0" i="0">
                <a:solidFill>
                  <a:schemeClr val="lt1"/>
                </a:solidFill>
                <a:latin typeface="Roboto Medium"/>
                <a:ea typeface="Roboto Medium"/>
                <a:cs typeface="Roboto Medium"/>
                <a:sym typeface="Roboto Medium"/>
              </a:defRPr>
            </a:lvl1pPr>
            <a:lvl2pPr marL="914415" lvl="1" indent="-228604" algn="l">
              <a:spcBef>
                <a:spcPts val="600"/>
              </a:spcBef>
              <a:spcAft>
                <a:spcPts val="0"/>
              </a:spcAft>
              <a:buClr>
                <a:schemeClr val="dk1"/>
              </a:buClr>
              <a:buSzPts val="1800"/>
              <a:buNone/>
              <a:defRPr/>
            </a:lvl2pPr>
            <a:lvl3pPr marL="1371622" lvl="2" indent="-342906" algn="l">
              <a:spcBef>
                <a:spcPts val="600"/>
              </a:spcBef>
              <a:spcAft>
                <a:spcPts val="0"/>
              </a:spcAft>
              <a:buClr>
                <a:schemeClr val="dk1"/>
              </a:buClr>
              <a:buSzPts val="1800"/>
              <a:buChar char="−"/>
              <a:defRPr/>
            </a:lvl3pPr>
            <a:lvl4pPr marL="1828831" lvl="3" indent="-342906" algn="l">
              <a:spcBef>
                <a:spcPts val="300"/>
              </a:spcBef>
              <a:spcAft>
                <a:spcPts val="0"/>
              </a:spcAft>
              <a:buClr>
                <a:schemeClr val="dk1"/>
              </a:buClr>
              <a:buSzPts val="1800"/>
              <a:buChar char="•"/>
              <a:defRPr/>
            </a:lvl4pPr>
            <a:lvl5pPr marL="2286038" lvl="4" indent="-342906" algn="l">
              <a:spcBef>
                <a:spcPts val="300"/>
              </a:spcBef>
              <a:spcAft>
                <a:spcPts val="0"/>
              </a:spcAft>
              <a:buClr>
                <a:schemeClr val="dk1"/>
              </a:buClr>
              <a:buSzPts val="1800"/>
              <a:buChar char="−"/>
              <a:defRPr/>
            </a:lvl5pPr>
            <a:lvl6pPr marL="2743246" lvl="5" indent="-342906" algn="l">
              <a:spcBef>
                <a:spcPts val="360"/>
              </a:spcBef>
              <a:spcAft>
                <a:spcPts val="0"/>
              </a:spcAft>
              <a:buClr>
                <a:schemeClr val="dk1"/>
              </a:buClr>
              <a:buSzPts val="1800"/>
              <a:buChar char="•"/>
              <a:defRPr/>
            </a:lvl6pPr>
            <a:lvl7pPr marL="3200453" lvl="6" indent="-342906" algn="l">
              <a:spcBef>
                <a:spcPts val="360"/>
              </a:spcBef>
              <a:spcAft>
                <a:spcPts val="0"/>
              </a:spcAft>
              <a:buClr>
                <a:schemeClr val="dk1"/>
              </a:buClr>
              <a:buSzPts val="1800"/>
              <a:buChar char="•"/>
              <a:defRPr/>
            </a:lvl7pPr>
            <a:lvl8pPr marL="3657661" lvl="7" indent="-342906" algn="l">
              <a:spcBef>
                <a:spcPts val="360"/>
              </a:spcBef>
              <a:spcAft>
                <a:spcPts val="0"/>
              </a:spcAft>
              <a:buClr>
                <a:schemeClr val="dk1"/>
              </a:buClr>
              <a:buSzPts val="1800"/>
              <a:buChar char="•"/>
              <a:defRPr/>
            </a:lvl8pPr>
            <a:lvl9pPr marL="4114868" lvl="8" indent="-342906" algn="l">
              <a:spcBef>
                <a:spcPts val="360"/>
              </a:spcBef>
              <a:spcAft>
                <a:spcPts val="0"/>
              </a:spcAft>
              <a:buClr>
                <a:schemeClr val="dk1"/>
              </a:buClr>
              <a:buSzPts val="1800"/>
              <a:buChar char="•"/>
              <a:defRPr/>
            </a:lvl9pPr>
          </a:lstStyle>
          <a:p>
            <a:endParaRPr/>
          </a:p>
        </p:txBody>
      </p:sp>
      <p:sp>
        <p:nvSpPr>
          <p:cNvPr id="464" name="Google Shape;464;p84"/>
          <p:cNvSpPr txBox="1">
            <a:spLocks noGrp="1"/>
          </p:cNvSpPr>
          <p:nvPr>
            <p:ph type="body" idx="3"/>
          </p:nvPr>
        </p:nvSpPr>
        <p:spPr>
          <a:xfrm>
            <a:off x="7508953" y="6432334"/>
            <a:ext cx="4224381" cy="228601"/>
          </a:xfrm>
          <a:prstGeom prst="rect">
            <a:avLst/>
          </a:prstGeom>
          <a:noFill/>
          <a:ln>
            <a:noFill/>
          </a:ln>
        </p:spPr>
        <p:txBody>
          <a:bodyPr spcFirstLastPara="1" wrap="square" lIns="0" tIns="0" rIns="0" bIns="0" anchor="b" anchorCtr="0">
            <a:noAutofit/>
          </a:bodyPr>
          <a:lstStyle>
            <a:lvl1pPr marL="457207" lvl="0" indent="-228604" algn="r">
              <a:spcBef>
                <a:spcPts val="1800"/>
              </a:spcBef>
              <a:spcAft>
                <a:spcPts val="0"/>
              </a:spcAft>
              <a:buClr>
                <a:schemeClr val="dk1"/>
              </a:buClr>
              <a:buSzPts val="1000"/>
              <a:buFont typeface="Roboto Medium"/>
              <a:buNone/>
              <a:defRPr sz="1000" b="0" i="0">
                <a:solidFill>
                  <a:schemeClr val="dk1"/>
                </a:solidFill>
                <a:latin typeface="Roboto Medium"/>
                <a:ea typeface="Roboto Medium"/>
                <a:cs typeface="Roboto Medium"/>
                <a:sym typeface="Roboto Medium"/>
              </a:defRPr>
            </a:lvl1pPr>
            <a:lvl2pPr marL="914415" lvl="1" indent="-228604" algn="l">
              <a:spcBef>
                <a:spcPts val="600"/>
              </a:spcBef>
              <a:spcAft>
                <a:spcPts val="0"/>
              </a:spcAft>
              <a:buClr>
                <a:schemeClr val="dk1"/>
              </a:buClr>
              <a:buSzPts val="1800"/>
              <a:buNone/>
              <a:defRPr/>
            </a:lvl2pPr>
            <a:lvl3pPr marL="1371622" lvl="2" indent="-342906" algn="l">
              <a:spcBef>
                <a:spcPts val="600"/>
              </a:spcBef>
              <a:spcAft>
                <a:spcPts val="0"/>
              </a:spcAft>
              <a:buClr>
                <a:schemeClr val="dk1"/>
              </a:buClr>
              <a:buSzPts val="1800"/>
              <a:buChar char="−"/>
              <a:defRPr/>
            </a:lvl3pPr>
            <a:lvl4pPr marL="1828831" lvl="3" indent="-342906" algn="l">
              <a:spcBef>
                <a:spcPts val="300"/>
              </a:spcBef>
              <a:spcAft>
                <a:spcPts val="0"/>
              </a:spcAft>
              <a:buClr>
                <a:schemeClr val="dk1"/>
              </a:buClr>
              <a:buSzPts val="1800"/>
              <a:buChar char="•"/>
              <a:defRPr/>
            </a:lvl4pPr>
            <a:lvl5pPr marL="2286038" lvl="4" indent="-342906" algn="l">
              <a:spcBef>
                <a:spcPts val="300"/>
              </a:spcBef>
              <a:spcAft>
                <a:spcPts val="0"/>
              </a:spcAft>
              <a:buClr>
                <a:schemeClr val="dk1"/>
              </a:buClr>
              <a:buSzPts val="1800"/>
              <a:buChar char="−"/>
              <a:defRPr/>
            </a:lvl5pPr>
            <a:lvl6pPr marL="2743246" lvl="5" indent="-342906" algn="l">
              <a:spcBef>
                <a:spcPts val="360"/>
              </a:spcBef>
              <a:spcAft>
                <a:spcPts val="0"/>
              </a:spcAft>
              <a:buClr>
                <a:schemeClr val="dk1"/>
              </a:buClr>
              <a:buSzPts val="1800"/>
              <a:buChar char="•"/>
              <a:defRPr/>
            </a:lvl6pPr>
            <a:lvl7pPr marL="3200453" lvl="6" indent="-342906" algn="l">
              <a:spcBef>
                <a:spcPts val="360"/>
              </a:spcBef>
              <a:spcAft>
                <a:spcPts val="0"/>
              </a:spcAft>
              <a:buClr>
                <a:schemeClr val="dk1"/>
              </a:buClr>
              <a:buSzPts val="1800"/>
              <a:buChar char="•"/>
              <a:defRPr/>
            </a:lvl7pPr>
            <a:lvl8pPr marL="3657661" lvl="7" indent="-342906" algn="l">
              <a:spcBef>
                <a:spcPts val="360"/>
              </a:spcBef>
              <a:spcAft>
                <a:spcPts val="0"/>
              </a:spcAft>
              <a:buClr>
                <a:schemeClr val="dk1"/>
              </a:buClr>
              <a:buSzPts val="1800"/>
              <a:buChar char="•"/>
              <a:defRPr/>
            </a:lvl8pPr>
            <a:lvl9pPr marL="4114868" lvl="8" indent="-342906" algn="l">
              <a:spcBef>
                <a:spcPts val="360"/>
              </a:spcBef>
              <a:spcAft>
                <a:spcPts val="0"/>
              </a:spcAft>
              <a:buClr>
                <a:schemeClr val="dk1"/>
              </a:buClr>
              <a:buSzPts val="1800"/>
              <a:buChar char="•"/>
              <a:defRPr/>
            </a:lvl9pPr>
          </a:lstStyle>
          <a:p>
            <a:endParaRPr/>
          </a:p>
        </p:txBody>
      </p:sp>
      <p:sp>
        <p:nvSpPr>
          <p:cNvPr id="465" name="Google Shape;465;p84"/>
          <p:cNvSpPr>
            <a:spLocks noGrp="1"/>
          </p:cNvSpPr>
          <p:nvPr>
            <p:ph type="pic" idx="4"/>
          </p:nvPr>
        </p:nvSpPr>
        <p:spPr>
          <a:xfrm>
            <a:off x="7389890" y="1371600"/>
            <a:ext cx="4343445" cy="4572000"/>
          </a:xfrm>
          <a:prstGeom prst="rect">
            <a:avLst/>
          </a:prstGeom>
          <a:solidFill>
            <a:srgbClr val="F2F2F2"/>
          </a:solidFill>
          <a:ln>
            <a:noFill/>
          </a:ln>
        </p:spPr>
        <p:txBody>
          <a:bodyPr spcFirstLastPara="1" wrap="square" lIns="0" tIns="0" rIns="0" bIns="0" anchor="ctr" anchorCtr="0">
            <a:noAutofit/>
          </a:bodyPr>
          <a:lstStyle>
            <a:lvl1pPr marR="0" lvl="0" algn="ctr" rtl="0">
              <a:spcBef>
                <a:spcPts val="1800"/>
              </a:spcBef>
              <a:spcAft>
                <a:spcPts val="0"/>
              </a:spcAft>
              <a:buClr>
                <a:srgbClr val="D8D8D8"/>
              </a:buClr>
              <a:buSzPts val="2000"/>
              <a:buFont typeface="Roboto"/>
              <a:buNone/>
              <a:defRPr sz="2000" b="0" i="0" u="none" strike="noStrike" cap="none">
                <a:solidFill>
                  <a:srgbClr val="D8D8D8"/>
                </a:solidFill>
                <a:latin typeface="Roboto"/>
                <a:ea typeface="Roboto"/>
                <a:cs typeface="Roboto"/>
                <a:sym typeface="Roboto"/>
              </a:defRPr>
            </a:lvl1pPr>
            <a:lvl2pPr marR="0" lvl="1" algn="l" rtl="0">
              <a:spcBef>
                <a:spcPts val="600"/>
              </a:spcBef>
              <a:spcAft>
                <a:spcPts val="0"/>
              </a:spcAft>
              <a:buClr>
                <a:schemeClr val="dk1"/>
              </a:buClr>
              <a:buSzPts val="1800"/>
              <a:buFont typeface="Arial"/>
              <a:buChar char="•"/>
              <a:defRPr sz="1800" b="0" i="0" u="none" strike="noStrike" cap="none">
                <a:solidFill>
                  <a:schemeClr val="dk1"/>
                </a:solidFill>
                <a:latin typeface="Roboto"/>
                <a:ea typeface="Roboto"/>
                <a:cs typeface="Roboto"/>
                <a:sym typeface="Roboto"/>
              </a:defRPr>
            </a:lvl2pPr>
            <a:lvl3pPr marR="0" lvl="2" algn="l" rtl="0">
              <a:spcBef>
                <a:spcPts val="600"/>
              </a:spcBef>
              <a:spcAft>
                <a:spcPts val="0"/>
              </a:spcAft>
              <a:buClr>
                <a:schemeClr val="dk1"/>
              </a:buClr>
              <a:buSzPts val="1600"/>
              <a:buFont typeface="Merriweather Sans"/>
              <a:buChar char="−"/>
              <a:defRPr sz="1600" b="0" i="0" u="none" strike="noStrike" cap="none">
                <a:solidFill>
                  <a:schemeClr val="dk1"/>
                </a:solidFill>
                <a:latin typeface="Roboto"/>
                <a:ea typeface="Roboto"/>
                <a:cs typeface="Roboto"/>
                <a:sym typeface="Roboto"/>
              </a:defRPr>
            </a:lvl3pPr>
            <a:lvl4pPr marR="0" lvl="3" algn="l" rtl="0">
              <a:spcBef>
                <a:spcPts val="300"/>
              </a:spcBef>
              <a:spcAft>
                <a:spcPts val="0"/>
              </a:spcAft>
              <a:buClr>
                <a:schemeClr val="dk1"/>
              </a:buClr>
              <a:buSzPts val="1400"/>
              <a:buFont typeface="Arial"/>
              <a:buChar char="•"/>
              <a:defRPr sz="1400" b="0" i="0" u="none" strike="noStrike" cap="none">
                <a:solidFill>
                  <a:schemeClr val="dk1"/>
                </a:solidFill>
                <a:latin typeface="Roboto"/>
                <a:ea typeface="Roboto"/>
                <a:cs typeface="Roboto"/>
                <a:sym typeface="Roboto"/>
              </a:defRPr>
            </a:lvl4pPr>
            <a:lvl5pPr marR="0" lvl="4" algn="l" rtl="0">
              <a:spcBef>
                <a:spcPts val="300"/>
              </a:spcBef>
              <a:spcAft>
                <a:spcPts val="0"/>
              </a:spcAft>
              <a:buClr>
                <a:schemeClr val="dk1"/>
              </a:buClr>
              <a:buSzPts val="1200"/>
              <a:buFont typeface="Merriweather Sans"/>
              <a:buChar char="−"/>
              <a:defRPr sz="1200" b="0" i="0" u="none" strike="noStrike" cap="none">
                <a:solidFill>
                  <a:schemeClr val="dk1"/>
                </a:solidFill>
                <a:latin typeface="Roboto"/>
                <a:ea typeface="Roboto"/>
                <a:cs typeface="Roboto"/>
                <a:sym typeface="Roboto"/>
              </a:defRPr>
            </a:lvl5pPr>
            <a:lvl6pPr marR="0" lvl="5" algn="l" rtl="0">
              <a:spcBef>
                <a:spcPts val="533"/>
              </a:spcBef>
              <a:spcAft>
                <a:spcPts val="0"/>
              </a:spcAft>
              <a:buClr>
                <a:schemeClr val="dk1"/>
              </a:buClr>
              <a:buSzPts val="2666"/>
              <a:buFont typeface="Arial"/>
              <a:buChar char="•"/>
              <a:defRPr sz="2666" b="0" i="0" u="none" strike="noStrike" cap="none">
                <a:solidFill>
                  <a:schemeClr val="dk1"/>
                </a:solidFill>
                <a:latin typeface="Poppins Medium"/>
                <a:ea typeface="Poppins Medium"/>
                <a:cs typeface="Poppins Medium"/>
                <a:sym typeface="Poppins Medium"/>
              </a:defRPr>
            </a:lvl6pPr>
            <a:lvl7pPr marR="0" lvl="6" algn="l" rtl="0">
              <a:spcBef>
                <a:spcPts val="533"/>
              </a:spcBef>
              <a:spcAft>
                <a:spcPts val="0"/>
              </a:spcAft>
              <a:buClr>
                <a:schemeClr val="dk1"/>
              </a:buClr>
              <a:buSzPts val="2666"/>
              <a:buFont typeface="Arial"/>
              <a:buChar char="•"/>
              <a:defRPr sz="2666" b="0" i="0" u="none" strike="noStrike" cap="none">
                <a:solidFill>
                  <a:schemeClr val="dk1"/>
                </a:solidFill>
                <a:latin typeface="Poppins Medium"/>
                <a:ea typeface="Poppins Medium"/>
                <a:cs typeface="Poppins Medium"/>
                <a:sym typeface="Poppins Medium"/>
              </a:defRPr>
            </a:lvl7pPr>
            <a:lvl8pPr marR="0" lvl="7" algn="l" rtl="0">
              <a:spcBef>
                <a:spcPts val="533"/>
              </a:spcBef>
              <a:spcAft>
                <a:spcPts val="0"/>
              </a:spcAft>
              <a:buClr>
                <a:schemeClr val="dk1"/>
              </a:buClr>
              <a:buSzPts val="2666"/>
              <a:buFont typeface="Arial"/>
              <a:buChar char="•"/>
              <a:defRPr sz="2666" b="0" i="0" u="none" strike="noStrike" cap="none">
                <a:solidFill>
                  <a:schemeClr val="dk1"/>
                </a:solidFill>
                <a:latin typeface="Poppins Medium"/>
                <a:ea typeface="Poppins Medium"/>
                <a:cs typeface="Poppins Medium"/>
                <a:sym typeface="Poppins Medium"/>
              </a:defRPr>
            </a:lvl8pPr>
            <a:lvl9pPr marR="0" lvl="8" algn="l" rtl="0">
              <a:spcBef>
                <a:spcPts val="533"/>
              </a:spcBef>
              <a:spcAft>
                <a:spcPts val="0"/>
              </a:spcAft>
              <a:buClr>
                <a:schemeClr val="dk1"/>
              </a:buClr>
              <a:buSzPts val="2666"/>
              <a:buFont typeface="Arial"/>
              <a:buChar char="•"/>
              <a:defRPr sz="2666" b="0" i="0" u="none" strike="noStrike" cap="none">
                <a:solidFill>
                  <a:schemeClr val="dk1"/>
                </a:solidFill>
                <a:latin typeface="Poppins Medium"/>
                <a:ea typeface="Poppins Medium"/>
                <a:cs typeface="Poppins Medium"/>
                <a:sym typeface="Poppins Medium"/>
              </a:defRPr>
            </a:lvl9pPr>
          </a:lstStyle>
          <a:p>
            <a:endParaRPr/>
          </a:p>
        </p:txBody>
      </p:sp>
      <p:pic>
        <p:nvPicPr>
          <p:cNvPr id="466" name="Google Shape;466;p84" descr="A picture containing drawing&#10;&#10;Description automatically generated"/>
          <p:cNvPicPr preferRelativeResize="0"/>
          <p:nvPr/>
        </p:nvPicPr>
        <p:blipFill rotWithShape="1">
          <a:blip r:embed="rId2">
            <a:alphaModFix/>
          </a:blip>
          <a:srcRect/>
          <a:stretch/>
        </p:blipFill>
        <p:spPr>
          <a:xfrm>
            <a:off x="455619" y="6275784"/>
            <a:ext cx="685800" cy="353616"/>
          </a:xfrm>
          <a:prstGeom prst="rect">
            <a:avLst/>
          </a:prstGeom>
          <a:noFill/>
          <a:ln>
            <a:noFill/>
          </a:ln>
        </p:spPr>
      </p:pic>
    </p:spTree>
  </p:cSld>
  <p:clrMapOvr>
    <a:masterClrMapping/>
  </p:clrMapOvr>
  <mc:AlternateContent xmlns:mc="http://schemas.openxmlformats.org/markup-compatibility/2006" xmlns:p14="http://schemas.microsoft.com/office/powerpoint/2010/main">
    <mc:Choice Requires="p14">
      <p:transition p14:dur="250">
        <p:fade/>
      </p:transition>
    </mc:Choice>
    <mc:Fallback xmlns:ahyp="http://schemas.microsoft.com/office/drawing/2018/hyperlinkcolor" xmlns:p15="http://schemas.microsoft.com/office/powerpoint/2012/main" xmlns:com="http://schemas.openxmlformats.org/drawingml/2006/compatibility" xmlns:pvml="urn:schemas-microsoft-com:office:powerpoint" xmlns:v="urn:schemas-microsoft-com:vml" xmlns:o="urn:schemas-microsoft-com:office:office" xmlns:dgm="http://schemas.openxmlformats.org/drawingml/2006/diagram" xmlns:c="http://schemas.openxmlformats.org/drawingml/2006/chart" xmlns:mv="urn:schemas-microsoft-com:mac:vml" xmlns="">
      <p:transition>
        <p:fade/>
      </p:transition>
    </mc:Fallback>
  </mc:AlternateContent>
</p:sldLayout>
</file>

<file path=ppt/slideLayouts/slideLayout83.xml><?xml version="1.0" encoding="utf-8"?>
<p:sldLayout xmlns:a="http://schemas.openxmlformats.org/drawingml/2006/main" xmlns:r="http://schemas.openxmlformats.org/officeDocument/2006/relationships" xmlns:p="http://schemas.openxmlformats.org/presentationml/2006/main" matchingName="SEAGLASS Title | Subhead | Text | HP Image">
  <p:cSld name="SEAGLASS Title | Subhead | Text | HP Image">
    <p:bg>
      <p:bgPr>
        <a:solidFill>
          <a:schemeClr val="accent3"/>
        </a:solidFill>
        <a:effectLst/>
      </p:bgPr>
    </p:bg>
    <p:spTree>
      <p:nvGrpSpPr>
        <p:cNvPr id="1" name="Shape 467"/>
        <p:cNvGrpSpPr/>
        <p:nvPr/>
      </p:nvGrpSpPr>
      <p:grpSpPr>
        <a:xfrm>
          <a:off x="0" y="0"/>
          <a:ext cx="0" cy="0"/>
          <a:chOff x="0" y="0"/>
          <a:chExt cx="0" cy="0"/>
        </a:xfrm>
      </p:grpSpPr>
      <p:sp>
        <p:nvSpPr>
          <p:cNvPr id="468" name="Google Shape;468;p85"/>
          <p:cNvSpPr>
            <a:spLocks noGrp="1"/>
          </p:cNvSpPr>
          <p:nvPr>
            <p:ph type="pic" idx="2"/>
          </p:nvPr>
        </p:nvSpPr>
        <p:spPr>
          <a:xfrm>
            <a:off x="6094473" y="0"/>
            <a:ext cx="6094476" cy="6858000"/>
          </a:xfrm>
          <a:prstGeom prst="rect">
            <a:avLst/>
          </a:prstGeom>
          <a:solidFill>
            <a:srgbClr val="F2F2F2"/>
          </a:solidFill>
          <a:ln>
            <a:noFill/>
          </a:ln>
        </p:spPr>
        <p:txBody>
          <a:bodyPr spcFirstLastPara="1" wrap="square" lIns="0" tIns="0" rIns="0" bIns="0" anchor="ctr" anchorCtr="0">
            <a:noAutofit/>
          </a:bodyPr>
          <a:lstStyle>
            <a:lvl1pPr marR="0" lvl="0" algn="ctr" rtl="0">
              <a:spcBef>
                <a:spcPts val="1800"/>
              </a:spcBef>
              <a:spcAft>
                <a:spcPts val="0"/>
              </a:spcAft>
              <a:buClr>
                <a:srgbClr val="D8D8D8"/>
              </a:buClr>
              <a:buSzPts val="2000"/>
              <a:buFont typeface="Roboto"/>
              <a:buNone/>
              <a:defRPr sz="2000" b="0" i="0" u="none" strike="noStrike" cap="none">
                <a:solidFill>
                  <a:srgbClr val="D8D8D8"/>
                </a:solidFill>
                <a:latin typeface="Roboto"/>
                <a:ea typeface="Roboto"/>
                <a:cs typeface="Roboto"/>
                <a:sym typeface="Roboto"/>
              </a:defRPr>
            </a:lvl1pPr>
            <a:lvl2pPr marR="0" lvl="1" algn="l" rtl="0">
              <a:spcBef>
                <a:spcPts val="600"/>
              </a:spcBef>
              <a:spcAft>
                <a:spcPts val="0"/>
              </a:spcAft>
              <a:buClr>
                <a:schemeClr val="dk1"/>
              </a:buClr>
              <a:buSzPts val="1800"/>
              <a:buFont typeface="Arial"/>
              <a:buChar char="•"/>
              <a:defRPr sz="1800" b="0" i="0" u="none" strike="noStrike" cap="none">
                <a:solidFill>
                  <a:schemeClr val="dk1"/>
                </a:solidFill>
                <a:latin typeface="Roboto"/>
                <a:ea typeface="Roboto"/>
                <a:cs typeface="Roboto"/>
                <a:sym typeface="Roboto"/>
              </a:defRPr>
            </a:lvl2pPr>
            <a:lvl3pPr marR="0" lvl="2" algn="l" rtl="0">
              <a:spcBef>
                <a:spcPts val="600"/>
              </a:spcBef>
              <a:spcAft>
                <a:spcPts val="0"/>
              </a:spcAft>
              <a:buClr>
                <a:schemeClr val="dk1"/>
              </a:buClr>
              <a:buSzPts val="1600"/>
              <a:buFont typeface="Merriweather Sans"/>
              <a:buChar char="−"/>
              <a:defRPr sz="1600" b="0" i="0" u="none" strike="noStrike" cap="none">
                <a:solidFill>
                  <a:schemeClr val="dk1"/>
                </a:solidFill>
                <a:latin typeface="Roboto"/>
                <a:ea typeface="Roboto"/>
                <a:cs typeface="Roboto"/>
                <a:sym typeface="Roboto"/>
              </a:defRPr>
            </a:lvl3pPr>
            <a:lvl4pPr marR="0" lvl="3" algn="l" rtl="0">
              <a:spcBef>
                <a:spcPts val="300"/>
              </a:spcBef>
              <a:spcAft>
                <a:spcPts val="0"/>
              </a:spcAft>
              <a:buClr>
                <a:schemeClr val="dk1"/>
              </a:buClr>
              <a:buSzPts val="1400"/>
              <a:buFont typeface="Arial"/>
              <a:buChar char="•"/>
              <a:defRPr sz="1400" b="0" i="0" u="none" strike="noStrike" cap="none">
                <a:solidFill>
                  <a:schemeClr val="dk1"/>
                </a:solidFill>
                <a:latin typeface="Roboto"/>
                <a:ea typeface="Roboto"/>
                <a:cs typeface="Roboto"/>
                <a:sym typeface="Roboto"/>
              </a:defRPr>
            </a:lvl4pPr>
            <a:lvl5pPr marR="0" lvl="4" algn="l" rtl="0">
              <a:spcBef>
                <a:spcPts val="300"/>
              </a:spcBef>
              <a:spcAft>
                <a:spcPts val="0"/>
              </a:spcAft>
              <a:buClr>
                <a:schemeClr val="dk1"/>
              </a:buClr>
              <a:buSzPts val="1200"/>
              <a:buFont typeface="Merriweather Sans"/>
              <a:buChar char="−"/>
              <a:defRPr sz="1200" b="0" i="0" u="none" strike="noStrike" cap="none">
                <a:solidFill>
                  <a:schemeClr val="dk1"/>
                </a:solidFill>
                <a:latin typeface="Roboto"/>
                <a:ea typeface="Roboto"/>
                <a:cs typeface="Roboto"/>
                <a:sym typeface="Roboto"/>
              </a:defRPr>
            </a:lvl5pPr>
            <a:lvl6pPr marR="0" lvl="5" algn="l" rtl="0">
              <a:spcBef>
                <a:spcPts val="533"/>
              </a:spcBef>
              <a:spcAft>
                <a:spcPts val="0"/>
              </a:spcAft>
              <a:buClr>
                <a:schemeClr val="dk1"/>
              </a:buClr>
              <a:buSzPts val="2666"/>
              <a:buFont typeface="Arial"/>
              <a:buChar char="•"/>
              <a:defRPr sz="2666" b="0" i="0" u="none" strike="noStrike" cap="none">
                <a:solidFill>
                  <a:schemeClr val="dk1"/>
                </a:solidFill>
                <a:latin typeface="Poppins Medium"/>
                <a:ea typeface="Poppins Medium"/>
                <a:cs typeface="Poppins Medium"/>
                <a:sym typeface="Poppins Medium"/>
              </a:defRPr>
            </a:lvl6pPr>
            <a:lvl7pPr marR="0" lvl="6" algn="l" rtl="0">
              <a:spcBef>
                <a:spcPts val="533"/>
              </a:spcBef>
              <a:spcAft>
                <a:spcPts val="0"/>
              </a:spcAft>
              <a:buClr>
                <a:schemeClr val="dk1"/>
              </a:buClr>
              <a:buSzPts val="2666"/>
              <a:buFont typeface="Arial"/>
              <a:buChar char="•"/>
              <a:defRPr sz="2666" b="0" i="0" u="none" strike="noStrike" cap="none">
                <a:solidFill>
                  <a:schemeClr val="dk1"/>
                </a:solidFill>
                <a:latin typeface="Poppins Medium"/>
                <a:ea typeface="Poppins Medium"/>
                <a:cs typeface="Poppins Medium"/>
                <a:sym typeface="Poppins Medium"/>
              </a:defRPr>
            </a:lvl7pPr>
            <a:lvl8pPr marR="0" lvl="7" algn="l" rtl="0">
              <a:spcBef>
                <a:spcPts val="533"/>
              </a:spcBef>
              <a:spcAft>
                <a:spcPts val="0"/>
              </a:spcAft>
              <a:buClr>
                <a:schemeClr val="dk1"/>
              </a:buClr>
              <a:buSzPts val="2666"/>
              <a:buFont typeface="Arial"/>
              <a:buChar char="•"/>
              <a:defRPr sz="2666" b="0" i="0" u="none" strike="noStrike" cap="none">
                <a:solidFill>
                  <a:schemeClr val="dk1"/>
                </a:solidFill>
                <a:latin typeface="Poppins Medium"/>
                <a:ea typeface="Poppins Medium"/>
                <a:cs typeface="Poppins Medium"/>
                <a:sym typeface="Poppins Medium"/>
              </a:defRPr>
            </a:lvl8pPr>
            <a:lvl9pPr marR="0" lvl="8" algn="l" rtl="0">
              <a:spcBef>
                <a:spcPts val="533"/>
              </a:spcBef>
              <a:spcAft>
                <a:spcPts val="0"/>
              </a:spcAft>
              <a:buClr>
                <a:schemeClr val="dk1"/>
              </a:buClr>
              <a:buSzPts val="2666"/>
              <a:buFont typeface="Arial"/>
              <a:buChar char="•"/>
              <a:defRPr sz="2666" b="0" i="0" u="none" strike="noStrike" cap="none">
                <a:solidFill>
                  <a:schemeClr val="dk1"/>
                </a:solidFill>
                <a:latin typeface="Poppins Medium"/>
                <a:ea typeface="Poppins Medium"/>
                <a:cs typeface="Poppins Medium"/>
                <a:sym typeface="Poppins Medium"/>
              </a:defRPr>
            </a:lvl9pPr>
          </a:lstStyle>
          <a:p>
            <a:endParaRPr/>
          </a:p>
        </p:txBody>
      </p:sp>
      <p:sp>
        <p:nvSpPr>
          <p:cNvPr id="469" name="Google Shape;469;p85"/>
          <p:cNvSpPr txBox="1">
            <a:spLocks noGrp="1"/>
          </p:cNvSpPr>
          <p:nvPr>
            <p:ph type="title"/>
          </p:nvPr>
        </p:nvSpPr>
        <p:spPr>
          <a:xfrm>
            <a:off x="455618" y="488198"/>
            <a:ext cx="5029251" cy="524543"/>
          </a:xfrm>
          <a:prstGeom prst="rect">
            <a:avLst/>
          </a:prstGeom>
          <a:noFill/>
          <a:ln>
            <a:noFill/>
          </a:ln>
        </p:spPr>
        <p:txBody>
          <a:bodyPr spcFirstLastPara="1" wrap="square" lIns="0" tIns="0" rIns="0" bIns="0" anchor="t" anchorCtr="0">
            <a:noAutofit/>
          </a:bodyPr>
          <a:lstStyle>
            <a:lvl1pPr lvl="0" algn="l">
              <a:lnSpc>
                <a:spcPct val="80000"/>
              </a:lnSpc>
              <a:spcBef>
                <a:spcPts val="0"/>
              </a:spcBef>
              <a:spcAft>
                <a:spcPts val="0"/>
              </a:spcAft>
              <a:buClr>
                <a:schemeClr val="dk1"/>
              </a:buClr>
              <a:buSzPts val="3200"/>
              <a:buFont typeface="Roboto Medium"/>
              <a:buNone/>
              <a:defRPr b="0"/>
            </a:lvl1pPr>
            <a:lvl2pPr lvl="1">
              <a:spcBef>
                <a:spcPts val="0"/>
              </a:spcBef>
              <a:spcAft>
                <a:spcPts val="0"/>
              </a:spcAft>
              <a:buSzPts val="1400"/>
              <a:buNone/>
              <a:defRPr/>
            </a:lvl2pPr>
            <a:lvl3pPr lvl="2">
              <a:spcBef>
                <a:spcPts val="0"/>
              </a:spcBef>
              <a:spcAft>
                <a:spcPts val="0"/>
              </a:spcAft>
              <a:buSzPts val="1400"/>
              <a:buNone/>
              <a:defRPr/>
            </a:lvl3pPr>
            <a:lvl4pPr lvl="3">
              <a:spcBef>
                <a:spcPts val="0"/>
              </a:spcBef>
              <a:spcAft>
                <a:spcPts val="0"/>
              </a:spcAft>
              <a:buSzPts val="1400"/>
              <a:buNone/>
              <a:defRPr/>
            </a:lvl4pPr>
            <a:lvl5pPr lvl="4">
              <a:spcBef>
                <a:spcPts val="0"/>
              </a:spcBef>
              <a:spcAft>
                <a:spcPts val="0"/>
              </a:spcAft>
              <a:buSzPts val="1400"/>
              <a:buNone/>
              <a:defRPr/>
            </a:lvl5pPr>
            <a:lvl6pPr lvl="5">
              <a:spcBef>
                <a:spcPts val="0"/>
              </a:spcBef>
              <a:spcAft>
                <a:spcPts val="0"/>
              </a:spcAft>
              <a:buSzPts val="1400"/>
              <a:buNone/>
              <a:defRPr/>
            </a:lvl6pPr>
            <a:lvl7pPr lvl="6">
              <a:spcBef>
                <a:spcPts val="0"/>
              </a:spcBef>
              <a:spcAft>
                <a:spcPts val="0"/>
              </a:spcAft>
              <a:buSzPts val="1400"/>
              <a:buNone/>
              <a:defRPr/>
            </a:lvl7pPr>
            <a:lvl8pPr lvl="7">
              <a:spcBef>
                <a:spcPts val="0"/>
              </a:spcBef>
              <a:spcAft>
                <a:spcPts val="0"/>
              </a:spcAft>
              <a:buSzPts val="1400"/>
              <a:buNone/>
              <a:defRPr/>
            </a:lvl8pPr>
            <a:lvl9pPr lvl="8">
              <a:spcBef>
                <a:spcPts val="0"/>
              </a:spcBef>
              <a:spcAft>
                <a:spcPts val="0"/>
              </a:spcAft>
              <a:buSzPts val="1400"/>
              <a:buNone/>
              <a:defRPr/>
            </a:lvl9pPr>
          </a:lstStyle>
          <a:p>
            <a:endParaRPr/>
          </a:p>
        </p:txBody>
      </p:sp>
      <p:sp>
        <p:nvSpPr>
          <p:cNvPr id="470" name="Google Shape;470;p85"/>
          <p:cNvSpPr txBox="1">
            <a:spLocks noGrp="1"/>
          </p:cNvSpPr>
          <p:nvPr>
            <p:ph type="body" idx="1"/>
          </p:nvPr>
        </p:nvSpPr>
        <p:spPr>
          <a:xfrm>
            <a:off x="455618" y="2971800"/>
            <a:ext cx="5029251" cy="2971800"/>
          </a:xfrm>
          <a:prstGeom prst="rect">
            <a:avLst/>
          </a:prstGeom>
          <a:noFill/>
          <a:ln>
            <a:noFill/>
          </a:ln>
        </p:spPr>
        <p:txBody>
          <a:bodyPr spcFirstLastPara="1" wrap="square" lIns="0" tIns="0" rIns="0" bIns="0" anchor="t" anchorCtr="0">
            <a:noAutofit/>
          </a:bodyPr>
          <a:lstStyle>
            <a:lvl1pPr marL="457207" lvl="0" indent="-228604" algn="l">
              <a:lnSpc>
                <a:spcPct val="100000"/>
              </a:lnSpc>
              <a:spcBef>
                <a:spcPts val="1800"/>
              </a:spcBef>
              <a:spcAft>
                <a:spcPts val="0"/>
              </a:spcAft>
              <a:buClr>
                <a:schemeClr val="dk1"/>
              </a:buClr>
              <a:buSzPts val="2000"/>
              <a:buFont typeface="Roboto"/>
              <a:buNone/>
              <a:defRPr b="0" i="0">
                <a:latin typeface="Roboto"/>
                <a:ea typeface="Roboto"/>
                <a:cs typeface="Roboto"/>
                <a:sym typeface="Roboto"/>
              </a:defRPr>
            </a:lvl1pPr>
            <a:lvl2pPr marL="914415" lvl="1" indent="-342906" algn="l">
              <a:spcBef>
                <a:spcPts val="600"/>
              </a:spcBef>
              <a:spcAft>
                <a:spcPts val="0"/>
              </a:spcAft>
              <a:buClr>
                <a:schemeClr val="dk1"/>
              </a:buClr>
              <a:buSzPts val="1800"/>
              <a:buChar char="•"/>
              <a:defRPr b="0" i="0">
                <a:latin typeface="Roboto"/>
                <a:ea typeface="Roboto"/>
                <a:cs typeface="Roboto"/>
                <a:sym typeface="Roboto"/>
              </a:defRPr>
            </a:lvl2pPr>
            <a:lvl3pPr marL="1371622" lvl="2" indent="-330205" algn="l">
              <a:spcBef>
                <a:spcPts val="600"/>
              </a:spcBef>
              <a:spcAft>
                <a:spcPts val="0"/>
              </a:spcAft>
              <a:buClr>
                <a:schemeClr val="dk1"/>
              </a:buClr>
              <a:buSzPts val="1600"/>
              <a:buChar char="−"/>
              <a:defRPr b="0" i="0">
                <a:latin typeface="Roboto"/>
                <a:ea typeface="Roboto"/>
                <a:cs typeface="Roboto"/>
                <a:sym typeface="Roboto"/>
              </a:defRPr>
            </a:lvl3pPr>
            <a:lvl4pPr marL="1828831" lvl="3" indent="-317506" algn="l">
              <a:lnSpc>
                <a:spcPct val="100000"/>
              </a:lnSpc>
              <a:spcBef>
                <a:spcPts val="300"/>
              </a:spcBef>
              <a:spcAft>
                <a:spcPts val="0"/>
              </a:spcAft>
              <a:buClr>
                <a:schemeClr val="dk1"/>
              </a:buClr>
              <a:buSzPts val="1400"/>
              <a:buChar char="•"/>
              <a:defRPr b="0" i="0">
                <a:latin typeface="Roboto"/>
                <a:ea typeface="Roboto"/>
                <a:cs typeface="Roboto"/>
                <a:sym typeface="Roboto"/>
              </a:defRPr>
            </a:lvl4pPr>
            <a:lvl5pPr marL="2286038" lvl="4" indent="-304805" algn="l">
              <a:spcBef>
                <a:spcPts val="300"/>
              </a:spcBef>
              <a:spcAft>
                <a:spcPts val="0"/>
              </a:spcAft>
              <a:buClr>
                <a:schemeClr val="dk1"/>
              </a:buClr>
              <a:buSzPts val="1200"/>
              <a:buChar char="−"/>
              <a:defRPr b="0" i="0">
                <a:latin typeface="Roboto"/>
                <a:ea typeface="Roboto"/>
                <a:cs typeface="Roboto"/>
                <a:sym typeface="Roboto"/>
              </a:defRPr>
            </a:lvl5pPr>
            <a:lvl6pPr marL="2743246" lvl="5" indent="-342906" algn="l">
              <a:spcBef>
                <a:spcPts val="360"/>
              </a:spcBef>
              <a:spcAft>
                <a:spcPts val="0"/>
              </a:spcAft>
              <a:buClr>
                <a:schemeClr val="dk1"/>
              </a:buClr>
              <a:buSzPts val="1800"/>
              <a:buChar char="•"/>
              <a:defRPr/>
            </a:lvl6pPr>
            <a:lvl7pPr marL="3200453" lvl="6" indent="-342906" algn="l">
              <a:spcBef>
                <a:spcPts val="360"/>
              </a:spcBef>
              <a:spcAft>
                <a:spcPts val="0"/>
              </a:spcAft>
              <a:buClr>
                <a:schemeClr val="dk1"/>
              </a:buClr>
              <a:buSzPts val="1800"/>
              <a:buChar char="•"/>
              <a:defRPr/>
            </a:lvl7pPr>
            <a:lvl8pPr marL="3657661" lvl="7" indent="-342906" algn="l">
              <a:spcBef>
                <a:spcPts val="360"/>
              </a:spcBef>
              <a:spcAft>
                <a:spcPts val="0"/>
              </a:spcAft>
              <a:buClr>
                <a:schemeClr val="dk1"/>
              </a:buClr>
              <a:buSzPts val="1800"/>
              <a:buChar char="•"/>
              <a:defRPr/>
            </a:lvl8pPr>
            <a:lvl9pPr marL="4114868" lvl="8" indent="-342906" algn="l">
              <a:spcBef>
                <a:spcPts val="360"/>
              </a:spcBef>
              <a:spcAft>
                <a:spcPts val="0"/>
              </a:spcAft>
              <a:buClr>
                <a:schemeClr val="dk1"/>
              </a:buClr>
              <a:buSzPts val="1800"/>
              <a:buChar char="•"/>
              <a:defRPr/>
            </a:lvl9pPr>
          </a:lstStyle>
          <a:p>
            <a:endParaRPr/>
          </a:p>
        </p:txBody>
      </p:sp>
      <p:sp>
        <p:nvSpPr>
          <p:cNvPr id="471" name="Google Shape;471;p85"/>
          <p:cNvSpPr txBox="1">
            <a:spLocks noGrp="1"/>
          </p:cNvSpPr>
          <p:nvPr>
            <p:ph type="body" idx="3"/>
          </p:nvPr>
        </p:nvSpPr>
        <p:spPr>
          <a:xfrm>
            <a:off x="455619" y="868681"/>
            <a:ext cx="5029251" cy="229235"/>
          </a:xfrm>
          <a:prstGeom prst="rect">
            <a:avLst/>
          </a:prstGeom>
          <a:noFill/>
          <a:ln>
            <a:noFill/>
          </a:ln>
        </p:spPr>
        <p:txBody>
          <a:bodyPr spcFirstLastPara="1" wrap="square" lIns="0" tIns="0" rIns="0" bIns="0" anchor="t" anchorCtr="0">
            <a:noAutofit/>
          </a:bodyPr>
          <a:lstStyle>
            <a:lvl1pPr marL="457207" lvl="0" indent="-228604" algn="l">
              <a:spcBef>
                <a:spcPts val="1800"/>
              </a:spcBef>
              <a:spcAft>
                <a:spcPts val="0"/>
              </a:spcAft>
              <a:buClr>
                <a:schemeClr val="lt1"/>
              </a:buClr>
              <a:buSzPts val="1600"/>
              <a:buFont typeface="Roboto Medium"/>
              <a:buNone/>
              <a:defRPr sz="1600" b="0" i="0">
                <a:solidFill>
                  <a:schemeClr val="lt1"/>
                </a:solidFill>
                <a:latin typeface="Roboto Medium"/>
                <a:ea typeface="Roboto Medium"/>
                <a:cs typeface="Roboto Medium"/>
                <a:sym typeface="Roboto Medium"/>
              </a:defRPr>
            </a:lvl1pPr>
            <a:lvl2pPr marL="914415" lvl="1" indent="-228604" algn="l">
              <a:spcBef>
                <a:spcPts val="600"/>
              </a:spcBef>
              <a:spcAft>
                <a:spcPts val="0"/>
              </a:spcAft>
              <a:buClr>
                <a:schemeClr val="dk1"/>
              </a:buClr>
              <a:buSzPts val="1800"/>
              <a:buNone/>
              <a:defRPr/>
            </a:lvl2pPr>
            <a:lvl3pPr marL="1371622" lvl="2" indent="-342906" algn="l">
              <a:spcBef>
                <a:spcPts val="600"/>
              </a:spcBef>
              <a:spcAft>
                <a:spcPts val="0"/>
              </a:spcAft>
              <a:buClr>
                <a:schemeClr val="dk1"/>
              </a:buClr>
              <a:buSzPts val="1800"/>
              <a:buChar char="−"/>
              <a:defRPr/>
            </a:lvl3pPr>
            <a:lvl4pPr marL="1828831" lvl="3" indent="-342906" algn="l">
              <a:spcBef>
                <a:spcPts val="300"/>
              </a:spcBef>
              <a:spcAft>
                <a:spcPts val="0"/>
              </a:spcAft>
              <a:buClr>
                <a:schemeClr val="dk1"/>
              </a:buClr>
              <a:buSzPts val="1800"/>
              <a:buChar char="•"/>
              <a:defRPr/>
            </a:lvl4pPr>
            <a:lvl5pPr marL="2286038" lvl="4" indent="-342906" algn="l">
              <a:spcBef>
                <a:spcPts val="300"/>
              </a:spcBef>
              <a:spcAft>
                <a:spcPts val="0"/>
              </a:spcAft>
              <a:buClr>
                <a:schemeClr val="dk1"/>
              </a:buClr>
              <a:buSzPts val="1800"/>
              <a:buChar char="−"/>
              <a:defRPr/>
            </a:lvl5pPr>
            <a:lvl6pPr marL="2743246" lvl="5" indent="-342906" algn="l">
              <a:spcBef>
                <a:spcPts val="360"/>
              </a:spcBef>
              <a:spcAft>
                <a:spcPts val="0"/>
              </a:spcAft>
              <a:buClr>
                <a:schemeClr val="dk1"/>
              </a:buClr>
              <a:buSzPts val="1800"/>
              <a:buChar char="•"/>
              <a:defRPr/>
            </a:lvl6pPr>
            <a:lvl7pPr marL="3200453" lvl="6" indent="-342906" algn="l">
              <a:spcBef>
                <a:spcPts val="360"/>
              </a:spcBef>
              <a:spcAft>
                <a:spcPts val="0"/>
              </a:spcAft>
              <a:buClr>
                <a:schemeClr val="dk1"/>
              </a:buClr>
              <a:buSzPts val="1800"/>
              <a:buChar char="•"/>
              <a:defRPr/>
            </a:lvl7pPr>
            <a:lvl8pPr marL="3657661" lvl="7" indent="-342906" algn="l">
              <a:spcBef>
                <a:spcPts val="360"/>
              </a:spcBef>
              <a:spcAft>
                <a:spcPts val="0"/>
              </a:spcAft>
              <a:buClr>
                <a:schemeClr val="dk1"/>
              </a:buClr>
              <a:buSzPts val="1800"/>
              <a:buChar char="•"/>
              <a:defRPr/>
            </a:lvl8pPr>
            <a:lvl9pPr marL="4114868" lvl="8" indent="-342906" algn="l">
              <a:spcBef>
                <a:spcPts val="360"/>
              </a:spcBef>
              <a:spcAft>
                <a:spcPts val="0"/>
              </a:spcAft>
              <a:buClr>
                <a:schemeClr val="dk1"/>
              </a:buClr>
              <a:buSzPts val="1800"/>
              <a:buChar char="•"/>
              <a:defRPr/>
            </a:lvl9pPr>
          </a:lstStyle>
          <a:p>
            <a:endParaRPr/>
          </a:p>
        </p:txBody>
      </p:sp>
      <p:sp>
        <p:nvSpPr>
          <p:cNvPr id="472" name="Google Shape;472;p85"/>
          <p:cNvSpPr txBox="1">
            <a:spLocks noGrp="1"/>
          </p:cNvSpPr>
          <p:nvPr>
            <p:ph type="body" idx="4"/>
          </p:nvPr>
        </p:nvSpPr>
        <p:spPr>
          <a:xfrm>
            <a:off x="7508953" y="6432334"/>
            <a:ext cx="4224381" cy="228601"/>
          </a:xfrm>
          <a:prstGeom prst="rect">
            <a:avLst/>
          </a:prstGeom>
          <a:noFill/>
          <a:ln>
            <a:noFill/>
          </a:ln>
        </p:spPr>
        <p:txBody>
          <a:bodyPr spcFirstLastPara="1" wrap="square" lIns="0" tIns="0" rIns="0" bIns="0" anchor="b" anchorCtr="0">
            <a:noAutofit/>
          </a:bodyPr>
          <a:lstStyle>
            <a:lvl1pPr marL="457207" lvl="0" indent="-228604" algn="r">
              <a:spcBef>
                <a:spcPts val="1800"/>
              </a:spcBef>
              <a:spcAft>
                <a:spcPts val="0"/>
              </a:spcAft>
              <a:buClr>
                <a:schemeClr val="lt1"/>
              </a:buClr>
              <a:buSzPts val="1000"/>
              <a:buFont typeface="Roboto Medium"/>
              <a:buNone/>
              <a:defRPr sz="1000" b="0" i="0">
                <a:solidFill>
                  <a:schemeClr val="lt1"/>
                </a:solidFill>
                <a:latin typeface="Roboto Medium"/>
                <a:ea typeface="Roboto Medium"/>
                <a:cs typeface="Roboto Medium"/>
                <a:sym typeface="Roboto Medium"/>
              </a:defRPr>
            </a:lvl1pPr>
            <a:lvl2pPr marL="914415" lvl="1" indent="-228604" algn="l">
              <a:spcBef>
                <a:spcPts val="600"/>
              </a:spcBef>
              <a:spcAft>
                <a:spcPts val="0"/>
              </a:spcAft>
              <a:buClr>
                <a:schemeClr val="dk1"/>
              </a:buClr>
              <a:buSzPts val="1800"/>
              <a:buNone/>
              <a:defRPr/>
            </a:lvl2pPr>
            <a:lvl3pPr marL="1371622" lvl="2" indent="-342906" algn="l">
              <a:spcBef>
                <a:spcPts val="600"/>
              </a:spcBef>
              <a:spcAft>
                <a:spcPts val="0"/>
              </a:spcAft>
              <a:buClr>
                <a:schemeClr val="dk1"/>
              </a:buClr>
              <a:buSzPts val="1800"/>
              <a:buChar char="−"/>
              <a:defRPr/>
            </a:lvl3pPr>
            <a:lvl4pPr marL="1828831" lvl="3" indent="-342906" algn="l">
              <a:spcBef>
                <a:spcPts val="300"/>
              </a:spcBef>
              <a:spcAft>
                <a:spcPts val="0"/>
              </a:spcAft>
              <a:buClr>
                <a:schemeClr val="dk1"/>
              </a:buClr>
              <a:buSzPts val="1800"/>
              <a:buChar char="•"/>
              <a:defRPr/>
            </a:lvl4pPr>
            <a:lvl5pPr marL="2286038" lvl="4" indent="-342906" algn="l">
              <a:spcBef>
                <a:spcPts val="300"/>
              </a:spcBef>
              <a:spcAft>
                <a:spcPts val="0"/>
              </a:spcAft>
              <a:buClr>
                <a:schemeClr val="dk1"/>
              </a:buClr>
              <a:buSzPts val="1800"/>
              <a:buChar char="−"/>
              <a:defRPr/>
            </a:lvl5pPr>
            <a:lvl6pPr marL="2743246" lvl="5" indent="-342906" algn="l">
              <a:spcBef>
                <a:spcPts val="360"/>
              </a:spcBef>
              <a:spcAft>
                <a:spcPts val="0"/>
              </a:spcAft>
              <a:buClr>
                <a:schemeClr val="dk1"/>
              </a:buClr>
              <a:buSzPts val="1800"/>
              <a:buChar char="•"/>
              <a:defRPr/>
            </a:lvl6pPr>
            <a:lvl7pPr marL="3200453" lvl="6" indent="-342906" algn="l">
              <a:spcBef>
                <a:spcPts val="360"/>
              </a:spcBef>
              <a:spcAft>
                <a:spcPts val="0"/>
              </a:spcAft>
              <a:buClr>
                <a:schemeClr val="dk1"/>
              </a:buClr>
              <a:buSzPts val="1800"/>
              <a:buChar char="•"/>
              <a:defRPr/>
            </a:lvl7pPr>
            <a:lvl8pPr marL="3657661" lvl="7" indent="-342906" algn="l">
              <a:spcBef>
                <a:spcPts val="360"/>
              </a:spcBef>
              <a:spcAft>
                <a:spcPts val="0"/>
              </a:spcAft>
              <a:buClr>
                <a:schemeClr val="dk1"/>
              </a:buClr>
              <a:buSzPts val="1800"/>
              <a:buChar char="•"/>
              <a:defRPr/>
            </a:lvl8pPr>
            <a:lvl9pPr marL="4114868" lvl="8" indent="-342906" algn="l">
              <a:spcBef>
                <a:spcPts val="360"/>
              </a:spcBef>
              <a:spcAft>
                <a:spcPts val="0"/>
              </a:spcAft>
              <a:buClr>
                <a:schemeClr val="dk1"/>
              </a:buClr>
              <a:buSzPts val="1800"/>
              <a:buChar char="•"/>
              <a:defRPr/>
            </a:lvl9pPr>
          </a:lstStyle>
          <a:p>
            <a:endParaRPr/>
          </a:p>
        </p:txBody>
      </p:sp>
      <p:pic>
        <p:nvPicPr>
          <p:cNvPr id="473" name="Google Shape;473;p85" descr="A picture containing drawing&#10;&#10;Description automatically generated"/>
          <p:cNvPicPr preferRelativeResize="0"/>
          <p:nvPr/>
        </p:nvPicPr>
        <p:blipFill rotWithShape="1">
          <a:blip r:embed="rId2">
            <a:alphaModFix/>
          </a:blip>
          <a:srcRect/>
          <a:stretch/>
        </p:blipFill>
        <p:spPr>
          <a:xfrm>
            <a:off x="455619" y="6275784"/>
            <a:ext cx="685800" cy="353616"/>
          </a:xfrm>
          <a:prstGeom prst="rect">
            <a:avLst/>
          </a:prstGeom>
          <a:noFill/>
          <a:ln>
            <a:noFill/>
          </a:ln>
        </p:spPr>
      </p:pic>
    </p:spTree>
  </p:cSld>
  <p:clrMapOvr>
    <a:masterClrMapping/>
  </p:clrMapOvr>
  <mc:AlternateContent xmlns:mc="http://schemas.openxmlformats.org/markup-compatibility/2006" xmlns:p14="http://schemas.microsoft.com/office/powerpoint/2010/main">
    <mc:Choice Requires="p14">
      <p:transition p14:dur="250">
        <p:fade/>
      </p:transition>
    </mc:Choice>
    <mc:Fallback xmlns:ahyp="http://schemas.microsoft.com/office/drawing/2018/hyperlinkcolor" xmlns:p15="http://schemas.microsoft.com/office/powerpoint/2012/main" xmlns:com="http://schemas.openxmlformats.org/drawingml/2006/compatibility" xmlns:pvml="urn:schemas-microsoft-com:office:powerpoint" xmlns:v="urn:schemas-microsoft-com:vml" xmlns:o="urn:schemas-microsoft-com:office:office" xmlns:dgm="http://schemas.openxmlformats.org/drawingml/2006/diagram" xmlns:c="http://schemas.openxmlformats.org/drawingml/2006/chart" xmlns:mv="urn:schemas-microsoft-com:mac:vml" xmlns="">
      <p:transition>
        <p:fade/>
      </p:transition>
    </mc:Fallback>
  </mc:AlternateContent>
</p:sldLayout>
</file>

<file path=ppt/slideLayouts/slideLayout84.xml><?xml version="1.0" encoding="utf-8"?>
<p:sldLayout xmlns:a="http://schemas.openxmlformats.org/drawingml/2006/main" xmlns:r="http://schemas.openxmlformats.org/officeDocument/2006/relationships" xmlns:p="http://schemas.openxmlformats.org/presentationml/2006/main" matchingName="SEAGLASS Title | Subhead">
  <p:cSld name="SEAGLASS Title | Subhead">
    <p:bg>
      <p:bgPr>
        <a:solidFill>
          <a:schemeClr val="accent3"/>
        </a:solidFill>
        <a:effectLst/>
      </p:bgPr>
    </p:bg>
    <p:spTree>
      <p:nvGrpSpPr>
        <p:cNvPr id="1" name="Shape 474"/>
        <p:cNvGrpSpPr/>
        <p:nvPr/>
      </p:nvGrpSpPr>
      <p:grpSpPr>
        <a:xfrm>
          <a:off x="0" y="0"/>
          <a:ext cx="0" cy="0"/>
          <a:chOff x="0" y="0"/>
          <a:chExt cx="0" cy="0"/>
        </a:xfrm>
      </p:grpSpPr>
      <p:sp>
        <p:nvSpPr>
          <p:cNvPr id="475" name="Google Shape;475;p86"/>
          <p:cNvSpPr txBox="1">
            <a:spLocks noGrp="1"/>
          </p:cNvSpPr>
          <p:nvPr>
            <p:ph type="title"/>
          </p:nvPr>
        </p:nvSpPr>
        <p:spPr>
          <a:xfrm>
            <a:off x="455618" y="488198"/>
            <a:ext cx="8915492" cy="524543"/>
          </a:xfrm>
          <a:prstGeom prst="rect">
            <a:avLst/>
          </a:prstGeom>
          <a:noFill/>
          <a:ln>
            <a:noFill/>
          </a:ln>
        </p:spPr>
        <p:txBody>
          <a:bodyPr spcFirstLastPara="1" wrap="square" lIns="0" tIns="0" rIns="0" bIns="0" anchor="t" anchorCtr="0">
            <a:noAutofit/>
          </a:bodyPr>
          <a:lstStyle>
            <a:lvl1pPr lvl="0" algn="l">
              <a:lnSpc>
                <a:spcPct val="80000"/>
              </a:lnSpc>
              <a:spcBef>
                <a:spcPts val="0"/>
              </a:spcBef>
              <a:spcAft>
                <a:spcPts val="0"/>
              </a:spcAft>
              <a:buClr>
                <a:schemeClr val="dk1"/>
              </a:buClr>
              <a:buSzPts val="3200"/>
              <a:buFont typeface="Roboto Medium"/>
              <a:buNone/>
              <a:defRPr/>
            </a:lvl1pPr>
            <a:lvl2pPr lvl="1">
              <a:spcBef>
                <a:spcPts val="0"/>
              </a:spcBef>
              <a:spcAft>
                <a:spcPts val="0"/>
              </a:spcAft>
              <a:buSzPts val="1400"/>
              <a:buNone/>
              <a:defRPr/>
            </a:lvl2pPr>
            <a:lvl3pPr lvl="2">
              <a:spcBef>
                <a:spcPts val="0"/>
              </a:spcBef>
              <a:spcAft>
                <a:spcPts val="0"/>
              </a:spcAft>
              <a:buSzPts val="1400"/>
              <a:buNone/>
              <a:defRPr/>
            </a:lvl3pPr>
            <a:lvl4pPr lvl="3">
              <a:spcBef>
                <a:spcPts val="0"/>
              </a:spcBef>
              <a:spcAft>
                <a:spcPts val="0"/>
              </a:spcAft>
              <a:buSzPts val="1400"/>
              <a:buNone/>
              <a:defRPr/>
            </a:lvl4pPr>
            <a:lvl5pPr lvl="4">
              <a:spcBef>
                <a:spcPts val="0"/>
              </a:spcBef>
              <a:spcAft>
                <a:spcPts val="0"/>
              </a:spcAft>
              <a:buSzPts val="1400"/>
              <a:buNone/>
              <a:defRPr/>
            </a:lvl5pPr>
            <a:lvl6pPr lvl="5">
              <a:spcBef>
                <a:spcPts val="0"/>
              </a:spcBef>
              <a:spcAft>
                <a:spcPts val="0"/>
              </a:spcAft>
              <a:buSzPts val="1400"/>
              <a:buNone/>
              <a:defRPr/>
            </a:lvl6pPr>
            <a:lvl7pPr lvl="6">
              <a:spcBef>
                <a:spcPts val="0"/>
              </a:spcBef>
              <a:spcAft>
                <a:spcPts val="0"/>
              </a:spcAft>
              <a:buSzPts val="1400"/>
              <a:buNone/>
              <a:defRPr/>
            </a:lvl7pPr>
            <a:lvl8pPr lvl="7">
              <a:spcBef>
                <a:spcPts val="0"/>
              </a:spcBef>
              <a:spcAft>
                <a:spcPts val="0"/>
              </a:spcAft>
              <a:buSzPts val="1400"/>
              <a:buNone/>
              <a:defRPr/>
            </a:lvl8pPr>
            <a:lvl9pPr lvl="8">
              <a:spcBef>
                <a:spcPts val="0"/>
              </a:spcBef>
              <a:spcAft>
                <a:spcPts val="0"/>
              </a:spcAft>
              <a:buSzPts val="1400"/>
              <a:buNone/>
              <a:defRPr/>
            </a:lvl9pPr>
          </a:lstStyle>
          <a:p>
            <a:endParaRPr/>
          </a:p>
        </p:txBody>
      </p:sp>
      <p:sp>
        <p:nvSpPr>
          <p:cNvPr id="476" name="Google Shape;476;p86"/>
          <p:cNvSpPr txBox="1">
            <a:spLocks noGrp="1"/>
          </p:cNvSpPr>
          <p:nvPr>
            <p:ph type="body" idx="1"/>
          </p:nvPr>
        </p:nvSpPr>
        <p:spPr>
          <a:xfrm>
            <a:off x="455618" y="868681"/>
            <a:ext cx="8915492" cy="229235"/>
          </a:xfrm>
          <a:prstGeom prst="rect">
            <a:avLst/>
          </a:prstGeom>
          <a:noFill/>
          <a:ln>
            <a:noFill/>
          </a:ln>
        </p:spPr>
        <p:txBody>
          <a:bodyPr spcFirstLastPara="1" wrap="square" lIns="0" tIns="0" rIns="0" bIns="0" anchor="t" anchorCtr="0">
            <a:noAutofit/>
          </a:bodyPr>
          <a:lstStyle>
            <a:lvl1pPr marL="457207" lvl="0" indent="-228604" algn="l">
              <a:spcBef>
                <a:spcPts val="1800"/>
              </a:spcBef>
              <a:spcAft>
                <a:spcPts val="0"/>
              </a:spcAft>
              <a:buClr>
                <a:schemeClr val="lt1"/>
              </a:buClr>
              <a:buSzPts val="1600"/>
              <a:buFont typeface="Roboto Medium"/>
              <a:buNone/>
              <a:defRPr sz="1600" b="0" i="0">
                <a:solidFill>
                  <a:schemeClr val="lt1"/>
                </a:solidFill>
                <a:latin typeface="Roboto Medium"/>
                <a:ea typeface="Roboto Medium"/>
                <a:cs typeface="Roboto Medium"/>
                <a:sym typeface="Roboto Medium"/>
              </a:defRPr>
            </a:lvl1pPr>
            <a:lvl2pPr marL="914415" lvl="1" indent="-228604" algn="l">
              <a:spcBef>
                <a:spcPts val="600"/>
              </a:spcBef>
              <a:spcAft>
                <a:spcPts val="0"/>
              </a:spcAft>
              <a:buClr>
                <a:schemeClr val="dk1"/>
              </a:buClr>
              <a:buSzPts val="1800"/>
              <a:buNone/>
              <a:defRPr/>
            </a:lvl2pPr>
            <a:lvl3pPr marL="1371622" lvl="2" indent="-342906" algn="l">
              <a:spcBef>
                <a:spcPts val="600"/>
              </a:spcBef>
              <a:spcAft>
                <a:spcPts val="0"/>
              </a:spcAft>
              <a:buClr>
                <a:schemeClr val="dk1"/>
              </a:buClr>
              <a:buSzPts val="1800"/>
              <a:buChar char="−"/>
              <a:defRPr/>
            </a:lvl3pPr>
            <a:lvl4pPr marL="1828831" lvl="3" indent="-342906" algn="l">
              <a:spcBef>
                <a:spcPts val="300"/>
              </a:spcBef>
              <a:spcAft>
                <a:spcPts val="0"/>
              </a:spcAft>
              <a:buClr>
                <a:schemeClr val="dk1"/>
              </a:buClr>
              <a:buSzPts val="1800"/>
              <a:buChar char="•"/>
              <a:defRPr/>
            </a:lvl4pPr>
            <a:lvl5pPr marL="2286038" lvl="4" indent="-342906" algn="l">
              <a:spcBef>
                <a:spcPts val="300"/>
              </a:spcBef>
              <a:spcAft>
                <a:spcPts val="0"/>
              </a:spcAft>
              <a:buClr>
                <a:schemeClr val="dk1"/>
              </a:buClr>
              <a:buSzPts val="1800"/>
              <a:buChar char="−"/>
              <a:defRPr/>
            </a:lvl5pPr>
            <a:lvl6pPr marL="2743246" lvl="5" indent="-342906" algn="l">
              <a:spcBef>
                <a:spcPts val="360"/>
              </a:spcBef>
              <a:spcAft>
                <a:spcPts val="0"/>
              </a:spcAft>
              <a:buClr>
                <a:schemeClr val="dk1"/>
              </a:buClr>
              <a:buSzPts val="1800"/>
              <a:buChar char="•"/>
              <a:defRPr/>
            </a:lvl6pPr>
            <a:lvl7pPr marL="3200453" lvl="6" indent="-342906" algn="l">
              <a:spcBef>
                <a:spcPts val="360"/>
              </a:spcBef>
              <a:spcAft>
                <a:spcPts val="0"/>
              </a:spcAft>
              <a:buClr>
                <a:schemeClr val="dk1"/>
              </a:buClr>
              <a:buSzPts val="1800"/>
              <a:buChar char="•"/>
              <a:defRPr/>
            </a:lvl7pPr>
            <a:lvl8pPr marL="3657661" lvl="7" indent="-342906" algn="l">
              <a:spcBef>
                <a:spcPts val="360"/>
              </a:spcBef>
              <a:spcAft>
                <a:spcPts val="0"/>
              </a:spcAft>
              <a:buClr>
                <a:schemeClr val="dk1"/>
              </a:buClr>
              <a:buSzPts val="1800"/>
              <a:buChar char="•"/>
              <a:defRPr/>
            </a:lvl8pPr>
            <a:lvl9pPr marL="4114868" lvl="8" indent="-342906" algn="l">
              <a:spcBef>
                <a:spcPts val="360"/>
              </a:spcBef>
              <a:spcAft>
                <a:spcPts val="0"/>
              </a:spcAft>
              <a:buClr>
                <a:schemeClr val="dk1"/>
              </a:buClr>
              <a:buSzPts val="1800"/>
              <a:buChar char="•"/>
              <a:defRPr/>
            </a:lvl9pPr>
          </a:lstStyle>
          <a:p>
            <a:endParaRPr/>
          </a:p>
        </p:txBody>
      </p:sp>
      <p:sp>
        <p:nvSpPr>
          <p:cNvPr id="477" name="Google Shape;477;p86"/>
          <p:cNvSpPr txBox="1">
            <a:spLocks noGrp="1"/>
          </p:cNvSpPr>
          <p:nvPr>
            <p:ph type="body" idx="2"/>
          </p:nvPr>
        </p:nvSpPr>
        <p:spPr>
          <a:xfrm>
            <a:off x="7508953" y="6432334"/>
            <a:ext cx="4224381" cy="228601"/>
          </a:xfrm>
          <a:prstGeom prst="rect">
            <a:avLst/>
          </a:prstGeom>
          <a:noFill/>
          <a:ln>
            <a:noFill/>
          </a:ln>
        </p:spPr>
        <p:txBody>
          <a:bodyPr spcFirstLastPara="1" wrap="square" lIns="0" tIns="0" rIns="0" bIns="0" anchor="b" anchorCtr="0">
            <a:noAutofit/>
          </a:bodyPr>
          <a:lstStyle>
            <a:lvl1pPr marL="457207" lvl="0" indent="-228604" algn="r">
              <a:spcBef>
                <a:spcPts val="1800"/>
              </a:spcBef>
              <a:spcAft>
                <a:spcPts val="0"/>
              </a:spcAft>
              <a:buClr>
                <a:schemeClr val="dk1"/>
              </a:buClr>
              <a:buSzPts val="1000"/>
              <a:buFont typeface="Roboto Medium"/>
              <a:buNone/>
              <a:defRPr sz="1000" b="0" i="0">
                <a:solidFill>
                  <a:schemeClr val="dk1"/>
                </a:solidFill>
                <a:latin typeface="Roboto Medium"/>
                <a:ea typeface="Roboto Medium"/>
                <a:cs typeface="Roboto Medium"/>
                <a:sym typeface="Roboto Medium"/>
              </a:defRPr>
            </a:lvl1pPr>
            <a:lvl2pPr marL="914415" lvl="1" indent="-228604" algn="l">
              <a:spcBef>
                <a:spcPts val="600"/>
              </a:spcBef>
              <a:spcAft>
                <a:spcPts val="0"/>
              </a:spcAft>
              <a:buClr>
                <a:schemeClr val="dk1"/>
              </a:buClr>
              <a:buSzPts val="1800"/>
              <a:buNone/>
              <a:defRPr/>
            </a:lvl2pPr>
            <a:lvl3pPr marL="1371622" lvl="2" indent="-342906" algn="l">
              <a:spcBef>
                <a:spcPts val="600"/>
              </a:spcBef>
              <a:spcAft>
                <a:spcPts val="0"/>
              </a:spcAft>
              <a:buClr>
                <a:schemeClr val="dk1"/>
              </a:buClr>
              <a:buSzPts val="1800"/>
              <a:buChar char="−"/>
              <a:defRPr/>
            </a:lvl3pPr>
            <a:lvl4pPr marL="1828831" lvl="3" indent="-342906" algn="l">
              <a:spcBef>
                <a:spcPts val="300"/>
              </a:spcBef>
              <a:spcAft>
                <a:spcPts val="0"/>
              </a:spcAft>
              <a:buClr>
                <a:schemeClr val="dk1"/>
              </a:buClr>
              <a:buSzPts val="1800"/>
              <a:buChar char="•"/>
              <a:defRPr/>
            </a:lvl4pPr>
            <a:lvl5pPr marL="2286038" lvl="4" indent="-342906" algn="l">
              <a:spcBef>
                <a:spcPts val="300"/>
              </a:spcBef>
              <a:spcAft>
                <a:spcPts val="0"/>
              </a:spcAft>
              <a:buClr>
                <a:schemeClr val="dk1"/>
              </a:buClr>
              <a:buSzPts val="1800"/>
              <a:buChar char="−"/>
              <a:defRPr/>
            </a:lvl5pPr>
            <a:lvl6pPr marL="2743246" lvl="5" indent="-342906" algn="l">
              <a:spcBef>
                <a:spcPts val="360"/>
              </a:spcBef>
              <a:spcAft>
                <a:spcPts val="0"/>
              </a:spcAft>
              <a:buClr>
                <a:schemeClr val="dk1"/>
              </a:buClr>
              <a:buSzPts val="1800"/>
              <a:buChar char="•"/>
              <a:defRPr/>
            </a:lvl6pPr>
            <a:lvl7pPr marL="3200453" lvl="6" indent="-342906" algn="l">
              <a:spcBef>
                <a:spcPts val="360"/>
              </a:spcBef>
              <a:spcAft>
                <a:spcPts val="0"/>
              </a:spcAft>
              <a:buClr>
                <a:schemeClr val="dk1"/>
              </a:buClr>
              <a:buSzPts val="1800"/>
              <a:buChar char="•"/>
              <a:defRPr/>
            </a:lvl7pPr>
            <a:lvl8pPr marL="3657661" lvl="7" indent="-342906" algn="l">
              <a:spcBef>
                <a:spcPts val="360"/>
              </a:spcBef>
              <a:spcAft>
                <a:spcPts val="0"/>
              </a:spcAft>
              <a:buClr>
                <a:schemeClr val="dk1"/>
              </a:buClr>
              <a:buSzPts val="1800"/>
              <a:buChar char="•"/>
              <a:defRPr/>
            </a:lvl8pPr>
            <a:lvl9pPr marL="4114868" lvl="8" indent="-342906" algn="l">
              <a:spcBef>
                <a:spcPts val="360"/>
              </a:spcBef>
              <a:spcAft>
                <a:spcPts val="0"/>
              </a:spcAft>
              <a:buClr>
                <a:schemeClr val="dk1"/>
              </a:buClr>
              <a:buSzPts val="1800"/>
              <a:buChar char="•"/>
              <a:defRPr/>
            </a:lvl9pPr>
          </a:lstStyle>
          <a:p>
            <a:endParaRPr/>
          </a:p>
        </p:txBody>
      </p:sp>
      <p:pic>
        <p:nvPicPr>
          <p:cNvPr id="478" name="Google Shape;478;p86" descr="A picture containing drawing&#10;&#10;Description automatically generated"/>
          <p:cNvPicPr preferRelativeResize="0"/>
          <p:nvPr/>
        </p:nvPicPr>
        <p:blipFill rotWithShape="1">
          <a:blip r:embed="rId2">
            <a:alphaModFix/>
          </a:blip>
          <a:srcRect/>
          <a:stretch/>
        </p:blipFill>
        <p:spPr>
          <a:xfrm>
            <a:off x="455619" y="6275784"/>
            <a:ext cx="685800" cy="353616"/>
          </a:xfrm>
          <a:prstGeom prst="rect">
            <a:avLst/>
          </a:prstGeom>
          <a:noFill/>
          <a:ln>
            <a:noFill/>
          </a:ln>
        </p:spPr>
      </p:pic>
    </p:spTree>
  </p:cSld>
  <p:clrMapOvr>
    <a:masterClrMapping/>
  </p:clrMapOvr>
  <mc:AlternateContent xmlns:mc="http://schemas.openxmlformats.org/markup-compatibility/2006" xmlns:p14="http://schemas.microsoft.com/office/powerpoint/2010/main">
    <mc:Choice Requires="p14">
      <p:transition p14:dur="250">
        <p:fade/>
      </p:transition>
    </mc:Choice>
    <mc:Fallback xmlns:ahyp="http://schemas.microsoft.com/office/drawing/2018/hyperlinkcolor" xmlns:p15="http://schemas.microsoft.com/office/powerpoint/2012/main" xmlns:com="http://schemas.openxmlformats.org/drawingml/2006/compatibility" xmlns:pvml="urn:schemas-microsoft-com:office:powerpoint" xmlns:v="urn:schemas-microsoft-com:vml" xmlns:o="urn:schemas-microsoft-com:office:office" xmlns:dgm="http://schemas.openxmlformats.org/drawingml/2006/diagram" xmlns:c="http://schemas.openxmlformats.org/drawingml/2006/chart" xmlns:mv="urn:schemas-microsoft-com:mac:vml" xmlns="">
      <p:transition>
        <p:fade/>
      </p:transition>
    </mc:Fallback>
  </mc:AlternateContent>
</p:sldLayout>
</file>

<file path=ppt/slideLayouts/slideLayout85.xml><?xml version="1.0" encoding="utf-8"?>
<p:sldLayout xmlns:a="http://schemas.openxmlformats.org/drawingml/2006/main" xmlns:r="http://schemas.openxmlformats.org/officeDocument/2006/relationships" xmlns:p="http://schemas.openxmlformats.org/presentationml/2006/main" matchingName="SEAGLASS Blank">
  <p:cSld name="SEAGLASS Blank">
    <p:bg>
      <p:bgPr>
        <a:solidFill>
          <a:schemeClr val="accent3"/>
        </a:solidFill>
        <a:effectLst/>
      </p:bgPr>
    </p:bg>
    <p:spTree>
      <p:nvGrpSpPr>
        <p:cNvPr id="1" name="Shape 479"/>
        <p:cNvGrpSpPr/>
        <p:nvPr/>
      </p:nvGrpSpPr>
      <p:grpSpPr>
        <a:xfrm>
          <a:off x="0" y="0"/>
          <a:ext cx="0" cy="0"/>
          <a:chOff x="0" y="0"/>
          <a:chExt cx="0" cy="0"/>
        </a:xfrm>
      </p:grpSpPr>
      <p:sp>
        <p:nvSpPr>
          <p:cNvPr id="480" name="Google Shape;480;p87"/>
          <p:cNvSpPr txBox="1">
            <a:spLocks noGrp="1"/>
          </p:cNvSpPr>
          <p:nvPr>
            <p:ph type="body" idx="1"/>
          </p:nvPr>
        </p:nvSpPr>
        <p:spPr>
          <a:xfrm>
            <a:off x="7508953" y="6432334"/>
            <a:ext cx="4224381" cy="228601"/>
          </a:xfrm>
          <a:prstGeom prst="rect">
            <a:avLst/>
          </a:prstGeom>
          <a:noFill/>
          <a:ln>
            <a:noFill/>
          </a:ln>
        </p:spPr>
        <p:txBody>
          <a:bodyPr spcFirstLastPara="1" wrap="square" lIns="0" tIns="0" rIns="0" bIns="0" anchor="b" anchorCtr="0">
            <a:noAutofit/>
          </a:bodyPr>
          <a:lstStyle>
            <a:lvl1pPr marL="457207" lvl="0" indent="-228604" algn="r">
              <a:spcBef>
                <a:spcPts val="1800"/>
              </a:spcBef>
              <a:spcAft>
                <a:spcPts val="0"/>
              </a:spcAft>
              <a:buClr>
                <a:schemeClr val="dk1"/>
              </a:buClr>
              <a:buSzPts val="1000"/>
              <a:buFont typeface="Roboto Medium"/>
              <a:buNone/>
              <a:defRPr sz="1000" b="0" i="0">
                <a:solidFill>
                  <a:schemeClr val="dk1"/>
                </a:solidFill>
                <a:latin typeface="Roboto Medium"/>
                <a:ea typeface="Roboto Medium"/>
                <a:cs typeface="Roboto Medium"/>
                <a:sym typeface="Roboto Medium"/>
              </a:defRPr>
            </a:lvl1pPr>
            <a:lvl2pPr marL="914415" lvl="1" indent="-228604" algn="l">
              <a:spcBef>
                <a:spcPts val="600"/>
              </a:spcBef>
              <a:spcAft>
                <a:spcPts val="0"/>
              </a:spcAft>
              <a:buClr>
                <a:schemeClr val="dk1"/>
              </a:buClr>
              <a:buSzPts val="1800"/>
              <a:buNone/>
              <a:defRPr/>
            </a:lvl2pPr>
            <a:lvl3pPr marL="1371622" lvl="2" indent="-342906" algn="l">
              <a:spcBef>
                <a:spcPts val="600"/>
              </a:spcBef>
              <a:spcAft>
                <a:spcPts val="0"/>
              </a:spcAft>
              <a:buClr>
                <a:schemeClr val="dk1"/>
              </a:buClr>
              <a:buSzPts val="1800"/>
              <a:buChar char="−"/>
              <a:defRPr/>
            </a:lvl3pPr>
            <a:lvl4pPr marL="1828831" lvl="3" indent="-342906" algn="l">
              <a:spcBef>
                <a:spcPts val="300"/>
              </a:spcBef>
              <a:spcAft>
                <a:spcPts val="0"/>
              </a:spcAft>
              <a:buClr>
                <a:schemeClr val="dk1"/>
              </a:buClr>
              <a:buSzPts val="1800"/>
              <a:buChar char="•"/>
              <a:defRPr/>
            </a:lvl4pPr>
            <a:lvl5pPr marL="2286038" lvl="4" indent="-342906" algn="l">
              <a:spcBef>
                <a:spcPts val="300"/>
              </a:spcBef>
              <a:spcAft>
                <a:spcPts val="0"/>
              </a:spcAft>
              <a:buClr>
                <a:schemeClr val="dk1"/>
              </a:buClr>
              <a:buSzPts val="1800"/>
              <a:buChar char="−"/>
              <a:defRPr/>
            </a:lvl5pPr>
            <a:lvl6pPr marL="2743246" lvl="5" indent="-342906" algn="l">
              <a:spcBef>
                <a:spcPts val="360"/>
              </a:spcBef>
              <a:spcAft>
                <a:spcPts val="0"/>
              </a:spcAft>
              <a:buClr>
                <a:schemeClr val="dk1"/>
              </a:buClr>
              <a:buSzPts val="1800"/>
              <a:buChar char="•"/>
              <a:defRPr/>
            </a:lvl6pPr>
            <a:lvl7pPr marL="3200453" lvl="6" indent="-342906" algn="l">
              <a:spcBef>
                <a:spcPts val="360"/>
              </a:spcBef>
              <a:spcAft>
                <a:spcPts val="0"/>
              </a:spcAft>
              <a:buClr>
                <a:schemeClr val="dk1"/>
              </a:buClr>
              <a:buSzPts val="1800"/>
              <a:buChar char="•"/>
              <a:defRPr/>
            </a:lvl7pPr>
            <a:lvl8pPr marL="3657661" lvl="7" indent="-342906" algn="l">
              <a:spcBef>
                <a:spcPts val="360"/>
              </a:spcBef>
              <a:spcAft>
                <a:spcPts val="0"/>
              </a:spcAft>
              <a:buClr>
                <a:schemeClr val="dk1"/>
              </a:buClr>
              <a:buSzPts val="1800"/>
              <a:buChar char="•"/>
              <a:defRPr/>
            </a:lvl8pPr>
            <a:lvl9pPr marL="4114868" lvl="8" indent="-342906" algn="l">
              <a:spcBef>
                <a:spcPts val="360"/>
              </a:spcBef>
              <a:spcAft>
                <a:spcPts val="0"/>
              </a:spcAft>
              <a:buClr>
                <a:schemeClr val="dk1"/>
              </a:buClr>
              <a:buSzPts val="1800"/>
              <a:buChar char="•"/>
              <a:defRPr/>
            </a:lvl9pPr>
          </a:lstStyle>
          <a:p>
            <a:endParaRPr/>
          </a:p>
        </p:txBody>
      </p:sp>
      <p:pic>
        <p:nvPicPr>
          <p:cNvPr id="481" name="Google Shape;481;p87" descr="A picture containing drawing&#10;&#10;Description automatically generated"/>
          <p:cNvPicPr preferRelativeResize="0"/>
          <p:nvPr/>
        </p:nvPicPr>
        <p:blipFill rotWithShape="1">
          <a:blip r:embed="rId2">
            <a:alphaModFix/>
          </a:blip>
          <a:srcRect/>
          <a:stretch/>
        </p:blipFill>
        <p:spPr>
          <a:xfrm>
            <a:off x="455619" y="6275784"/>
            <a:ext cx="685800" cy="353616"/>
          </a:xfrm>
          <a:prstGeom prst="rect">
            <a:avLst/>
          </a:prstGeom>
          <a:noFill/>
          <a:ln>
            <a:noFill/>
          </a:ln>
        </p:spPr>
      </p:pic>
    </p:spTree>
  </p:cSld>
  <p:clrMapOvr>
    <a:masterClrMapping/>
  </p:clrMapOvr>
  <mc:AlternateContent xmlns:mc="http://schemas.openxmlformats.org/markup-compatibility/2006" xmlns:p14="http://schemas.microsoft.com/office/powerpoint/2010/main">
    <mc:Choice Requires="p14">
      <p:transition p14:dur="250">
        <p:fade/>
      </p:transition>
    </mc:Choice>
    <mc:Fallback xmlns:ahyp="http://schemas.microsoft.com/office/drawing/2018/hyperlinkcolor" xmlns:p15="http://schemas.microsoft.com/office/powerpoint/2012/main" xmlns:com="http://schemas.openxmlformats.org/drawingml/2006/compatibility" xmlns:pvml="urn:schemas-microsoft-com:office:powerpoint" xmlns:v="urn:schemas-microsoft-com:vml" xmlns:o="urn:schemas-microsoft-com:office:office" xmlns:dgm="http://schemas.openxmlformats.org/drawingml/2006/diagram" xmlns:c="http://schemas.openxmlformats.org/drawingml/2006/chart" xmlns:mv="urn:schemas-microsoft-com:mac:vml" xmlns="">
      <p:transition>
        <p:fade/>
      </p:transition>
    </mc:Fallback>
  </mc:AlternateContent>
</p:sldLayout>
</file>

<file path=ppt/slideLayouts/slideLayout86.xml><?xml version="1.0" encoding="utf-8"?>
<p:sldLayout xmlns:a="http://schemas.openxmlformats.org/drawingml/2006/main" xmlns:r="http://schemas.openxmlformats.org/officeDocument/2006/relationships" xmlns:p="http://schemas.openxmlformats.org/presentationml/2006/main" matchingName="Cover A">
  <p:cSld name="Cover A">
    <p:bg>
      <p:bgPr>
        <a:solidFill>
          <a:schemeClr val="lt1"/>
        </a:solidFill>
        <a:effectLst/>
      </p:bgPr>
    </p:bg>
    <p:spTree>
      <p:nvGrpSpPr>
        <p:cNvPr id="1" name="Shape 491"/>
        <p:cNvGrpSpPr/>
        <p:nvPr/>
      </p:nvGrpSpPr>
      <p:grpSpPr>
        <a:xfrm>
          <a:off x="0" y="0"/>
          <a:ext cx="0" cy="0"/>
          <a:chOff x="0" y="0"/>
          <a:chExt cx="0" cy="0"/>
        </a:xfrm>
      </p:grpSpPr>
      <p:sp>
        <p:nvSpPr>
          <p:cNvPr id="492" name="Google Shape;492;p90"/>
          <p:cNvSpPr/>
          <p:nvPr/>
        </p:nvSpPr>
        <p:spPr>
          <a:xfrm>
            <a:off x="0" y="0"/>
            <a:ext cx="12189000" cy="6858000"/>
          </a:xfrm>
          <a:prstGeom prst="rect">
            <a:avLst/>
          </a:prstGeom>
          <a:gradFill>
            <a:gsLst>
              <a:gs pos="0">
                <a:schemeClr val="accent1"/>
              </a:gs>
              <a:gs pos="57000">
                <a:srgbClr val="9299F4"/>
              </a:gs>
              <a:gs pos="100000">
                <a:schemeClr val="lt2"/>
              </a:gs>
            </a:gsLst>
            <a:lin ang="18599929" scaled="0"/>
          </a:gradFill>
          <a:ln>
            <a:noFill/>
          </a:ln>
        </p:spPr>
        <p:txBody>
          <a:bodyPr spcFirstLastPara="1" wrap="square" lIns="91426" tIns="45700" rIns="91426" bIns="45700" anchor="ctr" anchorCtr="0">
            <a:noAutofit/>
          </a:bodyPr>
          <a:lstStyle/>
          <a:p>
            <a:pPr marL="0" marR="0" lvl="0" indent="0" algn="ctr" rtl="0">
              <a:spcBef>
                <a:spcPts val="0"/>
              </a:spcBef>
              <a:spcAft>
                <a:spcPts val="0"/>
              </a:spcAft>
              <a:buNone/>
            </a:pPr>
            <a:endParaRPr sz="1800" b="0" i="0" u="none" strike="noStrike" cap="none">
              <a:solidFill>
                <a:schemeClr val="lt1"/>
              </a:solidFill>
              <a:latin typeface="Roboto"/>
              <a:ea typeface="Roboto"/>
              <a:cs typeface="Roboto"/>
              <a:sym typeface="Roboto"/>
            </a:endParaRPr>
          </a:p>
        </p:txBody>
      </p:sp>
      <p:sp>
        <p:nvSpPr>
          <p:cNvPr id="493" name="Google Shape;493;p90"/>
          <p:cNvSpPr>
            <a:spLocks noGrp="1"/>
          </p:cNvSpPr>
          <p:nvPr>
            <p:ph type="pic" idx="2"/>
          </p:nvPr>
        </p:nvSpPr>
        <p:spPr>
          <a:xfrm>
            <a:off x="6094473" y="0"/>
            <a:ext cx="6094500" cy="6858000"/>
          </a:xfrm>
          <a:prstGeom prst="rect">
            <a:avLst/>
          </a:prstGeom>
          <a:solidFill>
            <a:srgbClr val="F2F2F2"/>
          </a:solidFill>
          <a:ln>
            <a:noFill/>
          </a:ln>
        </p:spPr>
        <p:txBody>
          <a:bodyPr spcFirstLastPara="1" wrap="square" lIns="0" tIns="0" rIns="0" bIns="0" anchor="ctr" anchorCtr="0">
            <a:noAutofit/>
          </a:bodyPr>
          <a:lstStyle>
            <a:lvl1pPr marR="0" lvl="0" algn="ctr" rtl="0">
              <a:spcBef>
                <a:spcPts val="1800"/>
              </a:spcBef>
              <a:spcAft>
                <a:spcPts val="0"/>
              </a:spcAft>
              <a:buClr>
                <a:srgbClr val="D8D8D8"/>
              </a:buClr>
              <a:buSzPts val="2000"/>
              <a:buFont typeface="Roboto"/>
              <a:buNone/>
              <a:defRPr sz="2000" b="0" i="0" u="none" strike="noStrike" cap="none">
                <a:solidFill>
                  <a:srgbClr val="D8D8D8"/>
                </a:solidFill>
                <a:latin typeface="Roboto"/>
                <a:ea typeface="Roboto"/>
                <a:cs typeface="Roboto"/>
                <a:sym typeface="Roboto"/>
              </a:defRPr>
            </a:lvl1pPr>
            <a:lvl2pPr marR="0" lvl="1" algn="l" rtl="0">
              <a:spcBef>
                <a:spcPts val="600"/>
              </a:spcBef>
              <a:spcAft>
                <a:spcPts val="0"/>
              </a:spcAft>
              <a:buClr>
                <a:schemeClr val="dk1"/>
              </a:buClr>
              <a:buSzPts val="1800"/>
              <a:buFont typeface="Arial"/>
              <a:buChar char="•"/>
              <a:defRPr sz="1800" b="0" i="0" u="none" strike="noStrike" cap="none">
                <a:solidFill>
                  <a:schemeClr val="dk1"/>
                </a:solidFill>
                <a:latin typeface="Roboto"/>
                <a:ea typeface="Roboto"/>
                <a:cs typeface="Roboto"/>
                <a:sym typeface="Roboto"/>
              </a:defRPr>
            </a:lvl2pPr>
            <a:lvl3pPr marR="0" lvl="2" algn="l" rtl="0">
              <a:spcBef>
                <a:spcPts val="600"/>
              </a:spcBef>
              <a:spcAft>
                <a:spcPts val="0"/>
              </a:spcAft>
              <a:buClr>
                <a:schemeClr val="dk1"/>
              </a:buClr>
              <a:buSzPts val="1600"/>
              <a:buFont typeface="Merriweather Sans"/>
              <a:buChar char="−"/>
              <a:defRPr sz="1600" b="0" i="0" u="none" strike="noStrike" cap="none">
                <a:solidFill>
                  <a:schemeClr val="dk1"/>
                </a:solidFill>
                <a:latin typeface="Roboto"/>
                <a:ea typeface="Roboto"/>
                <a:cs typeface="Roboto"/>
                <a:sym typeface="Roboto"/>
              </a:defRPr>
            </a:lvl3pPr>
            <a:lvl4pPr marR="0" lvl="3" algn="l" rtl="0">
              <a:spcBef>
                <a:spcPts val="300"/>
              </a:spcBef>
              <a:spcAft>
                <a:spcPts val="0"/>
              </a:spcAft>
              <a:buClr>
                <a:schemeClr val="dk1"/>
              </a:buClr>
              <a:buSzPts val="1400"/>
              <a:buFont typeface="Arial"/>
              <a:buChar char="•"/>
              <a:defRPr sz="1400" b="0" i="0" u="none" strike="noStrike" cap="none">
                <a:solidFill>
                  <a:schemeClr val="dk1"/>
                </a:solidFill>
                <a:latin typeface="Roboto"/>
                <a:ea typeface="Roboto"/>
                <a:cs typeface="Roboto"/>
                <a:sym typeface="Roboto"/>
              </a:defRPr>
            </a:lvl4pPr>
            <a:lvl5pPr marR="0" lvl="4" algn="l" rtl="0">
              <a:spcBef>
                <a:spcPts val="300"/>
              </a:spcBef>
              <a:spcAft>
                <a:spcPts val="0"/>
              </a:spcAft>
              <a:buClr>
                <a:schemeClr val="dk1"/>
              </a:buClr>
              <a:buSzPts val="1200"/>
              <a:buFont typeface="Merriweather Sans"/>
              <a:buChar char="−"/>
              <a:defRPr sz="1200" b="0" i="0" u="none" strike="noStrike" cap="none">
                <a:solidFill>
                  <a:schemeClr val="dk1"/>
                </a:solidFill>
                <a:latin typeface="Roboto"/>
                <a:ea typeface="Roboto"/>
                <a:cs typeface="Roboto"/>
                <a:sym typeface="Roboto"/>
              </a:defRPr>
            </a:lvl5pPr>
            <a:lvl6pPr marR="0" lvl="5" algn="l" rtl="0">
              <a:spcBef>
                <a:spcPts val="533"/>
              </a:spcBef>
              <a:spcAft>
                <a:spcPts val="0"/>
              </a:spcAft>
              <a:buClr>
                <a:schemeClr val="dk1"/>
              </a:buClr>
              <a:buSzPts val="2666"/>
              <a:buFont typeface="Arial"/>
              <a:buChar char="•"/>
              <a:defRPr sz="2666" b="0" i="0" u="none" strike="noStrike" cap="none">
                <a:solidFill>
                  <a:schemeClr val="dk1"/>
                </a:solidFill>
                <a:latin typeface="Poppins Medium"/>
                <a:ea typeface="Poppins Medium"/>
                <a:cs typeface="Poppins Medium"/>
                <a:sym typeface="Poppins Medium"/>
              </a:defRPr>
            </a:lvl6pPr>
            <a:lvl7pPr marR="0" lvl="6" algn="l" rtl="0">
              <a:spcBef>
                <a:spcPts val="533"/>
              </a:spcBef>
              <a:spcAft>
                <a:spcPts val="0"/>
              </a:spcAft>
              <a:buClr>
                <a:schemeClr val="dk1"/>
              </a:buClr>
              <a:buSzPts val="2666"/>
              <a:buFont typeface="Arial"/>
              <a:buChar char="•"/>
              <a:defRPr sz="2666" b="0" i="0" u="none" strike="noStrike" cap="none">
                <a:solidFill>
                  <a:schemeClr val="dk1"/>
                </a:solidFill>
                <a:latin typeface="Poppins Medium"/>
                <a:ea typeface="Poppins Medium"/>
                <a:cs typeface="Poppins Medium"/>
                <a:sym typeface="Poppins Medium"/>
              </a:defRPr>
            </a:lvl7pPr>
            <a:lvl8pPr marR="0" lvl="7" algn="l" rtl="0">
              <a:spcBef>
                <a:spcPts val="533"/>
              </a:spcBef>
              <a:spcAft>
                <a:spcPts val="0"/>
              </a:spcAft>
              <a:buClr>
                <a:schemeClr val="dk1"/>
              </a:buClr>
              <a:buSzPts val="2666"/>
              <a:buFont typeface="Arial"/>
              <a:buChar char="•"/>
              <a:defRPr sz="2666" b="0" i="0" u="none" strike="noStrike" cap="none">
                <a:solidFill>
                  <a:schemeClr val="dk1"/>
                </a:solidFill>
                <a:latin typeface="Poppins Medium"/>
                <a:ea typeface="Poppins Medium"/>
                <a:cs typeface="Poppins Medium"/>
                <a:sym typeface="Poppins Medium"/>
              </a:defRPr>
            </a:lvl8pPr>
            <a:lvl9pPr marR="0" lvl="8" algn="l" rtl="0">
              <a:spcBef>
                <a:spcPts val="533"/>
              </a:spcBef>
              <a:spcAft>
                <a:spcPts val="0"/>
              </a:spcAft>
              <a:buClr>
                <a:schemeClr val="dk1"/>
              </a:buClr>
              <a:buSzPts val="2666"/>
              <a:buFont typeface="Arial"/>
              <a:buChar char="•"/>
              <a:defRPr sz="2666" b="0" i="0" u="none" strike="noStrike" cap="none">
                <a:solidFill>
                  <a:schemeClr val="dk1"/>
                </a:solidFill>
                <a:latin typeface="Poppins Medium"/>
                <a:ea typeface="Poppins Medium"/>
                <a:cs typeface="Poppins Medium"/>
                <a:sym typeface="Poppins Medium"/>
              </a:defRPr>
            </a:lvl9pPr>
          </a:lstStyle>
          <a:p>
            <a:endParaRPr/>
          </a:p>
        </p:txBody>
      </p:sp>
      <p:pic>
        <p:nvPicPr>
          <p:cNvPr id="494" name="Google Shape;494;p90" descr="A picture containing drawing&#10;&#10;Description automatically generated"/>
          <p:cNvPicPr preferRelativeResize="0"/>
          <p:nvPr/>
        </p:nvPicPr>
        <p:blipFill rotWithShape="1">
          <a:blip r:embed="rId2">
            <a:alphaModFix/>
          </a:blip>
          <a:srcRect/>
          <a:stretch/>
        </p:blipFill>
        <p:spPr>
          <a:xfrm>
            <a:off x="455618" y="457200"/>
            <a:ext cx="1222238" cy="914400"/>
          </a:xfrm>
          <a:prstGeom prst="rect">
            <a:avLst/>
          </a:prstGeom>
          <a:noFill/>
          <a:ln>
            <a:noFill/>
          </a:ln>
        </p:spPr>
      </p:pic>
      <p:sp>
        <p:nvSpPr>
          <p:cNvPr id="495" name="Google Shape;495;p90"/>
          <p:cNvSpPr txBox="1">
            <a:spLocks noGrp="1"/>
          </p:cNvSpPr>
          <p:nvPr>
            <p:ph type="title"/>
          </p:nvPr>
        </p:nvSpPr>
        <p:spPr>
          <a:xfrm>
            <a:off x="455625" y="2931050"/>
            <a:ext cx="5304000" cy="3201300"/>
          </a:xfrm>
          <a:prstGeom prst="rect">
            <a:avLst/>
          </a:prstGeom>
        </p:spPr>
        <p:txBody>
          <a:bodyPr spcFirstLastPara="1" wrap="square" lIns="0" tIns="0" rIns="0" bIns="0" anchor="b" anchorCtr="0">
            <a:noAutofit/>
          </a:bodyPr>
          <a:lstStyle>
            <a:lvl1pPr lvl="0" rtl="0">
              <a:spcBef>
                <a:spcPts val="0"/>
              </a:spcBef>
              <a:spcAft>
                <a:spcPts val="0"/>
              </a:spcAft>
              <a:buClr>
                <a:schemeClr val="lt1"/>
              </a:buClr>
              <a:buSzPts val="5400"/>
              <a:buNone/>
              <a:defRPr sz="5400">
                <a:solidFill>
                  <a:schemeClr val="lt1"/>
                </a:solidFill>
                <a:latin typeface="Roboto"/>
                <a:ea typeface="Roboto"/>
                <a:cs typeface="Roboto"/>
                <a:sym typeface="Roboto"/>
              </a:defRPr>
            </a:lvl1pPr>
            <a:lvl2pPr lvl="1" rtl="0">
              <a:spcBef>
                <a:spcPts val="0"/>
              </a:spcBef>
              <a:spcAft>
                <a:spcPts val="0"/>
              </a:spcAft>
              <a:buSzPts val="1400"/>
              <a:buNone/>
              <a:defRPr>
                <a:latin typeface="Roboto"/>
                <a:ea typeface="Roboto"/>
                <a:cs typeface="Roboto"/>
                <a:sym typeface="Roboto"/>
              </a:defRPr>
            </a:lvl2pPr>
            <a:lvl3pPr lvl="2" rtl="0">
              <a:spcBef>
                <a:spcPts val="0"/>
              </a:spcBef>
              <a:spcAft>
                <a:spcPts val="0"/>
              </a:spcAft>
              <a:buSzPts val="1400"/>
              <a:buNone/>
              <a:defRPr>
                <a:latin typeface="Roboto"/>
                <a:ea typeface="Roboto"/>
                <a:cs typeface="Roboto"/>
                <a:sym typeface="Roboto"/>
              </a:defRPr>
            </a:lvl3pPr>
            <a:lvl4pPr lvl="3" rtl="0">
              <a:spcBef>
                <a:spcPts val="0"/>
              </a:spcBef>
              <a:spcAft>
                <a:spcPts val="0"/>
              </a:spcAft>
              <a:buSzPts val="1400"/>
              <a:buNone/>
              <a:defRPr>
                <a:latin typeface="Roboto"/>
                <a:ea typeface="Roboto"/>
                <a:cs typeface="Roboto"/>
                <a:sym typeface="Roboto"/>
              </a:defRPr>
            </a:lvl4pPr>
            <a:lvl5pPr lvl="4" rtl="0">
              <a:spcBef>
                <a:spcPts val="0"/>
              </a:spcBef>
              <a:spcAft>
                <a:spcPts val="0"/>
              </a:spcAft>
              <a:buSzPts val="1400"/>
              <a:buNone/>
              <a:defRPr>
                <a:latin typeface="Roboto"/>
                <a:ea typeface="Roboto"/>
                <a:cs typeface="Roboto"/>
                <a:sym typeface="Roboto"/>
              </a:defRPr>
            </a:lvl5pPr>
            <a:lvl6pPr lvl="5" rtl="0">
              <a:spcBef>
                <a:spcPts val="0"/>
              </a:spcBef>
              <a:spcAft>
                <a:spcPts val="0"/>
              </a:spcAft>
              <a:buSzPts val="1400"/>
              <a:buNone/>
              <a:defRPr>
                <a:latin typeface="Roboto"/>
                <a:ea typeface="Roboto"/>
                <a:cs typeface="Roboto"/>
                <a:sym typeface="Roboto"/>
              </a:defRPr>
            </a:lvl6pPr>
            <a:lvl7pPr lvl="6" rtl="0">
              <a:spcBef>
                <a:spcPts val="0"/>
              </a:spcBef>
              <a:spcAft>
                <a:spcPts val="0"/>
              </a:spcAft>
              <a:buSzPts val="1400"/>
              <a:buNone/>
              <a:defRPr>
                <a:latin typeface="Roboto"/>
                <a:ea typeface="Roboto"/>
                <a:cs typeface="Roboto"/>
                <a:sym typeface="Roboto"/>
              </a:defRPr>
            </a:lvl7pPr>
            <a:lvl8pPr lvl="7" rtl="0">
              <a:spcBef>
                <a:spcPts val="0"/>
              </a:spcBef>
              <a:spcAft>
                <a:spcPts val="0"/>
              </a:spcAft>
              <a:buSzPts val="1400"/>
              <a:buNone/>
              <a:defRPr>
                <a:latin typeface="Roboto"/>
                <a:ea typeface="Roboto"/>
                <a:cs typeface="Roboto"/>
                <a:sym typeface="Roboto"/>
              </a:defRPr>
            </a:lvl8pPr>
            <a:lvl9pPr lvl="8" rtl="0">
              <a:spcBef>
                <a:spcPts val="0"/>
              </a:spcBef>
              <a:spcAft>
                <a:spcPts val="0"/>
              </a:spcAft>
              <a:buSzPts val="1400"/>
              <a:buNone/>
              <a:defRPr>
                <a:latin typeface="Roboto"/>
                <a:ea typeface="Roboto"/>
                <a:cs typeface="Roboto"/>
                <a:sym typeface="Roboto"/>
              </a:defRPr>
            </a:lvl9pPr>
          </a:lstStyle>
          <a:p>
            <a:endParaRPr/>
          </a:p>
        </p:txBody>
      </p:sp>
      <p:sp>
        <p:nvSpPr>
          <p:cNvPr id="496" name="Google Shape;496;p90"/>
          <p:cNvSpPr txBox="1">
            <a:spLocks noGrp="1"/>
          </p:cNvSpPr>
          <p:nvPr>
            <p:ph type="subTitle" idx="1"/>
          </p:nvPr>
        </p:nvSpPr>
        <p:spPr>
          <a:xfrm>
            <a:off x="3634834" y="457200"/>
            <a:ext cx="2116199" cy="1567200"/>
          </a:xfrm>
          <a:prstGeom prst="rect">
            <a:avLst/>
          </a:prstGeom>
        </p:spPr>
        <p:txBody>
          <a:bodyPr spcFirstLastPara="1" wrap="square" lIns="0" tIns="0" rIns="0" bIns="0" anchor="t" anchorCtr="0">
            <a:noAutofit/>
          </a:bodyPr>
          <a:lstStyle>
            <a:lvl1pPr lvl="0" rtl="0">
              <a:spcBef>
                <a:spcPts val="0"/>
              </a:spcBef>
              <a:spcAft>
                <a:spcPts val="0"/>
              </a:spcAft>
              <a:buClr>
                <a:schemeClr val="lt1"/>
              </a:buClr>
              <a:buSzPts val="1600"/>
              <a:buNone/>
              <a:defRPr sz="1600">
                <a:solidFill>
                  <a:schemeClr val="lt1"/>
                </a:solidFill>
              </a:defRPr>
            </a:lvl1pPr>
            <a:lvl2pPr lvl="1" rtl="0">
              <a:spcBef>
                <a:spcPts val="600"/>
              </a:spcBef>
              <a:spcAft>
                <a:spcPts val="0"/>
              </a:spcAft>
              <a:buClr>
                <a:schemeClr val="lt1"/>
              </a:buClr>
              <a:buSzPts val="1800"/>
              <a:buNone/>
              <a:defRPr>
                <a:solidFill>
                  <a:schemeClr val="lt1"/>
                </a:solidFill>
              </a:defRPr>
            </a:lvl2pPr>
            <a:lvl3pPr lvl="2" rtl="0">
              <a:spcBef>
                <a:spcPts val="600"/>
              </a:spcBef>
              <a:spcAft>
                <a:spcPts val="0"/>
              </a:spcAft>
              <a:buClr>
                <a:schemeClr val="lt1"/>
              </a:buClr>
              <a:buSzPts val="1600"/>
              <a:buNone/>
              <a:defRPr>
                <a:solidFill>
                  <a:schemeClr val="lt1"/>
                </a:solidFill>
              </a:defRPr>
            </a:lvl3pPr>
            <a:lvl4pPr lvl="3" rtl="0">
              <a:spcBef>
                <a:spcPts val="300"/>
              </a:spcBef>
              <a:spcAft>
                <a:spcPts val="0"/>
              </a:spcAft>
              <a:buClr>
                <a:schemeClr val="lt1"/>
              </a:buClr>
              <a:buSzPts val="1400"/>
              <a:buNone/>
              <a:defRPr>
                <a:solidFill>
                  <a:schemeClr val="lt1"/>
                </a:solidFill>
              </a:defRPr>
            </a:lvl4pPr>
            <a:lvl5pPr lvl="4" rtl="0">
              <a:spcBef>
                <a:spcPts val="300"/>
              </a:spcBef>
              <a:spcAft>
                <a:spcPts val="0"/>
              </a:spcAft>
              <a:buClr>
                <a:schemeClr val="lt1"/>
              </a:buClr>
              <a:buSzPts val="1200"/>
              <a:buNone/>
              <a:defRPr>
                <a:solidFill>
                  <a:schemeClr val="lt1"/>
                </a:solidFill>
              </a:defRPr>
            </a:lvl5pPr>
            <a:lvl6pPr lvl="5" rtl="0">
              <a:spcBef>
                <a:spcPts val="533"/>
              </a:spcBef>
              <a:spcAft>
                <a:spcPts val="0"/>
              </a:spcAft>
              <a:buClr>
                <a:schemeClr val="lt1"/>
              </a:buClr>
              <a:buSzPts val="2666"/>
              <a:buNone/>
              <a:defRPr>
                <a:solidFill>
                  <a:schemeClr val="lt1"/>
                </a:solidFill>
              </a:defRPr>
            </a:lvl6pPr>
            <a:lvl7pPr lvl="6" rtl="0">
              <a:spcBef>
                <a:spcPts val="533"/>
              </a:spcBef>
              <a:spcAft>
                <a:spcPts val="0"/>
              </a:spcAft>
              <a:buClr>
                <a:schemeClr val="lt1"/>
              </a:buClr>
              <a:buSzPts val="2666"/>
              <a:buNone/>
              <a:defRPr>
                <a:solidFill>
                  <a:schemeClr val="lt1"/>
                </a:solidFill>
              </a:defRPr>
            </a:lvl7pPr>
            <a:lvl8pPr lvl="7" rtl="0">
              <a:spcBef>
                <a:spcPts val="533"/>
              </a:spcBef>
              <a:spcAft>
                <a:spcPts val="0"/>
              </a:spcAft>
              <a:buClr>
                <a:schemeClr val="lt1"/>
              </a:buClr>
              <a:buSzPts val="2666"/>
              <a:buNone/>
              <a:defRPr>
                <a:solidFill>
                  <a:schemeClr val="lt1"/>
                </a:solidFill>
              </a:defRPr>
            </a:lvl8pPr>
            <a:lvl9pPr lvl="8" rtl="0">
              <a:spcBef>
                <a:spcPts val="533"/>
              </a:spcBef>
              <a:spcAft>
                <a:spcPts val="0"/>
              </a:spcAft>
              <a:buClr>
                <a:schemeClr val="lt1"/>
              </a:buClr>
              <a:buSzPts val="2666"/>
              <a:buNone/>
              <a:defRPr>
                <a:solidFill>
                  <a:schemeClr val="lt1"/>
                </a:solidFill>
              </a:defRPr>
            </a:lvl9pPr>
          </a:lstStyle>
          <a:p>
            <a:endParaRPr/>
          </a:p>
        </p:txBody>
      </p:sp>
      <p:sp>
        <p:nvSpPr>
          <p:cNvPr id="497" name="Google Shape;497;p90"/>
          <p:cNvSpPr txBox="1">
            <a:spLocks noGrp="1"/>
          </p:cNvSpPr>
          <p:nvPr>
            <p:ph type="subTitle" idx="3"/>
          </p:nvPr>
        </p:nvSpPr>
        <p:spPr>
          <a:xfrm>
            <a:off x="455625" y="6172200"/>
            <a:ext cx="5304000" cy="457200"/>
          </a:xfrm>
          <a:prstGeom prst="rect">
            <a:avLst/>
          </a:prstGeom>
        </p:spPr>
        <p:txBody>
          <a:bodyPr spcFirstLastPara="1" wrap="square" lIns="0" tIns="0" rIns="0" bIns="0" anchor="t" anchorCtr="0">
            <a:noAutofit/>
          </a:bodyPr>
          <a:lstStyle>
            <a:lvl1pPr lvl="0" rtl="0">
              <a:spcBef>
                <a:spcPts val="0"/>
              </a:spcBef>
              <a:spcAft>
                <a:spcPts val="0"/>
              </a:spcAft>
              <a:buClr>
                <a:schemeClr val="lt1"/>
              </a:buClr>
              <a:buSzPts val="2000"/>
              <a:buNone/>
              <a:defRPr>
                <a:solidFill>
                  <a:schemeClr val="lt1"/>
                </a:solidFill>
              </a:defRPr>
            </a:lvl1pPr>
            <a:lvl2pPr lvl="1" rtl="0">
              <a:spcBef>
                <a:spcPts val="600"/>
              </a:spcBef>
              <a:spcAft>
                <a:spcPts val="0"/>
              </a:spcAft>
              <a:buSzPts val="2000"/>
              <a:buNone/>
              <a:defRPr sz="2000"/>
            </a:lvl2pPr>
            <a:lvl3pPr lvl="2" rtl="0">
              <a:spcBef>
                <a:spcPts val="600"/>
              </a:spcBef>
              <a:spcAft>
                <a:spcPts val="0"/>
              </a:spcAft>
              <a:buSzPts val="2000"/>
              <a:buNone/>
              <a:defRPr sz="2000"/>
            </a:lvl3pPr>
            <a:lvl4pPr lvl="3" rtl="0">
              <a:spcBef>
                <a:spcPts val="300"/>
              </a:spcBef>
              <a:spcAft>
                <a:spcPts val="0"/>
              </a:spcAft>
              <a:buSzPts val="2000"/>
              <a:buNone/>
              <a:defRPr sz="2000"/>
            </a:lvl4pPr>
            <a:lvl5pPr lvl="4" rtl="0">
              <a:spcBef>
                <a:spcPts val="300"/>
              </a:spcBef>
              <a:spcAft>
                <a:spcPts val="0"/>
              </a:spcAft>
              <a:buSzPts val="2000"/>
              <a:buNone/>
              <a:defRPr sz="2000"/>
            </a:lvl5pPr>
            <a:lvl6pPr lvl="5" rtl="0">
              <a:spcBef>
                <a:spcPts val="533"/>
              </a:spcBef>
              <a:spcAft>
                <a:spcPts val="0"/>
              </a:spcAft>
              <a:buSzPts val="2000"/>
              <a:buNone/>
              <a:defRPr sz="2000"/>
            </a:lvl6pPr>
            <a:lvl7pPr lvl="6" rtl="0">
              <a:spcBef>
                <a:spcPts val="533"/>
              </a:spcBef>
              <a:spcAft>
                <a:spcPts val="0"/>
              </a:spcAft>
              <a:buSzPts val="2000"/>
              <a:buNone/>
              <a:defRPr sz="2000"/>
            </a:lvl7pPr>
            <a:lvl8pPr lvl="7" rtl="0">
              <a:spcBef>
                <a:spcPts val="533"/>
              </a:spcBef>
              <a:spcAft>
                <a:spcPts val="0"/>
              </a:spcAft>
              <a:buSzPts val="2000"/>
              <a:buNone/>
              <a:defRPr sz="2000"/>
            </a:lvl8pPr>
            <a:lvl9pPr lvl="8" rtl="0">
              <a:spcBef>
                <a:spcPts val="533"/>
              </a:spcBef>
              <a:spcAft>
                <a:spcPts val="0"/>
              </a:spcAft>
              <a:buSzPts val="2000"/>
              <a:buNone/>
              <a:defRPr sz="2000"/>
            </a:lvl9pPr>
          </a:lstStyle>
          <a:p>
            <a:endParaRPr/>
          </a:p>
        </p:txBody>
      </p:sp>
      <p:sp>
        <p:nvSpPr>
          <p:cNvPr id="498" name="Google Shape;498;p90"/>
          <p:cNvSpPr txBox="1"/>
          <p:nvPr/>
        </p:nvSpPr>
        <p:spPr>
          <a:xfrm>
            <a:off x="8488776" y="6400800"/>
            <a:ext cx="3244500" cy="228600"/>
          </a:xfrm>
          <a:prstGeom prst="rect">
            <a:avLst/>
          </a:prstGeom>
          <a:noFill/>
          <a:ln>
            <a:noFill/>
          </a:ln>
        </p:spPr>
        <p:txBody>
          <a:bodyPr spcFirstLastPara="1" wrap="square" lIns="0" tIns="0" rIns="0" bIns="0" anchor="b" anchorCtr="0">
            <a:noAutofit/>
          </a:bodyPr>
          <a:lstStyle/>
          <a:p>
            <a:pPr marL="0" lvl="0" indent="0" algn="r" rtl="0">
              <a:spcBef>
                <a:spcPts val="0"/>
              </a:spcBef>
              <a:spcAft>
                <a:spcPts val="0"/>
              </a:spcAft>
              <a:buNone/>
            </a:pPr>
            <a:r>
              <a:rPr lang="en" sz="1000">
                <a:solidFill>
                  <a:srgbClr val="FFFFFF"/>
                </a:solidFill>
                <a:latin typeface="Roboto"/>
                <a:ea typeface="Roboto"/>
                <a:cs typeface="Roboto"/>
                <a:sym typeface="Roboto"/>
              </a:rPr>
              <a:t>Proprietary &amp; Confidential - For Internal Use Only</a:t>
            </a:r>
            <a:endParaRPr sz="1000">
              <a:solidFill>
                <a:srgbClr val="FFFFFF"/>
              </a:solidFill>
              <a:latin typeface="Roboto"/>
              <a:ea typeface="Roboto"/>
              <a:cs typeface="Roboto"/>
              <a:sym typeface="Roboto"/>
            </a:endParaRPr>
          </a:p>
        </p:txBody>
      </p:sp>
    </p:spTree>
  </p:cSld>
  <p:clrMapOvr>
    <a:masterClrMapping/>
  </p:clrMapOvr>
  <mc:AlternateContent xmlns:mc="http://schemas.openxmlformats.org/markup-compatibility/2006" xmlns:p14="http://schemas.microsoft.com/office/powerpoint/2010/main">
    <mc:Choice Requires="p14">
      <p:transition p14:dur="250">
        <p:fade/>
      </p:transition>
    </mc:Choice>
    <mc:Fallback xmlns:ahyp="http://schemas.microsoft.com/office/drawing/2018/hyperlinkcolor" xmlns:p15="http://schemas.microsoft.com/office/powerpoint/2012/main" xmlns:com="http://schemas.openxmlformats.org/drawingml/2006/compatibility" xmlns:pvml="urn:schemas-microsoft-com:office:powerpoint" xmlns:v="urn:schemas-microsoft-com:vml" xmlns:o="urn:schemas-microsoft-com:office:office" xmlns:dgm="http://schemas.openxmlformats.org/drawingml/2006/diagram" xmlns:c="http://schemas.openxmlformats.org/drawingml/2006/chart" xmlns:mv="urn:schemas-microsoft-com:mac:vml" xmlns="">
      <p:transition>
        <p:fade/>
      </p:transition>
    </mc:Fallback>
  </mc:AlternateContent>
</p:sldLayout>
</file>

<file path=ppt/slideLayouts/slideLayout87.xml><?xml version="1.0" encoding="utf-8"?>
<p:sldLayout xmlns:a="http://schemas.openxmlformats.org/drawingml/2006/main" xmlns:r="http://schemas.openxmlformats.org/officeDocument/2006/relationships" xmlns:p="http://schemas.openxmlformats.org/presentationml/2006/main" matchingName="Cover B">
  <p:cSld name="Cover B">
    <p:bg>
      <p:bgPr>
        <a:solidFill>
          <a:schemeClr val="dk2"/>
        </a:solidFill>
        <a:effectLst/>
      </p:bgPr>
    </p:bg>
    <p:spTree>
      <p:nvGrpSpPr>
        <p:cNvPr id="1" name="Shape 499"/>
        <p:cNvGrpSpPr/>
        <p:nvPr/>
      </p:nvGrpSpPr>
      <p:grpSpPr>
        <a:xfrm>
          <a:off x="0" y="0"/>
          <a:ext cx="0" cy="0"/>
          <a:chOff x="0" y="0"/>
          <a:chExt cx="0" cy="0"/>
        </a:xfrm>
      </p:grpSpPr>
      <p:pic>
        <p:nvPicPr>
          <p:cNvPr id="500" name="Google Shape;500;p91" descr="A picture containing drawing&#10;&#10;Description automatically generated"/>
          <p:cNvPicPr preferRelativeResize="0"/>
          <p:nvPr/>
        </p:nvPicPr>
        <p:blipFill rotWithShape="1">
          <a:blip r:embed="rId2">
            <a:alphaModFix/>
          </a:blip>
          <a:srcRect/>
          <a:stretch/>
        </p:blipFill>
        <p:spPr>
          <a:xfrm>
            <a:off x="455618" y="457200"/>
            <a:ext cx="1222238" cy="914400"/>
          </a:xfrm>
          <a:prstGeom prst="rect">
            <a:avLst/>
          </a:prstGeom>
          <a:noFill/>
          <a:ln>
            <a:noFill/>
          </a:ln>
        </p:spPr>
      </p:pic>
      <p:sp>
        <p:nvSpPr>
          <p:cNvPr id="501" name="Google Shape;501;p91"/>
          <p:cNvSpPr txBox="1">
            <a:spLocks noGrp="1"/>
          </p:cNvSpPr>
          <p:nvPr>
            <p:ph type="subTitle" idx="1"/>
          </p:nvPr>
        </p:nvSpPr>
        <p:spPr>
          <a:xfrm>
            <a:off x="3634820" y="457200"/>
            <a:ext cx="3330301" cy="1567200"/>
          </a:xfrm>
          <a:prstGeom prst="rect">
            <a:avLst/>
          </a:prstGeom>
        </p:spPr>
        <p:txBody>
          <a:bodyPr spcFirstLastPara="1" wrap="square" lIns="0" tIns="0" rIns="0" bIns="0" anchor="t" anchorCtr="0">
            <a:noAutofit/>
          </a:bodyPr>
          <a:lstStyle>
            <a:lvl1pPr lvl="0" rtl="0">
              <a:spcBef>
                <a:spcPts val="0"/>
              </a:spcBef>
              <a:spcAft>
                <a:spcPts val="0"/>
              </a:spcAft>
              <a:buClr>
                <a:schemeClr val="lt1"/>
              </a:buClr>
              <a:buSzPts val="1600"/>
              <a:buNone/>
              <a:defRPr sz="1600">
                <a:solidFill>
                  <a:schemeClr val="lt1"/>
                </a:solidFill>
              </a:defRPr>
            </a:lvl1pPr>
            <a:lvl2pPr lvl="1" rtl="0">
              <a:spcBef>
                <a:spcPts val="600"/>
              </a:spcBef>
              <a:spcAft>
                <a:spcPts val="0"/>
              </a:spcAft>
              <a:buClr>
                <a:schemeClr val="lt1"/>
              </a:buClr>
              <a:buSzPts val="1800"/>
              <a:buNone/>
              <a:defRPr>
                <a:solidFill>
                  <a:schemeClr val="lt1"/>
                </a:solidFill>
              </a:defRPr>
            </a:lvl2pPr>
            <a:lvl3pPr lvl="2" rtl="0">
              <a:spcBef>
                <a:spcPts val="600"/>
              </a:spcBef>
              <a:spcAft>
                <a:spcPts val="0"/>
              </a:spcAft>
              <a:buClr>
                <a:schemeClr val="lt1"/>
              </a:buClr>
              <a:buSzPts val="1600"/>
              <a:buNone/>
              <a:defRPr>
                <a:solidFill>
                  <a:schemeClr val="lt1"/>
                </a:solidFill>
              </a:defRPr>
            </a:lvl3pPr>
            <a:lvl4pPr lvl="3" rtl="0">
              <a:spcBef>
                <a:spcPts val="300"/>
              </a:spcBef>
              <a:spcAft>
                <a:spcPts val="0"/>
              </a:spcAft>
              <a:buClr>
                <a:schemeClr val="lt1"/>
              </a:buClr>
              <a:buSzPts val="1400"/>
              <a:buNone/>
              <a:defRPr>
                <a:solidFill>
                  <a:schemeClr val="lt1"/>
                </a:solidFill>
              </a:defRPr>
            </a:lvl4pPr>
            <a:lvl5pPr lvl="4" rtl="0">
              <a:spcBef>
                <a:spcPts val="300"/>
              </a:spcBef>
              <a:spcAft>
                <a:spcPts val="0"/>
              </a:spcAft>
              <a:buClr>
                <a:schemeClr val="lt1"/>
              </a:buClr>
              <a:buSzPts val="1200"/>
              <a:buNone/>
              <a:defRPr>
                <a:solidFill>
                  <a:schemeClr val="lt1"/>
                </a:solidFill>
              </a:defRPr>
            </a:lvl5pPr>
            <a:lvl6pPr lvl="5" rtl="0">
              <a:spcBef>
                <a:spcPts val="533"/>
              </a:spcBef>
              <a:spcAft>
                <a:spcPts val="0"/>
              </a:spcAft>
              <a:buClr>
                <a:schemeClr val="lt1"/>
              </a:buClr>
              <a:buSzPts val="2666"/>
              <a:buNone/>
              <a:defRPr>
                <a:solidFill>
                  <a:schemeClr val="lt1"/>
                </a:solidFill>
              </a:defRPr>
            </a:lvl6pPr>
            <a:lvl7pPr lvl="6" rtl="0">
              <a:spcBef>
                <a:spcPts val="533"/>
              </a:spcBef>
              <a:spcAft>
                <a:spcPts val="0"/>
              </a:spcAft>
              <a:buClr>
                <a:schemeClr val="lt1"/>
              </a:buClr>
              <a:buSzPts val="2666"/>
              <a:buNone/>
              <a:defRPr>
                <a:solidFill>
                  <a:schemeClr val="lt1"/>
                </a:solidFill>
              </a:defRPr>
            </a:lvl7pPr>
            <a:lvl8pPr lvl="7" rtl="0">
              <a:spcBef>
                <a:spcPts val="533"/>
              </a:spcBef>
              <a:spcAft>
                <a:spcPts val="0"/>
              </a:spcAft>
              <a:buClr>
                <a:schemeClr val="lt1"/>
              </a:buClr>
              <a:buSzPts val="2666"/>
              <a:buNone/>
              <a:defRPr>
                <a:solidFill>
                  <a:schemeClr val="lt1"/>
                </a:solidFill>
              </a:defRPr>
            </a:lvl8pPr>
            <a:lvl9pPr lvl="8" rtl="0">
              <a:spcBef>
                <a:spcPts val="533"/>
              </a:spcBef>
              <a:spcAft>
                <a:spcPts val="0"/>
              </a:spcAft>
              <a:buClr>
                <a:schemeClr val="lt1"/>
              </a:buClr>
              <a:buSzPts val="2666"/>
              <a:buNone/>
              <a:defRPr>
                <a:solidFill>
                  <a:schemeClr val="lt1"/>
                </a:solidFill>
              </a:defRPr>
            </a:lvl9pPr>
          </a:lstStyle>
          <a:p>
            <a:endParaRPr/>
          </a:p>
        </p:txBody>
      </p:sp>
      <p:sp>
        <p:nvSpPr>
          <p:cNvPr id="502" name="Google Shape;502;p91"/>
          <p:cNvSpPr txBox="1">
            <a:spLocks noGrp="1"/>
          </p:cNvSpPr>
          <p:nvPr>
            <p:ph type="title"/>
          </p:nvPr>
        </p:nvSpPr>
        <p:spPr>
          <a:xfrm>
            <a:off x="455626" y="1593900"/>
            <a:ext cx="11277600" cy="4806900"/>
          </a:xfrm>
          <a:prstGeom prst="rect">
            <a:avLst/>
          </a:prstGeom>
        </p:spPr>
        <p:txBody>
          <a:bodyPr spcFirstLastPara="1" wrap="square" lIns="0" tIns="0" rIns="0" bIns="0" anchor="ctr" anchorCtr="0">
            <a:noAutofit/>
          </a:bodyPr>
          <a:lstStyle>
            <a:lvl1pPr lvl="0" rtl="0">
              <a:lnSpc>
                <a:spcPct val="70000"/>
              </a:lnSpc>
              <a:spcBef>
                <a:spcPts val="0"/>
              </a:spcBef>
              <a:spcAft>
                <a:spcPts val="0"/>
              </a:spcAft>
              <a:buClr>
                <a:schemeClr val="lt1"/>
              </a:buClr>
              <a:buSzPts val="12500"/>
              <a:buFont typeface="Roboto"/>
              <a:buNone/>
              <a:defRPr sz="12501">
                <a:solidFill>
                  <a:schemeClr val="lt1"/>
                </a:solidFill>
                <a:latin typeface="Roboto"/>
                <a:ea typeface="Roboto"/>
                <a:cs typeface="Roboto"/>
                <a:sym typeface="Roboto"/>
              </a:defRPr>
            </a:lvl1pPr>
            <a:lvl2pPr lvl="1" rtl="0">
              <a:spcBef>
                <a:spcPts val="0"/>
              </a:spcBef>
              <a:spcAft>
                <a:spcPts val="0"/>
              </a:spcAft>
              <a:buSzPts val="1400"/>
              <a:buNone/>
              <a:defRPr>
                <a:latin typeface="Roboto"/>
                <a:ea typeface="Roboto"/>
                <a:cs typeface="Roboto"/>
                <a:sym typeface="Roboto"/>
              </a:defRPr>
            </a:lvl2pPr>
            <a:lvl3pPr lvl="2" rtl="0">
              <a:spcBef>
                <a:spcPts val="0"/>
              </a:spcBef>
              <a:spcAft>
                <a:spcPts val="0"/>
              </a:spcAft>
              <a:buSzPts val="1400"/>
              <a:buNone/>
              <a:defRPr>
                <a:latin typeface="Roboto"/>
                <a:ea typeface="Roboto"/>
                <a:cs typeface="Roboto"/>
                <a:sym typeface="Roboto"/>
              </a:defRPr>
            </a:lvl3pPr>
            <a:lvl4pPr lvl="3" rtl="0">
              <a:spcBef>
                <a:spcPts val="0"/>
              </a:spcBef>
              <a:spcAft>
                <a:spcPts val="0"/>
              </a:spcAft>
              <a:buSzPts val="1400"/>
              <a:buNone/>
              <a:defRPr>
                <a:latin typeface="Roboto"/>
                <a:ea typeface="Roboto"/>
                <a:cs typeface="Roboto"/>
                <a:sym typeface="Roboto"/>
              </a:defRPr>
            </a:lvl4pPr>
            <a:lvl5pPr lvl="4" rtl="0">
              <a:spcBef>
                <a:spcPts val="0"/>
              </a:spcBef>
              <a:spcAft>
                <a:spcPts val="0"/>
              </a:spcAft>
              <a:buSzPts val="1400"/>
              <a:buNone/>
              <a:defRPr>
                <a:latin typeface="Roboto"/>
                <a:ea typeface="Roboto"/>
                <a:cs typeface="Roboto"/>
                <a:sym typeface="Roboto"/>
              </a:defRPr>
            </a:lvl5pPr>
            <a:lvl6pPr lvl="5" rtl="0">
              <a:spcBef>
                <a:spcPts val="0"/>
              </a:spcBef>
              <a:spcAft>
                <a:spcPts val="0"/>
              </a:spcAft>
              <a:buSzPts val="1400"/>
              <a:buNone/>
              <a:defRPr>
                <a:latin typeface="Roboto"/>
                <a:ea typeface="Roboto"/>
                <a:cs typeface="Roboto"/>
                <a:sym typeface="Roboto"/>
              </a:defRPr>
            </a:lvl6pPr>
            <a:lvl7pPr lvl="6" rtl="0">
              <a:spcBef>
                <a:spcPts val="0"/>
              </a:spcBef>
              <a:spcAft>
                <a:spcPts val="0"/>
              </a:spcAft>
              <a:buSzPts val="1400"/>
              <a:buNone/>
              <a:defRPr>
                <a:latin typeface="Roboto"/>
                <a:ea typeface="Roboto"/>
                <a:cs typeface="Roboto"/>
                <a:sym typeface="Roboto"/>
              </a:defRPr>
            </a:lvl7pPr>
            <a:lvl8pPr lvl="7" rtl="0">
              <a:spcBef>
                <a:spcPts val="0"/>
              </a:spcBef>
              <a:spcAft>
                <a:spcPts val="0"/>
              </a:spcAft>
              <a:buSzPts val="1400"/>
              <a:buNone/>
              <a:defRPr>
                <a:latin typeface="Roboto"/>
                <a:ea typeface="Roboto"/>
                <a:cs typeface="Roboto"/>
                <a:sym typeface="Roboto"/>
              </a:defRPr>
            </a:lvl8pPr>
            <a:lvl9pPr lvl="8" rtl="0">
              <a:spcBef>
                <a:spcPts val="0"/>
              </a:spcBef>
              <a:spcAft>
                <a:spcPts val="0"/>
              </a:spcAft>
              <a:buSzPts val="1400"/>
              <a:buNone/>
              <a:defRPr>
                <a:latin typeface="Roboto"/>
                <a:ea typeface="Roboto"/>
                <a:cs typeface="Roboto"/>
                <a:sym typeface="Roboto"/>
              </a:defRPr>
            </a:lvl9pPr>
          </a:lstStyle>
          <a:p>
            <a:endParaRPr/>
          </a:p>
        </p:txBody>
      </p:sp>
      <p:sp>
        <p:nvSpPr>
          <p:cNvPr id="503" name="Google Shape;503;p91"/>
          <p:cNvSpPr txBox="1"/>
          <p:nvPr/>
        </p:nvSpPr>
        <p:spPr>
          <a:xfrm>
            <a:off x="8488776" y="6400800"/>
            <a:ext cx="3244500" cy="228600"/>
          </a:xfrm>
          <a:prstGeom prst="rect">
            <a:avLst/>
          </a:prstGeom>
          <a:noFill/>
          <a:ln>
            <a:noFill/>
          </a:ln>
        </p:spPr>
        <p:txBody>
          <a:bodyPr spcFirstLastPara="1" wrap="square" lIns="0" tIns="0" rIns="0" bIns="0" anchor="b" anchorCtr="0">
            <a:noAutofit/>
          </a:bodyPr>
          <a:lstStyle/>
          <a:p>
            <a:pPr marL="0" lvl="0" indent="0" algn="r" rtl="0">
              <a:spcBef>
                <a:spcPts val="0"/>
              </a:spcBef>
              <a:spcAft>
                <a:spcPts val="0"/>
              </a:spcAft>
              <a:buNone/>
            </a:pPr>
            <a:r>
              <a:rPr lang="en" sz="1000">
                <a:solidFill>
                  <a:srgbClr val="FFFFFF"/>
                </a:solidFill>
                <a:latin typeface="Roboto"/>
                <a:ea typeface="Roboto"/>
                <a:cs typeface="Roboto"/>
                <a:sym typeface="Roboto"/>
              </a:rPr>
              <a:t>Proprietary &amp; Confidential - For Internal Use Only</a:t>
            </a:r>
            <a:endParaRPr sz="1000">
              <a:solidFill>
                <a:srgbClr val="FFFFFF"/>
              </a:solidFill>
              <a:latin typeface="Roboto"/>
              <a:ea typeface="Roboto"/>
              <a:cs typeface="Roboto"/>
              <a:sym typeface="Roboto"/>
            </a:endParaRPr>
          </a:p>
        </p:txBody>
      </p:sp>
    </p:spTree>
  </p:cSld>
  <p:clrMapOvr>
    <a:masterClrMapping/>
  </p:clrMapOvr>
  <mc:AlternateContent xmlns:mc="http://schemas.openxmlformats.org/markup-compatibility/2006" xmlns:p14="http://schemas.microsoft.com/office/powerpoint/2010/main">
    <mc:Choice Requires="p14">
      <p:transition p14:dur="250">
        <p:fade/>
      </p:transition>
    </mc:Choice>
    <mc:Fallback xmlns:ahyp="http://schemas.microsoft.com/office/drawing/2018/hyperlinkcolor" xmlns:p15="http://schemas.microsoft.com/office/powerpoint/2012/main" xmlns:com="http://schemas.openxmlformats.org/drawingml/2006/compatibility" xmlns:pvml="urn:schemas-microsoft-com:office:powerpoint" xmlns:v="urn:schemas-microsoft-com:vml" xmlns:o="urn:schemas-microsoft-com:office:office" xmlns:dgm="http://schemas.openxmlformats.org/drawingml/2006/diagram" xmlns:c="http://schemas.openxmlformats.org/drawingml/2006/chart" xmlns:mv="urn:schemas-microsoft-com:mac:vml" xmlns="">
      <p:transition>
        <p:fade/>
      </p:transition>
    </mc:Fallback>
  </mc:AlternateContent>
</p:sldLayout>
</file>

<file path=ppt/slideLayouts/slideLayout88.xml><?xml version="1.0" encoding="utf-8"?>
<p:sldLayout xmlns:a="http://schemas.openxmlformats.org/drawingml/2006/main" xmlns:r="http://schemas.openxmlformats.org/officeDocument/2006/relationships" xmlns:p="http://schemas.openxmlformats.org/presentationml/2006/main" matchingName="Cover C">
  <p:cSld name="Cover C">
    <p:bg>
      <p:bgPr>
        <a:solidFill>
          <a:srgbClr val="030A14"/>
        </a:solidFill>
        <a:effectLst/>
      </p:bgPr>
    </p:bg>
    <p:spTree>
      <p:nvGrpSpPr>
        <p:cNvPr id="1" name="Shape 504"/>
        <p:cNvGrpSpPr/>
        <p:nvPr/>
      </p:nvGrpSpPr>
      <p:grpSpPr>
        <a:xfrm>
          <a:off x="0" y="0"/>
          <a:ext cx="0" cy="0"/>
          <a:chOff x="0" y="0"/>
          <a:chExt cx="0" cy="0"/>
        </a:xfrm>
      </p:grpSpPr>
      <p:sp>
        <p:nvSpPr>
          <p:cNvPr id="505" name="Google Shape;505;p92"/>
          <p:cNvSpPr txBox="1">
            <a:spLocks noGrp="1"/>
          </p:cNvSpPr>
          <p:nvPr>
            <p:ph type="title"/>
          </p:nvPr>
        </p:nvSpPr>
        <p:spPr>
          <a:xfrm>
            <a:off x="455617" y="2364060"/>
            <a:ext cx="8915400" cy="4033200"/>
          </a:xfrm>
          <a:prstGeom prst="rect">
            <a:avLst/>
          </a:prstGeom>
          <a:noFill/>
          <a:ln>
            <a:noFill/>
          </a:ln>
        </p:spPr>
        <p:txBody>
          <a:bodyPr spcFirstLastPara="1" wrap="square" lIns="0" tIns="0" rIns="0" bIns="0" anchor="ctr" anchorCtr="0">
            <a:noAutofit/>
          </a:bodyPr>
          <a:lstStyle>
            <a:lvl1pPr lvl="0" algn="l" rtl="0">
              <a:lnSpc>
                <a:spcPct val="80000"/>
              </a:lnSpc>
              <a:spcBef>
                <a:spcPts val="0"/>
              </a:spcBef>
              <a:spcAft>
                <a:spcPts val="0"/>
              </a:spcAft>
              <a:buClr>
                <a:schemeClr val="lt1"/>
              </a:buClr>
              <a:buSzPts val="9600"/>
              <a:buFont typeface="Roboto"/>
              <a:buNone/>
              <a:defRPr sz="9600" b="0" i="0" cap="none">
                <a:solidFill>
                  <a:schemeClr val="lt1"/>
                </a:solidFill>
                <a:latin typeface="Roboto"/>
                <a:ea typeface="Roboto"/>
                <a:cs typeface="Roboto"/>
                <a:sym typeface="Roboto"/>
              </a:defRPr>
            </a:lvl1pPr>
            <a:lvl2pPr lvl="1" rtl="0">
              <a:spcBef>
                <a:spcPts val="0"/>
              </a:spcBef>
              <a:spcAft>
                <a:spcPts val="0"/>
              </a:spcAft>
              <a:buSzPts val="1400"/>
              <a:buNone/>
              <a:defRPr/>
            </a:lvl2pPr>
            <a:lvl3pPr lvl="2" rtl="0">
              <a:spcBef>
                <a:spcPts val="0"/>
              </a:spcBef>
              <a:spcAft>
                <a:spcPts val="0"/>
              </a:spcAft>
              <a:buSzPts val="1400"/>
              <a:buNone/>
              <a:defRPr/>
            </a:lvl3pPr>
            <a:lvl4pPr lvl="3" rtl="0">
              <a:spcBef>
                <a:spcPts val="0"/>
              </a:spcBef>
              <a:spcAft>
                <a:spcPts val="0"/>
              </a:spcAft>
              <a:buSzPts val="1400"/>
              <a:buNone/>
              <a:defRPr/>
            </a:lvl4pPr>
            <a:lvl5pPr lvl="4" rtl="0">
              <a:spcBef>
                <a:spcPts val="0"/>
              </a:spcBef>
              <a:spcAft>
                <a:spcPts val="0"/>
              </a:spcAft>
              <a:buSzPts val="1400"/>
              <a:buNone/>
              <a:defRPr/>
            </a:lvl5pPr>
            <a:lvl6pPr lvl="5" rtl="0">
              <a:spcBef>
                <a:spcPts val="0"/>
              </a:spcBef>
              <a:spcAft>
                <a:spcPts val="0"/>
              </a:spcAft>
              <a:buSzPts val="1400"/>
              <a:buNone/>
              <a:defRPr/>
            </a:lvl6pPr>
            <a:lvl7pPr lvl="6" rtl="0">
              <a:spcBef>
                <a:spcPts val="0"/>
              </a:spcBef>
              <a:spcAft>
                <a:spcPts val="0"/>
              </a:spcAft>
              <a:buSzPts val="1400"/>
              <a:buNone/>
              <a:defRPr/>
            </a:lvl7pPr>
            <a:lvl8pPr lvl="7" rtl="0">
              <a:spcBef>
                <a:spcPts val="0"/>
              </a:spcBef>
              <a:spcAft>
                <a:spcPts val="0"/>
              </a:spcAft>
              <a:buSzPts val="1400"/>
              <a:buNone/>
              <a:defRPr/>
            </a:lvl8pPr>
            <a:lvl9pPr lvl="8" rtl="0">
              <a:spcBef>
                <a:spcPts val="0"/>
              </a:spcBef>
              <a:spcAft>
                <a:spcPts val="0"/>
              </a:spcAft>
              <a:buSzPts val="1400"/>
              <a:buNone/>
              <a:defRPr/>
            </a:lvl9pPr>
          </a:lstStyle>
          <a:p>
            <a:endParaRPr/>
          </a:p>
        </p:txBody>
      </p:sp>
      <p:pic>
        <p:nvPicPr>
          <p:cNvPr id="506" name="Google Shape;506;p92" descr="A close up of a logo&#10;&#10;Description automatically generated"/>
          <p:cNvPicPr preferRelativeResize="0"/>
          <p:nvPr/>
        </p:nvPicPr>
        <p:blipFill rotWithShape="1">
          <a:blip r:embed="rId2">
            <a:alphaModFix/>
          </a:blip>
          <a:srcRect/>
          <a:stretch/>
        </p:blipFill>
        <p:spPr>
          <a:xfrm>
            <a:off x="3231420" y="18820"/>
            <a:ext cx="8501825" cy="6858002"/>
          </a:xfrm>
          <a:prstGeom prst="rect">
            <a:avLst/>
          </a:prstGeom>
          <a:noFill/>
          <a:ln>
            <a:noFill/>
          </a:ln>
        </p:spPr>
      </p:pic>
      <p:pic>
        <p:nvPicPr>
          <p:cNvPr id="507" name="Google Shape;507;p92" descr="A picture containing drawing&#10;&#10;Description automatically generated"/>
          <p:cNvPicPr preferRelativeResize="0"/>
          <p:nvPr/>
        </p:nvPicPr>
        <p:blipFill rotWithShape="1">
          <a:blip r:embed="rId3">
            <a:alphaModFix/>
          </a:blip>
          <a:srcRect/>
          <a:stretch/>
        </p:blipFill>
        <p:spPr>
          <a:xfrm>
            <a:off x="455618" y="457200"/>
            <a:ext cx="1222238" cy="914400"/>
          </a:xfrm>
          <a:prstGeom prst="rect">
            <a:avLst/>
          </a:prstGeom>
          <a:noFill/>
          <a:ln>
            <a:noFill/>
          </a:ln>
        </p:spPr>
      </p:pic>
      <p:sp>
        <p:nvSpPr>
          <p:cNvPr id="508" name="Google Shape;508;p92"/>
          <p:cNvSpPr txBox="1">
            <a:spLocks noGrp="1"/>
          </p:cNvSpPr>
          <p:nvPr>
            <p:ph type="subTitle" idx="1"/>
          </p:nvPr>
        </p:nvSpPr>
        <p:spPr>
          <a:xfrm>
            <a:off x="9617152" y="3127275"/>
            <a:ext cx="2116199" cy="641100"/>
          </a:xfrm>
          <a:prstGeom prst="rect">
            <a:avLst/>
          </a:prstGeom>
        </p:spPr>
        <p:txBody>
          <a:bodyPr spcFirstLastPara="1" wrap="square" lIns="0" tIns="0" rIns="0" bIns="0" anchor="ctr" anchorCtr="0">
            <a:noAutofit/>
          </a:bodyPr>
          <a:lstStyle>
            <a:lvl1pPr lvl="0" algn="r" rtl="0">
              <a:spcBef>
                <a:spcPts val="0"/>
              </a:spcBef>
              <a:spcAft>
                <a:spcPts val="0"/>
              </a:spcAft>
              <a:buClr>
                <a:schemeClr val="lt1"/>
              </a:buClr>
              <a:buSzPts val="1600"/>
              <a:buNone/>
              <a:defRPr sz="1600">
                <a:solidFill>
                  <a:schemeClr val="lt1"/>
                </a:solidFill>
              </a:defRPr>
            </a:lvl1pPr>
            <a:lvl2pPr lvl="1" algn="r" rtl="0">
              <a:spcBef>
                <a:spcPts val="600"/>
              </a:spcBef>
              <a:spcAft>
                <a:spcPts val="0"/>
              </a:spcAft>
              <a:buClr>
                <a:schemeClr val="lt1"/>
              </a:buClr>
              <a:buSzPts val="1800"/>
              <a:buNone/>
              <a:defRPr>
                <a:solidFill>
                  <a:schemeClr val="lt1"/>
                </a:solidFill>
              </a:defRPr>
            </a:lvl2pPr>
            <a:lvl3pPr lvl="2" algn="r" rtl="0">
              <a:spcBef>
                <a:spcPts val="600"/>
              </a:spcBef>
              <a:spcAft>
                <a:spcPts val="0"/>
              </a:spcAft>
              <a:buClr>
                <a:schemeClr val="lt1"/>
              </a:buClr>
              <a:buSzPts val="1600"/>
              <a:buNone/>
              <a:defRPr>
                <a:solidFill>
                  <a:schemeClr val="lt1"/>
                </a:solidFill>
              </a:defRPr>
            </a:lvl3pPr>
            <a:lvl4pPr lvl="3" algn="r" rtl="0">
              <a:spcBef>
                <a:spcPts val="300"/>
              </a:spcBef>
              <a:spcAft>
                <a:spcPts val="0"/>
              </a:spcAft>
              <a:buClr>
                <a:schemeClr val="lt1"/>
              </a:buClr>
              <a:buSzPts val="1400"/>
              <a:buNone/>
              <a:defRPr>
                <a:solidFill>
                  <a:schemeClr val="lt1"/>
                </a:solidFill>
              </a:defRPr>
            </a:lvl4pPr>
            <a:lvl5pPr lvl="4" algn="r" rtl="0">
              <a:spcBef>
                <a:spcPts val="300"/>
              </a:spcBef>
              <a:spcAft>
                <a:spcPts val="0"/>
              </a:spcAft>
              <a:buClr>
                <a:schemeClr val="lt1"/>
              </a:buClr>
              <a:buSzPts val="1200"/>
              <a:buNone/>
              <a:defRPr>
                <a:solidFill>
                  <a:schemeClr val="lt1"/>
                </a:solidFill>
              </a:defRPr>
            </a:lvl5pPr>
            <a:lvl6pPr lvl="5" algn="r" rtl="0">
              <a:spcBef>
                <a:spcPts val="533"/>
              </a:spcBef>
              <a:spcAft>
                <a:spcPts val="0"/>
              </a:spcAft>
              <a:buClr>
                <a:schemeClr val="lt1"/>
              </a:buClr>
              <a:buSzPts val="2666"/>
              <a:buNone/>
              <a:defRPr>
                <a:solidFill>
                  <a:schemeClr val="lt1"/>
                </a:solidFill>
              </a:defRPr>
            </a:lvl6pPr>
            <a:lvl7pPr lvl="6" algn="r" rtl="0">
              <a:spcBef>
                <a:spcPts val="533"/>
              </a:spcBef>
              <a:spcAft>
                <a:spcPts val="0"/>
              </a:spcAft>
              <a:buClr>
                <a:schemeClr val="lt1"/>
              </a:buClr>
              <a:buSzPts val="2666"/>
              <a:buNone/>
              <a:defRPr>
                <a:solidFill>
                  <a:schemeClr val="lt1"/>
                </a:solidFill>
              </a:defRPr>
            </a:lvl7pPr>
            <a:lvl8pPr lvl="7" algn="r" rtl="0">
              <a:spcBef>
                <a:spcPts val="533"/>
              </a:spcBef>
              <a:spcAft>
                <a:spcPts val="0"/>
              </a:spcAft>
              <a:buClr>
                <a:schemeClr val="lt1"/>
              </a:buClr>
              <a:buSzPts val="2666"/>
              <a:buNone/>
              <a:defRPr>
                <a:solidFill>
                  <a:schemeClr val="lt1"/>
                </a:solidFill>
              </a:defRPr>
            </a:lvl8pPr>
            <a:lvl9pPr lvl="8" algn="r" rtl="0">
              <a:spcBef>
                <a:spcPts val="533"/>
              </a:spcBef>
              <a:spcAft>
                <a:spcPts val="0"/>
              </a:spcAft>
              <a:buClr>
                <a:schemeClr val="lt1"/>
              </a:buClr>
              <a:buSzPts val="2666"/>
              <a:buNone/>
              <a:defRPr>
                <a:solidFill>
                  <a:schemeClr val="lt1"/>
                </a:solidFill>
              </a:defRPr>
            </a:lvl9pPr>
          </a:lstStyle>
          <a:p>
            <a:endParaRPr/>
          </a:p>
        </p:txBody>
      </p:sp>
      <p:sp>
        <p:nvSpPr>
          <p:cNvPr id="509" name="Google Shape;509;p92"/>
          <p:cNvSpPr txBox="1"/>
          <p:nvPr/>
        </p:nvSpPr>
        <p:spPr>
          <a:xfrm>
            <a:off x="8488776" y="6400800"/>
            <a:ext cx="3244500" cy="228600"/>
          </a:xfrm>
          <a:prstGeom prst="rect">
            <a:avLst/>
          </a:prstGeom>
          <a:noFill/>
          <a:ln>
            <a:noFill/>
          </a:ln>
        </p:spPr>
        <p:txBody>
          <a:bodyPr spcFirstLastPara="1" wrap="square" lIns="0" tIns="0" rIns="0" bIns="0" anchor="b" anchorCtr="0">
            <a:noAutofit/>
          </a:bodyPr>
          <a:lstStyle/>
          <a:p>
            <a:pPr marL="0" lvl="0" indent="0" algn="r" rtl="0">
              <a:spcBef>
                <a:spcPts val="0"/>
              </a:spcBef>
              <a:spcAft>
                <a:spcPts val="0"/>
              </a:spcAft>
              <a:buNone/>
            </a:pPr>
            <a:r>
              <a:rPr lang="en" sz="1000">
                <a:solidFill>
                  <a:srgbClr val="FFFFFF"/>
                </a:solidFill>
                <a:latin typeface="Roboto"/>
                <a:ea typeface="Roboto"/>
                <a:cs typeface="Roboto"/>
                <a:sym typeface="Roboto"/>
              </a:rPr>
              <a:t>Proprietary &amp; Confidential - For Internal Use Only</a:t>
            </a:r>
            <a:endParaRPr sz="1000">
              <a:solidFill>
                <a:srgbClr val="FFFFFF"/>
              </a:solidFill>
              <a:latin typeface="Roboto"/>
              <a:ea typeface="Roboto"/>
              <a:cs typeface="Roboto"/>
              <a:sym typeface="Roboto"/>
            </a:endParaRPr>
          </a:p>
        </p:txBody>
      </p:sp>
    </p:spTree>
  </p:cSld>
  <p:clrMapOvr>
    <a:masterClrMapping/>
  </p:clrMapOvr>
  <mc:AlternateContent xmlns:mc="http://schemas.openxmlformats.org/markup-compatibility/2006" xmlns:p14="http://schemas.microsoft.com/office/powerpoint/2010/main">
    <mc:Choice Requires="p14">
      <p:transition p14:dur="250">
        <p:fade/>
      </p:transition>
    </mc:Choice>
    <mc:Fallback xmlns:ahyp="http://schemas.microsoft.com/office/drawing/2018/hyperlinkcolor" xmlns:p15="http://schemas.microsoft.com/office/powerpoint/2012/main" xmlns:com="http://schemas.openxmlformats.org/drawingml/2006/compatibility" xmlns:pvml="urn:schemas-microsoft-com:office:powerpoint" xmlns:v="urn:schemas-microsoft-com:vml" xmlns:o="urn:schemas-microsoft-com:office:office" xmlns:dgm="http://schemas.openxmlformats.org/drawingml/2006/diagram" xmlns:c="http://schemas.openxmlformats.org/drawingml/2006/chart" xmlns:mv="urn:schemas-microsoft-com:mac:vml" xmlns="">
      <p:transition>
        <p:fade/>
      </p:transition>
    </mc:Fallback>
  </mc:AlternateContent>
</p:sldLayout>
</file>

<file path=ppt/slideLayouts/slideLayout89.xml><?xml version="1.0" encoding="utf-8"?>
<p:sldLayout xmlns:a="http://schemas.openxmlformats.org/drawingml/2006/main" xmlns:r="http://schemas.openxmlformats.org/officeDocument/2006/relationships" xmlns:p="http://schemas.openxmlformats.org/presentationml/2006/main" matchingName="Cover E">
  <p:cSld name="Cover E">
    <p:spTree>
      <p:nvGrpSpPr>
        <p:cNvPr id="1" name="Shape 515"/>
        <p:cNvGrpSpPr/>
        <p:nvPr/>
      </p:nvGrpSpPr>
      <p:grpSpPr>
        <a:xfrm>
          <a:off x="0" y="0"/>
          <a:ext cx="0" cy="0"/>
          <a:chOff x="0" y="0"/>
          <a:chExt cx="0" cy="0"/>
        </a:xfrm>
      </p:grpSpPr>
      <p:sp>
        <p:nvSpPr>
          <p:cNvPr id="516" name="Google Shape;516;p94"/>
          <p:cNvSpPr>
            <a:spLocks noGrp="1"/>
          </p:cNvSpPr>
          <p:nvPr>
            <p:ph type="pic" idx="2"/>
          </p:nvPr>
        </p:nvSpPr>
        <p:spPr>
          <a:xfrm>
            <a:off x="2" y="0"/>
            <a:ext cx="12189000" cy="6858000"/>
          </a:xfrm>
          <a:prstGeom prst="rect">
            <a:avLst/>
          </a:prstGeom>
          <a:solidFill>
            <a:srgbClr val="F2F2F2"/>
          </a:solidFill>
          <a:ln>
            <a:noFill/>
          </a:ln>
        </p:spPr>
        <p:txBody>
          <a:bodyPr spcFirstLastPara="1" wrap="square" lIns="0" tIns="0" rIns="0" bIns="0" anchor="ctr" anchorCtr="0">
            <a:noAutofit/>
          </a:bodyPr>
          <a:lstStyle>
            <a:lvl1pPr marR="0" lvl="0" algn="ctr" rtl="0">
              <a:spcBef>
                <a:spcPts val="1800"/>
              </a:spcBef>
              <a:spcAft>
                <a:spcPts val="0"/>
              </a:spcAft>
              <a:buClr>
                <a:srgbClr val="D8D8D8"/>
              </a:buClr>
              <a:buSzPts val="2000"/>
              <a:buFont typeface="Roboto"/>
              <a:buNone/>
              <a:defRPr sz="2000" b="0" i="0" u="none" strike="noStrike" cap="none">
                <a:solidFill>
                  <a:srgbClr val="D8D8D8"/>
                </a:solidFill>
                <a:latin typeface="Roboto"/>
                <a:ea typeface="Roboto"/>
                <a:cs typeface="Roboto"/>
                <a:sym typeface="Roboto"/>
              </a:defRPr>
            </a:lvl1pPr>
            <a:lvl2pPr marR="0" lvl="1" algn="l" rtl="0">
              <a:spcBef>
                <a:spcPts val="600"/>
              </a:spcBef>
              <a:spcAft>
                <a:spcPts val="0"/>
              </a:spcAft>
              <a:buClr>
                <a:schemeClr val="dk1"/>
              </a:buClr>
              <a:buSzPts val="1800"/>
              <a:buFont typeface="Arial"/>
              <a:buChar char="•"/>
              <a:defRPr sz="1800" b="0" i="0" u="none" strike="noStrike" cap="none">
                <a:solidFill>
                  <a:schemeClr val="dk1"/>
                </a:solidFill>
                <a:latin typeface="Roboto"/>
                <a:ea typeface="Roboto"/>
                <a:cs typeface="Roboto"/>
                <a:sym typeface="Roboto"/>
              </a:defRPr>
            </a:lvl2pPr>
            <a:lvl3pPr marR="0" lvl="2" algn="l" rtl="0">
              <a:spcBef>
                <a:spcPts val="600"/>
              </a:spcBef>
              <a:spcAft>
                <a:spcPts val="0"/>
              </a:spcAft>
              <a:buClr>
                <a:schemeClr val="dk1"/>
              </a:buClr>
              <a:buSzPts val="1600"/>
              <a:buFont typeface="Merriweather Sans"/>
              <a:buChar char="−"/>
              <a:defRPr sz="1600" b="0" i="0" u="none" strike="noStrike" cap="none">
                <a:solidFill>
                  <a:schemeClr val="dk1"/>
                </a:solidFill>
                <a:latin typeface="Roboto"/>
                <a:ea typeface="Roboto"/>
                <a:cs typeface="Roboto"/>
                <a:sym typeface="Roboto"/>
              </a:defRPr>
            </a:lvl3pPr>
            <a:lvl4pPr marR="0" lvl="3" algn="l" rtl="0">
              <a:spcBef>
                <a:spcPts val="300"/>
              </a:spcBef>
              <a:spcAft>
                <a:spcPts val="0"/>
              </a:spcAft>
              <a:buClr>
                <a:schemeClr val="dk1"/>
              </a:buClr>
              <a:buSzPts val="1400"/>
              <a:buFont typeface="Arial"/>
              <a:buChar char="•"/>
              <a:defRPr sz="1400" b="0" i="0" u="none" strike="noStrike" cap="none">
                <a:solidFill>
                  <a:schemeClr val="dk1"/>
                </a:solidFill>
                <a:latin typeface="Roboto"/>
                <a:ea typeface="Roboto"/>
                <a:cs typeface="Roboto"/>
                <a:sym typeface="Roboto"/>
              </a:defRPr>
            </a:lvl4pPr>
            <a:lvl5pPr marR="0" lvl="4" algn="l" rtl="0">
              <a:spcBef>
                <a:spcPts val="300"/>
              </a:spcBef>
              <a:spcAft>
                <a:spcPts val="0"/>
              </a:spcAft>
              <a:buClr>
                <a:schemeClr val="dk1"/>
              </a:buClr>
              <a:buSzPts val="1200"/>
              <a:buFont typeface="Merriweather Sans"/>
              <a:buChar char="−"/>
              <a:defRPr sz="1200" b="0" i="0" u="none" strike="noStrike" cap="none">
                <a:solidFill>
                  <a:schemeClr val="dk1"/>
                </a:solidFill>
                <a:latin typeface="Roboto"/>
                <a:ea typeface="Roboto"/>
                <a:cs typeface="Roboto"/>
                <a:sym typeface="Roboto"/>
              </a:defRPr>
            </a:lvl5pPr>
            <a:lvl6pPr marR="0" lvl="5" algn="l" rtl="0">
              <a:spcBef>
                <a:spcPts val="533"/>
              </a:spcBef>
              <a:spcAft>
                <a:spcPts val="0"/>
              </a:spcAft>
              <a:buClr>
                <a:schemeClr val="dk1"/>
              </a:buClr>
              <a:buSzPts val="2666"/>
              <a:buFont typeface="Arial"/>
              <a:buChar char="•"/>
              <a:defRPr sz="2666" b="0" i="0" u="none" strike="noStrike" cap="none">
                <a:solidFill>
                  <a:schemeClr val="dk1"/>
                </a:solidFill>
                <a:latin typeface="Poppins Medium"/>
                <a:ea typeface="Poppins Medium"/>
                <a:cs typeface="Poppins Medium"/>
                <a:sym typeface="Poppins Medium"/>
              </a:defRPr>
            </a:lvl6pPr>
            <a:lvl7pPr marR="0" lvl="6" algn="l" rtl="0">
              <a:spcBef>
                <a:spcPts val="533"/>
              </a:spcBef>
              <a:spcAft>
                <a:spcPts val="0"/>
              </a:spcAft>
              <a:buClr>
                <a:schemeClr val="dk1"/>
              </a:buClr>
              <a:buSzPts val="2666"/>
              <a:buFont typeface="Arial"/>
              <a:buChar char="•"/>
              <a:defRPr sz="2666" b="0" i="0" u="none" strike="noStrike" cap="none">
                <a:solidFill>
                  <a:schemeClr val="dk1"/>
                </a:solidFill>
                <a:latin typeface="Poppins Medium"/>
                <a:ea typeface="Poppins Medium"/>
                <a:cs typeface="Poppins Medium"/>
                <a:sym typeface="Poppins Medium"/>
              </a:defRPr>
            </a:lvl7pPr>
            <a:lvl8pPr marR="0" lvl="7" algn="l" rtl="0">
              <a:spcBef>
                <a:spcPts val="533"/>
              </a:spcBef>
              <a:spcAft>
                <a:spcPts val="0"/>
              </a:spcAft>
              <a:buClr>
                <a:schemeClr val="dk1"/>
              </a:buClr>
              <a:buSzPts val="2666"/>
              <a:buFont typeface="Arial"/>
              <a:buChar char="•"/>
              <a:defRPr sz="2666" b="0" i="0" u="none" strike="noStrike" cap="none">
                <a:solidFill>
                  <a:schemeClr val="dk1"/>
                </a:solidFill>
                <a:latin typeface="Poppins Medium"/>
                <a:ea typeface="Poppins Medium"/>
                <a:cs typeface="Poppins Medium"/>
                <a:sym typeface="Poppins Medium"/>
              </a:defRPr>
            </a:lvl8pPr>
            <a:lvl9pPr marR="0" lvl="8" algn="l" rtl="0">
              <a:spcBef>
                <a:spcPts val="533"/>
              </a:spcBef>
              <a:spcAft>
                <a:spcPts val="0"/>
              </a:spcAft>
              <a:buClr>
                <a:schemeClr val="dk1"/>
              </a:buClr>
              <a:buSzPts val="2666"/>
              <a:buFont typeface="Arial"/>
              <a:buChar char="•"/>
              <a:defRPr sz="2666" b="0" i="0" u="none" strike="noStrike" cap="none">
                <a:solidFill>
                  <a:schemeClr val="dk1"/>
                </a:solidFill>
                <a:latin typeface="Poppins Medium"/>
                <a:ea typeface="Poppins Medium"/>
                <a:cs typeface="Poppins Medium"/>
                <a:sym typeface="Poppins Medium"/>
              </a:defRPr>
            </a:lvl9pPr>
          </a:lstStyle>
          <a:p>
            <a:endParaRPr/>
          </a:p>
        </p:txBody>
      </p:sp>
      <p:sp>
        <p:nvSpPr>
          <p:cNvPr id="517" name="Google Shape;517;p94"/>
          <p:cNvSpPr txBox="1">
            <a:spLocks noGrp="1"/>
          </p:cNvSpPr>
          <p:nvPr>
            <p:ph type="title"/>
          </p:nvPr>
        </p:nvSpPr>
        <p:spPr>
          <a:xfrm>
            <a:off x="737673" y="2570700"/>
            <a:ext cx="10995600" cy="3021900"/>
          </a:xfrm>
          <a:prstGeom prst="rect">
            <a:avLst/>
          </a:prstGeom>
          <a:noFill/>
          <a:ln>
            <a:noFill/>
          </a:ln>
        </p:spPr>
        <p:txBody>
          <a:bodyPr spcFirstLastPara="1" wrap="square" lIns="0" tIns="0" rIns="0" bIns="0" anchor="b" anchorCtr="0">
            <a:noAutofit/>
          </a:bodyPr>
          <a:lstStyle>
            <a:lvl1pPr lvl="0" algn="r" rtl="0">
              <a:lnSpc>
                <a:spcPct val="80000"/>
              </a:lnSpc>
              <a:spcBef>
                <a:spcPts val="0"/>
              </a:spcBef>
              <a:spcAft>
                <a:spcPts val="0"/>
              </a:spcAft>
              <a:buClr>
                <a:schemeClr val="lt1"/>
              </a:buClr>
              <a:buSzPts val="11000"/>
              <a:buFont typeface="Roboto Light"/>
              <a:buNone/>
              <a:defRPr sz="11000" b="0" i="0" cap="none">
                <a:solidFill>
                  <a:schemeClr val="lt1"/>
                </a:solidFill>
                <a:latin typeface="Roboto Light"/>
                <a:ea typeface="Roboto Light"/>
                <a:cs typeface="Roboto Light"/>
                <a:sym typeface="Roboto Light"/>
              </a:defRPr>
            </a:lvl1pPr>
            <a:lvl2pPr lvl="1" rtl="0">
              <a:spcBef>
                <a:spcPts val="0"/>
              </a:spcBef>
              <a:spcAft>
                <a:spcPts val="0"/>
              </a:spcAft>
              <a:buSzPts val="1400"/>
              <a:buNone/>
              <a:defRPr/>
            </a:lvl2pPr>
            <a:lvl3pPr lvl="2" rtl="0">
              <a:spcBef>
                <a:spcPts val="0"/>
              </a:spcBef>
              <a:spcAft>
                <a:spcPts val="0"/>
              </a:spcAft>
              <a:buSzPts val="1400"/>
              <a:buNone/>
              <a:defRPr/>
            </a:lvl3pPr>
            <a:lvl4pPr lvl="3" rtl="0">
              <a:spcBef>
                <a:spcPts val="0"/>
              </a:spcBef>
              <a:spcAft>
                <a:spcPts val="0"/>
              </a:spcAft>
              <a:buSzPts val="1400"/>
              <a:buNone/>
              <a:defRPr/>
            </a:lvl4pPr>
            <a:lvl5pPr lvl="4" rtl="0">
              <a:spcBef>
                <a:spcPts val="0"/>
              </a:spcBef>
              <a:spcAft>
                <a:spcPts val="0"/>
              </a:spcAft>
              <a:buSzPts val="1400"/>
              <a:buNone/>
              <a:defRPr/>
            </a:lvl5pPr>
            <a:lvl6pPr lvl="5" rtl="0">
              <a:spcBef>
                <a:spcPts val="0"/>
              </a:spcBef>
              <a:spcAft>
                <a:spcPts val="0"/>
              </a:spcAft>
              <a:buSzPts val="1400"/>
              <a:buNone/>
              <a:defRPr/>
            </a:lvl6pPr>
            <a:lvl7pPr lvl="6" rtl="0">
              <a:spcBef>
                <a:spcPts val="0"/>
              </a:spcBef>
              <a:spcAft>
                <a:spcPts val="0"/>
              </a:spcAft>
              <a:buSzPts val="1400"/>
              <a:buNone/>
              <a:defRPr/>
            </a:lvl7pPr>
            <a:lvl8pPr lvl="7" rtl="0">
              <a:spcBef>
                <a:spcPts val="0"/>
              </a:spcBef>
              <a:spcAft>
                <a:spcPts val="0"/>
              </a:spcAft>
              <a:buSzPts val="1400"/>
              <a:buNone/>
              <a:defRPr/>
            </a:lvl8pPr>
            <a:lvl9pPr lvl="8" rtl="0">
              <a:spcBef>
                <a:spcPts val="0"/>
              </a:spcBef>
              <a:spcAft>
                <a:spcPts val="0"/>
              </a:spcAft>
              <a:buSzPts val="1400"/>
              <a:buNone/>
              <a:defRPr/>
            </a:lvl9pPr>
          </a:lstStyle>
          <a:p>
            <a:endParaRPr/>
          </a:p>
        </p:txBody>
      </p:sp>
      <p:pic>
        <p:nvPicPr>
          <p:cNvPr id="518" name="Google Shape;518;p94" descr="A picture containing drawing&#10;&#10;Description automatically generated"/>
          <p:cNvPicPr preferRelativeResize="0"/>
          <p:nvPr/>
        </p:nvPicPr>
        <p:blipFill rotWithShape="1">
          <a:blip r:embed="rId2">
            <a:alphaModFix/>
          </a:blip>
          <a:srcRect b="31356"/>
          <a:stretch/>
        </p:blipFill>
        <p:spPr>
          <a:xfrm>
            <a:off x="455617" y="457200"/>
            <a:ext cx="1222255" cy="627682"/>
          </a:xfrm>
          <a:prstGeom prst="rect">
            <a:avLst/>
          </a:prstGeom>
          <a:noFill/>
          <a:ln>
            <a:noFill/>
          </a:ln>
        </p:spPr>
      </p:pic>
      <p:sp>
        <p:nvSpPr>
          <p:cNvPr id="519" name="Google Shape;519;p94"/>
          <p:cNvSpPr txBox="1">
            <a:spLocks noGrp="1"/>
          </p:cNvSpPr>
          <p:nvPr>
            <p:ph type="subTitle" idx="1"/>
          </p:nvPr>
        </p:nvSpPr>
        <p:spPr>
          <a:xfrm>
            <a:off x="455625" y="5885950"/>
            <a:ext cx="5304000" cy="457200"/>
          </a:xfrm>
          <a:prstGeom prst="rect">
            <a:avLst/>
          </a:prstGeom>
        </p:spPr>
        <p:txBody>
          <a:bodyPr spcFirstLastPara="1" wrap="square" lIns="0" tIns="0" rIns="0" bIns="0" anchor="t" anchorCtr="0">
            <a:noAutofit/>
          </a:bodyPr>
          <a:lstStyle>
            <a:lvl1pPr lvl="0" rtl="0">
              <a:spcBef>
                <a:spcPts val="0"/>
              </a:spcBef>
              <a:spcAft>
                <a:spcPts val="0"/>
              </a:spcAft>
              <a:buClr>
                <a:schemeClr val="lt1"/>
              </a:buClr>
              <a:buSzPts val="2000"/>
              <a:buNone/>
              <a:defRPr>
                <a:solidFill>
                  <a:schemeClr val="lt1"/>
                </a:solidFill>
              </a:defRPr>
            </a:lvl1pPr>
            <a:lvl2pPr lvl="1" rtl="0">
              <a:spcBef>
                <a:spcPts val="600"/>
              </a:spcBef>
              <a:spcAft>
                <a:spcPts val="0"/>
              </a:spcAft>
              <a:buSzPts val="2000"/>
              <a:buNone/>
              <a:defRPr sz="2000"/>
            </a:lvl2pPr>
            <a:lvl3pPr lvl="2" rtl="0">
              <a:spcBef>
                <a:spcPts val="600"/>
              </a:spcBef>
              <a:spcAft>
                <a:spcPts val="0"/>
              </a:spcAft>
              <a:buSzPts val="2000"/>
              <a:buNone/>
              <a:defRPr sz="2000"/>
            </a:lvl3pPr>
            <a:lvl4pPr lvl="3" rtl="0">
              <a:spcBef>
                <a:spcPts val="300"/>
              </a:spcBef>
              <a:spcAft>
                <a:spcPts val="0"/>
              </a:spcAft>
              <a:buSzPts val="2000"/>
              <a:buNone/>
              <a:defRPr sz="2000"/>
            </a:lvl4pPr>
            <a:lvl5pPr lvl="4" rtl="0">
              <a:spcBef>
                <a:spcPts val="300"/>
              </a:spcBef>
              <a:spcAft>
                <a:spcPts val="0"/>
              </a:spcAft>
              <a:buSzPts val="2000"/>
              <a:buNone/>
              <a:defRPr sz="2000"/>
            </a:lvl5pPr>
            <a:lvl6pPr lvl="5" rtl="0">
              <a:spcBef>
                <a:spcPts val="533"/>
              </a:spcBef>
              <a:spcAft>
                <a:spcPts val="0"/>
              </a:spcAft>
              <a:buSzPts val="2000"/>
              <a:buNone/>
              <a:defRPr sz="2000"/>
            </a:lvl6pPr>
            <a:lvl7pPr lvl="6" rtl="0">
              <a:spcBef>
                <a:spcPts val="533"/>
              </a:spcBef>
              <a:spcAft>
                <a:spcPts val="0"/>
              </a:spcAft>
              <a:buSzPts val="2000"/>
              <a:buNone/>
              <a:defRPr sz="2000"/>
            </a:lvl7pPr>
            <a:lvl8pPr lvl="7" rtl="0">
              <a:spcBef>
                <a:spcPts val="533"/>
              </a:spcBef>
              <a:spcAft>
                <a:spcPts val="0"/>
              </a:spcAft>
              <a:buSzPts val="2000"/>
              <a:buNone/>
              <a:defRPr sz="2000"/>
            </a:lvl8pPr>
            <a:lvl9pPr lvl="8" rtl="0">
              <a:spcBef>
                <a:spcPts val="533"/>
              </a:spcBef>
              <a:spcAft>
                <a:spcPts val="0"/>
              </a:spcAft>
              <a:buSzPts val="2000"/>
              <a:buNone/>
              <a:defRPr sz="2000"/>
            </a:lvl9pPr>
          </a:lstStyle>
          <a:p>
            <a:endParaRPr/>
          </a:p>
        </p:txBody>
      </p:sp>
      <p:sp>
        <p:nvSpPr>
          <p:cNvPr id="520" name="Google Shape;520;p94"/>
          <p:cNvSpPr txBox="1">
            <a:spLocks noGrp="1"/>
          </p:cNvSpPr>
          <p:nvPr>
            <p:ph type="subTitle" idx="3"/>
          </p:nvPr>
        </p:nvSpPr>
        <p:spPr>
          <a:xfrm>
            <a:off x="9617152" y="5988300"/>
            <a:ext cx="2116199" cy="641100"/>
          </a:xfrm>
          <a:prstGeom prst="rect">
            <a:avLst/>
          </a:prstGeom>
        </p:spPr>
        <p:txBody>
          <a:bodyPr spcFirstLastPara="1" wrap="square" lIns="0" tIns="0" rIns="0" bIns="0" anchor="t" anchorCtr="0">
            <a:noAutofit/>
          </a:bodyPr>
          <a:lstStyle>
            <a:lvl1pPr lvl="0" algn="r" rtl="0">
              <a:spcBef>
                <a:spcPts val="0"/>
              </a:spcBef>
              <a:spcAft>
                <a:spcPts val="0"/>
              </a:spcAft>
              <a:buClr>
                <a:schemeClr val="lt1"/>
              </a:buClr>
              <a:buSzPts val="1600"/>
              <a:buNone/>
              <a:defRPr sz="1600">
                <a:solidFill>
                  <a:schemeClr val="lt1"/>
                </a:solidFill>
              </a:defRPr>
            </a:lvl1pPr>
            <a:lvl2pPr lvl="1" algn="r" rtl="0">
              <a:spcBef>
                <a:spcPts val="600"/>
              </a:spcBef>
              <a:spcAft>
                <a:spcPts val="0"/>
              </a:spcAft>
              <a:buClr>
                <a:schemeClr val="lt1"/>
              </a:buClr>
              <a:buSzPts val="1800"/>
              <a:buNone/>
              <a:defRPr>
                <a:solidFill>
                  <a:schemeClr val="lt1"/>
                </a:solidFill>
              </a:defRPr>
            </a:lvl2pPr>
            <a:lvl3pPr lvl="2" algn="r" rtl="0">
              <a:spcBef>
                <a:spcPts val="600"/>
              </a:spcBef>
              <a:spcAft>
                <a:spcPts val="0"/>
              </a:spcAft>
              <a:buClr>
                <a:schemeClr val="lt1"/>
              </a:buClr>
              <a:buSzPts val="1600"/>
              <a:buNone/>
              <a:defRPr>
                <a:solidFill>
                  <a:schemeClr val="lt1"/>
                </a:solidFill>
              </a:defRPr>
            </a:lvl3pPr>
            <a:lvl4pPr lvl="3" algn="r" rtl="0">
              <a:spcBef>
                <a:spcPts val="300"/>
              </a:spcBef>
              <a:spcAft>
                <a:spcPts val="0"/>
              </a:spcAft>
              <a:buClr>
                <a:schemeClr val="lt1"/>
              </a:buClr>
              <a:buSzPts val="1400"/>
              <a:buNone/>
              <a:defRPr>
                <a:solidFill>
                  <a:schemeClr val="lt1"/>
                </a:solidFill>
              </a:defRPr>
            </a:lvl4pPr>
            <a:lvl5pPr lvl="4" algn="r" rtl="0">
              <a:spcBef>
                <a:spcPts val="300"/>
              </a:spcBef>
              <a:spcAft>
                <a:spcPts val="0"/>
              </a:spcAft>
              <a:buClr>
                <a:schemeClr val="lt1"/>
              </a:buClr>
              <a:buSzPts val="1200"/>
              <a:buNone/>
              <a:defRPr>
                <a:solidFill>
                  <a:schemeClr val="lt1"/>
                </a:solidFill>
              </a:defRPr>
            </a:lvl5pPr>
            <a:lvl6pPr lvl="5" algn="r" rtl="0">
              <a:spcBef>
                <a:spcPts val="533"/>
              </a:spcBef>
              <a:spcAft>
                <a:spcPts val="0"/>
              </a:spcAft>
              <a:buClr>
                <a:schemeClr val="lt1"/>
              </a:buClr>
              <a:buSzPts val="2666"/>
              <a:buNone/>
              <a:defRPr>
                <a:solidFill>
                  <a:schemeClr val="lt1"/>
                </a:solidFill>
              </a:defRPr>
            </a:lvl6pPr>
            <a:lvl7pPr lvl="6" algn="r" rtl="0">
              <a:spcBef>
                <a:spcPts val="533"/>
              </a:spcBef>
              <a:spcAft>
                <a:spcPts val="0"/>
              </a:spcAft>
              <a:buClr>
                <a:schemeClr val="lt1"/>
              </a:buClr>
              <a:buSzPts val="2666"/>
              <a:buNone/>
              <a:defRPr>
                <a:solidFill>
                  <a:schemeClr val="lt1"/>
                </a:solidFill>
              </a:defRPr>
            </a:lvl7pPr>
            <a:lvl8pPr lvl="7" algn="r" rtl="0">
              <a:spcBef>
                <a:spcPts val="533"/>
              </a:spcBef>
              <a:spcAft>
                <a:spcPts val="0"/>
              </a:spcAft>
              <a:buClr>
                <a:schemeClr val="lt1"/>
              </a:buClr>
              <a:buSzPts val="2666"/>
              <a:buNone/>
              <a:defRPr>
                <a:solidFill>
                  <a:schemeClr val="lt1"/>
                </a:solidFill>
              </a:defRPr>
            </a:lvl8pPr>
            <a:lvl9pPr lvl="8" algn="r" rtl="0">
              <a:spcBef>
                <a:spcPts val="533"/>
              </a:spcBef>
              <a:spcAft>
                <a:spcPts val="0"/>
              </a:spcAft>
              <a:buClr>
                <a:schemeClr val="lt1"/>
              </a:buClr>
              <a:buSzPts val="2666"/>
              <a:buNone/>
              <a:defRPr>
                <a:solidFill>
                  <a:schemeClr val="lt1"/>
                </a:solidFill>
              </a:defRPr>
            </a:lvl9pPr>
          </a:lstStyle>
          <a:p>
            <a:endParaRPr/>
          </a:p>
        </p:txBody>
      </p:sp>
      <p:sp>
        <p:nvSpPr>
          <p:cNvPr id="521" name="Google Shape;521;p94"/>
          <p:cNvSpPr txBox="1"/>
          <p:nvPr/>
        </p:nvSpPr>
        <p:spPr>
          <a:xfrm>
            <a:off x="8488776" y="6400800"/>
            <a:ext cx="3244500" cy="228600"/>
          </a:xfrm>
          <a:prstGeom prst="rect">
            <a:avLst/>
          </a:prstGeom>
          <a:noFill/>
          <a:ln>
            <a:noFill/>
          </a:ln>
        </p:spPr>
        <p:txBody>
          <a:bodyPr spcFirstLastPara="1" wrap="square" lIns="0" tIns="0" rIns="0" bIns="0" anchor="b" anchorCtr="0">
            <a:noAutofit/>
          </a:bodyPr>
          <a:lstStyle/>
          <a:p>
            <a:pPr marL="0" lvl="0" indent="0" algn="r" rtl="0">
              <a:spcBef>
                <a:spcPts val="0"/>
              </a:spcBef>
              <a:spcAft>
                <a:spcPts val="0"/>
              </a:spcAft>
              <a:buNone/>
            </a:pPr>
            <a:r>
              <a:rPr lang="en" sz="1000">
                <a:solidFill>
                  <a:srgbClr val="FFFFFF"/>
                </a:solidFill>
                <a:latin typeface="Roboto"/>
                <a:ea typeface="Roboto"/>
                <a:cs typeface="Roboto"/>
                <a:sym typeface="Roboto"/>
              </a:rPr>
              <a:t>Proprietary &amp; Confidential - For Internal Use Only</a:t>
            </a:r>
            <a:endParaRPr sz="1000">
              <a:solidFill>
                <a:srgbClr val="FFFFFF"/>
              </a:solidFill>
              <a:latin typeface="Roboto"/>
              <a:ea typeface="Roboto"/>
              <a:cs typeface="Roboto"/>
              <a:sym typeface="Roboto"/>
            </a:endParaRPr>
          </a:p>
        </p:txBody>
      </p:sp>
    </p:spTree>
  </p:cSld>
  <p:clrMapOvr>
    <a:masterClrMapping/>
  </p:clrMapOvr>
  <mc:AlternateContent xmlns:mc="http://schemas.openxmlformats.org/markup-compatibility/2006" xmlns:p14="http://schemas.microsoft.com/office/powerpoint/2010/main">
    <mc:Choice Requires="p14">
      <p:transition p14:dur="250">
        <p:fade/>
      </p:transition>
    </mc:Choice>
    <mc:Fallback xmlns:ahyp="http://schemas.microsoft.com/office/drawing/2018/hyperlinkcolor" xmlns:p15="http://schemas.microsoft.com/office/powerpoint/2012/main" xmlns:com="http://schemas.openxmlformats.org/drawingml/2006/compatibility" xmlns:pvml="urn:schemas-microsoft-com:office:powerpoint" xmlns:v="urn:schemas-microsoft-com:vml" xmlns:o="urn:schemas-microsoft-com:office:office" xmlns:dgm="http://schemas.openxmlformats.org/drawingml/2006/diagram" xmlns:c="http://schemas.openxmlformats.org/drawingml/2006/chart" xmlns:mv="urn:schemas-microsoft-com:mac:vml" xmlns="">
      <p:transition>
        <p:fade/>
      </p:transition>
    </mc:Fallback>
  </mc:AlternateContent>
</p:sldLayout>
</file>

<file path=ppt/slideLayouts/slideLayout90.xml><?xml version="1.0" encoding="utf-8"?>
<p:sldLayout xmlns:a="http://schemas.openxmlformats.org/drawingml/2006/main" xmlns:r="http://schemas.openxmlformats.org/officeDocument/2006/relationships" xmlns:p="http://schemas.openxmlformats.org/presentationml/2006/main" matchingName="Divider A Image">
  <p:cSld name="Divider A Image">
    <p:spTree>
      <p:nvGrpSpPr>
        <p:cNvPr id="1" name="Shape 522"/>
        <p:cNvGrpSpPr/>
        <p:nvPr/>
      </p:nvGrpSpPr>
      <p:grpSpPr>
        <a:xfrm>
          <a:off x="0" y="0"/>
          <a:ext cx="0" cy="0"/>
          <a:chOff x="0" y="0"/>
          <a:chExt cx="0" cy="0"/>
        </a:xfrm>
      </p:grpSpPr>
      <p:sp>
        <p:nvSpPr>
          <p:cNvPr id="523" name="Google Shape;523;p95"/>
          <p:cNvSpPr>
            <a:spLocks noGrp="1"/>
          </p:cNvSpPr>
          <p:nvPr>
            <p:ph type="pic" idx="2"/>
          </p:nvPr>
        </p:nvSpPr>
        <p:spPr>
          <a:xfrm>
            <a:off x="2" y="0"/>
            <a:ext cx="12189000" cy="6858000"/>
          </a:xfrm>
          <a:prstGeom prst="rect">
            <a:avLst/>
          </a:prstGeom>
          <a:solidFill>
            <a:srgbClr val="F2F2F2"/>
          </a:solidFill>
          <a:ln>
            <a:noFill/>
          </a:ln>
        </p:spPr>
        <p:txBody>
          <a:bodyPr spcFirstLastPara="1" wrap="square" lIns="0" tIns="0" rIns="0" bIns="0" anchor="ctr" anchorCtr="0">
            <a:noAutofit/>
          </a:bodyPr>
          <a:lstStyle>
            <a:lvl1pPr marR="0" lvl="0" algn="ctr" rtl="0">
              <a:spcBef>
                <a:spcPts val="1800"/>
              </a:spcBef>
              <a:spcAft>
                <a:spcPts val="0"/>
              </a:spcAft>
              <a:buClr>
                <a:srgbClr val="D8D8D8"/>
              </a:buClr>
              <a:buSzPts val="2000"/>
              <a:buFont typeface="Roboto"/>
              <a:buNone/>
              <a:defRPr sz="2000" b="0" i="0" u="none" strike="noStrike" cap="none">
                <a:solidFill>
                  <a:srgbClr val="D8D8D8"/>
                </a:solidFill>
                <a:latin typeface="Roboto"/>
                <a:ea typeface="Roboto"/>
                <a:cs typeface="Roboto"/>
                <a:sym typeface="Roboto"/>
              </a:defRPr>
            </a:lvl1pPr>
            <a:lvl2pPr marR="0" lvl="1" algn="l" rtl="0">
              <a:spcBef>
                <a:spcPts val="600"/>
              </a:spcBef>
              <a:spcAft>
                <a:spcPts val="0"/>
              </a:spcAft>
              <a:buClr>
                <a:schemeClr val="dk1"/>
              </a:buClr>
              <a:buSzPts val="1800"/>
              <a:buFont typeface="Arial"/>
              <a:buChar char="•"/>
              <a:defRPr sz="1800" b="0" i="0" u="none" strike="noStrike" cap="none">
                <a:solidFill>
                  <a:schemeClr val="dk1"/>
                </a:solidFill>
                <a:latin typeface="Roboto"/>
                <a:ea typeface="Roboto"/>
                <a:cs typeface="Roboto"/>
                <a:sym typeface="Roboto"/>
              </a:defRPr>
            </a:lvl2pPr>
            <a:lvl3pPr marR="0" lvl="2" algn="l" rtl="0">
              <a:spcBef>
                <a:spcPts val="600"/>
              </a:spcBef>
              <a:spcAft>
                <a:spcPts val="0"/>
              </a:spcAft>
              <a:buClr>
                <a:schemeClr val="dk1"/>
              </a:buClr>
              <a:buSzPts val="1600"/>
              <a:buFont typeface="Merriweather Sans"/>
              <a:buChar char="−"/>
              <a:defRPr sz="1600" b="0" i="0" u="none" strike="noStrike" cap="none">
                <a:solidFill>
                  <a:schemeClr val="dk1"/>
                </a:solidFill>
                <a:latin typeface="Roboto"/>
                <a:ea typeface="Roboto"/>
                <a:cs typeface="Roboto"/>
                <a:sym typeface="Roboto"/>
              </a:defRPr>
            </a:lvl3pPr>
            <a:lvl4pPr marR="0" lvl="3" algn="l" rtl="0">
              <a:spcBef>
                <a:spcPts val="300"/>
              </a:spcBef>
              <a:spcAft>
                <a:spcPts val="0"/>
              </a:spcAft>
              <a:buClr>
                <a:schemeClr val="dk1"/>
              </a:buClr>
              <a:buSzPts val="1400"/>
              <a:buFont typeface="Arial"/>
              <a:buChar char="•"/>
              <a:defRPr sz="1400" b="0" i="0" u="none" strike="noStrike" cap="none">
                <a:solidFill>
                  <a:schemeClr val="dk1"/>
                </a:solidFill>
                <a:latin typeface="Roboto"/>
                <a:ea typeface="Roboto"/>
                <a:cs typeface="Roboto"/>
                <a:sym typeface="Roboto"/>
              </a:defRPr>
            </a:lvl4pPr>
            <a:lvl5pPr marR="0" lvl="4" algn="l" rtl="0">
              <a:spcBef>
                <a:spcPts val="300"/>
              </a:spcBef>
              <a:spcAft>
                <a:spcPts val="0"/>
              </a:spcAft>
              <a:buClr>
                <a:schemeClr val="dk1"/>
              </a:buClr>
              <a:buSzPts val="1200"/>
              <a:buFont typeface="Merriweather Sans"/>
              <a:buChar char="−"/>
              <a:defRPr sz="1200" b="0" i="0" u="none" strike="noStrike" cap="none">
                <a:solidFill>
                  <a:schemeClr val="dk1"/>
                </a:solidFill>
                <a:latin typeface="Roboto"/>
                <a:ea typeface="Roboto"/>
                <a:cs typeface="Roboto"/>
                <a:sym typeface="Roboto"/>
              </a:defRPr>
            </a:lvl5pPr>
            <a:lvl6pPr marR="0" lvl="5" algn="l" rtl="0">
              <a:spcBef>
                <a:spcPts val="533"/>
              </a:spcBef>
              <a:spcAft>
                <a:spcPts val="0"/>
              </a:spcAft>
              <a:buClr>
                <a:schemeClr val="dk1"/>
              </a:buClr>
              <a:buSzPts val="2666"/>
              <a:buFont typeface="Arial"/>
              <a:buChar char="•"/>
              <a:defRPr sz="2666" b="0" i="0" u="none" strike="noStrike" cap="none">
                <a:solidFill>
                  <a:schemeClr val="dk1"/>
                </a:solidFill>
                <a:latin typeface="Poppins Medium"/>
                <a:ea typeface="Poppins Medium"/>
                <a:cs typeface="Poppins Medium"/>
                <a:sym typeface="Poppins Medium"/>
              </a:defRPr>
            </a:lvl6pPr>
            <a:lvl7pPr marR="0" lvl="6" algn="l" rtl="0">
              <a:spcBef>
                <a:spcPts val="533"/>
              </a:spcBef>
              <a:spcAft>
                <a:spcPts val="0"/>
              </a:spcAft>
              <a:buClr>
                <a:schemeClr val="dk1"/>
              </a:buClr>
              <a:buSzPts val="2666"/>
              <a:buFont typeface="Arial"/>
              <a:buChar char="•"/>
              <a:defRPr sz="2666" b="0" i="0" u="none" strike="noStrike" cap="none">
                <a:solidFill>
                  <a:schemeClr val="dk1"/>
                </a:solidFill>
                <a:latin typeface="Poppins Medium"/>
                <a:ea typeface="Poppins Medium"/>
                <a:cs typeface="Poppins Medium"/>
                <a:sym typeface="Poppins Medium"/>
              </a:defRPr>
            </a:lvl7pPr>
            <a:lvl8pPr marR="0" lvl="7" algn="l" rtl="0">
              <a:spcBef>
                <a:spcPts val="533"/>
              </a:spcBef>
              <a:spcAft>
                <a:spcPts val="0"/>
              </a:spcAft>
              <a:buClr>
                <a:schemeClr val="dk1"/>
              </a:buClr>
              <a:buSzPts val="2666"/>
              <a:buFont typeface="Arial"/>
              <a:buChar char="•"/>
              <a:defRPr sz="2666" b="0" i="0" u="none" strike="noStrike" cap="none">
                <a:solidFill>
                  <a:schemeClr val="dk1"/>
                </a:solidFill>
                <a:latin typeface="Poppins Medium"/>
                <a:ea typeface="Poppins Medium"/>
                <a:cs typeface="Poppins Medium"/>
                <a:sym typeface="Poppins Medium"/>
              </a:defRPr>
            </a:lvl8pPr>
            <a:lvl9pPr marR="0" lvl="8" algn="l" rtl="0">
              <a:spcBef>
                <a:spcPts val="533"/>
              </a:spcBef>
              <a:spcAft>
                <a:spcPts val="0"/>
              </a:spcAft>
              <a:buClr>
                <a:schemeClr val="dk1"/>
              </a:buClr>
              <a:buSzPts val="2666"/>
              <a:buFont typeface="Arial"/>
              <a:buChar char="•"/>
              <a:defRPr sz="2666" b="0" i="0" u="none" strike="noStrike" cap="none">
                <a:solidFill>
                  <a:schemeClr val="dk1"/>
                </a:solidFill>
                <a:latin typeface="Poppins Medium"/>
                <a:ea typeface="Poppins Medium"/>
                <a:cs typeface="Poppins Medium"/>
                <a:sym typeface="Poppins Medium"/>
              </a:defRPr>
            </a:lvl9pPr>
          </a:lstStyle>
          <a:p>
            <a:endParaRPr/>
          </a:p>
        </p:txBody>
      </p:sp>
      <p:sp>
        <p:nvSpPr>
          <p:cNvPr id="524" name="Google Shape;524;p95"/>
          <p:cNvSpPr txBox="1">
            <a:spLocks noGrp="1"/>
          </p:cNvSpPr>
          <p:nvPr>
            <p:ph type="title"/>
          </p:nvPr>
        </p:nvSpPr>
        <p:spPr>
          <a:xfrm>
            <a:off x="455617" y="3166728"/>
            <a:ext cx="8915400" cy="524400"/>
          </a:xfrm>
          <a:prstGeom prst="rect">
            <a:avLst/>
          </a:prstGeom>
          <a:noFill/>
          <a:ln>
            <a:noFill/>
          </a:ln>
        </p:spPr>
        <p:txBody>
          <a:bodyPr spcFirstLastPara="1" wrap="square" lIns="0" tIns="0" rIns="0" bIns="0" anchor="ctr" anchorCtr="0">
            <a:noAutofit/>
          </a:bodyPr>
          <a:lstStyle>
            <a:lvl1pPr lvl="0" algn="l" rtl="0">
              <a:lnSpc>
                <a:spcPct val="80000"/>
              </a:lnSpc>
              <a:spcBef>
                <a:spcPts val="0"/>
              </a:spcBef>
              <a:spcAft>
                <a:spcPts val="0"/>
              </a:spcAft>
              <a:buClr>
                <a:schemeClr val="lt1"/>
              </a:buClr>
              <a:buSzPts val="4000"/>
              <a:buFont typeface="Roboto Medium"/>
              <a:buNone/>
              <a:defRPr sz="4000" b="0">
                <a:solidFill>
                  <a:schemeClr val="lt1"/>
                </a:solidFill>
              </a:defRPr>
            </a:lvl1pPr>
            <a:lvl2pPr lvl="1" rtl="0">
              <a:spcBef>
                <a:spcPts val="0"/>
              </a:spcBef>
              <a:spcAft>
                <a:spcPts val="0"/>
              </a:spcAft>
              <a:buSzPts val="1400"/>
              <a:buNone/>
              <a:defRPr/>
            </a:lvl2pPr>
            <a:lvl3pPr lvl="2" rtl="0">
              <a:spcBef>
                <a:spcPts val="0"/>
              </a:spcBef>
              <a:spcAft>
                <a:spcPts val="0"/>
              </a:spcAft>
              <a:buSzPts val="1400"/>
              <a:buNone/>
              <a:defRPr/>
            </a:lvl3pPr>
            <a:lvl4pPr lvl="3" rtl="0">
              <a:spcBef>
                <a:spcPts val="0"/>
              </a:spcBef>
              <a:spcAft>
                <a:spcPts val="0"/>
              </a:spcAft>
              <a:buSzPts val="1400"/>
              <a:buNone/>
              <a:defRPr/>
            </a:lvl4pPr>
            <a:lvl5pPr lvl="4" rtl="0">
              <a:spcBef>
                <a:spcPts val="0"/>
              </a:spcBef>
              <a:spcAft>
                <a:spcPts val="0"/>
              </a:spcAft>
              <a:buSzPts val="1400"/>
              <a:buNone/>
              <a:defRPr/>
            </a:lvl5pPr>
            <a:lvl6pPr lvl="5" rtl="0">
              <a:spcBef>
                <a:spcPts val="0"/>
              </a:spcBef>
              <a:spcAft>
                <a:spcPts val="0"/>
              </a:spcAft>
              <a:buSzPts val="1400"/>
              <a:buNone/>
              <a:defRPr/>
            </a:lvl6pPr>
            <a:lvl7pPr lvl="6" rtl="0">
              <a:spcBef>
                <a:spcPts val="0"/>
              </a:spcBef>
              <a:spcAft>
                <a:spcPts val="0"/>
              </a:spcAft>
              <a:buSzPts val="1400"/>
              <a:buNone/>
              <a:defRPr/>
            </a:lvl7pPr>
            <a:lvl8pPr lvl="7" rtl="0">
              <a:spcBef>
                <a:spcPts val="0"/>
              </a:spcBef>
              <a:spcAft>
                <a:spcPts val="0"/>
              </a:spcAft>
              <a:buSzPts val="1400"/>
              <a:buNone/>
              <a:defRPr/>
            </a:lvl8pPr>
            <a:lvl9pPr lvl="8" rtl="0">
              <a:spcBef>
                <a:spcPts val="0"/>
              </a:spcBef>
              <a:spcAft>
                <a:spcPts val="0"/>
              </a:spcAft>
              <a:buSzPts val="1400"/>
              <a:buNone/>
              <a:defRPr/>
            </a:lvl9pPr>
          </a:lstStyle>
          <a:p>
            <a:endParaRPr/>
          </a:p>
        </p:txBody>
      </p:sp>
      <p:sp>
        <p:nvSpPr>
          <p:cNvPr id="525" name="Google Shape;525;p95"/>
          <p:cNvSpPr txBox="1">
            <a:spLocks noGrp="1"/>
          </p:cNvSpPr>
          <p:nvPr>
            <p:ph type="sldNum" idx="12"/>
          </p:nvPr>
        </p:nvSpPr>
        <p:spPr>
          <a:xfrm>
            <a:off x="11438849" y="6400800"/>
            <a:ext cx="294601" cy="228600"/>
          </a:xfrm>
          <a:prstGeom prst="rect">
            <a:avLst/>
          </a:prstGeom>
        </p:spPr>
        <p:txBody>
          <a:bodyPr spcFirstLastPara="1" wrap="square" lIns="0" tIns="0" rIns="0" bIns="0" anchor="b" anchorCtr="0">
            <a:noAutofit/>
          </a:bodyPr>
          <a:lstStyle>
            <a:lvl1pPr lvl="0" rtl="0">
              <a:buNone/>
              <a:defRPr sz="1000">
                <a:solidFill>
                  <a:schemeClr val="lt1"/>
                </a:solidFill>
              </a:defRPr>
            </a:lvl1pPr>
            <a:lvl2pPr lvl="1" rtl="0">
              <a:buNone/>
              <a:defRPr sz="1000">
                <a:solidFill>
                  <a:schemeClr val="lt1"/>
                </a:solidFill>
              </a:defRPr>
            </a:lvl2pPr>
            <a:lvl3pPr lvl="2" rtl="0">
              <a:buNone/>
              <a:defRPr sz="1000">
                <a:solidFill>
                  <a:schemeClr val="lt1"/>
                </a:solidFill>
              </a:defRPr>
            </a:lvl3pPr>
            <a:lvl4pPr lvl="3" rtl="0">
              <a:buNone/>
              <a:defRPr sz="1000">
                <a:solidFill>
                  <a:schemeClr val="lt1"/>
                </a:solidFill>
              </a:defRPr>
            </a:lvl4pPr>
            <a:lvl5pPr lvl="4" rtl="0">
              <a:buNone/>
              <a:defRPr sz="1000">
                <a:solidFill>
                  <a:schemeClr val="lt1"/>
                </a:solidFill>
              </a:defRPr>
            </a:lvl5pPr>
            <a:lvl6pPr lvl="5" rtl="0">
              <a:buNone/>
              <a:defRPr sz="1000">
                <a:solidFill>
                  <a:schemeClr val="lt1"/>
                </a:solidFill>
              </a:defRPr>
            </a:lvl6pPr>
            <a:lvl7pPr lvl="6" rtl="0">
              <a:buNone/>
              <a:defRPr sz="1000">
                <a:solidFill>
                  <a:schemeClr val="lt1"/>
                </a:solidFill>
              </a:defRPr>
            </a:lvl7pPr>
            <a:lvl8pPr lvl="7" rtl="0">
              <a:buNone/>
              <a:defRPr sz="1000">
                <a:solidFill>
                  <a:schemeClr val="lt1"/>
                </a:solidFill>
              </a:defRPr>
            </a:lvl8pPr>
            <a:lvl9pPr lvl="8" rtl="0">
              <a:buNone/>
              <a:defRPr sz="1000">
                <a:solidFill>
                  <a:schemeClr val="lt1"/>
                </a:solidFill>
              </a:defRPr>
            </a:lvl9pPr>
          </a:lstStyle>
          <a:p>
            <a:fld id="{00000000-1234-1234-1234-123412341234}" type="slidenum">
              <a:rPr lang="en" smtClean="0"/>
              <a:pPr/>
              <a:t>‹#›</a:t>
            </a:fld>
            <a:endParaRPr lang="en"/>
          </a:p>
        </p:txBody>
      </p:sp>
      <p:pic>
        <p:nvPicPr>
          <p:cNvPr id="526" name="Google Shape;526;p95"/>
          <p:cNvPicPr preferRelativeResize="0"/>
          <p:nvPr/>
        </p:nvPicPr>
        <p:blipFill>
          <a:blip r:embed="rId2">
            <a:alphaModFix/>
          </a:blip>
          <a:stretch>
            <a:fillRect/>
          </a:stretch>
        </p:blipFill>
        <p:spPr>
          <a:xfrm>
            <a:off x="455626" y="6262542"/>
            <a:ext cx="685801" cy="352697"/>
          </a:xfrm>
          <a:prstGeom prst="rect">
            <a:avLst/>
          </a:prstGeom>
          <a:noFill/>
          <a:ln>
            <a:noFill/>
          </a:ln>
        </p:spPr>
      </p:pic>
      <p:sp>
        <p:nvSpPr>
          <p:cNvPr id="527" name="Google Shape;527;p95"/>
          <p:cNvSpPr txBox="1"/>
          <p:nvPr/>
        </p:nvSpPr>
        <p:spPr>
          <a:xfrm>
            <a:off x="8194350" y="6400800"/>
            <a:ext cx="3244500" cy="228600"/>
          </a:xfrm>
          <a:prstGeom prst="rect">
            <a:avLst/>
          </a:prstGeom>
          <a:noFill/>
          <a:ln>
            <a:noFill/>
          </a:ln>
        </p:spPr>
        <p:txBody>
          <a:bodyPr spcFirstLastPara="1" wrap="square" lIns="91426" tIns="91426" rIns="91426" bIns="91426" anchor="t" anchorCtr="0">
            <a:noAutofit/>
          </a:bodyPr>
          <a:lstStyle/>
          <a:p>
            <a:pPr marL="0" lvl="0" indent="0" algn="r" rtl="0">
              <a:spcBef>
                <a:spcPts val="0"/>
              </a:spcBef>
              <a:spcAft>
                <a:spcPts val="0"/>
              </a:spcAft>
              <a:buNone/>
            </a:pPr>
            <a:r>
              <a:rPr lang="en" sz="1000">
                <a:solidFill>
                  <a:srgbClr val="FFFFFF"/>
                </a:solidFill>
                <a:latin typeface="Roboto"/>
                <a:ea typeface="Roboto"/>
                <a:cs typeface="Roboto"/>
                <a:sym typeface="Roboto"/>
              </a:rPr>
              <a:t>Proprietary &amp; Confidential - For Internal Use Only</a:t>
            </a:r>
            <a:endParaRPr sz="1000">
              <a:solidFill>
                <a:srgbClr val="FFFFFF"/>
              </a:solidFill>
              <a:latin typeface="Roboto"/>
              <a:ea typeface="Roboto"/>
              <a:cs typeface="Roboto"/>
              <a:sym typeface="Roboto"/>
            </a:endParaRPr>
          </a:p>
        </p:txBody>
      </p:sp>
    </p:spTree>
  </p:cSld>
  <p:clrMapOvr>
    <a:masterClrMapping/>
  </p:clrMapOvr>
  <mc:AlternateContent xmlns:mc="http://schemas.openxmlformats.org/markup-compatibility/2006" xmlns:p14="http://schemas.microsoft.com/office/powerpoint/2010/main">
    <mc:Choice Requires="p14">
      <p:transition p14:dur="250">
        <p:fade/>
      </p:transition>
    </mc:Choice>
    <mc:Fallback xmlns:ahyp="http://schemas.microsoft.com/office/drawing/2018/hyperlinkcolor" xmlns:p15="http://schemas.microsoft.com/office/powerpoint/2012/main" xmlns:com="http://schemas.openxmlformats.org/drawingml/2006/compatibility" xmlns:pvml="urn:schemas-microsoft-com:office:powerpoint" xmlns:v="urn:schemas-microsoft-com:vml" xmlns:o="urn:schemas-microsoft-com:office:office" xmlns:dgm="http://schemas.openxmlformats.org/drawingml/2006/diagram" xmlns:c="http://schemas.openxmlformats.org/drawingml/2006/chart" xmlns:mv="urn:schemas-microsoft-com:mac:vml" xmlns="">
      <p:transition>
        <p:fade/>
      </p:transition>
    </mc:Fallback>
  </mc:AlternateContent>
</p:sldLayout>
</file>

<file path=ppt/slideLayouts/slideLayout91.xml><?xml version="1.0" encoding="utf-8"?>
<p:sldLayout xmlns:a="http://schemas.openxmlformats.org/drawingml/2006/main" xmlns:r="http://schemas.openxmlformats.org/officeDocument/2006/relationships" xmlns:p="http://schemas.openxmlformats.org/presentationml/2006/main" matchingName="Divider B">
  <p:cSld name="Divider B">
    <p:bg>
      <p:bgPr>
        <a:solidFill>
          <a:schemeClr val="lt2"/>
        </a:solidFill>
        <a:effectLst/>
      </p:bgPr>
    </p:bg>
    <p:spTree>
      <p:nvGrpSpPr>
        <p:cNvPr id="1" name="Shape 528"/>
        <p:cNvGrpSpPr/>
        <p:nvPr/>
      </p:nvGrpSpPr>
      <p:grpSpPr>
        <a:xfrm>
          <a:off x="0" y="0"/>
          <a:ext cx="0" cy="0"/>
          <a:chOff x="0" y="0"/>
          <a:chExt cx="0" cy="0"/>
        </a:xfrm>
      </p:grpSpPr>
      <p:pic>
        <p:nvPicPr>
          <p:cNvPr id="529" name="Google Shape;529;p96" descr="A close up of a logo&#10;&#10;Description automatically generated"/>
          <p:cNvPicPr preferRelativeResize="0"/>
          <p:nvPr/>
        </p:nvPicPr>
        <p:blipFill rotWithShape="1">
          <a:blip r:embed="rId2">
            <a:alphaModFix/>
          </a:blip>
          <a:srcRect l="954" t="1279" r="629" b="275"/>
          <a:stretch/>
        </p:blipFill>
        <p:spPr>
          <a:xfrm>
            <a:off x="0" y="0"/>
            <a:ext cx="12188822" cy="6858000"/>
          </a:xfrm>
          <a:prstGeom prst="rect">
            <a:avLst/>
          </a:prstGeom>
          <a:noFill/>
          <a:ln>
            <a:noFill/>
          </a:ln>
        </p:spPr>
      </p:pic>
      <p:sp>
        <p:nvSpPr>
          <p:cNvPr id="530" name="Google Shape;530;p96"/>
          <p:cNvSpPr txBox="1">
            <a:spLocks noGrp="1"/>
          </p:cNvSpPr>
          <p:nvPr>
            <p:ph type="title"/>
          </p:nvPr>
        </p:nvSpPr>
        <p:spPr>
          <a:xfrm>
            <a:off x="455617" y="3166728"/>
            <a:ext cx="8915400" cy="524400"/>
          </a:xfrm>
          <a:prstGeom prst="rect">
            <a:avLst/>
          </a:prstGeom>
          <a:noFill/>
          <a:ln>
            <a:noFill/>
          </a:ln>
        </p:spPr>
        <p:txBody>
          <a:bodyPr spcFirstLastPara="1" wrap="square" lIns="0" tIns="0" rIns="0" bIns="0" anchor="ctr" anchorCtr="0">
            <a:noAutofit/>
          </a:bodyPr>
          <a:lstStyle>
            <a:lvl1pPr lvl="0" algn="l" rtl="0">
              <a:lnSpc>
                <a:spcPct val="80000"/>
              </a:lnSpc>
              <a:spcBef>
                <a:spcPts val="0"/>
              </a:spcBef>
              <a:spcAft>
                <a:spcPts val="0"/>
              </a:spcAft>
              <a:buClr>
                <a:schemeClr val="lt1"/>
              </a:buClr>
              <a:buSzPts val="4000"/>
              <a:buFont typeface="Roboto Medium"/>
              <a:buNone/>
              <a:defRPr sz="4000" b="0">
                <a:solidFill>
                  <a:schemeClr val="lt1"/>
                </a:solidFill>
              </a:defRPr>
            </a:lvl1pPr>
            <a:lvl2pPr lvl="1" rtl="0">
              <a:spcBef>
                <a:spcPts val="0"/>
              </a:spcBef>
              <a:spcAft>
                <a:spcPts val="0"/>
              </a:spcAft>
              <a:buSzPts val="1400"/>
              <a:buNone/>
              <a:defRPr/>
            </a:lvl2pPr>
            <a:lvl3pPr lvl="2" rtl="0">
              <a:spcBef>
                <a:spcPts val="0"/>
              </a:spcBef>
              <a:spcAft>
                <a:spcPts val="0"/>
              </a:spcAft>
              <a:buSzPts val="1400"/>
              <a:buNone/>
              <a:defRPr/>
            </a:lvl3pPr>
            <a:lvl4pPr lvl="3" rtl="0">
              <a:spcBef>
                <a:spcPts val="0"/>
              </a:spcBef>
              <a:spcAft>
                <a:spcPts val="0"/>
              </a:spcAft>
              <a:buSzPts val="1400"/>
              <a:buNone/>
              <a:defRPr/>
            </a:lvl4pPr>
            <a:lvl5pPr lvl="4" rtl="0">
              <a:spcBef>
                <a:spcPts val="0"/>
              </a:spcBef>
              <a:spcAft>
                <a:spcPts val="0"/>
              </a:spcAft>
              <a:buSzPts val="1400"/>
              <a:buNone/>
              <a:defRPr/>
            </a:lvl5pPr>
            <a:lvl6pPr lvl="5" rtl="0">
              <a:spcBef>
                <a:spcPts val="0"/>
              </a:spcBef>
              <a:spcAft>
                <a:spcPts val="0"/>
              </a:spcAft>
              <a:buSzPts val="1400"/>
              <a:buNone/>
              <a:defRPr/>
            </a:lvl6pPr>
            <a:lvl7pPr lvl="6" rtl="0">
              <a:spcBef>
                <a:spcPts val="0"/>
              </a:spcBef>
              <a:spcAft>
                <a:spcPts val="0"/>
              </a:spcAft>
              <a:buSzPts val="1400"/>
              <a:buNone/>
              <a:defRPr/>
            </a:lvl7pPr>
            <a:lvl8pPr lvl="7" rtl="0">
              <a:spcBef>
                <a:spcPts val="0"/>
              </a:spcBef>
              <a:spcAft>
                <a:spcPts val="0"/>
              </a:spcAft>
              <a:buSzPts val="1400"/>
              <a:buNone/>
              <a:defRPr/>
            </a:lvl8pPr>
            <a:lvl9pPr lvl="8" rtl="0">
              <a:spcBef>
                <a:spcPts val="0"/>
              </a:spcBef>
              <a:spcAft>
                <a:spcPts val="0"/>
              </a:spcAft>
              <a:buSzPts val="1400"/>
              <a:buNone/>
              <a:defRPr/>
            </a:lvl9pPr>
          </a:lstStyle>
          <a:p>
            <a:endParaRPr/>
          </a:p>
        </p:txBody>
      </p:sp>
      <p:sp>
        <p:nvSpPr>
          <p:cNvPr id="531" name="Google Shape;531;p96"/>
          <p:cNvSpPr txBox="1">
            <a:spLocks noGrp="1"/>
          </p:cNvSpPr>
          <p:nvPr>
            <p:ph type="sldNum" idx="12"/>
          </p:nvPr>
        </p:nvSpPr>
        <p:spPr>
          <a:xfrm>
            <a:off x="11438849" y="6400800"/>
            <a:ext cx="294601" cy="228600"/>
          </a:xfrm>
          <a:prstGeom prst="rect">
            <a:avLst/>
          </a:prstGeom>
        </p:spPr>
        <p:txBody>
          <a:bodyPr spcFirstLastPara="1" wrap="square" lIns="0" tIns="0" rIns="0" bIns="0" anchor="b" anchorCtr="0">
            <a:noAutofit/>
          </a:bodyPr>
          <a:lstStyle>
            <a:lvl1pPr lvl="0" rtl="0">
              <a:buNone/>
              <a:defRPr sz="1000">
                <a:solidFill>
                  <a:schemeClr val="lt1"/>
                </a:solidFill>
              </a:defRPr>
            </a:lvl1pPr>
            <a:lvl2pPr lvl="1" rtl="0">
              <a:buNone/>
              <a:defRPr sz="1000">
                <a:solidFill>
                  <a:schemeClr val="lt1"/>
                </a:solidFill>
              </a:defRPr>
            </a:lvl2pPr>
            <a:lvl3pPr lvl="2" rtl="0">
              <a:buNone/>
              <a:defRPr sz="1000">
                <a:solidFill>
                  <a:schemeClr val="lt1"/>
                </a:solidFill>
              </a:defRPr>
            </a:lvl3pPr>
            <a:lvl4pPr lvl="3" rtl="0">
              <a:buNone/>
              <a:defRPr sz="1000">
                <a:solidFill>
                  <a:schemeClr val="lt1"/>
                </a:solidFill>
              </a:defRPr>
            </a:lvl4pPr>
            <a:lvl5pPr lvl="4" rtl="0">
              <a:buNone/>
              <a:defRPr sz="1000">
                <a:solidFill>
                  <a:schemeClr val="lt1"/>
                </a:solidFill>
              </a:defRPr>
            </a:lvl5pPr>
            <a:lvl6pPr lvl="5" rtl="0">
              <a:buNone/>
              <a:defRPr sz="1000">
                <a:solidFill>
                  <a:schemeClr val="lt1"/>
                </a:solidFill>
              </a:defRPr>
            </a:lvl6pPr>
            <a:lvl7pPr lvl="6" rtl="0">
              <a:buNone/>
              <a:defRPr sz="1000">
                <a:solidFill>
                  <a:schemeClr val="lt1"/>
                </a:solidFill>
              </a:defRPr>
            </a:lvl7pPr>
            <a:lvl8pPr lvl="7" rtl="0">
              <a:buNone/>
              <a:defRPr sz="1000">
                <a:solidFill>
                  <a:schemeClr val="lt1"/>
                </a:solidFill>
              </a:defRPr>
            </a:lvl8pPr>
            <a:lvl9pPr lvl="8" rtl="0">
              <a:buNone/>
              <a:defRPr sz="1000">
                <a:solidFill>
                  <a:schemeClr val="lt1"/>
                </a:solidFill>
              </a:defRPr>
            </a:lvl9pPr>
          </a:lstStyle>
          <a:p>
            <a:fld id="{00000000-1234-1234-1234-123412341234}" type="slidenum">
              <a:rPr lang="en" smtClean="0"/>
              <a:pPr/>
              <a:t>‹#›</a:t>
            </a:fld>
            <a:endParaRPr lang="en"/>
          </a:p>
        </p:txBody>
      </p:sp>
      <p:pic>
        <p:nvPicPr>
          <p:cNvPr id="532" name="Google Shape;532;p96"/>
          <p:cNvPicPr preferRelativeResize="0"/>
          <p:nvPr/>
        </p:nvPicPr>
        <p:blipFill>
          <a:blip r:embed="rId3">
            <a:alphaModFix/>
          </a:blip>
          <a:stretch>
            <a:fillRect/>
          </a:stretch>
        </p:blipFill>
        <p:spPr>
          <a:xfrm>
            <a:off x="455626" y="6267555"/>
            <a:ext cx="685801" cy="352697"/>
          </a:xfrm>
          <a:prstGeom prst="rect">
            <a:avLst/>
          </a:prstGeom>
          <a:noFill/>
          <a:ln>
            <a:noFill/>
          </a:ln>
        </p:spPr>
      </p:pic>
      <p:sp>
        <p:nvSpPr>
          <p:cNvPr id="533" name="Google Shape;533;p96"/>
          <p:cNvSpPr txBox="1"/>
          <p:nvPr/>
        </p:nvSpPr>
        <p:spPr>
          <a:xfrm>
            <a:off x="8194350" y="6400800"/>
            <a:ext cx="3244500" cy="228600"/>
          </a:xfrm>
          <a:prstGeom prst="rect">
            <a:avLst/>
          </a:prstGeom>
          <a:noFill/>
          <a:ln>
            <a:noFill/>
          </a:ln>
        </p:spPr>
        <p:txBody>
          <a:bodyPr spcFirstLastPara="1" wrap="square" lIns="91426" tIns="91426" rIns="91426" bIns="91426" anchor="t" anchorCtr="0">
            <a:noAutofit/>
          </a:bodyPr>
          <a:lstStyle/>
          <a:p>
            <a:pPr marL="0" lvl="0" indent="0" algn="r" rtl="0">
              <a:spcBef>
                <a:spcPts val="0"/>
              </a:spcBef>
              <a:spcAft>
                <a:spcPts val="0"/>
              </a:spcAft>
              <a:buNone/>
            </a:pPr>
            <a:r>
              <a:rPr lang="en" sz="1000">
                <a:solidFill>
                  <a:srgbClr val="FFFFFF"/>
                </a:solidFill>
                <a:latin typeface="Roboto"/>
                <a:ea typeface="Roboto"/>
                <a:cs typeface="Roboto"/>
                <a:sym typeface="Roboto"/>
              </a:rPr>
              <a:t>Proprietary &amp; Confidential - For Internal Use Only</a:t>
            </a:r>
            <a:endParaRPr sz="1000">
              <a:solidFill>
                <a:srgbClr val="FFFFFF"/>
              </a:solidFill>
              <a:latin typeface="Roboto"/>
              <a:ea typeface="Roboto"/>
              <a:cs typeface="Roboto"/>
              <a:sym typeface="Roboto"/>
            </a:endParaRPr>
          </a:p>
        </p:txBody>
      </p:sp>
    </p:spTree>
  </p:cSld>
  <p:clrMapOvr>
    <a:masterClrMapping/>
  </p:clrMapOvr>
  <mc:AlternateContent xmlns:mc="http://schemas.openxmlformats.org/markup-compatibility/2006" xmlns:p14="http://schemas.microsoft.com/office/powerpoint/2010/main">
    <mc:Choice Requires="p14">
      <p:transition p14:dur="250">
        <p:fade/>
      </p:transition>
    </mc:Choice>
    <mc:Fallback xmlns:ahyp="http://schemas.microsoft.com/office/drawing/2018/hyperlinkcolor" xmlns:p15="http://schemas.microsoft.com/office/powerpoint/2012/main" xmlns:com="http://schemas.openxmlformats.org/drawingml/2006/compatibility" xmlns:pvml="urn:schemas-microsoft-com:office:powerpoint" xmlns:v="urn:schemas-microsoft-com:vml" xmlns:o="urn:schemas-microsoft-com:office:office" xmlns:dgm="http://schemas.openxmlformats.org/drawingml/2006/diagram" xmlns:c="http://schemas.openxmlformats.org/drawingml/2006/chart" xmlns:mv="urn:schemas-microsoft-com:mac:vml" xmlns="">
      <p:transition>
        <p:fade/>
      </p:transition>
    </mc:Fallback>
  </mc:AlternateContent>
</p:sldLayout>
</file>

<file path=ppt/slideLayouts/slideLayout92.xml><?xml version="1.0" encoding="utf-8"?>
<p:sldLayout xmlns:a="http://schemas.openxmlformats.org/drawingml/2006/main" xmlns:r="http://schemas.openxmlformats.org/officeDocument/2006/relationships" xmlns:p="http://schemas.openxmlformats.org/presentationml/2006/main" matchingName="Divider C">
  <p:cSld name="Divider C">
    <p:spTree>
      <p:nvGrpSpPr>
        <p:cNvPr id="1" name="Shape 534"/>
        <p:cNvGrpSpPr/>
        <p:nvPr/>
      </p:nvGrpSpPr>
      <p:grpSpPr>
        <a:xfrm>
          <a:off x="0" y="0"/>
          <a:ext cx="0" cy="0"/>
          <a:chOff x="0" y="0"/>
          <a:chExt cx="0" cy="0"/>
        </a:xfrm>
      </p:grpSpPr>
      <p:sp>
        <p:nvSpPr>
          <p:cNvPr id="535" name="Google Shape;535;p97"/>
          <p:cNvSpPr/>
          <p:nvPr/>
        </p:nvSpPr>
        <p:spPr>
          <a:xfrm>
            <a:off x="0" y="0"/>
            <a:ext cx="12189000" cy="6858000"/>
          </a:xfrm>
          <a:prstGeom prst="rect">
            <a:avLst/>
          </a:prstGeom>
          <a:gradFill>
            <a:gsLst>
              <a:gs pos="0">
                <a:schemeClr val="accent1"/>
              </a:gs>
              <a:gs pos="63000">
                <a:srgbClr val="9299F4"/>
              </a:gs>
              <a:gs pos="100000">
                <a:schemeClr val="lt2"/>
              </a:gs>
            </a:gsLst>
            <a:lin ang="13800146" scaled="0"/>
          </a:gradFill>
          <a:ln>
            <a:noFill/>
          </a:ln>
        </p:spPr>
        <p:txBody>
          <a:bodyPr spcFirstLastPara="1" wrap="square" lIns="91426" tIns="45700" rIns="91426" bIns="45700" anchor="ctr" anchorCtr="0">
            <a:noAutofit/>
          </a:bodyPr>
          <a:lstStyle/>
          <a:p>
            <a:pPr marL="0" marR="0" lvl="0" indent="0" algn="ctr" rtl="0">
              <a:spcBef>
                <a:spcPts val="0"/>
              </a:spcBef>
              <a:spcAft>
                <a:spcPts val="0"/>
              </a:spcAft>
              <a:buNone/>
            </a:pPr>
            <a:endParaRPr sz="1800" b="0" i="0" u="none" strike="noStrike" cap="none">
              <a:solidFill>
                <a:schemeClr val="lt1"/>
              </a:solidFill>
              <a:latin typeface="Roboto"/>
              <a:ea typeface="Roboto"/>
              <a:cs typeface="Roboto"/>
              <a:sym typeface="Roboto"/>
            </a:endParaRPr>
          </a:p>
        </p:txBody>
      </p:sp>
      <p:sp>
        <p:nvSpPr>
          <p:cNvPr id="536" name="Google Shape;536;p97"/>
          <p:cNvSpPr txBox="1">
            <a:spLocks noGrp="1"/>
          </p:cNvSpPr>
          <p:nvPr>
            <p:ph type="title"/>
          </p:nvPr>
        </p:nvSpPr>
        <p:spPr>
          <a:xfrm>
            <a:off x="455617" y="460683"/>
            <a:ext cx="8915400" cy="4869600"/>
          </a:xfrm>
          <a:prstGeom prst="rect">
            <a:avLst/>
          </a:prstGeom>
          <a:noFill/>
          <a:ln>
            <a:noFill/>
          </a:ln>
        </p:spPr>
        <p:txBody>
          <a:bodyPr spcFirstLastPara="1" wrap="square" lIns="0" tIns="0" rIns="0" bIns="0" anchor="t" anchorCtr="0">
            <a:noAutofit/>
          </a:bodyPr>
          <a:lstStyle>
            <a:lvl1pPr lvl="0" algn="l" rtl="0">
              <a:lnSpc>
                <a:spcPct val="80000"/>
              </a:lnSpc>
              <a:spcBef>
                <a:spcPts val="0"/>
              </a:spcBef>
              <a:spcAft>
                <a:spcPts val="0"/>
              </a:spcAft>
              <a:buClr>
                <a:schemeClr val="lt1"/>
              </a:buClr>
              <a:buSzPts val="9800"/>
              <a:buFont typeface="Roboto Light"/>
              <a:buNone/>
              <a:defRPr sz="9800" b="0" i="0">
                <a:solidFill>
                  <a:schemeClr val="lt1"/>
                </a:solidFill>
                <a:latin typeface="Roboto Light"/>
                <a:ea typeface="Roboto Light"/>
                <a:cs typeface="Roboto Light"/>
                <a:sym typeface="Roboto Light"/>
              </a:defRPr>
            </a:lvl1pPr>
            <a:lvl2pPr lvl="1" rtl="0">
              <a:spcBef>
                <a:spcPts val="0"/>
              </a:spcBef>
              <a:spcAft>
                <a:spcPts val="0"/>
              </a:spcAft>
              <a:buSzPts val="1400"/>
              <a:buNone/>
              <a:defRPr/>
            </a:lvl2pPr>
            <a:lvl3pPr lvl="2" rtl="0">
              <a:spcBef>
                <a:spcPts val="0"/>
              </a:spcBef>
              <a:spcAft>
                <a:spcPts val="0"/>
              </a:spcAft>
              <a:buSzPts val="1400"/>
              <a:buNone/>
              <a:defRPr/>
            </a:lvl3pPr>
            <a:lvl4pPr lvl="3" rtl="0">
              <a:spcBef>
                <a:spcPts val="0"/>
              </a:spcBef>
              <a:spcAft>
                <a:spcPts val="0"/>
              </a:spcAft>
              <a:buSzPts val="1400"/>
              <a:buNone/>
              <a:defRPr/>
            </a:lvl4pPr>
            <a:lvl5pPr lvl="4" rtl="0">
              <a:spcBef>
                <a:spcPts val="0"/>
              </a:spcBef>
              <a:spcAft>
                <a:spcPts val="0"/>
              </a:spcAft>
              <a:buSzPts val="1400"/>
              <a:buNone/>
              <a:defRPr/>
            </a:lvl5pPr>
            <a:lvl6pPr lvl="5" rtl="0">
              <a:spcBef>
                <a:spcPts val="0"/>
              </a:spcBef>
              <a:spcAft>
                <a:spcPts val="0"/>
              </a:spcAft>
              <a:buSzPts val="1400"/>
              <a:buNone/>
              <a:defRPr/>
            </a:lvl6pPr>
            <a:lvl7pPr lvl="6" rtl="0">
              <a:spcBef>
                <a:spcPts val="0"/>
              </a:spcBef>
              <a:spcAft>
                <a:spcPts val="0"/>
              </a:spcAft>
              <a:buSzPts val="1400"/>
              <a:buNone/>
              <a:defRPr/>
            </a:lvl7pPr>
            <a:lvl8pPr lvl="7" rtl="0">
              <a:spcBef>
                <a:spcPts val="0"/>
              </a:spcBef>
              <a:spcAft>
                <a:spcPts val="0"/>
              </a:spcAft>
              <a:buSzPts val="1400"/>
              <a:buNone/>
              <a:defRPr/>
            </a:lvl8pPr>
            <a:lvl9pPr lvl="8" rtl="0">
              <a:spcBef>
                <a:spcPts val="0"/>
              </a:spcBef>
              <a:spcAft>
                <a:spcPts val="0"/>
              </a:spcAft>
              <a:buSzPts val="1400"/>
              <a:buNone/>
              <a:defRPr/>
            </a:lvl9pPr>
          </a:lstStyle>
          <a:p>
            <a:endParaRPr/>
          </a:p>
        </p:txBody>
      </p:sp>
      <p:sp>
        <p:nvSpPr>
          <p:cNvPr id="537" name="Google Shape;537;p97"/>
          <p:cNvSpPr txBox="1">
            <a:spLocks noGrp="1"/>
          </p:cNvSpPr>
          <p:nvPr>
            <p:ph type="sldNum" idx="12"/>
          </p:nvPr>
        </p:nvSpPr>
        <p:spPr>
          <a:xfrm>
            <a:off x="11438849" y="6400800"/>
            <a:ext cx="294601" cy="228600"/>
          </a:xfrm>
          <a:prstGeom prst="rect">
            <a:avLst/>
          </a:prstGeom>
        </p:spPr>
        <p:txBody>
          <a:bodyPr spcFirstLastPara="1" wrap="square" lIns="0" tIns="0" rIns="0" bIns="0" anchor="b" anchorCtr="0">
            <a:noAutofit/>
          </a:bodyPr>
          <a:lstStyle>
            <a:lvl1pPr lvl="0" rtl="0">
              <a:buNone/>
              <a:defRPr sz="1000">
                <a:solidFill>
                  <a:srgbClr val="FFFFFF"/>
                </a:solidFill>
              </a:defRPr>
            </a:lvl1pPr>
            <a:lvl2pPr lvl="1" rtl="0">
              <a:buNone/>
              <a:defRPr sz="1000">
                <a:solidFill>
                  <a:srgbClr val="FFFFFF"/>
                </a:solidFill>
              </a:defRPr>
            </a:lvl2pPr>
            <a:lvl3pPr lvl="2" rtl="0">
              <a:buNone/>
              <a:defRPr sz="1000">
                <a:solidFill>
                  <a:srgbClr val="FFFFFF"/>
                </a:solidFill>
              </a:defRPr>
            </a:lvl3pPr>
            <a:lvl4pPr lvl="3" rtl="0">
              <a:buNone/>
              <a:defRPr sz="1000">
                <a:solidFill>
                  <a:srgbClr val="FFFFFF"/>
                </a:solidFill>
              </a:defRPr>
            </a:lvl4pPr>
            <a:lvl5pPr lvl="4" rtl="0">
              <a:buNone/>
              <a:defRPr sz="1000">
                <a:solidFill>
                  <a:srgbClr val="FFFFFF"/>
                </a:solidFill>
              </a:defRPr>
            </a:lvl5pPr>
            <a:lvl6pPr lvl="5" rtl="0">
              <a:buNone/>
              <a:defRPr sz="1000">
                <a:solidFill>
                  <a:srgbClr val="FFFFFF"/>
                </a:solidFill>
              </a:defRPr>
            </a:lvl6pPr>
            <a:lvl7pPr lvl="6" rtl="0">
              <a:buNone/>
              <a:defRPr sz="1000">
                <a:solidFill>
                  <a:srgbClr val="FFFFFF"/>
                </a:solidFill>
              </a:defRPr>
            </a:lvl7pPr>
            <a:lvl8pPr lvl="7" rtl="0">
              <a:buNone/>
              <a:defRPr sz="1000">
                <a:solidFill>
                  <a:srgbClr val="FFFFFF"/>
                </a:solidFill>
              </a:defRPr>
            </a:lvl8pPr>
            <a:lvl9pPr lvl="8" rtl="0">
              <a:buNone/>
              <a:defRPr sz="1000">
                <a:solidFill>
                  <a:srgbClr val="FFFFFF"/>
                </a:solidFill>
              </a:defRPr>
            </a:lvl9pPr>
          </a:lstStyle>
          <a:p>
            <a:fld id="{00000000-1234-1234-1234-123412341234}" type="slidenum">
              <a:rPr lang="en" smtClean="0"/>
              <a:pPr/>
              <a:t>‹#›</a:t>
            </a:fld>
            <a:endParaRPr lang="en"/>
          </a:p>
        </p:txBody>
      </p:sp>
      <p:pic>
        <p:nvPicPr>
          <p:cNvPr id="538" name="Google Shape;538;p97"/>
          <p:cNvPicPr preferRelativeResize="0"/>
          <p:nvPr/>
        </p:nvPicPr>
        <p:blipFill>
          <a:blip r:embed="rId2">
            <a:alphaModFix/>
          </a:blip>
          <a:stretch>
            <a:fillRect/>
          </a:stretch>
        </p:blipFill>
        <p:spPr>
          <a:xfrm>
            <a:off x="455626" y="6267555"/>
            <a:ext cx="685801" cy="352697"/>
          </a:xfrm>
          <a:prstGeom prst="rect">
            <a:avLst/>
          </a:prstGeom>
          <a:noFill/>
          <a:ln>
            <a:noFill/>
          </a:ln>
        </p:spPr>
      </p:pic>
      <p:sp>
        <p:nvSpPr>
          <p:cNvPr id="539" name="Google Shape;539;p97"/>
          <p:cNvSpPr txBox="1"/>
          <p:nvPr/>
        </p:nvSpPr>
        <p:spPr>
          <a:xfrm>
            <a:off x="8194350" y="6400800"/>
            <a:ext cx="3244500" cy="228600"/>
          </a:xfrm>
          <a:prstGeom prst="rect">
            <a:avLst/>
          </a:prstGeom>
          <a:noFill/>
          <a:ln>
            <a:noFill/>
          </a:ln>
        </p:spPr>
        <p:txBody>
          <a:bodyPr spcFirstLastPara="1" wrap="square" lIns="91426" tIns="91426" rIns="91426" bIns="91426" anchor="t" anchorCtr="0">
            <a:noAutofit/>
          </a:bodyPr>
          <a:lstStyle/>
          <a:p>
            <a:pPr marL="0" lvl="0" indent="0" algn="r" rtl="0">
              <a:spcBef>
                <a:spcPts val="0"/>
              </a:spcBef>
              <a:spcAft>
                <a:spcPts val="0"/>
              </a:spcAft>
              <a:buNone/>
            </a:pPr>
            <a:r>
              <a:rPr lang="en" sz="1000">
                <a:solidFill>
                  <a:srgbClr val="FFFFFF"/>
                </a:solidFill>
                <a:latin typeface="Roboto"/>
                <a:ea typeface="Roboto"/>
                <a:cs typeface="Roboto"/>
                <a:sym typeface="Roboto"/>
              </a:rPr>
              <a:t>Proprietary &amp; Confidential - For Internal Use Only</a:t>
            </a:r>
            <a:endParaRPr sz="1000">
              <a:solidFill>
                <a:srgbClr val="FFFFFF"/>
              </a:solidFill>
              <a:latin typeface="Roboto"/>
              <a:ea typeface="Roboto"/>
              <a:cs typeface="Roboto"/>
              <a:sym typeface="Roboto"/>
            </a:endParaRPr>
          </a:p>
        </p:txBody>
      </p:sp>
    </p:spTree>
  </p:cSld>
  <p:clrMapOvr>
    <a:masterClrMapping/>
  </p:clrMapOvr>
  <mc:AlternateContent xmlns:mc="http://schemas.openxmlformats.org/markup-compatibility/2006" xmlns:p14="http://schemas.microsoft.com/office/powerpoint/2010/main">
    <mc:Choice Requires="p14">
      <p:transition p14:dur="250">
        <p:fade/>
      </p:transition>
    </mc:Choice>
    <mc:Fallback xmlns:ahyp="http://schemas.microsoft.com/office/drawing/2018/hyperlinkcolor" xmlns:p15="http://schemas.microsoft.com/office/powerpoint/2012/main" xmlns:com="http://schemas.openxmlformats.org/drawingml/2006/compatibility" xmlns:pvml="urn:schemas-microsoft-com:office:powerpoint" xmlns:v="urn:schemas-microsoft-com:vml" xmlns:o="urn:schemas-microsoft-com:office:office" xmlns:dgm="http://schemas.openxmlformats.org/drawingml/2006/diagram" xmlns:c="http://schemas.openxmlformats.org/drawingml/2006/chart" xmlns:mv="urn:schemas-microsoft-com:mac:vml" xmlns="">
      <p:transition>
        <p:fade/>
      </p:transition>
    </mc:Fallback>
  </mc:AlternateContent>
</p:sldLayout>
</file>

<file path=ppt/slideLayouts/slideLayout93.xml><?xml version="1.0" encoding="utf-8"?>
<p:sldLayout xmlns:a="http://schemas.openxmlformats.org/drawingml/2006/main" xmlns:r="http://schemas.openxmlformats.org/officeDocument/2006/relationships" xmlns:p="http://schemas.openxmlformats.org/presentationml/2006/main" matchingName="WHITE 1Col Title | Text">
  <p:cSld name="WHITE 1Col Title | Text">
    <p:spTree>
      <p:nvGrpSpPr>
        <p:cNvPr id="1" name="Shape 540"/>
        <p:cNvGrpSpPr/>
        <p:nvPr/>
      </p:nvGrpSpPr>
      <p:grpSpPr>
        <a:xfrm>
          <a:off x="0" y="0"/>
          <a:ext cx="0" cy="0"/>
          <a:chOff x="0" y="0"/>
          <a:chExt cx="0" cy="0"/>
        </a:xfrm>
      </p:grpSpPr>
      <p:sp>
        <p:nvSpPr>
          <p:cNvPr id="541" name="Google Shape;541;p98"/>
          <p:cNvSpPr txBox="1">
            <a:spLocks noGrp="1"/>
          </p:cNvSpPr>
          <p:nvPr>
            <p:ph type="title"/>
          </p:nvPr>
        </p:nvSpPr>
        <p:spPr>
          <a:xfrm>
            <a:off x="455617" y="460683"/>
            <a:ext cx="8915400" cy="524400"/>
          </a:xfrm>
          <a:prstGeom prst="rect">
            <a:avLst/>
          </a:prstGeom>
          <a:noFill/>
          <a:ln>
            <a:noFill/>
          </a:ln>
        </p:spPr>
        <p:txBody>
          <a:bodyPr spcFirstLastPara="1" wrap="square" lIns="0" tIns="0" rIns="0" bIns="0" anchor="t" anchorCtr="0">
            <a:noAutofit/>
          </a:bodyPr>
          <a:lstStyle>
            <a:lvl1pPr lvl="0" algn="l" rtl="0">
              <a:lnSpc>
                <a:spcPct val="80000"/>
              </a:lnSpc>
              <a:spcBef>
                <a:spcPts val="0"/>
              </a:spcBef>
              <a:spcAft>
                <a:spcPts val="0"/>
              </a:spcAft>
              <a:buClr>
                <a:schemeClr val="dk1"/>
              </a:buClr>
              <a:buSzPts val="3200"/>
              <a:buFont typeface="Roboto Medium"/>
              <a:buNone/>
              <a:defRPr b="0"/>
            </a:lvl1pPr>
            <a:lvl2pPr lvl="1" rtl="0">
              <a:spcBef>
                <a:spcPts val="0"/>
              </a:spcBef>
              <a:spcAft>
                <a:spcPts val="0"/>
              </a:spcAft>
              <a:buSzPts val="1400"/>
              <a:buNone/>
              <a:defRPr/>
            </a:lvl2pPr>
            <a:lvl3pPr lvl="2" rtl="0">
              <a:spcBef>
                <a:spcPts val="0"/>
              </a:spcBef>
              <a:spcAft>
                <a:spcPts val="0"/>
              </a:spcAft>
              <a:buSzPts val="1400"/>
              <a:buNone/>
              <a:defRPr/>
            </a:lvl3pPr>
            <a:lvl4pPr lvl="3" rtl="0">
              <a:spcBef>
                <a:spcPts val="0"/>
              </a:spcBef>
              <a:spcAft>
                <a:spcPts val="0"/>
              </a:spcAft>
              <a:buSzPts val="1400"/>
              <a:buNone/>
              <a:defRPr/>
            </a:lvl4pPr>
            <a:lvl5pPr lvl="4" rtl="0">
              <a:spcBef>
                <a:spcPts val="0"/>
              </a:spcBef>
              <a:spcAft>
                <a:spcPts val="0"/>
              </a:spcAft>
              <a:buSzPts val="1400"/>
              <a:buNone/>
              <a:defRPr/>
            </a:lvl5pPr>
            <a:lvl6pPr lvl="5" rtl="0">
              <a:spcBef>
                <a:spcPts val="0"/>
              </a:spcBef>
              <a:spcAft>
                <a:spcPts val="0"/>
              </a:spcAft>
              <a:buSzPts val="1400"/>
              <a:buNone/>
              <a:defRPr/>
            </a:lvl6pPr>
            <a:lvl7pPr lvl="6" rtl="0">
              <a:spcBef>
                <a:spcPts val="0"/>
              </a:spcBef>
              <a:spcAft>
                <a:spcPts val="0"/>
              </a:spcAft>
              <a:buSzPts val="1400"/>
              <a:buNone/>
              <a:defRPr/>
            </a:lvl7pPr>
            <a:lvl8pPr lvl="7" rtl="0">
              <a:spcBef>
                <a:spcPts val="0"/>
              </a:spcBef>
              <a:spcAft>
                <a:spcPts val="0"/>
              </a:spcAft>
              <a:buSzPts val="1400"/>
              <a:buNone/>
              <a:defRPr/>
            </a:lvl8pPr>
            <a:lvl9pPr lvl="8" rtl="0">
              <a:spcBef>
                <a:spcPts val="0"/>
              </a:spcBef>
              <a:spcAft>
                <a:spcPts val="0"/>
              </a:spcAft>
              <a:buSzPts val="1400"/>
              <a:buNone/>
              <a:defRPr/>
            </a:lvl9pPr>
          </a:lstStyle>
          <a:p>
            <a:endParaRPr/>
          </a:p>
        </p:txBody>
      </p:sp>
      <p:sp>
        <p:nvSpPr>
          <p:cNvPr id="542" name="Google Shape;542;p98"/>
          <p:cNvSpPr txBox="1">
            <a:spLocks noGrp="1"/>
          </p:cNvSpPr>
          <p:nvPr>
            <p:ph type="body" idx="1"/>
          </p:nvPr>
        </p:nvSpPr>
        <p:spPr>
          <a:xfrm>
            <a:off x="455613" y="2686375"/>
            <a:ext cx="8915400" cy="3257100"/>
          </a:xfrm>
          <a:prstGeom prst="rect">
            <a:avLst/>
          </a:prstGeom>
          <a:noFill/>
          <a:ln>
            <a:noFill/>
          </a:ln>
        </p:spPr>
        <p:txBody>
          <a:bodyPr spcFirstLastPara="1" wrap="square" lIns="0" tIns="0" rIns="0" bIns="0" anchor="t" anchorCtr="0">
            <a:noAutofit/>
          </a:bodyPr>
          <a:lstStyle>
            <a:lvl1pPr marL="457207" lvl="0" indent="-228604" algn="l" rtl="0">
              <a:spcBef>
                <a:spcPts val="1800"/>
              </a:spcBef>
              <a:spcAft>
                <a:spcPts val="0"/>
              </a:spcAft>
              <a:buClr>
                <a:schemeClr val="dk1"/>
              </a:buClr>
              <a:buSzPts val="2000"/>
              <a:buFont typeface="Roboto"/>
              <a:buNone/>
              <a:defRPr b="0" i="0">
                <a:latin typeface="Roboto"/>
                <a:ea typeface="Roboto"/>
                <a:cs typeface="Roboto"/>
                <a:sym typeface="Roboto"/>
              </a:defRPr>
            </a:lvl1pPr>
            <a:lvl2pPr marL="914415" lvl="1" indent="-342906" algn="l" rtl="0">
              <a:spcBef>
                <a:spcPts val="600"/>
              </a:spcBef>
              <a:spcAft>
                <a:spcPts val="0"/>
              </a:spcAft>
              <a:buClr>
                <a:schemeClr val="dk1"/>
              </a:buClr>
              <a:buSzPts val="1800"/>
              <a:buChar char="•"/>
              <a:defRPr b="0" i="0">
                <a:latin typeface="Roboto"/>
                <a:ea typeface="Roboto"/>
                <a:cs typeface="Roboto"/>
                <a:sym typeface="Roboto"/>
              </a:defRPr>
            </a:lvl2pPr>
            <a:lvl3pPr marL="1371622" lvl="2" indent="-330205" algn="l" rtl="0">
              <a:spcBef>
                <a:spcPts val="600"/>
              </a:spcBef>
              <a:spcAft>
                <a:spcPts val="0"/>
              </a:spcAft>
              <a:buClr>
                <a:schemeClr val="dk1"/>
              </a:buClr>
              <a:buSzPts val="1600"/>
              <a:buChar char="−"/>
              <a:defRPr b="0" i="0">
                <a:latin typeface="Roboto"/>
                <a:ea typeface="Roboto"/>
                <a:cs typeface="Roboto"/>
                <a:sym typeface="Roboto"/>
              </a:defRPr>
            </a:lvl3pPr>
            <a:lvl4pPr marL="1828831" lvl="3" indent="-317506" algn="l" rtl="0">
              <a:spcBef>
                <a:spcPts val="300"/>
              </a:spcBef>
              <a:spcAft>
                <a:spcPts val="0"/>
              </a:spcAft>
              <a:buClr>
                <a:schemeClr val="dk1"/>
              </a:buClr>
              <a:buSzPts val="1400"/>
              <a:buChar char="•"/>
              <a:defRPr b="0" i="0">
                <a:latin typeface="Roboto"/>
                <a:ea typeface="Roboto"/>
                <a:cs typeface="Roboto"/>
                <a:sym typeface="Roboto"/>
              </a:defRPr>
            </a:lvl4pPr>
            <a:lvl5pPr marL="2286038" lvl="4" indent="-304805" algn="l" rtl="0">
              <a:spcBef>
                <a:spcPts val="300"/>
              </a:spcBef>
              <a:spcAft>
                <a:spcPts val="0"/>
              </a:spcAft>
              <a:buClr>
                <a:schemeClr val="dk1"/>
              </a:buClr>
              <a:buSzPts val="1200"/>
              <a:buChar char="−"/>
              <a:defRPr b="0" i="0">
                <a:latin typeface="Roboto"/>
                <a:ea typeface="Roboto"/>
                <a:cs typeface="Roboto"/>
                <a:sym typeface="Roboto"/>
              </a:defRPr>
            </a:lvl5pPr>
            <a:lvl6pPr marL="2743246" lvl="5" indent="-304805" algn="l" rtl="0">
              <a:spcBef>
                <a:spcPts val="360"/>
              </a:spcBef>
              <a:spcAft>
                <a:spcPts val="0"/>
              </a:spcAft>
              <a:buClr>
                <a:schemeClr val="dk1"/>
              </a:buClr>
              <a:buSzPts val="1200"/>
              <a:buFont typeface="Roboto"/>
              <a:buChar char="•"/>
              <a:defRPr sz="1200">
                <a:latin typeface="Roboto"/>
                <a:ea typeface="Roboto"/>
                <a:cs typeface="Roboto"/>
                <a:sym typeface="Roboto"/>
              </a:defRPr>
            </a:lvl6pPr>
            <a:lvl7pPr marL="3200453" lvl="6" indent="-304805" algn="l" rtl="0">
              <a:spcBef>
                <a:spcPts val="360"/>
              </a:spcBef>
              <a:spcAft>
                <a:spcPts val="0"/>
              </a:spcAft>
              <a:buClr>
                <a:schemeClr val="dk1"/>
              </a:buClr>
              <a:buSzPts val="1200"/>
              <a:buFont typeface="Roboto"/>
              <a:buChar char="•"/>
              <a:defRPr sz="1200">
                <a:latin typeface="Roboto"/>
                <a:ea typeface="Roboto"/>
                <a:cs typeface="Roboto"/>
                <a:sym typeface="Roboto"/>
              </a:defRPr>
            </a:lvl7pPr>
            <a:lvl8pPr marL="3657661" lvl="7" indent="-304805" algn="l" rtl="0">
              <a:spcBef>
                <a:spcPts val="360"/>
              </a:spcBef>
              <a:spcAft>
                <a:spcPts val="0"/>
              </a:spcAft>
              <a:buClr>
                <a:schemeClr val="dk1"/>
              </a:buClr>
              <a:buSzPts val="1200"/>
              <a:buFont typeface="Roboto"/>
              <a:buChar char="•"/>
              <a:defRPr sz="1200">
                <a:latin typeface="Roboto"/>
                <a:ea typeface="Roboto"/>
                <a:cs typeface="Roboto"/>
                <a:sym typeface="Roboto"/>
              </a:defRPr>
            </a:lvl8pPr>
            <a:lvl9pPr marL="4114868" lvl="8" indent="-304805" algn="l" rtl="0">
              <a:spcBef>
                <a:spcPts val="360"/>
              </a:spcBef>
              <a:spcAft>
                <a:spcPts val="0"/>
              </a:spcAft>
              <a:buClr>
                <a:schemeClr val="dk1"/>
              </a:buClr>
              <a:buSzPts val="1200"/>
              <a:buFont typeface="Roboto"/>
              <a:buChar char="•"/>
              <a:defRPr sz="1200">
                <a:latin typeface="Roboto"/>
                <a:ea typeface="Roboto"/>
                <a:cs typeface="Roboto"/>
                <a:sym typeface="Roboto"/>
              </a:defRPr>
            </a:lvl9pPr>
          </a:lstStyle>
          <a:p>
            <a:endParaRPr/>
          </a:p>
        </p:txBody>
      </p:sp>
      <p:sp>
        <p:nvSpPr>
          <p:cNvPr id="543" name="Google Shape;543;p98"/>
          <p:cNvSpPr txBox="1">
            <a:spLocks noGrp="1"/>
          </p:cNvSpPr>
          <p:nvPr>
            <p:ph type="sldNum" idx="12"/>
          </p:nvPr>
        </p:nvSpPr>
        <p:spPr>
          <a:xfrm>
            <a:off x="11438849" y="6400800"/>
            <a:ext cx="294601" cy="228600"/>
          </a:xfrm>
          <a:prstGeom prst="rect">
            <a:avLst/>
          </a:prstGeom>
        </p:spPr>
        <p:txBody>
          <a:bodyPr spcFirstLastPara="1" wrap="square" lIns="0" tIns="0" rIns="0" bIns="0" anchor="b" anchorCtr="0">
            <a:noAutofit/>
          </a:bodyPr>
          <a:lstStyle>
            <a:lvl1pPr lvl="0" rtl="0">
              <a:buNone/>
              <a:defRPr sz="1000">
                <a:solidFill>
                  <a:srgbClr val="000000"/>
                </a:solidFill>
              </a:defRPr>
            </a:lvl1pPr>
            <a:lvl2pPr lvl="1" rtl="0">
              <a:buNone/>
              <a:defRPr sz="1000">
                <a:solidFill>
                  <a:srgbClr val="000000"/>
                </a:solidFill>
              </a:defRPr>
            </a:lvl2pPr>
            <a:lvl3pPr lvl="2" rtl="0">
              <a:buNone/>
              <a:defRPr sz="1000">
                <a:solidFill>
                  <a:srgbClr val="000000"/>
                </a:solidFill>
              </a:defRPr>
            </a:lvl3pPr>
            <a:lvl4pPr lvl="3" rtl="0">
              <a:buNone/>
              <a:defRPr sz="1000">
                <a:solidFill>
                  <a:srgbClr val="000000"/>
                </a:solidFill>
              </a:defRPr>
            </a:lvl4pPr>
            <a:lvl5pPr lvl="4" rtl="0">
              <a:buNone/>
              <a:defRPr sz="1000">
                <a:solidFill>
                  <a:srgbClr val="000000"/>
                </a:solidFill>
              </a:defRPr>
            </a:lvl5pPr>
            <a:lvl6pPr lvl="5" rtl="0">
              <a:buNone/>
              <a:defRPr sz="1000">
                <a:solidFill>
                  <a:srgbClr val="000000"/>
                </a:solidFill>
              </a:defRPr>
            </a:lvl6pPr>
            <a:lvl7pPr lvl="6" rtl="0">
              <a:buNone/>
              <a:defRPr sz="1000">
                <a:solidFill>
                  <a:srgbClr val="000000"/>
                </a:solidFill>
              </a:defRPr>
            </a:lvl7pPr>
            <a:lvl8pPr lvl="7" rtl="0">
              <a:buNone/>
              <a:defRPr sz="1000">
                <a:solidFill>
                  <a:srgbClr val="000000"/>
                </a:solidFill>
              </a:defRPr>
            </a:lvl8pPr>
            <a:lvl9pPr lvl="8" rtl="0">
              <a:buNone/>
              <a:defRPr sz="1000">
                <a:solidFill>
                  <a:srgbClr val="000000"/>
                </a:solidFill>
              </a:defRPr>
            </a:lvl9pPr>
          </a:lstStyle>
          <a:p>
            <a:fld id="{00000000-1234-1234-1234-123412341234}" type="slidenum">
              <a:rPr lang="en" smtClean="0"/>
              <a:pPr/>
              <a:t>‹#›</a:t>
            </a:fld>
            <a:endParaRPr lang="en"/>
          </a:p>
        </p:txBody>
      </p:sp>
      <p:sp>
        <p:nvSpPr>
          <p:cNvPr id="545" name="Google Shape;545;p98"/>
          <p:cNvSpPr txBox="1"/>
          <p:nvPr/>
        </p:nvSpPr>
        <p:spPr>
          <a:xfrm>
            <a:off x="8194350" y="6400800"/>
            <a:ext cx="3244500" cy="228600"/>
          </a:xfrm>
          <a:prstGeom prst="rect">
            <a:avLst/>
          </a:prstGeom>
          <a:noFill/>
          <a:ln>
            <a:noFill/>
          </a:ln>
        </p:spPr>
        <p:txBody>
          <a:bodyPr spcFirstLastPara="1" wrap="square" lIns="91426" tIns="91426" rIns="91426" bIns="91426" anchor="t" anchorCtr="0">
            <a:noAutofit/>
          </a:bodyPr>
          <a:lstStyle/>
          <a:p>
            <a:pPr marL="0" lvl="0" indent="0" algn="r" rtl="0">
              <a:spcBef>
                <a:spcPts val="0"/>
              </a:spcBef>
              <a:spcAft>
                <a:spcPts val="0"/>
              </a:spcAft>
              <a:buNone/>
            </a:pPr>
            <a:endParaRPr sz="1000" dirty="0">
              <a:solidFill>
                <a:schemeClr val="dk1"/>
              </a:solidFill>
              <a:latin typeface="Roboto"/>
              <a:ea typeface="Roboto"/>
              <a:cs typeface="Roboto"/>
              <a:sym typeface="Roboto"/>
            </a:endParaRPr>
          </a:p>
        </p:txBody>
      </p:sp>
    </p:spTree>
  </p:cSld>
  <p:clrMapOvr>
    <a:masterClrMapping/>
  </p:clrMapOvr>
  <mc:AlternateContent xmlns:mc="http://schemas.openxmlformats.org/markup-compatibility/2006" xmlns:p14="http://schemas.microsoft.com/office/powerpoint/2010/main">
    <mc:Choice Requires="p14">
      <p:transition p14:dur="250">
        <p:fade/>
      </p:transition>
    </mc:Choice>
    <mc:Fallback xmlns:ahyp="http://schemas.microsoft.com/office/drawing/2018/hyperlinkcolor" xmlns:p15="http://schemas.microsoft.com/office/powerpoint/2012/main" xmlns:com="http://schemas.openxmlformats.org/drawingml/2006/compatibility" xmlns:pvml="urn:schemas-microsoft-com:office:powerpoint" xmlns:v="urn:schemas-microsoft-com:vml" xmlns:o="urn:schemas-microsoft-com:office:office" xmlns:dgm="http://schemas.openxmlformats.org/drawingml/2006/diagram" xmlns:c="http://schemas.openxmlformats.org/drawingml/2006/chart" xmlns:mv="urn:schemas-microsoft-com:mac:vml" xmlns="">
      <p:transition>
        <p:fade/>
      </p:transition>
    </mc:Fallback>
  </mc:AlternateContent>
  <p:extLst>
    <p:ext uri="{DCECCB84-F9BA-43D5-87BE-67443E8EF086}">
      <p15:sldGuideLst xmlns:p15="http://schemas.microsoft.com/office/powerpoint/2012/main">
        <p15:guide id="1" orient="horz" pos="1872" userDrawn="1">
          <p15:clr>
            <a:srgbClr val="FA7B17"/>
          </p15:clr>
        </p15:guide>
        <p15:guide id="2" pos="5615" userDrawn="1">
          <p15:clr>
            <a:srgbClr val="FA7B17"/>
          </p15:clr>
        </p15:guide>
      </p15:sldGuideLst>
    </p:ext>
  </p:extLst>
</p:sldLayout>
</file>

<file path=ppt/slideLayouts/slideLayout94.xml><?xml version="1.0" encoding="utf-8"?>
<p:sldLayout xmlns:a="http://schemas.openxmlformats.org/drawingml/2006/main" xmlns:r="http://schemas.openxmlformats.org/officeDocument/2006/relationships" xmlns:p="http://schemas.openxmlformats.org/presentationml/2006/main" matchingName="WHITE 2Col Title | Text">
  <p:cSld name="WHITE 2Col Title | Text">
    <p:spTree>
      <p:nvGrpSpPr>
        <p:cNvPr id="1" name="Shape 546"/>
        <p:cNvGrpSpPr/>
        <p:nvPr/>
      </p:nvGrpSpPr>
      <p:grpSpPr>
        <a:xfrm>
          <a:off x="0" y="0"/>
          <a:ext cx="0" cy="0"/>
          <a:chOff x="0" y="0"/>
          <a:chExt cx="0" cy="0"/>
        </a:xfrm>
      </p:grpSpPr>
      <p:sp>
        <p:nvSpPr>
          <p:cNvPr id="547" name="Google Shape;547;p99"/>
          <p:cNvSpPr txBox="1">
            <a:spLocks noGrp="1"/>
          </p:cNvSpPr>
          <p:nvPr>
            <p:ph type="title"/>
          </p:nvPr>
        </p:nvSpPr>
        <p:spPr>
          <a:xfrm>
            <a:off x="455617" y="460683"/>
            <a:ext cx="8915400" cy="524400"/>
          </a:xfrm>
          <a:prstGeom prst="rect">
            <a:avLst/>
          </a:prstGeom>
          <a:noFill/>
          <a:ln>
            <a:noFill/>
          </a:ln>
        </p:spPr>
        <p:txBody>
          <a:bodyPr spcFirstLastPara="1" wrap="square" lIns="0" tIns="0" rIns="0" bIns="0" anchor="t" anchorCtr="0">
            <a:noAutofit/>
          </a:bodyPr>
          <a:lstStyle>
            <a:lvl1pPr lvl="0" algn="l" rtl="0">
              <a:lnSpc>
                <a:spcPct val="80000"/>
              </a:lnSpc>
              <a:spcBef>
                <a:spcPts val="0"/>
              </a:spcBef>
              <a:spcAft>
                <a:spcPts val="0"/>
              </a:spcAft>
              <a:buClr>
                <a:schemeClr val="dk1"/>
              </a:buClr>
              <a:buSzPts val="3200"/>
              <a:buFont typeface="Roboto Medium"/>
              <a:buNone/>
              <a:defRPr b="0"/>
            </a:lvl1pPr>
            <a:lvl2pPr lvl="1" rtl="0">
              <a:spcBef>
                <a:spcPts val="0"/>
              </a:spcBef>
              <a:spcAft>
                <a:spcPts val="0"/>
              </a:spcAft>
              <a:buSzPts val="1400"/>
              <a:buNone/>
              <a:defRPr/>
            </a:lvl2pPr>
            <a:lvl3pPr lvl="2" rtl="0">
              <a:spcBef>
                <a:spcPts val="0"/>
              </a:spcBef>
              <a:spcAft>
                <a:spcPts val="0"/>
              </a:spcAft>
              <a:buSzPts val="1400"/>
              <a:buNone/>
              <a:defRPr/>
            </a:lvl3pPr>
            <a:lvl4pPr lvl="3" rtl="0">
              <a:spcBef>
                <a:spcPts val="0"/>
              </a:spcBef>
              <a:spcAft>
                <a:spcPts val="0"/>
              </a:spcAft>
              <a:buSzPts val="1400"/>
              <a:buNone/>
              <a:defRPr/>
            </a:lvl4pPr>
            <a:lvl5pPr lvl="4" rtl="0">
              <a:spcBef>
                <a:spcPts val="0"/>
              </a:spcBef>
              <a:spcAft>
                <a:spcPts val="0"/>
              </a:spcAft>
              <a:buSzPts val="1400"/>
              <a:buNone/>
              <a:defRPr/>
            </a:lvl5pPr>
            <a:lvl6pPr lvl="5" rtl="0">
              <a:spcBef>
                <a:spcPts val="0"/>
              </a:spcBef>
              <a:spcAft>
                <a:spcPts val="0"/>
              </a:spcAft>
              <a:buSzPts val="1400"/>
              <a:buNone/>
              <a:defRPr/>
            </a:lvl6pPr>
            <a:lvl7pPr lvl="6" rtl="0">
              <a:spcBef>
                <a:spcPts val="0"/>
              </a:spcBef>
              <a:spcAft>
                <a:spcPts val="0"/>
              </a:spcAft>
              <a:buSzPts val="1400"/>
              <a:buNone/>
              <a:defRPr/>
            </a:lvl7pPr>
            <a:lvl8pPr lvl="7" rtl="0">
              <a:spcBef>
                <a:spcPts val="0"/>
              </a:spcBef>
              <a:spcAft>
                <a:spcPts val="0"/>
              </a:spcAft>
              <a:buSzPts val="1400"/>
              <a:buNone/>
              <a:defRPr/>
            </a:lvl8pPr>
            <a:lvl9pPr lvl="8" rtl="0">
              <a:spcBef>
                <a:spcPts val="0"/>
              </a:spcBef>
              <a:spcAft>
                <a:spcPts val="0"/>
              </a:spcAft>
              <a:buSzPts val="1400"/>
              <a:buNone/>
              <a:defRPr/>
            </a:lvl9pPr>
          </a:lstStyle>
          <a:p>
            <a:endParaRPr/>
          </a:p>
        </p:txBody>
      </p:sp>
      <p:sp>
        <p:nvSpPr>
          <p:cNvPr id="548" name="Google Shape;548;p99"/>
          <p:cNvSpPr txBox="1">
            <a:spLocks noGrp="1"/>
          </p:cNvSpPr>
          <p:nvPr>
            <p:ph type="body" idx="1"/>
          </p:nvPr>
        </p:nvSpPr>
        <p:spPr>
          <a:xfrm>
            <a:off x="455625" y="2686375"/>
            <a:ext cx="5486400" cy="3257100"/>
          </a:xfrm>
          <a:prstGeom prst="rect">
            <a:avLst/>
          </a:prstGeom>
          <a:noFill/>
          <a:ln>
            <a:noFill/>
          </a:ln>
        </p:spPr>
        <p:txBody>
          <a:bodyPr spcFirstLastPara="1" wrap="square" lIns="0" tIns="0" rIns="0" bIns="0" anchor="t" anchorCtr="0">
            <a:noAutofit/>
          </a:bodyPr>
          <a:lstStyle>
            <a:lvl1pPr marL="457207" lvl="0" indent="-228604" algn="l" rtl="0">
              <a:spcBef>
                <a:spcPts val="1800"/>
              </a:spcBef>
              <a:spcAft>
                <a:spcPts val="0"/>
              </a:spcAft>
              <a:buClr>
                <a:schemeClr val="dk1"/>
              </a:buClr>
              <a:buSzPts val="2000"/>
              <a:buFont typeface="Roboto"/>
              <a:buNone/>
              <a:defRPr b="0" i="0">
                <a:latin typeface="Roboto"/>
                <a:ea typeface="Roboto"/>
                <a:cs typeface="Roboto"/>
                <a:sym typeface="Roboto"/>
              </a:defRPr>
            </a:lvl1pPr>
            <a:lvl2pPr marL="914415" lvl="1" indent="-342906" algn="l" rtl="0">
              <a:spcBef>
                <a:spcPts val="600"/>
              </a:spcBef>
              <a:spcAft>
                <a:spcPts val="0"/>
              </a:spcAft>
              <a:buClr>
                <a:schemeClr val="dk1"/>
              </a:buClr>
              <a:buSzPts val="1800"/>
              <a:buChar char="•"/>
              <a:defRPr b="0" i="0">
                <a:latin typeface="Roboto"/>
                <a:ea typeface="Roboto"/>
                <a:cs typeface="Roboto"/>
                <a:sym typeface="Roboto"/>
              </a:defRPr>
            </a:lvl2pPr>
            <a:lvl3pPr marL="1371622" lvl="2" indent="-330205" algn="l" rtl="0">
              <a:spcBef>
                <a:spcPts val="600"/>
              </a:spcBef>
              <a:spcAft>
                <a:spcPts val="0"/>
              </a:spcAft>
              <a:buClr>
                <a:schemeClr val="dk1"/>
              </a:buClr>
              <a:buSzPts val="1600"/>
              <a:buChar char="−"/>
              <a:defRPr b="0" i="0">
                <a:latin typeface="Roboto"/>
                <a:ea typeface="Roboto"/>
                <a:cs typeface="Roboto"/>
                <a:sym typeface="Roboto"/>
              </a:defRPr>
            </a:lvl3pPr>
            <a:lvl4pPr marL="1828831" lvl="3" indent="-317506" algn="l" rtl="0">
              <a:spcBef>
                <a:spcPts val="300"/>
              </a:spcBef>
              <a:spcAft>
                <a:spcPts val="0"/>
              </a:spcAft>
              <a:buClr>
                <a:schemeClr val="dk1"/>
              </a:buClr>
              <a:buSzPts val="1400"/>
              <a:buChar char="•"/>
              <a:defRPr b="0" i="0">
                <a:latin typeface="Roboto"/>
                <a:ea typeface="Roboto"/>
                <a:cs typeface="Roboto"/>
                <a:sym typeface="Roboto"/>
              </a:defRPr>
            </a:lvl4pPr>
            <a:lvl5pPr marL="2286038" lvl="4" indent="-304805" algn="l" rtl="0">
              <a:spcBef>
                <a:spcPts val="300"/>
              </a:spcBef>
              <a:spcAft>
                <a:spcPts val="0"/>
              </a:spcAft>
              <a:buClr>
                <a:schemeClr val="dk1"/>
              </a:buClr>
              <a:buSzPts val="1200"/>
              <a:buChar char="−"/>
              <a:defRPr b="0" i="0">
                <a:latin typeface="Roboto"/>
                <a:ea typeface="Roboto"/>
                <a:cs typeface="Roboto"/>
                <a:sym typeface="Roboto"/>
              </a:defRPr>
            </a:lvl5pPr>
            <a:lvl6pPr marL="2743246" lvl="5" indent="-304805" algn="l" rtl="0">
              <a:spcBef>
                <a:spcPts val="360"/>
              </a:spcBef>
              <a:spcAft>
                <a:spcPts val="0"/>
              </a:spcAft>
              <a:buClr>
                <a:schemeClr val="dk1"/>
              </a:buClr>
              <a:buSzPts val="1200"/>
              <a:buFont typeface="Roboto"/>
              <a:buChar char="•"/>
              <a:defRPr sz="1200">
                <a:latin typeface="Roboto"/>
                <a:ea typeface="Roboto"/>
                <a:cs typeface="Roboto"/>
                <a:sym typeface="Roboto"/>
              </a:defRPr>
            </a:lvl6pPr>
            <a:lvl7pPr marL="3200453" lvl="6" indent="-304805" algn="l" rtl="0">
              <a:spcBef>
                <a:spcPts val="360"/>
              </a:spcBef>
              <a:spcAft>
                <a:spcPts val="0"/>
              </a:spcAft>
              <a:buClr>
                <a:schemeClr val="dk1"/>
              </a:buClr>
              <a:buSzPts val="1200"/>
              <a:buFont typeface="Roboto"/>
              <a:buChar char="•"/>
              <a:defRPr sz="1200">
                <a:latin typeface="Roboto"/>
                <a:ea typeface="Roboto"/>
                <a:cs typeface="Roboto"/>
                <a:sym typeface="Roboto"/>
              </a:defRPr>
            </a:lvl7pPr>
            <a:lvl8pPr marL="3657661" lvl="7" indent="-304805" algn="l" rtl="0">
              <a:spcBef>
                <a:spcPts val="360"/>
              </a:spcBef>
              <a:spcAft>
                <a:spcPts val="0"/>
              </a:spcAft>
              <a:buClr>
                <a:schemeClr val="dk1"/>
              </a:buClr>
              <a:buSzPts val="1200"/>
              <a:buFont typeface="Roboto"/>
              <a:buChar char="•"/>
              <a:defRPr sz="1200">
                <a:latin typeface="Roboto"/>
                <a:ea typeface="Roboto"/>
                <a:cs typeface="Roboto"/>
                <a:sym typeface="Roboto"/>
              </a:defRPr>
            </a:lvl8pPr>
            <a:lvl9pPr marL="4114868" lvl="8" indent="-304805" algn="l" rtl="0">
              <a:spcBef>
                <a:spcPts val="360"/>
              </a:spcBef>
              <a:spcAft>
                <a:spcPts val="0"/>
              </a:spcAft>
              <a:buClr>
                <a:schemeClr val="dk1"/>
              </a:buClr>
              <a:buSzPts val="1200"/>
              <a:buFont typeface="Roboto"/>
              <a:buChar char="•"/>
              <a:defRPr sz="1200">
                <a:latin typeface="Roboto"/>
                <a:ea typeface="Roboto"/>
                <a:cs typeface="Roboto"/>
                <a:sym typeface="Roboto"/>
              </a:defRPr>
            </a:lvl9pPr>
          </a:lstStyle>
          <a:p>
            <a:endParaRPr/>
          </a:p>
        </p:txBody>
      </p:sp>
      <p:sp>
        <p:nvSpPr>
          <p:cNvPr id="549" name="Google Shape;549;p99"/>
          <p:cNvSpPr txBox="1">
            <a:spLocks noGrp="1"/>
          </p:cNvSpPr>
          <p:nvPr>
            <p:ph type="body" idx="2"/>
          </p:nvPr>
        </p:nvSpPr>
        <p:spPr>
          <a:xfrm>
            <a:off x="6246950" y="2686375"/>
            <a:ext cx="5486400" cy="3257100"/>
          </a:xfrm>
          <a:prstGeom prst="rect">
            <a:avLst/>
          </a:prstGeom>
          <a:noFill/>
          <a:ln>
            <a:noFill/>
          </a:ln>
        </p:spPr>
        <p:txBody>
          <a:bodyPr spcFirstLastPara="1" wrap="square" lIns="0" tIns="0" rIns="0" bIns="0" anchor="t" anchorCtr="0">
            <a:noAutofit/>
          </a:bodyPr>
          <a:lstStyle>
            <a:lvl1pPr marL="457207" lvl="0" indent="-228604" algn="l" rtl="0">
              <a:spcBef>
                <a:spcPts val="1800"/>
              </a:spcBef>
              <a:spcAft>
                <a:spcPts val="0"/>
              </a:spcAft>
              <a:buClr>
                <a:schemeClr val="dk1"/>
              </a:buClr>
              <a:buSzPts val="2000"/>
              <a:buFont typeface="Roboto"/>
              <a:buNone/>
              <a:defRPr b="0" i="0">
                <a:latin typeface="Roboto"/>
                <a:ea typeface="Roboto"/>
                <a:cs typeface="Roboto"/>
                <a:sym typeface="Roboto"/>
              </a:defRPr>
            </a:lvl1pPr>
            <a:lvl2pPr marL="914415" lvl="1" indent="-342906" algn="l" rtl="0">
              <a:spcBef>
                <a:spcPts val="600"/>
              </a:spcBef>
              <a:spcAft>
                <a:spcPts val="0"/>
              </a:spcAft>
              <a:buClr>
                <a:schemeClr val="dk1"/>
              </a:buClr>
              <a:buSzPts val="1800"/>
              <a:buChar char="•"/>
              <a:defRPr b="0" i="0">
                <a:latin typeface="Roboto"/>
                <a:ea typeface="Roboto"/>
                <a:cs typeface="Roboto"/>
                <a:sym typeface="Roboto"/>
              </a:defRPr>
            </a:lvl2pPr>
            <a:lvl3pPr marL="1371622" lvl="2" indent="-330205" algn="l" rtl="0">
              <a:spcBef>
                <a:spcPts val="600"/>
              </a:spcBef>
              <a:spcAft>
                <a:spcPts val="0"/>
              </a:spcAft>
              <a:buClr>
                <a:schemeClr val="dk1"/>
              </a:buClr>
              <a:buSzPts val="1600"/>
              <a:buChar char="−"/>
              <a:defRPr b="0" i="0">
                <a:latin typeface="Roboto"/>
                <a:ea typeface="Roboto"/>
                <a:cs typeface="Roboto"/>
                <a:sym typeface="Roboto"/>
              </a:defRPr>
            </a:lvl3pPr>
            <a:lvl4pPr marL="1828831" lvl="3" indent="-317506" algn="l" rtl="0">
              <a:spcBef>
                <a:spcPts val="300"/>
              </a:spcBef>
              <a:spcAft>
                <a:spcPts val="0"/>
              </a:spcAft>
              <a:buClr>
                <a:schemeClr val="dk1"/>
              </a:buClr>
              <a:buSzPts val="1400"/>
              <a:buChar char="•"/>
              <a:defRPr b="0" i="0">
                <a:latin typeface="Roboto"/>
                <a:ea typeface="Roboto"/>
                <a:cs typeface="Roboto"/>
                <a:sym typeface="Roboto"/>
              </a:defRPr>
            </a:lvl4pPr>
            <a:lvl5pPr marL="2286038" lvl="4" indent="-304805" algn="l" rtl="0">
              <a:spcBef>
                <a:spcPts val="300"/>
              </a:spcBef>
              <a:spcAft>
                <a:spcPts val="0"/>
              </a:spcAft>
              <a:buClr>
                <a:schemeClr val="dk1"/>
              </a:buClr>
              <a:buSzPts val="1200"/>
              <a:buChar char="−"/>
              <a:defRPr b="0" i="0">
                <a:latin typeface="Roboto"/>
                <a:ea typeface="Roboto"/>
                <a:cs typeface="Roboto"/>
                <a:sym typeface="Roboto"/>
              </a:defRPr>
            </a:lvl5pPr>
            <a:lvl6pPr marL="2743246" lvl="5" indent="-304805" algn="l" rtl="0">
              <a:spcBef>
                <a:spcPts val="360"/>
              </a:spcBef>
              <a:spcAft>
                <a:spcPts val="0"/>
              </a:spcAft>
              <a:buClr>
                <a:schemeClr val="dk1"/>
              </a:buClr>
              <a:buSzPts val="1200"/>
              <a:buFont typeface="Roboto"/>
              <a:buChar char="•"/>
              <a:defRPr sz="1200">
                <a:latin typeface="Roboto"/>
                <a:ea typeface="Roboto"/>
                <a:cs typeface="Roboto"/>
                <a:sym typeface="Roboto"/>
              </a:defRPr>
            </a:lvl6pPr>
            <a:lvl7pPr marL="3200453" lvl="6" indent="-304805" algn="l" rtl="0">
              <a:spcBef>
                <a:spcPts val="360"/>
              </a:spcBef>
              <a:spcAft>
                <a:spcPts val="0"/>
              </a:spcAft>
              <a:buClr>
                <a:schemeClr val="dk1"/>
              </a:buClr>
              <a:buSzPts val="1200"/>
              <a:buFont typeface="Roboto"/>
              <a:buChar char="•"/>
              <a:defRPr sz="1200">
                <a:latin typeface="Roboto"/>
                <a:ea typeface="Roboto"/>
                <a:cs typeface="Roboto"/>
                <a:sym typeface="Roboto"/>
              </a:defRPr>
            </a:lvl7pPr>
            <a:lvl8pPr marL="3657661" lvl="7" indent="-304805" algn="l" rtl="0">
              <a:spcBef>
                <a:spcPts val="360"/>
              </a:spcBef>
              <a:spcAft>
                <a:spcPts val="0"/>
              </a:spcAft>
              <a:buClr>
                <a:schemeClr val="dk1"/>
              </a:buClr>
              <a:buSzPts val="1200"/>
              <a:buFont typeface="Roboto"/>
              <a:buChar char="•"/>
              <a:defRPr sz="1200">
                <a:latin typeface="Roboto"/>
                <a:ea typeface="Roboto"/>
                <a:cs typeface="Roboto"/>
                <a:sym typeface="Roboto"/>
              </a:defRPr>
            </a:lvl8pPr>
            <a:lvl9pPr marL="4114868" lvl="8" indent="-304805" algn="l" rtl="0">
              <a:spcBef>
                <a:spcPts val="360"/>
              </a:spcBef>
              <a:spcAft>
                <a:spcPts val="0"/>
              </a:spcAft>
              <a:buClr>
                <a:schemeClr val="dk1"/>
              </a:buClr>
              <a:buSzPts val="1200"/>
              <a:buFont typeface="Roboto"/>
              <a:buChar char="•"/>
              <a:defRPr sz="1200">
                <a:latin typeface="Roboto"/>
                <a:ea typeface="Roboto"/>
                <a:cs typeface="Roboto"/>
                <a:sym typeface="Roboto"/>
              </a:defRPr>
            </a:lvl9pPr>
          </a:lstStyle>
          <a:p>
            <a:endParaRPr/>
          </a:p>
        </p:txBody>
      </p:sp>
      <p:sp>
        <p:nvSpPr>
          <p:cNvPr id="550" name="Google Shape;550;p99"/>
          <p:cNvSpPr txBox="1">
            <a:spLocks noGrp="1"/>
          </p:cNvSpPr>
          <p:nvPr>
            <p:ph type="sldNum" idx="12"/>
          </p:nvPr>
        </p:nvSpPr>
        <p:spPr>
          <a:xfrm>
            <a:off x="11438849" y="6400800"/>
            <a:ext cx="294601" cy="228600"/>
          </a:xfrm>
          <a:prstGeom prst="rect">
            <a:avLst/>
          </a:prstGeom>
        </p:spPr>
        <p:txBody>
          <a:bodyPr spcFirstLastPara="1" wrap="square" lIns="0" tIns="0" rIns="0" bIns="0" anchor="b" anchorCtr="0">
            <a:noAutofit/>
          </a:bodyPr>
          <a:lstStyle>
            <a:lvl1pPr lvl="0" rtl="0">
              <a:buNone/>
              <a:defRPr sz="1000">
                <a:solidFill>
                  <a:srgbClr val="000000"/>
                </a:solidFill>
              </a:defRPr>
            </a:lvl1pPr>
            <a:lvl2pPr lvl="1" rtl="0">
              <a:buNone/>
              <a:defRPr sz="1000">
                <a:solidFill>
                  <a:srgbClr val="000000"/>
                </a:solidFill>
              </a:defRPr>
            </a:lvl2pPr>
            <a:lvl3pPr lvl="2" rtl="0">
              <a:buNone/>
              <a:defRPr sz="1000">
                <a:solidFill>
                  <a:srgbClr val="000000"/>
                </a:solidFill>
              </a:defRPr>
            </a:lvl3pPr>
            <a:lvl4pPr lvl="3" rtl="0">
              <a:buNone/>
              <a:defRPr sz="1000">
                <a:solidFill>
                  <a:srgbClr val="000000"/>
                </a:solidFill>
              </a:defRPr>
            </a:lvl4pPr>
            <a:lvl5pPr lvl="4" rtl="0">
              <a:buNone/>
              <a:defRPr sz="1000">
                <a:solidFill>
                  <a:srgbClr val="000000"/>
                </a:solidFill>
              </a:defRPr>
            </a:lvl5pPr>
            <a:lvl6pPr lvl="5" rtl="0">
              <a:buNone/>
              <a:defRPr sz="1000">
                <a:solidFill>
                  <a:srgbClr val="000000"/>
                </a:solidFill>
              </a:defRPr>
            </a:lvl6pPr>
            <a:lvl7pPr lvl="6" rtl="0">
              <a:buNone/>
              <a:defRPr sz="1000">
                <a:solidFill>
                  <a:srgbClr val="000000"/>
                </a:solidFill>
              </a:defRPr>
            </a:lvl7pPr>
            <a:lvl8pPr lvl="7" rtl="0">
              <a:buNone/>
              <a:defRPr sz="1000">
                <a:solidFill>
                  <a:srgbClr val="000000"/>
                </a:solidFill>
              </a:defRPr>
            </a:lvl8pPr>
            <a:lvl9pPr lvl="8" rtl="0">
              <a:buNone/>
              <a:defRPr sz="1000">
                <a:solidFill>
                  <a:srgbClr val="000000"/>
                </a:solidFill>
              </a:defRPr>
            </a:lvl9pPr>
          </a:lstStyle>
          <a:p>
            <a:fld id="{00000000-1234-1234-1234-123412341234}" type="slidenum">
              <a:rPr lang="en" smtClean="0"/>
              <a:pPr/>
              <a:t>‹#›</a:t>
            </a:fld>
            <a:endParaRPr lang="en"/>
          </a:p>
        </p:txBody>
      </p:sp>
      <p:pic>
        <p:nvPicPr>
          <p:cNvPr id="551" name="Google Shape;551;p99"/>
          <p:cNvPicPr preferRelativeResize="0"/>
          <p:nvPr/>
        </p:nvPicPr>
        <p:blipFill>
          <a:blip r:embed="rId2">
            <a:alphaModFix/>
          </a:blip>
          <a:stretch>
            <a:fillRect/>
          </a:stretch>
        </p:blipFill>
        <p:spPr>
          <a:xfrm>
            <a:off x="455626" y="6262542"/>
            <a:ext cx="685801" cy="352697"/>
          </a:xfrm>
          <a:prstGeom prst="rect">
            <a:avLst/>
          </a:prstGeom>
          <a:noFill/>
          <a:ln>
            <a:noFill/>
          </a:ln>
        </p:spPr>
      </p:pic>
      <p:sp>
        <p:nvSpPr>
          <p:cNvPr id="552" name="Google Shape;552;p99"/>
          <p:cNvSpPr txBox="1"/>
          <p:nvPr/>
        </p:nvSpPr>
        <p:spPr>
          <a:xfrm>
            <a:off x="8194350" y="6400800"/>
            <a:ext cx="3244500" cy="228600"/>
          </a:xfrm>
          <a:prstGeom prst="rect">
            <a:avLst/>
          </a:prstGeom>
          <a:noFill/>
          <a:ln>
            <a:noFill/>
          </a:ln>
        </p:spPr>
        <p:txBody>
          <a:bodyPr spcFirstLastPara="1" wrap="square" lIns="91426" tIns="91426" rIns="91426" bIns="91426" anchor="t" anchorCtr="0">
            <a:noAutofit/>
          </a:bodyPr>
          <a:lstStyle/>
          <a:p>
            <a:pPr marL="0" lvl="0" indent="0" algn="r" rtl="0">
              <a:spcBef>
                <a:spcPts val="0"/>
              </a:spcBef>
              <a:spcAft>
                <a:spcPts val="0"/>
              </a:spcAft>
              <a:buNone/>
            </a:pPr>
            <a:r>
              <a:rPr lang="en" sz="1000">
                <a:solidFill>
                  <a:schemeClr val="dk1"/>
                </a:solidFill>
                <a:latin typeface="Roboto"/>
                <a:ea typeface="Roboto"/>
                <a:cs typeface="Roboto"/>
                <a:sym typeface="Roboto"/>
              </a:rPr>
              <a:t>Proprietary &amp; Confidential - For Internal Use Only</a:t>
            </a:r>
            <a:endParaRPr sz="1000">
              <a:solidFill>
                <a:schemeClr val="dk1"/>
              </a:solidFill>
              <a:latin typeface="Roboto"/>
              <a:ea typeface="Roboto"/>
              <a:cs typeface="Roboto"/>
              <a:sym typeface="Roboto"/>
            </a:endParaRPr>
          </a:p>
        </p:txBody>
      </p:sp>
    </p:spTree>
  </p:cSld>
  <p:clrMapOvr>
    <a:masterClrMapping/>
  </p:clrMapOvr>
  <mc:AlternateContent xmlns:mc="http://schemas.openxmlformats.org/markup-compatibility/2006" xmlns:p14="http://schemas.microsoft.com/office/powerpoint/2010/main">
    <mc:Choice Requires="p14">
      <p:transition p14:dur="250">
        <p:fade/>
      </p:transition>
    </mc:Choice>
    <mc:Fallback xmlns:ahyp="http://schemas.microsoft.com/office/drawing/2018/hyperlinkcolor" xmlns:p15="http://schemas.microsoft.com/office/powerpoint/2012/main" xmlns:com="http://schemas.openxmlformats.org/drawingml/2006/compatibility" xmlns:pvml="urn:schemas-microsoft-com:office:powerpoint" xmlns:v="urn:schemas-microsoft-com:vml" xmlns:o="urn:schemas-microsoft-com:office:office" xmlns:dgm="http://schemas.openxmlformats.org/drawingml/2006/diagram" xmlns:c="http://schemas.openxmlformats.org/drawingml/2006/chart" xmlns:mv="urn:schemas-microsoft-com:mac:vml" xmlns="">
      <p:transition>
        <p:fade/>
      </p:transition>
    </mc:Fallback>
  </mc:AlternateContent>
</p:sldLayout>
</file>

<file path=ppt/slideLayouts/slideLayout95.xml><?xml version="1.0" encoding="utf-8"?>
<p:sldLayout xmlns:a="http://schemas.openxmlformats.org/drawingml/2006/main" xmlns:r="http://schemas.openxmlformats.org/officeDocument/2006/relationships" xmlns:p="http://schemas.openxmlformats.org/presentationml/2006/main" matchingName="WHITE 1Col Title | Text | Small Image">
  <p:cSld name="WHITE 1Col Title | Text | Small Image">
    <p:spTree>
      <p:nvGrpSpPr>
        <p:cNvPr id="1" name="Shape 553"/>
        <p:cNvGrpSpPr/>
        <p:nvPr/>
      </p:nvGrpSpPr>
      <p:grpSpPr>
        <a:xfrm>
          <a:off x="0" y="0"/>
          <a:ext cx="0" cy="0"/>
          <a:chOff x="0" y="0"/>
          <a:chExt cx="0" cy="0"/>
        </a:xfrm>
      </p:grpSpPr>
      <p:sp>
        <p:nvSpPr>
          <p:cNvPr id="554" name="Google Shape;554;p100"/>
          <p:cNvSpPr txBox="1">
            <a:spLocks noGrp="1"/>
          </p:cNvSpPr>
          <p:nvPr>
            <p:ph type="title"/>
          </p:nvPr>
        </p:nvSpPr>
        <p:spPr>
          <a:xfrm>
            <a:off x="455617" y="460683"/>
            <a:ext cx="8915400" cy="524400"/>
          </a:xfrm>
          <a:prstGeom prst="rect">
            <a:avLst/>
          </a:prstGeom>
          <a:noFill/>
          <a:ln>
            <a:noFill/>
          </a:ln>
        </p:spPr>
        <p:txBody>
          <a:bodyPr spcFirstLastPara="1" wrap="square" lIns="0" tIns="0" rIns="0" bIns="0" anchor="t" anchorCtr="0">
            <a:noAutofit/>
          </a:bodyPr>
          <a:lstStyle>
            <a:lvl1pPr lvl="0" algn="l" rtl="0">
              <a:lnSpc>
                <a:spcPct val="80000"/>
              </a:lnSpc>
              <a:spcBef>
                <a:spcPts val="0"/>
              </a:spcBef>
              <a:spcAft>
                <a:spcPts val="0"/>
              </a:spcAft>
              <a:buClr>
                <a:schemeClr val="dk1"/>
              </a:buClr>
              <a:buSzPts val="3200"/>
              <a:buFont typeface="Roboto Medium"/>
              <a:buNone/>
              <a:defRPr b="0"/>
            </a:lvl1pPr>
            <a:lvl2pPr lvl="1" rtl="0">
              <a:spcBef>
                <a:spcPts val="0"/>
              </a:spcBef>
              <a:spcAft>
                <a:spcPts val="0"/>
              </a:spcAft>
              <a:buSzPts val="1400"/>
              <a:buNone/>
              <a:defRPr/>
            </a:lvl2pPr>
            <a:lvl3pPr lvl="2" rtl="0">
              <a:spcBef>
                <a:spcPts val="0"/>
              </a:spcBef>
              <a:spcAft>
                <a:spcPts val="0"/>
              </a:spcAft>
              <a:buSzPts val="1400"/>
              <a:buNone/>
              <a:defRPr/>
            </a:lvl3pPr>
            <a:lvl4pPr lvl="3" rtl="0">
              <a:spcBef>
                <a:spcPts val="0"/>
              </a:spcBef>
              <a:spcAft>
                <a:spcPts val="0"/>
              </a:spcAft>
              <a:buSzPts val="1400"/>
              <a:buNone/>
              <a:defRPr/>
            </a:lvl4pPr>
            <a:lvl5pPr lvl="4" rtl="0">
              <a:spcBef>
                <a:spcPts val="0"/>
              </a:spcBef>
              <a:spcAft>
                <a:spcPts val="0"/>
              </a:spcAft>
              <a:buSzPts val="1400"/>
              <a:buNone/>
              <a:defRPr/>
            </a:lvl5pPr>
            <a:lvl6pPr lvl="5" rtl="0">
              <a:spcBef>
                <a:spcPts val="0"/>
              </a:spcBef>
              <a:spcAft>
                <a:spcPts val="0"/>
              </a:spcAft>
              <a:buSzPts val="1400"/>
              <a:buNone/>
              <a:defRPr/>
            </a:lvl6pPr>
            <a:lvl7pPr lvl="6" rtl="0">
              <a:spcBef>
                <a:spcPts val="0"/>
              </a:spcBef>
              <a:spcAft>
                <a:spcPts val="0"/>
              </a:spcAft>
              <a:buSzPts val="1400"/>
              <a:buNone/>
              <a:defRPr/>
            </a:lvl7pPr>
            <a:lvl8pPr lvl="7" rtl="0">
              <a:spcBef>
                <a:spcPts val="0"/>
              </a:spcBef>
              <a:spcAft>
                <a:spcPts val="0"/>
              </a:spcAft>
              <a:buSzPts val="1400"/>
              <a:buNone/>
              <a:defRPr/>
            </a:lvl8pPr>
            <a:lvl9pPr lvl="8" rtl="0">
              <a:spcBef>
                <a:spcPts val="0"/>
              </a:spcBef>
              <a:spcAft>
                <a:spcPts val="0"/>
              </a:spcAft>
              <a:buSzPts val="1400"/>
              <a:buNone/>
              <a:defRPr/>
            </a:lvl9pPr>
          </a:lstStyle>
          <a:p>
            <a:endParaRPr/>
          </a:p>
        </p:txBody>
      </p:sp>
      <p:sp>
        <p:nvSpPr>
          <p:cNvPr id="555" name="Google Shape;555;p100"/>
          <p:cNvSpPr>
            <a:spLocks noGrp="1"/>
          </p:cNvSpPr>
          <p:nvPr>
            <p:ph type="pic" idx="2"/>
          </p:nvPr>
        </p:nvSpPr>
        <p:spPr>
          <a:xfrm>
            <a:off x="7389889" y="1371600"/>
            <a:ext cx="4343401" cy="4572000"/>
          </a:xfrm>
          <a:prstGeom prst="rect">
            <a:avLst/>
          </a:prstGeom>
          <a:solidFill>
            <a:srgbClr val="F2F2F2"/>
          </a:solidFill>
          <a:ln>
            <a:noFill/>
          </a:ln>
        </p:spPr>
        <p:txBody>
          <a:bodyPr spcFirstLastPara="1" wrap="square" lIns="0" tIns="0" rIns="0" bIns="0" anchor="ctr" anchorCtr="0">
            <a:noAutofit/>
          </a:bodyPr>
          <a:lstStyle>
            <a:lvl1pPr marR="0" lvl="0" algn="ctr" rtl="0">
              <a:spcBef>
                <a:spcPts val="1800"/>
              </a:spcBef>
              <a:spcAft>
                <a:spcPts val="0"/>
              </a:spcAft>
              <a:buClr>
                <a:srgbClr val="D8D8D8"/>
              </a:buClr>
              <a:buSzPts val="2000"/>
              <a:buFont typeface="Roboto"/>
              <a:buNone/>
              <a:defRPr sz="2000" b="0" i="0" u="none" strike="noStrike" cap="none">
                <a:solidFill>
                  <a:srgbClr val="D8D8D8"/>
                </a:solidFill>
                <a:latin typeface="Roboto"/>
                <a:ea typeface="Roboto"/>
                <a:cs typeface="Roboto"/>
                <a:sym typeface="Roboto"/>
              </a:defRPr>
            </a:lvl1pPr>
            <a:lvl2pPr marR="0" lvl="1" algn="l" rtl="0">
              <a:spcBef>
                <a:spcPts val="600"/>
              </a:spcBef>
              <a:spcAft>
                <a:spcPts val="0"/>
              </a:spcAft>
              <a:buClr>
                <a:schemeClr val="dk1"/>
              </a:buClr>
              <a:buSzPts val="1800"/>
              <a:buFont typeface="Arial"/>
              <a:buChar char="•"/>
              <a:defRPr sz="1800" b="0" i="0" u="none" strike="noStrike" cap="none">
                <a:solidFill>
                  <a:schemeClr val="dk1"/>
                </a:solidFill>
                <a:latin typeface="Roboto"/>
                <a:ea typeface="Roboto"/>
                <a:cs typeface="Roboto"/>
                <a:sym typeface="Roboto"/>
              </a:defRPr>
            </a:lvl2pPr>
            <a:lvl3pPr marR="0" lvl="2" algn="l" rtl="0">
              <a:spcBef>
                <a:spcPts val="600"/>
              </a:spcBef>
              <a:spcAft>
                <a:spcPts val="0"/>
              </a:spcAft>
              <a:buClr>
                <a:schemeClr val="dk1"/>
              </a:buClr>
              <a:buSzPts val="1600"/>
              <a:buFont typeface="Merriweather Sans"/>
              <a:buChar char="−"/>
              <a:defRPr sz="1600" b="0" i="0" u="none" strike="noStrike" cap="none">
                <a:solidFill>
                  <a:schemeClr val="dk1"/>
                </a:solidFill>
                <a:latin typeface="Roboto"/>
                <a:ea typeface="Roboto"/>
                <a:cs typeface="Roboto"/>
                <a:sym typeface="Roboto"/>
              </a:defRPr>
            </a:lvl3pPr>
            <a:lvl4pPr marR="0" lvl="3" algn="l" rtl="0">
              <a:spcBef>
                <a:spcPts val="300"/>
              </a:spcBef>
              <a:spcAft>
                <a:spcPts val="0"/>
              </a:spcAft>
              <a:buClr>
                <a:schemeClr val="dk1"/>
              </a:buClr>
              <a:buSzPts val="1400"/>
              <a:buFont typeface="Arial"/>
              <a:buChar char="•"/>
              <a:defRPr sz="1400" b="0" i="0" u="none" strike="noStrike" cap="none">
                <a:solidFill>
                  <a:schemeClr val="dk1"/>
                </a:solidFill>
                <a:latin typeface="Roboto"/>
                <a:ea typeface="Roboto"/>
                <a:cs typeface="Roboto"/>
                <a:sym typeface="Roboto"/>
              </a:defRPr>
            </a:lvl4pPr>
            <a:lvl5pPr marR="0" lvl="4" algn="l" rtl="0">
              <a:spcBef>
                <a:spcPts val="300"/>
              </a:spcBef>
              <a:spcAft>
                <a:spcPts val="0"/>
              </a:spcAft>
              <a:buClr>
                <a:schemeClr val="dk1"/>
              </a:buClr>
              <a:buSzPts val="1200"/>
              <a:buFont typeface="Merriweather Sans"/>
              <a:buChar char="−"/>
              <a:defRPr sz="1200" b="0" i="0" u="none" strike="noStrike" cap="none">
                <a:solidFill>
                  <a:schemeClr val="dk1"/>
                </a:solidFill>
                <a:latin typeface="Roboto"/>
                <a:ea typeface="Roboto"/>
                <a:cs typeface="Roboto"/>
                <a:sym typeface="Roboto"/>
              </a:defRPr>
            </a:lvl5pPr>
            <a:lvl6pPr marR="0" lvl="5" algn="l" rtl="0">
              <a:spcBef>
                <a:spcPts val="533"/>
              </a:spcBef>
              <a:spcAft>
                <a:spcPts val="0"/>
              </a:spcAft>
              <a:buClr>
                <a:schemeClr val="dk1"/>
              </a:buClr>
              <a:buSzPts val="2666"/>
              <a:buFont typeface="Arial"/>
              <a:buChar char="•"/>
              <a:defRPr sz="2666" b="0" i="0" u="none" strike="noStrike" cap="none">
                <a:solidFill>
                  <a:schemeClr val="dk1"/>
                </a:solidFill>
                <a:latin typeface="Poppins Medium"/>
                <a:ea typeface="Poppins Medium"/>
                <a:cs typeface="Poppins Medium"/>
                <a:sym typeface="Poppins Medium"/>
              </a:defRPr>
            </a:lvl6pPr>
            <a:lvl7pPr marR="0" lvl="6" algn="l" rtl="0">
              <a:spcBef>
                <a:spcPts val="533"/>
              </a:spcBef>
              <a:spcAft>
                <a:spcPts val="0"/>
              </a:spcAft>
              <a:buClr>
                <a:schemeClr val="dk1"/>
              </a:buClr>
              <a:buSzPts val="2666"/>
              <a:buFont typeface="Arial"/>
              <a:buChar char="•"/>
              <a:defRPr sz="2666" b="0" i="0" u="none" strike="noStrike" cap="none">
                <a:solidFill>
                  <a:schemeClr val="dk1"/>
                </a:solidFill>
                <a:latin typeface="Poppins Medium"/>
                <a:ea typeface="Poppins Medium"/>
                <a:cs typeface="Poppins Medium"/>
                <a:sym typeface="Poppins Medium"/>
              </a:defRPr>
            </a:lvl7pPr>
            <a:lvl8pPr marR="0" lvl="7" algn="l" rtl="0">
              <a:spcBef>
                <a:spcPts val="533"/>
              </a:spcBef>
              <a:spcAft>
                <a:spcPts val="0"/>
              </a:spcAft>
              <a:buClr>
                <a:schemeClr val="dk1"/>
              </a:buClr>
              <a:buSzPts val="2666"/>
              <a:buFont typeface="Arial"/>
              <a:buChar char="•"/>
              <a:defRPr sz="2666" b="0" i="0" u="none" strike="noStrike" cap="none">
                <a:solidFill>
                  <a:schemeClr val="dk1"/>
                </a:solidFill>
                <a:latin typeface="Poppins Medium"/>
                <a:ea typeface="Poppins Medium"/>
                <a:cs typeface="Poppins Medium"/>
                <a:sym typeface="Poppins Medium"/>
              </a:defRPr>
            </a:lvl8pPr>
            <a:lvl9pPr marR="0" lvl="8" algn="l" rtl="0">
              <a:spcBef>
                <a:spcPts val="533"/>
              </a:spcBef>
              <a:spcAft>
                <a:spcPts val="0"/>
              </a:spcAft>
              <a:buClr>
                <a:schemeClr val="dk1"/>
              </a:buClr>
              <a:buSzPts val="2666"/>
              <a:buFont typeface="Arial"/>
              <a:buChar char="•"/>
              <a:defRPr sz="2666" b="0" i="0" u="none" strike="noStrike" cap="none">
                <a:solidFill>
                  <a:schemeClr val="dk1"/>
                </a:solidFill>
                <a:latin typeface="Poppins Medium"/>
                <a:ea typeface="Poppins Medium"/>
                <a:cs typeface="Poppins Medium"/>
                <a:sym typeface="Poppins Medium"/>
              </a:defRPr>
            </a:lvl9pPr>
          </a:lstStyle>
          <a:p>
            <a:endParaRPr/>
          </a:p>
        </p:txBody>
      </p:sp>
      <p:sp>
        <p:nvSpPr>
          <p:cNvPr id="556" name="Google Shape;556;p100"/>
          <p:cNvSpPr txBox="1">
            <a:spLocks noGrp="1"/>
          </p:cNvSpPr>
          <p:nvPr>
            <p:ph type="sldNum" idx="12"/>
          </p:nvPr>
        </p:nvSpPr>
        <p:spPr>
          <a:xfrm>
            <a:off x="11438849" y="6400800"/>
            <a:ext cx="294601" cy="228600"/>
          </a:xfrm>
          <a:prstGeom prst="rect">
            <a:avLst/>
          </a:prstGeom>
        </p:spPr>
        <p:txBody>
          <a:bodyPr spcFirstLastPara="1" wrap="square" lIns="0" tIns="0" rIns="0" bIns="0" anchor="b" anchorCtr="0">
            <a:noAutofit/>
          </a:bodyPr>
          <a:lstStyle>
            <a:lvl1pPr lvl="0" rtl="0">
              <a:buNone/>
              <a:defRPr sz="1000">
                <a:solidFill>
                  <a:srgbClr val="000000"/>
                </a:solidFill>
              </a:defRPr>
            </a:lvl1pPr>
            <a:lvl2pPr lvl="1" rtl="0">
              <a:buNone/>
              <a:defRPr sz="1000">
                <a:solidFill>
                  <a:srgbClr val="000000"/>
                </a:solidFill>
              </a:defRPr>
            </a:lvl2pPr>
            <a:lvl3pPr lvl="2" rtl="0">
              <a:buNone/>
              <a:defRPr sz="1000">
                <a:solidFill>
                  <a:srgbClr val="000000"/>
                </a:solidFill>
              </a:defRPr>
            </a:lvl3pPr>
            <a:lvl4pPr lvl="3" rtl="0">
              <a:buNone/>
              <a:defRPr sz="1000">
                <a:solidFill>
                  <a:srgbClr val="000000"/>
                </a:solidFill>
              </a:defRPr>
            </a:lvl4pPr>
            <a:lvl5pPr lvl="4" rtl="0">
              <a:buNone/>
              <a:defRPr sz="1000">
                <a:solidFill>
                  <a:srgbClr val="000000"/>
                </a:solidFill>
              </a:defRPr>
            </a:lvl5pPr>
            <a:lvl6pPr lvl="5" rtl="0">
              <a:buNone/>
              <a:defRPr sz="1000">
                <a:solidFill>
                  <a:srgbClr val="000000"/>
                </a:solidFill>
              </a:defRPr>
            </a:lvl6pPr>
            <a:lvl7pPr lvl="6" rtl="0">
              <a:buNone/>
              <a:defRPr sz="1000">
                <a:solidFill>
                  <a:srgbClr val="000000"/>
                </a:solidFill>
              </a:defRPr>
            </a:lvl7pPr>
            <a:lvl8pPr lvl="7" rtl="0">
              <a:buNone/>
              <a:defRPr sz="1000">
                <a:solidFill>
                  <a:srgbClr val="000000"/>
                </a:solidFill>
              </a:defRPr>
            </a:lvl8pPr>
            <a:lvl9pPr lvl="8" rtl="0">
              <a:buNone/>
              <a:defRPr sz="1000">
                <a:solidFill>
                  <a:srgbClr val="000000"/>
                </a:solidFill>
              </a:defRPr>
            </a:lvl9pPr>
          </a:lstStyle>
          <a:p>
            <a:fld id="{00000000-1234-1234-1234-123412341234}" type="slidenum">
              <a:rPr lang="en" smtClean="0"/>
              <a:pPr/>
              <a:t>‹#›</a:t>
            </a:fld>
            <a:endParaRPr lang="en"/>
          </a:p>
        </p:txBody>
      </p:sp>
      <p:sp>
        <p:nvSpPr>
          <p:cNvPr id="557" name="Google Shape;557;p100"/>
          <p:cNvSpPr txBox="1">
            <a:spLocks noGrp="1"/>
          </p:cNvSpPr>
          <p:nvPr>
            <p:ph type="body" idx="1"/>
          </p:nvPr>
        </p:nvSpPr>
        <p:spPr>
          <a:xfrm>
            <a:off x="455625" y="2686375"/>
            <a:ext cx="5486400" cy="3257100"/>
          </a:xfrm>
          <a:prstGeom prst="rect">
            <a:avLst/>
          </a:prstGeom>
          <a:noFill/>
          <a:ln>
            <a:noFill/>
          </a:ln>
        </p:spPr>
        <p:txBody>
          <a:bodyPr spcFirstLastPara="1" wrap="square" lIns="0" tIns="0" rIns="0" bIns="0" anchor="t" anchorCtr="0">
            <a:noAutofit/>
          </a:bodyPr>
          <a:lstStyle>
            <a:lvl1pPr marL="457207" lvl="0" indent="-228604" algn="l" rtl="0">
              <a:spcBef>
                <a:spcPts val="1800"/>
              </a:spcBef>
              <a:spcAft>
                <a:spcPts val="0"/>
              </a:spcAft>
              <a:buClr>
                <a:schemeClr val="dk1"/>
              </a:buClr>
              <a:buSzPts val="2000"/>
              <a:buFont typeface="Roboto"/>
              <a:buNone/>
              <a:defRPr b="0" i="0">
                <a:latin typeface="Roboto"/>
                <a:ea typeface="Roboto"/>
                <a:cs typeface="Roboto"/>
                <a:sym typeface="Roboto"/>
              </a:defRPr>
            </a:lvl1pPr>
            <a:lvl2pPr marL="914415" lvl="1" indent="-342906" algn="l" rtl="0">
              <a:spcBef>
                <a:spcPts val="600"/>
              </a:spcBef>
              <a:spcAft>
                <a:spcPts val="0"/>
              </a:spcAft>
              <a:buClr>
                <a:schemeClr val="dk1"/>
              </a:buClr>
              <a:buSzPts val="1800"/>
              <a:buChar char="•"/>
              <a:defRPr b="0" i="0">
                <a:latin typeface="Roboto"/>
                <a:ea typeface="Roboto"/>
                <a:cs typeface="Roboto"/>
                <a:sym typeface="Roboto"/>
              </a:defRPr>
            </a:lvl2pPr>
            <a:lvl3pPr marL="1371622" lvl="2" indent="-330205" algn="l" rtl="0">
              <a:spcBef>
                <a:spcPts val="600"/>
              </a:spcBef>
              <a:spcAft>
                <a:spcPts val="0"/>
              </a:spcAft>
              <a:buClr>
                <a:schemeClr val="dk1"/>
              </a:buClr>
              <a:buSzPts val="1600"/>
              <a:buChar char="−"/>
              <a:defRPr b="0" i="0">
                <a:latin typeface="Roboto"/>
                <a:ea typeface="Roboto"/>
                <a:cs typeface="Roboto"/>
                <a:sym typeface="Roboto"/>
              </a:defRPr>
            </a:lvl3pPr>
            <a:lvl4pPr marL="1828831" lvl="3" indent="-317506" algn="l" rtl="0">
              <a:spcBef>
                <a:spcPts val="300"/>
              </a:spcBef>
              <a:spcAft>
                <a:spcPts val="0"/>
              </a:spcAft>
              <a:buClr>
                <a:schemeClr val="dk1"/>
              </a:buClr>
              <a:buSzPts val="1400"/>
              <a:buChar char="•"/>
              <a:defRPr b="0" i="0">
                <a:latin typeface="Roboto"/>
                <a:ea typeface="Roboto"/>
                <a:cs typeface="Roboto"/>
                <a:sym typeface="Roboto"/>
              </a:defRPr>
            </a:lvl4pPr>
            <a:lvl5pPr marL="2286038" lvl="4" indent="-304805" algn="l" rtl="0">
              <a:spcBef>
                <a:spcPts val="300"/>
              </a:spcBef>
              <a:spcAft>
                <a:spcPts val="0"/>
              </a:spcAft>
              <a:buClr>
                <a:schemeClr val="dk1"/>
              </a:buClr>
              <a:buSzPts val="1200"/>
              <a:buChar char="−"/>
              <a:defRPr b="0" i="0">
                <a:latin typeface="Roboto"/>
                <a:ea typeface="Roboto"/>
                <a:cs typeface="Roboto"/>
                <a:sym typeface="Roboto"/>
              </a:defRPr>
            </a:lvl5pPr>
            <a:lvl6pPr marL="2743246" lvl="5" indent="-304805" algn="l" rtl="0">
              <a:spcBef>
                <a:spcPts val="360"/>
              </a:spcBef>
              <a:spcAft>
                <a:spcPts val="0"/>
              </a:spcAft>
              <a:buClr>
                <a:schemeClr val="dk1"/>
              </a:buClr>
              <a:buSzPts val="1200"/>
              <a:buFont typeface="Roboto"/>
              <a:buChar char="•"/>
              <a:defRPr sz="1200">
                <a:latin typeface="Roboto"/>
                <a:ea typeface="Roboto"/>
                <a:cs typeface="Roboto"/>
                <a:sym typeface="Roboto"/>
              </a:defRPr>
            </a:lvl6pPr>
            <a:lvl7pPr marL="3200453" lvl="6" indent="-304805" algn="l" rtl="0">
              <a:spcBef>
                <a:spcPts val="360"/>
              </a:spcBef>
              <a:spcAft>
                <a:spcPts val="0"/>
              </a:spcAft>
              <a:buClr>
                <a:schemeClr val="dk1"/>
              </a:buClr>
              <a:buSzPts val="1200"/>
              <a:buFont typeface="Roboto"/>
              <a:buChar char="•"/>
              <a:defRPr sz="1200">
                <a:latin typeface="Roboto"/>
                <a:ea typeface="Roboto"/>
                <a:cs typeface="Roboto"/>
                <a:sym typeface="Roboto"/>
              </a:defRPr>
            </a:lvl7pPr>
            <a:lvl8pPr marL="3657661" lvl="7" indent="-304805" algn="l" rtl="0">
              <a:spcBef>
                <a:spcPts val="360"/>
              </a:spcBef>
              <a:spcAft>
                <a:spcPts val="0"/>
              </a:spcAft>
              <a:buClr>
                <a:schemeClr val="dk1"/>
              </a:buClr>
              <a:buSzPts val="1200"/>
              <a:buFont typeface="Roboto"/>
              <a:buChar char="•"/>
              <a:defRPr sz="1200">
                <a:latin typeface="Roboto"/>
                <a:ea typeface="Roboto"/>
                <a:cs typeface="Roboto"/>
                <a:sym typeface="Roboto"/>
              </a:defRPr>
            </a:lvl8pPr>
            <a:lvl9pPr marL="4114868" lvl="8" indent="-304805" algn="l" rtl="0">
              <a:spcBef>
                <a:spcPts val="360"/>
              </a:spcBef>
              <a:spcAft>
                <a:spcPts val="0"/>
              </a:spcAft>
              <a:buClr>
                <a:schemeClr val="dk1"/>
              </a:buClr>
              <a:buSzPts val="1200"/>
              <a:buFont typeface="Roboto"/>
              <a:buChar char="•"/>
              <a:defRPr sz="1200">
                <a:latin typeface="Roboto"/>
                <a:ea typeface="Roboto"/>
                <a:cs typeface="Roboto"/>
                <a:sym typeface="Roboto"/>
              </a:defRPr>
            </a:lvl9pPr>
          </a:lstStyle>
          <a:p>
            <a:endParaRPr/>
          </a:p>
        </p:txBody>
      </p:sp>
      <p:pic>
        <p:nvPicPr>
          <p:cNvPr id="558" name="Google Shape;558;p100"/>
          <p:cNvPicPr preferRelativeResize="0"/>
          <p:nvPr/>
        </p:nvPicPr>
        <p:blipFill>
          <a:blip r:embed="rId2">
            <a:alphaModFix/>
          </a:blip>
          <a:stretch>
            <a:fillRect/>
          </a:stretch>
        </p:blipFill>
        <p:spPr>
          <a:xfrm>
            <a:off x="455626" y="6262542"/>
            <a:ext cx="685801" cy="352697"/>
          </a:xfrm>
          <a:prstGeom prst="rect">
            <a:avLst/>
          </a:prstGeom>
          <a:noFill/>
          <a:ln>
            <a:noFill/>
          </a:ln>
        </p:spPr>
      </p:pic>
      <p:sp>
        <p:nvSpPr>
          <p:cNvPr id="559" name="Google Shape;559;p100"/>
          <p:cNvSpPr txBox="1"/>
          <p:nvPr/>
        </p:nvSpPr>
        <p:spPr>
          <a:xfrm>
            <a:off x="8194350" y="6400800"/>
            <a:ext cx="3244500" cy="228600"/>
          </a:xfrm>
          <a:prstGeom prst="rect">
            <a:avLst/>
          </a:prstGeom>
          <a:noFill/>
          <a:ln>
            <a:noFill/>
          </a:ln>
        </p:spPr>
        <p:txBody>
          <a:bodyPr spcFirstLastPara="1" wrap="square" lIns="91426" tIns="91426" rIns="91426" bIns="91426" anchor="t" anchorCtr="0">
            <a:noAutofit/>
          </a:bodyPr>
          <a:lstStyle/>
          <a:p>
            <a:pPr marL="0" lvl="0" indent="0" algn="r" rtl="0">
              <a:spcBef>
                <a:spcPts val="0"/>
              </a:spcBef>
              <a:spcAft>
                <a:spcPts val="0"/>
              </a:spcAft>
              <a:buNone/>
            </a:pPr>
            <a:r>
              <a:rPr lang="en" sz="1000">
                <a:solidFill>
                  <a:schemeClr val="dk1"/>
                </a:solidFill>
                <a:latin typeface="Roboto"/>
                <a:ea typeface="Roboto"/>
                <a:cs typeface="Roboto"/>
                <a:sym typeface="Roboto"/>
              </a:rPr>
              <a:t>Proprietary &amp; Confidential - For Internal Use Only</a:t>
            </a:r>
            <a:endParaRPr sz="1000">
              <a:solidFill>
                <a:schemeClr val="dk1"/>
              </a:solidFill>
              <a:latin typeface="Roboto"/>
              <a:ea typeface="Roboto"/>
              <a:cs typeface="Roboto"/>
              <a:sym typeface="Roboto"/>
            </a:endParaRPr>
          </a:p>
        </p:txBody>
      </p:sp>
    </p:spTree>
  </p:cSld>
  <p:clrMapOvr>
    <a:masterClrMapping/>
  </p:clrMapOvr>
  <mc:AlternateContent xmlns:mc="http://schemas.openxmlformats.org/markup-compatibility/2006" xmlns:p14="http://schemas.microsoft.com/office/powerpoint/2010/main">
    <mc:Choice Requires="p14">
      <p:transition p14:dur="250">
        <p:fade/>
      </p:transition>
    </mc:Choice>
    <mc:Fallback xmlns:ahyp="http://schemas.microsoft.com/office/drawing/2018/hyperlinkcolor" xmlns:p15="http://schemas.microsoft.com/office/powerpoint/2012/main" xmlns:com="http://schemas.openxmlformats.org/drawingml/2006/compatibility" xmlns:pvml="urn:schemas-microsoft-com:office:powerpoint" xmlns:v="urn:schemas-microsoft-com:vml" xmlns:o="urn:schemas-microsoft-com:office:office" xmlns:dgm="http://schemas.openxmlformats.org/drawingml/2006/diagram" xmlns:c="http://schemas.openxmlformats.org/drawingml/2006/chart" xmlns:mv="urn:schemas-microsoft-com:mac:vml" xmlns="">
      <p:transition>
        <p:fade/>
      </p:transition>
    </mc:Fallback>
  </mc:AlternateContent>
</p:sldLayout>
</file>

<file path=ppt/slideLayouts/slideLayout96.xml><?xml version="1.0" encoding="utf-8"?>
<p:sldLayout xmlns:a="http://schemas.openxmlformats.org/drawingml/2006/main" xmlns:r="http://schemas.openxmlformats.org/officeDocument/2006/relationships" xmlns:p="http://schemas.openxmlformats.org/presentationml/2006/main" matchingName="WHITE 1Col Title | Text | HP Image">
  <p:cSld name="WHITE 1Col Title | Text | HP Image">
    <p:spTree>
      <p:nvGrpSpPr>
        <p:cNvPr id="1" name="Shape 560"/>
        <p:cNvGrpSpPr/>
        <p:nvPr/>
      </p:nvGrpSpPr>
      <p:grpSpPr>
        <a:xfrm>
          <a:off x="0" y="0"/>
          <a:ext cx="0" cy="0"/>
          <a:chOff x="0" y="0"/>
          <a:chExt cx="0" cy="0"/>
        </a:xfrm>
      </p:grpSpPr>
      <p:sp>
        <p:nvSpPr>
          <p:cNvPr id="561" name="Google Shape;561;p101"/>
          <p:cNvSpPr>
            <a:spLocks noGrp="1"/>
          </p:cNvSpPr>
          <p:nvPr>
            <p:ph type="pic" idx="2"/>
          </p:nvPr>
        </p:nvSpPr>
        <p:spPr>
          <a:xfrm>
            <a:off x="6094473" y="0"/>
            <a:ext cx="6094500" cy="6858000"/>
          </a:xfrm>
          <a:prstGeom prst="rect">
            <a:avLst/>
          </a:prstGeom>
          <a:solidFill>
            <a:srgbClr val="F2F2F2"/>
          </a:solidFill>
          <a:ln>
            <a:noFill/>
          </a:ln>
        </p:spPr>
        <p:txBody>
          <a:bodyPr spcFirstLastPara="1" wrap="square" lIns="0" tIns="0" rIns="0" bIns="0" anchor="ctr" anchorCtr="0">
            <a:noAutofit/>
          </a:bodyPr>
          <a:lstStyle>
            <a:lvl1pPr marR="0" lvl="0" algn="ctr" rtl="0">
              <a:spcBef>
                <a:spcPts val="1800"/>
              </a:spcBef>
              <a:spcAft>
                <a:spcPts val="0"/>
              </a:spcAft>
              <a:buClr>
                <a:srgbClr val="D8D8D8"/>
              </a:buClr>
              <a:buSzPts val="2000"/>
              <a:buFont typeface="Roboto"/>
              <a:buNone/>
              <a:defRPr sz="2000" b="0" i="0" u="none" strike="noStrike" cap="none">
                <a:solidFill>
                  <a:srgbClr val="D8D8D8"/>
                </a:solidFill>
                <a:latin typeface="Roboto"/>
                <a:ea typeface="Roboto"/>
                <a:cs typeface="Roboto"/>
                <a:sym typeface="Roboto"/>
              </a:defRPr>
            </a:lvl1pPr>
            <a:lvl2pPr marR="0" lvl="1" algn="l" rtl="0">
              <a:spcBef>
                <a:spcPts val="600"/>
              </a:spcBef>
              <a:spcAft>
                <a:spcPts val="0"/>
              </a:spcAft>
              <a:buClr>
                <a:schemeClr val="dk1"/>
              </a:buClr>
              <a:buSzPts val="1800"/>
              <a:buFont typeface="Arial"/>
              <a:buChar char="•"/>
              <a:defRPr sz="1800" b="0" i="0" u="none" strike="noStrike" cap="none">
                <a:solidFill>
                  <a:schemeClr val="dk1"/>
                </a:solidFill>
                <a:latin typeface="Roboto"/>
                <a:ea typeface="Roboto"/>
                <a:cs typeface="Roboto"/>
                <a:sym typeface="Roboto"/>
              </a:defRPr>
            </a:lvl2pPr>
            <a:lvl3pPr marR="0" lvl="2" algn="l" rtl="0">
              <a:spcBef>
                <a:spcPts val="600"/>
              </a:spcBef>
              <a:spcAft>
                <a:spcPts val="0"/>
              </a:spcAft>
              <a:buClr>
                <a:schemeClr val="dk1"/>
              </a:buClr>
              <a:buSzPts val="1600"/>
              <a:buFont typeface="Merriweather Sans"/>
              <a:buChar char="−"/>
              <a:defRPr sz="1600" b="0" i="0" u="none" strike="noStrike" cap="none">
                <a:solidFill>
                  <a:schemeClr val="dk1"/>
                </a:solidFill>
                <a:latin typeface="Roboto"/>
                <a:ea typeface="Roboto"/>
                <a:cs typeface="Roboto"/>
                <a:sym typeface="Roboto"/>
              </a:defRPr>
            </a:lvl3pPr>
            <a:lvl4pPr marR="0" lvl="3" algn="l" rtl="0">
              <a:spcBef>
                <a:spcPts val="300"/>
              </a:spcBef>
              <a:spcAft>
                <a:spcPts val="0"/>
              </a:spcAft>
              <a:buClr>
                <a:schemeClr val="dk1"/>
              </a:buClr>
              <a:buSzPts val="1400"/>
              <a:buFont typeface="Arial"/>
              <a:buChar char="•"/>
              <a:defRPr sz="1400" b="0" i="0" u="none" strike="noStrike" cap="none">
                <a:solidFill>
                  <a:schemeClr val="dk1"/>
                </a:solidFill>
                <a:latin typeface="Roboto"/>
                <a:ea typeface="Roboto"/>
                <a:cs typeface="Roboto"/>
                <a:sym typeface="Roboto"/>
              </a:defRPr>
            </a:lvl4pPr>
            <a:lvl5pPr marR="0" lvl="4" algn="l" rtl="0">
              <a:spcBef>
                <a:spcPts val="300"/>
              </a:spcBef>
              <a:spcAft>
                <a:spcPts val="0"/>
              </a:spcAft>
              <a:buClr>
                <a:schemeClr val="dk1"/>
              </a:buClr>
              <a:buSzPts val="1200"/>
              <a:buFont typeface="Merriweather Sans"/>
              <a:buChar char="−"/>
              <a:defRPr sz="1200" b="0" i="0" u="none" strike="noStrike" cap="none">
                <a:solidFill>
                  <a:schemeClr val="dk1"/>
                </a:solidFill>
                <a:latin typeface="Roboto"/>
                <a:ea typeface="Roboto"/>
                <a:cs typeface="Roboto"/>
                <a:sym typeface="Roboto"/>
              </a:defRPr>
            </a:lvl5pPr>
            <a:lvl6pPr marR="0" lvl="5" algn="l" rtl="0">
              <a:spcBef>
                <a:spcPts val="533"/>
              </a:spcBef>
              <a:spcAft>
                <a:spcPts val="0"/>
              </a:spcAft>
              <a:buClr>
                <a:schemeClr val="dk1"/>
              </a:buClr>
              <a:buSzPts val="2666"/>
              <a:buFont typeface="Arial"/>
              <a:buChar char="•"/>
              <a:defRPr sz="2666" b="0" i="0" u="none" strike="noStrike" cap="none">
                <a:solidFill>
                  <a:schemeClr val="dk1"/>
                </a:solidFill>
                <a:latin typeface="Poppins Medium"/>
                <a:ea typeface="Poppins Medium"/>
                <a:cs typeface="Poppins Medium"/>
                <a:sym typeface="Poppins Medium"/>
              </a:defRPr>
            </a:lvl6pPr>
            <a:lvl7pPr marR="0" lvl="6" algn="l" rtl="0">
              <a:spcBef>
                <a:spcPts val="533"/>
              </a:spcBef>
              <a:spcAft>
                <a:spcPts val="0"/>
              </a:spcAft>
              <a:buClr>
                <a:schemeClr val="dk1"/>
              </a:buClr>
              <a:buSzPts val="2666"/>
              <a:buFont typeface="Arial"/>
              <a:buChar char="•"/>
              <a:defRPr sz="2666" b="0" i="0" u="none" strike="noStrike" cap="none">
                <a:solidFill>
                  <a:schemeClr val="dk1"/>
                </a:solidFill>
                <a:latin typeface="Poppins Medium"/>
                <a:ea typeface="Poppins Medium"/>
                <a:cs typeface="Poppins Medium"/>
                <a:sym typeface="Poppins Medium"/>
              </a:defRPr>
            </a:lvl7pPr>
            <a:lvl8pPr marR="0" lvl="7" algn="l" rtl="0">
              <a:spcBef>
                <a:spcPts val="533"/>
              </a:spcBef>
              <a:spcAft>
                <a:spcPts val="0"/>
              </a:spcAft>
              <a:buClr>
                <a:schemeClr val="dk1"/>
              </a:buClr>
              <a:buSzPts val="2666"/>
              <a:buFont typeface="Arial"/>
              <a:buChar char="•"/>
              <a:defRPr sz="2666" b="0" i="0" u="none" strike="noStrike" cap="none">
                <a:solidFill>
                  <a:schemeClr val="dk1"/>
                </a:solidFill>
                <a:latin typeface="Poppins Medium"/>
                <a:ea typeface="Poppins Medium"/>
                <a:cs typeface="Poppins Medium"/>
                <a:sym typeface="Poppins Medium"/>
              </a:defRPr>
            </a:lvl8pPr>
            <a:lvl9pPr marR="0" lvl="8" algn="l" rtl="0">
              <a:spcBef>
                <a:spcPts val="533"/>
              </a:spcBef>
              <a:spcAft>
                <a:spcPts val="0"/>
              </a:spcAft>
              <a:buClr>
                <a:schemeClr val="dk1"/>
              </a:buClr>
              <a:buSzPts val="2666"/>
              <a:buFont typeface="Arial"/>
              <a:buChar char="•"/>
              <a:defRPr sz="2666" b="0" i="0" u="none" strike="noStrike" cap="none">
                <a:solidFill>
                  <a:schemeClr val="dk1"/>
                </a:solidFill>
                <a:latin typeface="Poppins Medium"/>
                <a:ea typeface="Poppins Medium"/>
                <a:cs typeface="Poppins Medium"/>
                <a:sym typeface="Poppins Medium"/>
              </a:defRPr>
            </a:lvl9pPr>
          </a:lstStyle>
          <a:p>
            <a:endParaRPr/>
          </a:p>
        </p:txBody>
      </p:sp>
      <p:sp>
        <p:nvSpPr>
          <p:cNvPr id="562" name="Google Shape;562;p101"/>
          <p:cNvSpPr txBox="1">
            <a:spLocks noGrp="1"/>
          </p:cNvSpPr>
          <p:nvPr>
            <p:ph type="title"/>
          </p:nvPr>
        </p:nvSpPr>
        <p:spPr>
          <a:xfrm>
            <a:off x="455618" y="457200"/>
            <a:ext cx="5029201" cy="524400"/>
          </a:xfrm>
          <a:prstGeom prst="rect">
            <a:avLst/>
          </a:prstGeom>
          <a:noFill/>
          <a:ln>
            <a:noFill/>
          </a:ln>
        </p:spPr>
        <p:txBody>
          <a:bodyPr spcFirstLastPara="1" wrap="square" lIns="0" tIns="0" rIns="0" bIns="0" anchor="t" anchorCtr="0">
            <a:noAutofit/>
          </a:bodyPr>
          <a:lstStyle>
            <a:lvl1pPr lvl="0" algn="l" rtl="0">
              <a:lnSpc>
                <a:spcPct val="80000"/>
              </a:lnSpc>
              <a:spcBef>
                <a:spcPts val="0"/>
              </a:spcBef>
              <a:spcAft>
                <a:spcPts val="0"/>
              </a:spcAft>
              <a:buClr>
                <a:schemeClr val="dk1"/>
              </a:buClr>
              <a:buSzPts val="3200"/>
              <a:buFont typeface="Roboto Medium"/>
              <a:buNone/>
              <a:defRPr b="0"/>
            </a:lvl1pPr>
            <a:lvl2pPr lvl="1" rtl="0">
              <a:spcBef>
                <a:spcPts val="0"/>
              </a:spcBef>
              <a:spcAft>
                <a:spcPts val="0"/>
              </a:spcAft>
              <a:buSzPts val="1400"/>
              <a:buNone/>
              <a:defRPr/>
            </a:lvl2pPr>
            <a:lvl3pPr lvl="2" rtl="0">
              <a:spcBef>
                <a:spcPts val="0"/>
              </a:spcBef>
              <a:spcAft>
                <a:spcPts val="0"/>
              </a:spcAft>
              <a:buSzPts val="1400"/>
              <a:buNone/>
              <a:defRPr/>
            </a:lvl3pPr>
            <a:lvl4pPr lvl="3" rtl="0">
              <a:spcBef>
                <a:spcPts val="0"/>
              </a:spcBef>
              <a:spcAft>
                <a:spcPts val="0"/>
              </a:spcAft>
              <a:buSzPts val="1400"/>
              <a:buNone/>
              <a:defRPr/>
            </a:lvl4pPr>
            <a:lvl5pPr lvl="4" rtl="0">
              <a:spcBef>
                <a:spcPts val="0"/>
              </a:spcBef>
              <a:spcAft>
                <a:spcPts val="0"/>
              </a:spcAft>
              <a:buSzPts val="1400"/>
              <a:buNone/>
              <a:defRPr/>
            </a:lvl5pPr>
            <a:lvl6pPr lvl="5" rtl="0">
              <a:spcBef>
                <a:spcPts val="0"/>
              </a:spcBef>
              <a:spcAft>
                <a:spcPts val="0"/>
              </a:spcAft>
              <a:buSzPts val="1400"/>
              <a:buNone/>
              <a:defRPr/>
            </a:lvl6pPr>
            <a:lvl7pPr lvl="6" rtl="0">
              <a:spcBef>
                <a:spcPts val="0"/>
              </a:spcBef>
              <a:spcAft>
                <a:spcPts val="0"/>
              </a:spcAft>
              <a:buSzPts val="1400"/>
              <a:buNone/>
              <a:defRPr/>
            </a:lvl7pPr>
            <a:lvl8pPr lvl="7" rtl="0">
              <a:spcBef>
                <a:spcPts val="0"/>
              </a:spcBef>
              <a:spcAft>
                <a:spcPts val="0"/>
              </a:spcAft>
              <a:buSzPts val="1400"/>
              <a:buNone/>
              <a:defRPr/>
            </a:lvl8pPr>
            <a:lvl9pPr lvl="8" rtl="0">
              <a:spcBef>
                <a:spcPts val="0"/>
              </a:spcBef>
              <a:spcAft>
                <a:spcPts val="0"/>
              </a:spcAft>
              <a:buSzPts val="1400"/>
              <a:buNone/>
              <a:defRPr/>
            </a:lvl9pPr>
          </a:lstStyle>
          <a:p>
            <a:endParaRPr/>
          </a:p>
        </p:txBody>
      </p:sp>
      <p:sp>
        <p:nvSpPr>
          <p:cNvPr id="563" name="Google Shape;563;p101"/>
          <p:cNvSpPr txBox="1">
            <a:spLocks noGrp="1"/>
          </p:cNvSpPr>
          <p:nvPr>
            <p:ph type="body" idx="1"/>
          </p:nvPr>
        </p:nvSpPr>
        <p:spPr>
          <a:xfrm>
            <a:off x="455626" y="2686375"/>
            <a:ext cx="5257800" cy="3257100"/>
          </a:xfrm>
          <a:prstGeom prst="rect">
            <a:avLst/>
          </a:prstGeom>
          <a:noFill/>
          <a:ln>
            <a:noFill/>
          </a:ln>
        </p:spPr>
        <p:txBody>
          <a:bodyPr spcFirstLastPara="1" wrap="square" lIns="0" tIns="0" rIns="0" bIns="0" anchor="t" anchorCtr="0">
            <a:noAutofit/>
          </a:bodyPr>
          <a:lstStyle>
            <a:lvl1pPr marL="457207" lvl="0" indent="-228604" algn="l" rtl="0">
              <a:spcBef>
                <a:spcPts val="1800"/>
              </a:spcBef>
              <a:spcAft>
                <a:spcPts val="0"/>
              </a:spcAft>
              <a:buClr>
                <a:schemeClr val="dk1"/>
              </a:buClr>
              <a:buSzPts val="2000"/>
              <a:buFont typeface="Roboto"/>
              <a:buNone/>
              <a:defRPr b="0" i="0">
                <a:latin typeface="Roboto"/>
                <a:ea typeface="Roboto"/>
                <a:cs typeface="Roboto"/>
                <a:sym typeface="Roboto"/>
              </a:defRPr>
            </a:lvl1pPr>
            <a:lvl2pPr marL="914415" lvl="1" indent="-342906" algn="l" rtl="0">
              <a:spcBef>
                <a:spcPts val="600"/>
              </a:spcBef>
              <a:spcAft>
                <a:spcPts val="0"/>
              </a:spcAft>
              <a:buClr>
                <a:schemeClr val="dk1"/>
              </a:buClr>
              <a:buSzPts val="1800"/>
              <a:buChar char="•"/>
              <a:defRPr b="0" i="0">
                <a:latin typeface="Roboto"/>
                <a:ea typeface="Roboto"/>
                <a:cs typeface="Roboto"/>
                <a:sym typeface="Roboto"/>
              </a:defRPr>
            </a:lvl2pPr>
            <a:lvl3pPr marL="1371622" lvl="2" indent="-330205" algn="l" rtl="0">
              <a:spcBef>
                <a:spcPts val="600"/>
              </a:spcBef>
              <a:spcAft>
                <a:spcPts val="0"/>
              </a:spcAft>
              <a:buClr>
                <a:schemeClr val="dk1"/>
              </a:buClr>
              <a:buSzPts val="1600"/>
              <a:buChar char="−"/>
              <a:defRPr b="0" i="0">
                <a:latin typeface="Roboto"/>
                <a:ea typeface="Roboto"/>
                <a:cs typeface="Roboto"/>
                <a:sym typeface="Roboto"/>
              </a:defRPr>
            </a:lvl3pPr>
            <a:lvl4pPr marL="1828831" lvl="3" indent="-317506" algn="l" rtl="0">
              <a:spcBef>
                <a:spcPts val="300"/>
              </a:spcBef>
              <a:spcAft>
                <a:spcPts val="0"/>
              </a:spcAft>
              <a:buClr>
                <a:schemeClr val="dk1"/>
              </a:buClr>
              <a:buSzPts val="1400"/>
              <a:buChar char="•"/>
              <a:defRPr b="0" i="0">
                <a:latin typeface="Roboto"/>
                <a:ea typeface="Roboto"/>
                <a:cs typeface="Roboto"/>
                <a:sym typeface="Roboto"/>
              </a:defRPr>
            </a:lvl4pPr>
            <a:lvl5pPr marL="2286038" lvl="4" indent="-304805" algn="l" rtl="0">
              <a:spcBef>
                <a:spcPts val="300"/>
              </a:spcBef>
              <a:spcAft>
                <a:spcPts val="0"/>
              </a:spcAft>
              <a:buClr>
                <a:schemeClr val="dk1"/>
              </a:buClr>
              <a:buSzPts val="1200"/>
              <a:buChar char="−"/>
              <a:defRPr b="0" i="0">
                <a:latin typeface="Roboto"/>
                <a:ea typeface="Roboto"/>
                <a:cs typeface="Roboto"/>
                <a:sym typeface="Roboto"/>
              </a:defRPr>
            </a:lvl5pPr>
            <a:lvl6pPr marL="2743246" lvl="5" indent="-304805" algn="l" rtl="0">
              <a:spcBef>
                <a:spcPts val="360"/>
              </a:spcBef>
              <a:spcAft>
                <a:spcPts val="0"/>
              </a:spcAft>
              <a:buClr>
                <a:schemeClr val="dk1"/>
              </a:buClr>
              <a:buSzPts val="1200"/>
              <a:buFont typeface="Roboto"/>
              <a:buChar char="•"/>
              <a:defRPr sz="1200">
                <a:latin typeface="Roboto"/>
                <a:ea typeface="Roboto"/>
                <a:cs typeface="Roboto"/>
                <a:sym typeface="Roboto"/>
              </a:defRPr>
            </a:lvl6pPr>
            <a:lvl7pPr marL="3200453" lvl="6" indent="-304805" algn="l" rtl="0">
              <a:spcBef>
                <a:spcPts val="360"/>
              </a:spcBef>
              <a:spcAft>
                <a:spcPts val="0"/>
              </a:spcAft>
              <a:buClr>
                <a:schemeClr val="dk1"/>
              </a:buClr>
              <a:buSzPts val="1200"/>
              <a:buFont typeface="Roboto"/>
              <a:buChar char="•"/>
              <a:defRPr sz="1200">
                <a:latin typeface="Roboto"/>
                <a:ea typeface="Roboto"/>
                <a:cs typeface="Roboto"/>
                <a:sym typeface="Roboto"/>
              </a:defRPr>
            </a:lvl7pPr>
            <a:lvl8pPr marL="3657661" lvl="7" indent="-304805" algn="l" rtl="0">
              <a:spcBef>
                <a:spcPts val="360"/>
              </a:spcBef>
              <a:spcAft>
                <a:spcPts val="0"/>
              </a:spcAft>
              <a:buClr>
                <a:schemeClr val="dk1"/>
              </a:buClr>
              <a:buSzPts val="1200"/>
              <a:buFont typeface="Roboto"/>
              <a:buChar char="•"/>
              <a:defRPr sz="1200">
                <a:latin typeface="Roboto"/>
                <a:ea typeface="Roboto"/>
                <a:cs typeface="Roboto"/>
                <a:sym typeface="Roboto"/>
              </a:defRPr>
            </a:lvl8pPr>
            <a:lvl9pPr marL="4114868" lvl="8" indent="-304805" algn="l" rtl="0">
              <a:spcBef>
                <a:spcPts val="360"/>
              </a:spcBef>
              <a:spcAft>
                <a:spcPts val="0"/>
              </a:spcAft>
              <a:buClr>
                <a:schemeClr val="dk1"/>
              </a:buClr>
              <a:buSzPts val="1200"/>
              <a:buFont typeface="Roboto"/>
              <a:buChar char="•"/>
              <a:defRPr sz="1200">
                <a:latin typeface="Roboto"/>
                <a:ea typeface="Roboto"/>
                <a:cs typeface="Roboto"/>
                <a:sym typeface="Roboto"/>
              </a:defRPr>
            </a:lvl9pPr>
          </a:lstStyle>
          <a:p>
            <a:endParaRPr/>
          </a:p>
        </p:txBody>
      </p:sp>
      <p:sp>
        <p:nvSpPr>
          <p:cNvPr id="564" name="Google Shape;564;p101"/>
          <p:cNvSpPr txBox="1">
            <a:spLocks noGrp="1"/>
          </p:cNvSpPr>
          <p:nvPr>
            <p:ph type="sldNum" idx="12"/>
          </p:nvPr>
        </p:nvSpPr>
        <p:spPr>
          <a:xfrm>
            <a:off x="11438849" y="6400800"/>
            <a:ext cx="294601" cy="228600"/>
          </a:xfrm>
          <a:prstGeom prst="rect">
            <a:avLst/>
          </a:prstGeom>
        </p:spPr>
        <p:txBody>
          <a:bodyPr spcFirstLastPara="1" wrap="square" lIns="0" tIns="0" rIns="0" bIns="0" anchor="b" anchorCtr="0">
            <a:noAutofit/>
          </a:bodyPr>
          <a:lstStyle>
            <a:lvl1pPr lvl="0" rtl="0">
              <a:buNone/>
              <a:defRPr sz="1000">
                <a:solidFill>
                  <a:schemeClr val="lt1"/>
                </a:solidFill>
              </a:defRPr>
            </a:lvl1pPr>
            <a:lvl2pPr lvl="1" rtl="0">
              <a:buNone/>
              <a:defRPr sz="1000">
                <a:solidFill>
                  <a:schemeClr val="lt1"/>
                </a:solidFill>
              </a:defRPr>
            </a:lvl2pPr>
            <a:lvl3pPr lvl="2" rtl="0">
              <a:buNone/>
              <a:defRPr sz="1000">
                <a:solidFill>
                  <a:schemeClr val="lt1"/>
                </a:solidFill>
              </a:defRPr>
            </a:lvl3pPr>
            <a:lvl4pPr lvl="3" rtl="0">
              <a:buNone/>
              <a:defRPr sz="1000">
                <a:solidFill>
                  <a:schemeClr val="lt1"/>
                </a:solidFill>
              </a:defRPr>
            </a:lvl4pPr>
            <a:lvl5pPr lvl="4" rtl="0">
              <a:buNone/>
              <a:defRPr sz="1000">
                <a:solidFill>
                  <a:schemeClr val="lt1"/>
                </a:solidFill>
              </a:defRPr>
            </a:lvl5pPr>
            <a:lvl6pPr lvl="5" rtl="0">
              <a:buNone/>
              <a:defRPr sz="1000">
                <a:solidFill>
                  <a:schemeClr val="lt1"/>
                </a:solidFill>
              </a:defRPr>
            </a:lvl6pPr>
            <a:lvl7pPr lvl="6" rtl="0">
              <a:buNone/>
              <a:defRPr sz="1000">
                <a:solidFill>
                  <a:schemeClr val="lt1"/>
                </a:solidFill>
              </a:defRPr>
            </a:lvl7pPr>
            <a:lvl8pPr lvl="7" rtl="0">
              <a:buNone/>
              <a:defRPr sz="1000">
                <a:solidFill>
                  <a:schemeClr val="lt1"/>
                </a:solidFill>
              </a:defRPr>
            </a:lvl8pPr>
            <a:lvl9pPr lvl="8" rtl="0">
              <a:buNone/>
              <a:defRPr sz="1000">
                <a:solidFill>
                  <a:schemeClr val="lt1"/>
                </a:solidFill>
              </a:defRPr>
            </a:lvl9pPr>
          </a:lstStyle>
          <a:p>
            <a:fld id="{00000000-1234-1234-1234-123412341234}" type="slidenum">
              <a:rPr lang="en" smtClean="0"/>
              <a:pPr/>
              <a:t>‹#›</a:t>
            </a:fld>
            <a:endParaRPr lang="en"/>
          </a:p>
        </p:txBody>
      </p:sp>
      <p:pic>
        <p:nvPicPr>
          <p:cNvPr id="565" name="Google Shape;565;p101"/>
          <p:cNvPicPr preferRelativeResize="0"/>
          <p:nvPr/>
        </p:nvPicPr>
        <p:blipFill>
          <a:blip r:embed="rId2">
            <a:alphaModFix/>
          </a:blip>
          <a:stretch>
            <a:fillRect/>
          </a:stretch>
        </p:blipFill>
        <p:spPr>
          <a:xfrm>
            <a:off x="455626" y="6262542"/>
            <a:ext cx="685801" cy="352697"/>
          </a:xfrm>
          <a:prstGeom prst="rect">
            <a:avLst/>
          </a:prstGeom>
          <a:noFill/>
          <a:ln>
            <a:noFill/>
          </a:ln>
        </p:spPr>
      </p:pic>
      <p:sp>
        <p:nvSpPr>
          <p:cNvPr id="566" name="Google Shape;566;p101"/>
          <p:cNvSpPr txBox="1"/>
          <p:nvPr/>
        </p:nvSpPr>
        <p:spPr>
          <a:xfrm>
            <a:off x="8194350" y="6400800"/>
            <a:ext cx="3244500" cy="228600"/>
          </a:xfrm>
          <a:prstGeom prst="rect">
            <a:avLst/>
          </a:prstGeom>
          <a:noFill/>
          <a:ln>
            <a:noFill/>
          </a:ln>
        </p:spPr>
        <p:txBody>
          <a:bodyPr spcFirstLastPara="1" wrap="square" lIns="91426" tIns="91426" rIns="91426" bIns="91426" anchor="t" anchorCtr="0">
            <a:noAutofit/>
          </a:bodyPr>
          <a:lstStyle/>
          <a:p>
            <a:pPr marL="0" lvl="0" indent="0" algn="r" rtl="0">
              <a:spcBef>
                <a:spcPts val="0"/>
              </a:spcBef>
              <a:spcAft>
                <a:spcPts val="0"/>
              </a:spcAft>
              <a:buNone/>
            </a:pPr>
            <a:r>
              <a:rPr lang="en" sz="1000">
                <a:solidFill>
                  <a:srgbClr val="FFFFFF"/>
                </a:solidFill>
                <a:latin typeface="Roboto"/>
                <a:ea typeface="Roboto"/>
                <a:cs typeface="Roboto"/>
                <a:sym typeface="Roboto"/>
              </a:rPr>
              <a:t>Proprietary &amp; Confidential - For Internal Use Only</a:t>
            </a:r>
            <a:endParaRPr sz="1000">
              <a:solidFill>
                <a:srgbClr val="FFFFFF"/>
              </a:solidFill>
              <a:latin typeface="Roboto"/>
              <a:ea typeface="Roboto"/>
              <a:cs typeface="Roboto"/>
              <a:sym typeface="Roboto"/>
            </a:endParaRPr>
          </a:p>
        </p:txBody>
      </p:sp>
    </p:spTree>
  </p:cSld>
  <p:clrMapOvr>
    <a:masterClrMapping/>
  </p:clrMapOvr>
  <mc:AlternateContent xmlns:mc="http://schemas.openxmlformats.org/markup-compatibility/2006" xmlns:p14="http://schemas.microsoft.com/office/powerpoint/2010/main">
    <mc:Choice Requires="p14">
      <p:transition p14:dur="250">
        <p:fade/>
      </p:transition>
    </mc:Choice>
    <mc:Fallback xmlns:ahyp="http://schemas.microsoft.com/office/drawing/2018/hyperlinkcolor" xmlns:p15="http://schemas.microsoft.com/office/powerpoint/2012/main" xmlns:com="http://schemas.openxmlformats.org/drawingml/2006/compatibility" xmlns:pvml="urn:schemas-microsoft-com:office:powerpoint" xmlns:v="urn:schemas-microsoft-com:vml" xmlns:o="urn:schemas-microsoft-com:office:office" xmlns:dgm="http://schemas.openxmlformats.org/drawingml/2006/diagram" xmlns:c="http://schemas.openxmlformats.org/drawingml/2006/chart" xmlns:mv="urn:schemas-microsoft-com:mac:vml" xmlns="">
      <p:transition>
        <p:fade/>
      </p:transition>
    </mc:Fallback>
  </mc:AlternateContent>
</p:sldLayout>
</file>

<file path=ppt/slideLayouts/slideLayout97.xml><?xml version="1.0" encoding="utf-8"?>
<p:sldLayout xmlns:a="http://schemas.openxmlformats.org/drawingml/2006/main" xmlns:r="http://schemas.openxmlformats.org/officeDocument/2006/relationships" xmlns:p="http://schemas.openxmlformats.org/presentationml/2006/main" matchingName="WHITE 1Col Subhead | Title | Text">
  <p:cSld name="WHITE 1Col Subhead | Title | Text">
    <p:spTree>
      <p:nvGrpSpPr>
        <p:cNvPr id="1" name="Shape 572"/>
        <p:cNvGrpSpPr/>
        <p:nvPr/>
      </p:nvGrpSpPr>
      <p:grpSpPr>
        <a:xfrm>
          <a:off x="0" y="0"/>
          <a:ext cx="0" cy="0"/>
          <a:chOff x="0" y="0"/>
          <a:chExt cx="0" cy="0"/>
        </a:xfrm>
      </p:grpSpPr>
      <p:sp>
        <p:nvSpPr>
          <p:cNvPr id="573" name="Google Shape;573;p103"/>
          <p:cNvSpPr txBox="1">
            <a:spLocks noGrp="1"/>
          </p:cNvSpPr>
          <p:nvPr>
            <p:ph type="title"/>
          </p:nvPr>
        </p:nvSpPr>
        <p:spPr>
          <a:xfrm>
            <a:off x="455617" y="731520"/>
            <a:ext cx="8915400" cy="524400"/>
          </a:xfrm>
          <a:prstGeom prst="rect">
            <a:avLst/>
          </a:prstGeom>
          <a:noFill/>
          <a:ln>
            <a:noFill/>
          </a:ln>
        </p:spPr>
        <p:txBody>
          <a:bodyPr spcFirstLastPara="1" wrap="square" lIns="0" tIns="0" rIns="0" bIns="0" anchor="t" anchorCtr="0">
            <a:noAutofit/>
          </a:bodyPr>
          <a:lstStyle>
            <a:lvl1pPr lvl="0" algn="l" rtl="0">
              <a:lnSpc>
                <a:spcPct val="80000"/>
              </a:lnSpc>
              <a:spcBef>
                <a:spcPts val="0"/>
              </a:spcBef>
              <a:spcAft>
                <a:spcPts val="0"/>
              </a:spcAft>
              <a:buClr>
                <a:schemeClr val="dk1"/>
              </a:buClr>
              <a:buSzPts val="3200"/>
              <a:buFont typeface="Roboto Medium"/>
              <a:buNone/>
              <a:defRPr b="0"/>
            </a:lvl1pPr>
            <a:lvl2pPr lvl="1" rtl="0">
              <a:spcBef>
                <a:spcPts val="0"/>
              </a:spcBef>
              <a:spcAft>
                <a:spcPts val="0"/>
              </a:spcAft>
              <a:buSzPts val="1400"/>
              <a:buNone/>
              <a:defRPr/>
            </a:lvl2pPr>
            <a:lvl3pPr lvl="2" rtl="0">
              <a:spcBef>
                <a:spcPts val="0"/>
              </a:spcBef>
              <a:spcAft>
                <a:spcPts val="0"/>
              </a:spcAft>
              <a:buSzPts val="1400"/>
              <a:buNone/>
              <a:defRPr/>
            </a:lvl3pPr>
            <a:lvl4pPr lvl="3" rtl="0">
              <a:spcBef>
                <a:spcPts val="0"/>
              </a:spcBef>
              <a:spcAft>
                <a:spcPts val="0"/>
              </a:spcAft>
              <a:buSzPts val="1400"/>
              <a:buNone/>
              <a:defRPr/>
            </a:lvl4pPr>
            <a:lvl5pPr lvl="4" rtl="0">
              <a:spcBef>
                <a:spcPts val="0"/>
              </a:spcBef>
              <a:spcAft>
                <a:spcPts val="0"/>
              </a:spcAft>
              <a:buSzPts val="1400"/>
              <a:buNone/>
              <a:defRPr/>
            </a:lvl5pPr>
            <a:lvl6pPr lvl="5" rtl="0">
              <a:spcBef>
                <a:spcPts val="0"/>
              </a:spcBef>
              <a:spcAft>
                <a:spcPts val="0"/>
              </a:spcAft>
              <a:buSzPts val="1400"/>
              <a:buNone/>
              <a:defRPr/>
            </a:lvl6pPr>
            <a:lvl7pPr lvl="6" rtl="0">
              <a:spcBef>
                <a:spcPts val="0"/>
              </a:spcBef>
              <a:spcAft>
                <a:spcPts val="0"/>
              </a:spcAft>
              <a:buSzPts val="1400"/>
              <a:buNone/>
              <a:defRPr/>
            </a:lvl7pPr>
            <a:lvl8pPr lvl="7" rtl="0">
              <a:spcBef>
                <a:spcPts val="0"/>
              </a:spcBef>
              <a:spcAft>
                <a:spcPts val="0"/>
              </a:spcAft>
              <a:buSzPts val="1400"/>
              <a:buNone/>
              <a:defRPr/>
            </a:lvl8pPr>
            <a:lvl9pPr lvl="8" rtl="0">
              <a:spcBef>
                <a:spcPts val="0"/>
              </a:spcBef>
              <a:spcAft>
                <a:spcPts val="0"/>
              </a:spcAft>
              <a:buSzPts val="1400"/>
              <a:buNone/>
              <a:defRPr/>
            </a:lvl9pPr>
          </a:lstStyle>
          <a:p>
            <a:endParaRPr/>
          </a:p>
        </p:txBody>
      </p:sp>
      <p:sp>
        <p:nvSpPr>
          <p:cNvPr id="574" name="Google Shape;574;p103"/>
          <p:cNvSpPr txBox="1">
            <a:spLocks noGrp="1"/>
          </p:cNvSpPr>
          <p:nvPr>
            <p:ph type="subTitle" idx="1"/>
          </p:nvPr>
        </p:nvSpPr>
        <p:spPr>
          <a:xfrm>
            <a:off x="455663" y="457200"/>
            <a:ext cx="8915400" cy="228600"/>
          </a:xfrm>
          <a:prstGeom prst="rect">
            <a:avLst/>
          </a:prstGeom>
        </p:spPr>
        <p:txBody>
          <a:bodyPr spcFirstLastPara="1" wrap="square" lIns="0" tIns="0" rIns="0" bIns="0" anchor="t" anchorCtr="0">
            <a:noAutofit/>
          </a:bodyPr>
          <a:lstStyle>
            <a:lvl1pPr lvl="0" rtl="0">
              <a:spcBef>
                <a:spcPts val="0"/>
              </a:spcBef>
              <a:spcAft>
                <a:spcPts val="0"/>
              </a:spcAft>
              <a:buClr>
                <a:schemeClr val="lt2"/>
              </a:buClr>
              <a:buSzPts val="1400"/>
              <a:buFont typeface="Roboto Medium"/>
              <a:buNone/>
              <a:defRPr sz="1400">
                <a:solidFill>
                  <a:schemeClr val="lt2"/>
                </a:solidFill>
                <a:latin typeface="Roboto Medium"/>
                <a:ea typeface="Roboto Medium"/>
                <a:cs typeface="Roboto Medium"/>
                <a:sym typeface="Roboto Medium"/>
              </a:defRPr>
            </a:lvl1pPr>
            <a:lvl2pPr lvl="1" rtl="0">
              <a:spcBef>
                <a:spcPts val="600"/>
              </a:spcBef>
              <a:spcAft>
                <a:spcPts val="0"/>
              </a:spcAft>
              <a:buSzPts val="1800"/>
              <a:buFont typeface="Roboto Medium"/>
              <a:buNone/>
              <a:defRPr>
                <a:latin typeface="Roboto Medium"/>
                <a:ea typeface="Roboto Medium"/>
                <a:cs typeface="Roboto Medium"/>
                <a:sym typeface="Roboto Medium"/>
              </a:defRPr>
            </a:lvl2pPr>
            <a:lvl3pPr lvl="2" rtl="0">
              <a:spcBef>
                <a:spcPts val="600"/>
              </a:spcBef>
              <a:spcAft>
                <a:spcPts val="0"/>
              </a:spcAft>
              <a:buSzPts val="1600"/>
              <a:buFont typeface="Roboto Medium"/>
              <a:buNone/>
              <a:defRPr>
                <a:latin typeface="Roboto Medium"/>
                <a:ea typeface="Roboto Medium"/>
                <a:cs typeface="Roboto Medium"/>
                <a:sym typeface="Roboto Medium"/>
              </a:defRPr>
            </a:lvl3pPr>
            <a:lvl4pPr lvl="3" rtl="0">
              <a:spcBef>
                <a:spcPts val="300"/>
              </a:spcBef>
              <a:spcAft>
                <a:spcPts val="0"/>
              </a:spcAft>
              <a:buSzPts val="1400"/>
              <a:buFont typeface="Roboto Medium"/>
              <a:buNone/>
              <a:defRPr>
                <a:latin typeface="Roboto Medium"/>
                <a:ea typeface="Roboto Medium"/>
                <a:cs typeface="Roboto Medium"/>
                <a:sym typeface="Roboto Medium"/>
              </a:defRPr>
            </a:lvl4pPr>
            <a:lvl5pPr lvl="4" rtl="0">
              <a:spcBef>
                <a:spcPts val="300"/>
              </a:spcBef>
              <a:spcAft>
                <a:spcPts val="0"/>
              </a:spcAft>
              <a:buSzPts val="1200"/>
              <a:buFont typeface="Roboto Medium"/>
              <a:buNone/>
              <a:defRPr>
                <a:latin typeface="Roboto Medium"/>
                <a:ea typeface="Roboto Medium"/>
                <a:cs typeface="Roboto Medium"/>
                <a:sym typeface="Roboto Medium"/>
              </a:defRPr>
            </a:lvl5pPr>
            <a:lvl6pPr lvl="5" rtl="0">
              <a:spcBef>
                <a:spcPts val="533"/>
              </a:spcBef>
              <a:spcAft>
                <a:spcPts val="0"/>
              </a:spcAft>
              <a:buSzPts val="2666"/>
              <a:buFont typeface="Roboto Medium"/>
              <a:buNone/>
              <a:defRPr>
                <a:latin typeface="Roboto Medium"/>
                <a:ea typeface="Roboto Medium"/>
                <a:cs typeface="Roboto Medium"/>
                <a:sym typeface="Roboto Medium"/>
              </a:defRPr>
            </a:lvl6pPr>
            <a:lvl7pPr lvl="6" rtl="0">
              <a:spcBef>
                <a:spcPts val="533"/>
              </a:spcBef>
              <a:spcAft>
                <a:spcPts val="0"/>
              </a:spcAft>
              <a:buSzPts val="2666"/>
              <a:buFont typeface="Roboto Medium"/>
              <a:buNone/>
              <a:defRPr>
                <a:latin typeface="Roboto Medium"/>
                <a:ea typeface="Roboto Medium"/>
                <a:cs typeface="Roboto Medium"/>
                <a:sym typeface="Roboto Medium"/>
              </a:defRPr>
            </a:lvl7pPr>
            <a:lvl8pPr lvl="7" rtl="0">
              <a:spcBef>
                <a:spcPts val="533"/>
              </a:spcBef>
              <a:spcAft>
                <a:spcPts val="0"/>
              </a:spcAft>
              <a:buSzPts val="2666"/>
              <a:buFont typeface="Roboto Medium"/>
              <a:buNone/>
              <a:defRPr>
                <a:latin typeface="Roboto Medium"/>
                <a:ea typeface="Roboto Medium"/>
                <a:cs typeface="Roboto Medium"/>
                <a:sym typeface="Roboto Medium"/>
              </a:defRPr>
            </a:lvl8pPr>
            <a:lvl9pPr lvl="8" rtl="0">
              <a:spcBef>
                <a:spcPts val="533"/>
              </a:spcBef>
              <a:spcAft>
                <a:spcPts val="0"/>
              </a:spcAft>
              <a:buSzPts val="2666"/>
              <a:buFont typeface="Roboto Medium"/>
              <a:buNone/>
              <a:defRPr>
                <a:latin typeface="Roboto Medium"/>
                <a:ea typeface="Roboto Medium"/>
                <a:cs typeface="Roboto Medium"/>
                <a:sym typeface="Roboto Medium"/>
              </a:defRPr>
            </a:lvl9pPr>
          </a:lstStyle>
          <a:p>
            <a:endParaRPr/>
          </a:p>
        </p:txBody>
      </p:sp>
      <p:sp>
        <p:nvSpPr>
          <p:cNvPr id="575" name="Google Shape;575;p103"/>
          <p:cNvSpPr txBox="1">
            <a:spLocks noGrp="1"/>
          </p:cNvSpPr>
          <p:nvPr>
            <p:ph type="sldNum" idx="12"/>
          </p:nvPr>
        </p:nvSpPr>
        <p:spPr>
          <a:xfrm>
            <a:off x="11438849" y="6400800"/>
            <a:ext cx="294601" cy="228600"/>
          </a:xfrm>
          <a:prstGeom prst="rect">
            <a:avLst/>
          </a:prstGeom>
        </p:spPr>
        <p:txBody>
          <a:bodyPr spcFirstLastPara="1" wrap="square" lIns="0" tIns="0" rIns="0" bIns="0" anchor="b" anchorCtr="0">
            <a:noAutofit/>
          </a:bodyPr>
          <a:lstStyle>
            <a:lvl1pPr lvl="0" rtl="0">
              <a:buNone/>
              <a:defRPr sz="1000">
                <a:solidFill>
                  <a:srgbClr val="000000"/>
                </a:solidFill>
              </a:defRPr>
            </a:lvl1pPr>
            <a:lvl2pPr lvl="1" rtl="0">
              <a:buNone/>
              <a:defRPr sz="1000">
                <a:solidFill>
                  <a:srgbClr val="000000"/>
                </a:solidFill>
              </a:defRPr>
            </a:lvl2pPr>
            <a:lvl3pPr lvl="2" rtl="0">
              <a:buNone/>
              <a:defRPr sz="1000">
                <a:solidFill>
                  <a:srgbClr val="000000"/>
                </a:solidFill>
              </a:defRPr>
            </a:lvl3pPr>
            <a:lvl4pPr lvl="3" rtl="0">
              <a:buNone/>
              <a:defRPr sz="1000">
                <a:solidFill>
                  <a:srgbClr val="000000"/>
                </a:solidFill>
              </a:defRPr>
            </a:lvl4pPr>
            <a:lvl5pPr lvl="4" rtl="0">
              <a:buNone/>
              <a:defRPr sz="1000">
                <a:solidFill>
                  <a:srgbClr val="000000"/>
                </a:solidFill>
              </a:defRPr>
            </a:lvl5pPr>
            <a:lvl6pPr lvl="5" rtl="0">
              <a:buNone/>
              <a:defRPr sz="1000">
                <a:solidFill>
                  <a:srgbClr val="000000"/>
                </a:solidFill>
              </a:defRPr>
            </a:lvl6pPr>
            <a:lvl7pPr lvl="6" rtl="0">
              <a:buNone/>
              <a:defRPr sz="1000">
                <a:solidFill>
                  <a:srgbClr val="000000"/>
                </a:solidFill>
              </a:defRPr>
            </a:lvl7pPr>
            <a:lvl8pPr lvl="7" rtl="0">
              <a:buNone/>
              <a:defRPr sz="1000">
                <a:solidFill>
                  <a:srgbClr val="000000"/>
                </a:solidFill>
              </a:defRPr>
            </a:lvl8pPr>
            <a:lvl9pPr lvl="8" rtl="0">
              <a:buNone/>
              <a:defRPr sz="1000">
                <a:solidFill>
                  <a:srgbClr val="000000"/>
                </a:solidFill>
              </a:defRPr>
            </a:lvl9pPr>
          </a:lstStyle>
          <a:p>
            <a:fld id="{00000000-1234-1234-1234-123412341234}" type="slidenum">
              <a:rPr lang="en" smtClean="0"/>
              <a:pPr/>
              <a:t>‹#›</a:t>
            </a:fld>
            <a:endParaRPr lang="en"/>
          </a:p>
        </p:txBody>
      </p:sp>
      <p:sp>
        <p:nvSpPr>
          <p:cNvPr id="576" name="Google Shape;576;p103"/>
          <p:cNvSpPr txBox="1">
            <a:spLocks noGrp="1"/>
          </p:cNvSpPr>
          <p:nvPr>
            <p:ph type="body" idx="2"/>
          </p:nvPr>
        </p:nvSpPr>
        <p:spPr>
          <a:xfrm>
            <a:off x="455613" y="2686375"/>
            <a:ext cx="8915400" cy="3257100"/>
          </a:xfrm>
          <a:prstGeom prst="rect">
            <a:avLst/>
          </a:prstGeom>
          <a:noFill/>
          <a:ln>
            <a:noFill/>
          </a:ln>
        </p:spPr>
        <p:txBody>
          <a:bodyPr spcFirstLastPara="1" wrap="square" lIns="0" tIns="0" rIns="0" bIns="0" anchor="t" anchorCtr="0">
            <a:noAutofit/>
          </a:bodyPr>
          <a:lstStyle>
            <a:lvl1pPr marL="457207" lvl="0" indent="-228604" algn="l" rtl="0">
              <a:spcBef>
                <a:spcPts val="1800"/>
              </a:spcBef>
              <a:spcAft>
                <a:spcPts val="0"/>
              </a:spcAft>
              <a:buClr>
                <a:schemeClr val="dk1"/>
              </a:buClr>
              <a:buSzPts val="2000"/>
              <a:buFont typeface="Roboto"/>
              <a:buNone/>
              <a:defRPr b="0" i="0">
                <a:latin typeface="Roboto"/>
                <a:ea typeface="Roboto"/>
                <a:cs typeface="Roboto"/>
                <a:sym typeface="Roboto"/>
              </a:defRPr>
            </a:lvl1pPr>
            <a:lvl2pPr marL="914415" lvl="1" indent="-342906" algn="l" rtl="0">
              <a:spcBef>
                <a:spcPts val="600"/>
              </a:spcBef>
              <a:spcAft>
                <a:spcPts val="0"/>
              </a:spcAft>
              <a:buClr>
                <a:schemeClr val="dk1"/>
              </a:buClr>
              <a:buSzPts val="1800"/>
              <a:buChar char="•"/>
              <a:defRPr b="0" i="0">
                <a:latin typeface="Roboto"/>
                <a:ea typeface="Roboto"/>
                <a:cs typeface="Roboto"/>
                <a:sym typeface="Roboto"/>
              </a:defRPr>
            </a:lvl2pPr>
            <a:lvl3pPr marL="1371622" lvl="2" indent="-330205" algn="l" rtl="0">
              <a:spcBef>
                <a:spcPts val="600"/>
              </a:spcBef>
              <a:spcAft>
                <a:spcPts val="0"/>
              </a:spcAft>
              <a:buClr>
                <a:schemeClr val="dk1"/>
              </a:buClr>
              <a:buSzPts val="1600"/>
              <a:buChar char="−"/>
              <a:defRPr b="0" i="0">
                <a:latin typeface="Roboto"/>
                <a:ea typeface="Roboto"/>
                <a:cs typeface="Roboto"/>
                <a:sym typeface="Roboto"/>
              </a:defRPr>
            </a:lvl3pPr>
            <a:lvl4pPr marL="1828831" lvl="3" indent="-317506" algn="l" rtl="0">
              <a:spcBef>
                <a:spcPts val="300"/>
              </a:spcBef>
              <a:spcAft>
                <a:spcPts val="0"/>
              </a:spcAft>
              <a:buClr>
                <a:schemeClr val="dk1"/>
              </a:buClr>
              <a:buSzPts val="1400"/>
              <a:buChar char="•"/>
              <a:defRPr b="0" i="0">
                <a:latin typeface="Roboto"/>
                <a:ea typeface="Roboto"/>
                <a:cs typeface="Roboto"/>
                <a:sym typeface="Roboto"/>
              </a:defRPr>
            </a:lvl4pPr>
            <a:lvl5pPr marL="2286038" lvl="4" indent="-304805" algn="l" rtl="0">
              <a:spcBef>
                <a:spcPts val="300"/>
              </a:spcBef>
              <a:spcAft>
                <a:spcPts val="0"/>
              </a:spcAft>
              <a:buClr>
                <a:schemeClr val="dk1"/>
              </a:buClr>
              <a:buSzPts val="1200"/>
              <a:buChar char="−"/>
              <a:defRPr b="0" i="0">
                <a:latin typeface="Roboto"/>
                <a:ea typeface="Roboto"/>
                <a:cs typeface="Roboto"/>
                <a:sym typeface="Roboto"/>
              </a:defRPr>
            </a:lvl5pPr>
            <a:lvl6pPr marL="2743246" lvl="5" indent="-304805" algn="l" rtl="0">
              <a:spcBef>
                <a:spcPts val="360"/>
              </a:spcBef>
              <a:spcAft>
                <a:spcPts val="0"/>
              </a:spcAft>
              <a:buClr>
                <a:schemeClr val="dk1"/>
              </a:buClr>
              <a:buSzPts val="1200"/>
              <a:buFont typeface="Roboto"/>
              <a:buChar char="•"/>
              <a:defRPr sz="1200">
                <a:latin typeface="Roboto"/>
                <a:ea typeface="Roboto"/>
                <a:cs typeface="Roboto"/>
                <a:sym typeface="Roboto"/>
              </a:defRPr>
            </a:lvl6pPr>
            <a:lvl7pPr marL="3200453" lvl="6" indent="-304805" algn="l" rtl="0">
              <a:spcBef>
                <a:spcPts val="360"/>
              </a:spcBef>
              <a:spcAft>
                <a:spcPts val="0"/>
              </a:spcAft>
              <a:buClr>
                <a:schemeClr val="dk1"/>
              </a:buClr>
              <a:buSzPts val="1200"/>
              <a:buFont typeface="Roboto"/>
              <a:buChar char="•"/>
              <a:defRPr sz="1200">
                <a:latin typeface="Roboto"/>
                <a:ea typeface="Roboto"/>
                <a:cs typeface="Roboto"/>
                <a:sym typeface="Roboto"/>
              </a:defRPr>
            </a:lvl7pPr>
            <a:lvl8pPr marL="3657661" lvl="7" indent="-304805" algn="l" rtl="0">
              <a:spcBef>
                <a:spcPts val="360"/>
              </a:spcBef>
              <a:spcAft>
                <a:spcPts val="0"/>
              </a:spcAft>
              <a:buClr>
                <a:schemeClr val="dk1"/>
              </a:buClr>
              <a:buSzPts val="1200"/>
              <a:buFont typeface="Roboto"/>
              <a:buChar char="•"/>
              <a:defRPr sz="1200">
                <a:latin typeface="Roboto"/>
                <a:ea typeface="Roboto"/>
                <a:cs typeface="Roboto"/>
                <a:sym typeface="Roboto"/>
              </a:defRPr>
            </a:lvl8pPr>
            <a:lvl9pPr marL="4114868" lvl="8" indent="-304805" algn="l" rtl="0">
              <a:spcBef>
                <a:spcPts val="360"/>
              </a:spcBef>
              <a:spcAft>
                <a:spcPts val="0"/>
              </a:spcAft>
              <a:buClr>
                <a:schemeClr val="dk1"/>
              </a:buClr>
              <a:buSzPts val="1200"/>
              <a:buFont typeface="Roboto"/>
              <a:buChar char="•"/>
              <a:defRPr sz="1200">
                <a:latin typeface="Roboto"/>
                <a:ea typeface="Roboto"/>
                <a:cs typeface="Roboto"/>
                <a:sym typeface="Roboto"/>
              </a:defRPr>
            </a:lvl9pPr>
          </a:lstStyle>
          <a:p>
            <a:endParaRPr/>
          </a:p>
        </p:txBody>
      </p:sp>
      <p:pic>
        <p:nvPicPr>
          <p:cNvPr id="577" name="Google Shape;577;p103"/>
          <p:cNvPicPr preferRelativeResize="0"/>
          <p:nvPr/>
        </p:nvPicPr>
        <p:blipFill>
          <a:blip r:embed="rId2">
            <a:alphaModFix/>
          </a:blip>
          <a:stretch>
            <a:fillRect/>
          </a:stretch>
        </p:blipFill>
        <p:spPr>
          <a:xfrm>
            <a:off x="455626" y="6262542"/>
            <a:ext cx="685801" cy="352697"/>
          </a:xfrm>
          <a:prstGeom prst="rect">
            <a:avLst/>
          </a:prstGeom>
          <a:noFill/>
          <a:ln>
            <a:noFill/>
          </a:ln>
        </p:spPr>
      </p:pic>
      <p:sp>
        <p:nvSpPr>
          <p:cNvPr id="578" name="Google Shape;578;p103"/>
          <p:cNvSpPr txBox="1"/>
          <p:nvPr/>
        </p:nvSpPr>
        <p:spPr>
          <a:xfrm>
            <a:off x="8194350" y="6400800"/>
            <a:ext cx="3244500" cy="228600"/>
          </a:xfrm>
          <a:prstGeom prst="rect">
            <a:avLst/>
          </a:prstGeom>
          <a:noFill/>
          <a:ln>
            <a:noFill/>
          </a:ln>
        </p:spPr>
        <p:txBody>
          <a:bodyPr spcFirstLastPara="1" wrap="square" lIns="91426" tIns="91426" rIns="91426" bIns="91426" anchor="t" anchorCtr="0">
            <a:noAutofit/>
          </a:bodyPr>
          <a:lstStyle/>
          <a:p>
            <a:pPr marL="0" lvl="0" indent="0" algn="r" rtl="0">
              <a:spcBef>
                <a:spcPts val="0"/>
              </a:spcBef>
              <a:spcAft>
                <a:spcPts val="0"/>
              </a:spcAft>
              <a:buNone/>
            </a:pPr>
            <a:r>
              <a:rPr lang="en" sz="1000">
                <a:solidFill>
                  <a:schemeClr val="dk1"/>
                </a:solidFill>
                <a:latin typeface="Roboto"/>
                <a:ea typeface="Roboto"/>
                <a:cs typeface="Roboto"/>
                <a:sym typeface="Roboto"/>
              </a:rPr>
              <a:t>Proprietary &amp; Confidential - For Internal Use Only</a:t>
            </a:r>
            <a:endParaRPr sz="1000">
              <a:solidFill>
                <a:schemeClr val="dk1"/>
              </a:solidFill>
              <a:latin typeface="Roboto"/>
              <a:ea typeface="Roboto"/>
              <a:cs typeface="Roboto"/>
              <a:sym typeface="Roboto"/>
            </a:endParaRPr>
          </a:p>
        </p:txBody>
      </p:sp>
    </p:spTree>
  </p:cSld>
  <p:clrMapOvr>
    <a:masterClrMapping/>
  </p:clrMapOvr>
  <mc:AlternateContent xmlns:mc="http://schemas.openxmlformats.org/markup-compatibility/2006" xmlns:p14="http://schemas.microsoft.com/office/powerpoint/2010/main">
    <mc:Choice Requires="p14">
      <p:transition p14:dur="250">
        <p:fade/>
      </p:transition>
    </mc:Choice>
    <mc:Fallback xmlns:ahyp="http://schemas.microsoft.com/office/drawing/2018/hyperlinkcolor" xmlns:p15="http://schemas.microsoft.com/office/powerpoint/2012/main" xmlns:com="http://schemas.openxmlformats.org/drawingml/2006/compatibility" xmlns:pvml="urn:schemas-microsoft-com:office:powerpoint" xmlns:v="urn:schemas-microsoft-com:vml" xmlns:o="urn:schemas-microsoft-com:office:office" xmlns:dgm="http://schemas.openxmlformats.org/drawingml/2006/diagram" xmlns:c="http://schemas.openxmlformats.org/drawingml/2006/chart" xmlns:mv="urn:schemas-microsoft-com:mac:vml" xmlns="">
      <p:transition>
        <p:fade/>
      </p:transition>
    </mc:Fallback>
  </mc:AlternateContent>
</p:sldLayout>
</file>

<file path=ppt/slideLayouts/slideLayout98.xml><?xml version="1.0" encoding="utf-8"?>
<p:sldLayout xmlns:a="http://schemas.openxmlformats.org/drawingml/2006/main" xmlns:r="http://schemas.openxmlformats.org/officeDocument/2006/relationships" xmlns:p="http://schemas.openxmlformats.org/presentationml/2006/main" matchingName="WHITE 2Col Subhead | Title | Text">
  <p:cSld name="WHITE 2Col Subhead | Title | Text">
    <p:spTree>
      <p:nvGrpSpPr>
        <p:cNvPr id="1" name="Shape 579"/>
        <p:cNvGrpSpPr/>
        <p:nvPr/>
      </p:nvGrpSpPr>
      <p:grpSpPr>
        <a:xfrm>
          <a:off x="0" y="0"/>
          <a:ext cx="0" cy="0"/>
          <a:chOff x="0" y="0"/>
          <a:chExt cx="0" cy="0"/>
        </a:xfrm>
      </p:grpSpPr>
      <p:sp>
        <p:nvSpPr>
          <p:cNvPr id="580" name="Google Shape;580;p104"/>
          <p:cNvSpPr txBox="1">
            <a:spLocks noGrp="1"/>
          </p:cNvSpPr>
          <p:nvPr>
            <p:ph type="title"/>
          </p:nvPr>
        </p:nvSpPr>
        <p:spPr>
          <a:xfrm>
            <a:off x="455617" y="731520"/>
            <a:ext cx="8915400" cy="524400"/>
          </a:xfrm>
          <a:prstGeom prst="rect">
            <a:avLst/>
          </a:prstGeom>
          <a:noFill/>
          <a:ln>
            <a:noFill/>
          </a:ln>
        </p:spPr>
        <p:txBody>
          <a:bodyPr spcFirstLastPara="1" wrap="square" lIns="0" tIns="0" rIns="0" bIns="0" anchor="t" anchorCtr="0">
            <a:noAutofit/>
          </a:bodyPr>
          <a:lstStyle>
            <a:lvl1pPr lvl="0" algn="l" rtl="0">
              <a:lnSpc>
                <a:spcPct val="80000"/>
              </a:lnSpc>
              <a:spcBef>
                <a:spcPts val="0"/>
              </a:spcBef>
              <a:spcAft>
                <a:spcPts val="0"/>
              </a:spcAft>
              <a:buClr>
                <a:schemeClr val="dk1"/>
              </a:buClr>
              <a:buSzPts val="3200"/>
              <a:buFont typeface="Roboto Medium"/>
              <a:buNone/>
              <a:defRPr b="0"/>
            </a:lvl1pPr>
            <a:lvl2pPr lvl="1" rtl="0">
              <a:spcBef>
                <a:spcPts val="0"/>
              </a:spcBef>
              <a:spcAft>
                <a:spcPts val="0"/>
              </a:spcAft>
              <a:buSzPts val="1400"/>
              <a:buNone/>
              <a:defRPr/>
            </a:lvl2pPr>
            <a:lvl3pPr lvl="2" rtl="0">
              <a:spcBef>
                <a:spcPts val="0"/>
              </a:spcBef>
              <a:spcAft>
                <a:spcPts val="0"/>
              </a:spcAft>
              <a:buSzPts val="1400"/>
              <a:buNone/>
              <a:defRPr/>
            </a:lvl3pPr>
            <a:lvl4pPr lvl="3" rtl="0">
              <a:spcBef>
                <a:spcPts val="0"/>
              </a:spcBef>
              <a:spcAft>
                <a:spcPts val="0"/>
              </a:spcAft>
              <a:buSzPts val="1400"/>
              <a:buNone/>
              <a:defRPr/>
            </a:lvl4pPr>
            <a:lvl5pPr lvl="4" rtl="0">
              <a:spcBef>
                <a:spcPts val="0"/>
              </a:spcBef>
              <a:spcAft>
                <a:spcPts val="0"/>
              </a:spcAft>
              <a:buSzPts val="1400"/>
              <a:buNone/>
              <a:defRPr/>
            </a:lvl5pPr>
            <a:lvl6pPr lvl="5" rtl="0">
              <a:spcBef>
                <a:spcPts val="0"/>
              </a:spcBef>
              <a:spcAft>
                <a:spcPts val="0"/>
              </a:spcAft>
              <a:buSzPts val="1400"/>
              <a:buNone/>
              <a:defRPr/>
            </a:lvl6pPr>
            <a:lvl7pPr lvl="6" rtl="0">
              <a:spcBef>
                <a:spcPts val="0"/>
              </a:spcBef>
              <a:spcAft>
                <a:spcPts val="0"/>
              </a:spcAft>
              <a:buSzPts val="1400"/>
              <a:buNone/>
              <a:defRPr/>
            </a:lvl7pPr>
            <a:lvl8pPr lvl="7" rtl="0">
              <a:spcBef>
                <a:spcPts val="0"/>
              </a:spcBef>
              <a:spcAft>
                <a:spcPts val="0"/>
              </a:spcAft>
              <a:buSzPts val="1400"/>
              <a:buNone/>
              <a:defRPr/>
            </a:lvl8pPr>
            <a:lvl9pPr lvl="8" rtl="0">
              <a:spcBef>
                <a:spcPts val="0"/>
              </a:spcBef>
              <a:spcAft>
                <a:spcPts val="0"/>
              </a:spcAft>
              <a:buSzPts val="1400"/>
              <a:buNone/>
              <a:defRPr/>
            </a:lvl9pPr>
          </a:lstStyle>
          <a:p>
            <a:endParaRPr/>
          </a:p>
        </p:txBody>
      </p:sp>
      <p:sp>
        <p:nvSpPr>
          <p:cNvPr id="581" name="Google Shape;581;p104"/>
          <p:cNvSpPr txBox="1">
            <a:spLocks noGrp="1"/>
          </p:cNvSpPr>
          <p:nvPr>
            <p:ph type="subTitle" idx="1"/>
          </p:nvPr>
        </p:nvSpPr>
        <p:spPr>
          <a:xfrm>
            <a:off x="455663" y="457200"/>
            <a:ext cx="8915400" cy="228600"/>
          </a:xfrm>
          <a:prstGeom prst="rect">
            <a:avLst/>
          </a:prstGeom>
        </p:spPr>
        <p:txBody>
          <a:bodyPr spcFirstLastPara="1" wrap="square" lIns="0" tIns="0" rIns="0" bIns="0" anchor="t" anchorCtr="0">
            <a:noAutofit/>
          </a:bodyPr>
          <a:lstStyle>
            <a:lvl1pPr lvl="0" rtl="0">
              <a:spcBef>
                <a:spcPts val="0"/>
              </a:spcBef>
              <a:spcAft>
                <a:spcPts val="0"/>
              </a:spcAft>
              <a:buClr>
                <a:schemeClr val="lt2"/>
              </a:buClr>
              <a:buSzPts val="1400"/>
              <a:buFont typeface="Roboto Medium"/>
              <a:buNone/>
              <a:defRPr sz="1400">
                <a:solidFill>
                  <a:schemeClr val="lt2"/>
                </a:solidFill>
                <a:latin typeface="Roboto Medium"/>
                <a:ea typeface="Roboto Medium"/>
                <a:cs typeface="Roboto Medium"/>
                <a:sym typeface="Roboto Medium"/>
              </a:defRPr>
            </a:lvl1pPr>
            <a:lvl2pPr lvl="1" rtl="0">
              <a:spcBef>
                <a:spcPts val="600"/>
              </a:spcBef>
              <a:spcAft>
                <a:spcPts val="0"/>
              </a:spcAft>
              <a:buSzPts val="1800"/>
              <a:buFont typeface="Roboto Medium"/>
              <a:buNone/>
              <a:defRPr>
                <a:latin typeface="Roboto Medium"/>
                <a:ea typeface="Roboto Medium"/>
                <a:cs typeface="Roboto Medium"/>
                <a:sym typeface="Roboto Medium"/>
              </a:defRPr>
            </a:lvl2pPr>
            <a:lvl3pPr lvl="2" rtl="0">
              <a:spcBef>
                <a:spcPts val="600"/>
              </a:spcBef>
              <a:spcAft>
                <a:spcPts val="0"/>
              </a:spcAft>
              <a:buSzPts val="1600"/>
              <a:buFont typeface="Roboto Medium"/>
              <a:buNone/>
              <a:defRPr>
                <a:latin typeface="Roboto Medium"/>
                <a:ea typeface="Roboto Medium"/>
                <a:cs typeface="Roboto Medium"/>
                <a:sym typeface="Roboto Medium"/>
              </a:defRPr>
            </a:lvl3pPr>
            <a:lvl4pPr lvl="3" rtl="0">
              <a:spcBef>
                <a:spcPts val="300"/>
              </a:spcBef>
              <a:spcAft>
                <a:spcPts val="0"/>
              </a:spcAft>
              <a:buSzPts val="1400"/>
              <a:buFont typeface="Roboto Medium"/>
              <a:buNone/>
              <a:defRPr>
                <a:latin typeface="Roboto Medium"/>
                <a:ea typeface="Roboto Medium"/>
                <a:cs typeface="Roboto Medium"/>
                <a:sym typeface="Roboto Medium"/>
              </a:defRPr>
            </a:lvl4pPr>
            <a:lvl5pPr lvl="4" rtl="0">
              <a:spcBef>
                <a:spcPts val="300"/>
              </a:spcBef>
              <a:spcAft>
                <a:spcPts val="0"/>
              </a:spcAft>
              <a:buSzPts val="1200"/>
              <a:buFont typeface="Roboto Medium"/>
              <a:buNone/>
              <a:defRPr>
                <a:latin typeface="Roboto Medium"/>
                <a:ea typeface="Roboto Medium"/>
                <a:cs typeface="Roboto Medium"/>
                <a:sym typeface="Roboto Medium"/>
              </a:defRPr>
            </a:lvl5pPr>
            <a:lvl6pPr lvl="5" rtl="0">
              <a:spcBef>
                <a:spcPts val="533"/>
              </a:spcBef>
              <a:spcAft>
                <a:spcPts val="0"/>
              </a:spcAft>
              <a:buSzPts val="2666"/>
              <a:buFont typeface="Roboto Medium"/>
              <a:buNone/>
              <a:defRPr>
                <a:latin typeface="Roboto Medium"/>
                <a:ea typeface="Roboto Medium"/>
                <a:cs typeface="Roboto Medium"/>
                <a:sym typeface="Roboto Medium"/>
              </a:defRPr>
            </a:lvl6pPr>
            <a:lvl7pPr lvl="6" rtl="0">
              <a:spcBef>
                <a:spcPts val="533"/>
              </a:spcBef>
              <a:spcAft>
                <a:spcPts val="0"/>
              </a:spcAft>
              <a:buSzPts val="2666"/>
              <a:buFont typeface="Roboto Medium"/>
              <a:buNone/>
              <a:defRPr>
                <a:latin typeface="Roboto Medium"/>
                <a:ea typeface="Roboto Medium"/>
                <a:cs typeface="Roboto Medium"/>
                <a:sym typeface="Roboto Medium"/>
              </a:defRPr>
            </a:lvl7pPr>
            <a:lvl8pPr lvl="7" rtl="0">
              <a:spcBef>
                <a:spcPts val="533"/>
              </a:spcBef>
              <a:spcAft>
                <a:spcPts val="0"/>
              </a:spcAft>
              <a:buSzPts val="2666"/>
              <a:buFont typeface="Roboto Medium"/>
              <a:buNone/>
              <a:defRPr>
                <a:latin typeface="Roboto Medium"/>
                <a:ea typeface="Roboto Medium"/>
                <a:cs typeface="Roboto Medium"/>
                <a:sym typeface="Roboto Medium"/>
              </a:defRPr>
            </a:lvl8pPr>
            <a:lvl9pPr lvl="8" rtl="0">
              <a:spcBef>
                <a:spcPts val="533"/>
              </a:spcBef>
              <a:spcAft>
                <a:spcPts val="0"/>
              </a:spcAft>
              <a:buSzPts val="2666"/>
              <a:buFont typeface="Roboto Medium"/>
              <a:buNone/>
              <a:defRPr>
                <a:latin typeface="Roboto Medium"/>
                <a:ea typeface="Roboto Medium"/>
                <a:cs typeface="Roboto Medium"/>
                <a:sym typeface="Roboto Medium"/>
              </a:defRPr>
            </a:lvl9pPr>
          </a:lstStyle>
          <a:p>
            <a:endParaRPr/>
          </a:p>
        </p:txBody>
      </p:sp>
      <p:sp>
        <p:nvSpPr>
          <p:cNvPr id="582" name="Google Shape;582;p104"/>
          <p:cNvSpPr txBox="1">
            <a:spLocks noGrp="1"/>
          </p:cNvSpPr>
          <p:nvPr>
            <p:ph type="body" idx="2"/>
          </p:nvPr>
        </p:nvSpPr>
        <p:spPr>
          <a:xfrm>
            <a:off x="455675" y="2686375"/>
            <a:ext cx="5486400" cy="3257100"/>
          </a:xfrm>
          <a:prstGeom prst="rect">
            <a:avLst/>
          </a:prstGeom>
          <a:noFill/>
          <a:ln>
            <a:noFill/>
          </a:ln>
        </p:spPr>
        <p:txBody>
          <a:bodyPr spcFirstLastPara="1" wrap="square" lIns="0" tIns="0" rIns="0" bIns="0" anchor="t" anchorCtr="0">
            <a:noAutofit/>
          </a:bodyPr>
          <a:lstStyle>
            <a:lvl1pPr marL="457207" lvl="0" indent="-228604" algn="l" rtl="0">
              <a:spcBef>
                <a:spcPts val="1800"/>
              </a:spcBef>
              <a:spcAft>
                <a:spcPts val="0"/>
              </a:spcAft>
              <a:buClr>
                <a:schemeClr val="dk1"/>
              </a:buClr>
              <a:buSzPts val="2000"/>
              <a:buFont typeface="Roboto"/>
              <a:buNone/>
              <a:defRPr b="0" i="0">
                <a:latin typeface="Roboto"/>
                <a:ea typeface="Roboto"/>
                <a:cs typeface="Roboto"/>
                <a:sym typeface="Roboto"/>
              </a:defRPr>
            </a:lvl1pPr>
            <a:lvl2pPr marL="914415" lvl="1" indent="-342906" algn="l" rtl="0">
              <a:spcBef>
                <a:spcPts val="600"/>
              </a:spcBef>
              <a:spcAft>
                <a:spcPts val="0"/>
              </a:spcAft>
              <a:buClr>
                <a:schemeClr val="dk1"/>
              </a:buClr>
              <a:buSzPts val="1800"/>
              <a:buChar char="•"/>
              <a:defRPr b="0" i="0">
                <a:latin typeface="Roboto"/>
                <a:ea typeface="Roboto"/>
                <a:cs typeface="Roboto"/>
                <a:sym typeface="Roboto"/>
              </a:defRPr>
            </a:lvl2pPr>
            <a:lvl3pPr marL="1371622" lvl="2" indent="-330205" algn="l" rtl="0">
              <a:spcBef>
                <a:spcPts val="600"/>
              </a:spcBef>
              <a:spcAft>
                <a:spcPts val="0"/>
              </a:spcAft>
              <a:buClr>
                <a:schemeClr val="dk1"/>
              </a:buClr>
              <a:buSzPts val="1600"/>
              <a:buChar char="−"/>
              <a:defRPr b="0" i="0">
                <a:latin typeface="Roboto"/>
                <a:ea typeface="Roboto"/>
                <a:cs typeface="Roboto"/>
                <a:sym typeface="Roboto"/>
              </a:defRPr>
            </a:lvl3pPr>
            <a:lvl4pPr marL="1828831" lvl="3" indent="-317506" algn="l" rtl="0">
              <a:spcBef>
                <a:spcPts val="300"/>
              </a:spcBef>
              <a:spcAft>
                <a:spcPts val="0"/>
              </a:spcAft>
              <a:buClr>
                <a:schemeClr val="dk1"/>
              </a:buClr>
              <a:buSzPts val="1400"/>
              <a:buChar char="•"/>
              <a:defRPr b="0" i="0">
                <a:latin typeface="Roboto"/>
                <a:ea typeface="Roboto"/>
                <a:cs typeface="Roboto"/>
                <a:sym typeface="Roboto"/>
              </a:defRPr>
            </a:lvl4pPr>
            <a:lvl5pPr marL="2286038" lvl="4" indent="-304805" algn="l" rtl="0">
              <a:spcBef>
                <a:spcPts val="300"/>
              </a:spcBef>
              <a:spcAft>
                <a:spcPts val="0"/>
              </a:spcAft>
              <a:buClr>
                <a:schemeClr val="dk1"/>
              </a:buClr>
              <a:buSzPts val="1200"/>
              <a:buChar char="−"/>
              <a:defRPr b="0" i="0">
                <a:latin typeface="Roboto"/>
                <a:ea typeface="Roboto"/>
                <a:cs typeface="Roboto"/>
                <a:sym typeface="Roboto"/>
              </a:defRPr>
            </a:lvl5pPr>
            <a:lvl6pPr marL="2743246" lvl="5" indent="-304805" algn="l" rtl="0">
              <a:spcBef>
                <a:spcPts val="360"/>
              </a:spcBef>
              <a:spcAft>
                <a:spcPts val="0"/>
              </a:spcAft>
              <a:buClr>
                <a:schemeClr val="dk1"/>
              </a:buClr>
              <a:buSzPts val="1200"/>
              <a:buFont typeface="Roboto"/>
              <a:buChar char="•"/>
              <a:defRPr sz="1200">
                <a:latin typeface="Roboto"/>
                <a:ea typeface="Roboto"/>
                <a:cs typeface="Roboto"/>
                <a:sym typeface="Roboto"/>
              </a:defRPr>
            </a:lvl6pPr>
            <a:lvl7pPr marL="3200453" lvl="6" indent="-304805" algn="l" rtl="0">
              <a:spcBef>
                <a:spcPts val="360"/>
              </a:spcBef>
              <a:spcAft>
                <a:spcPts val="0"/>
              </a:spcAft>
              <a:buClr>
                <a:schemeClr val="dk1"/>
              </a:buClr>
              <a:buSzPts val="1200"/>
              <a:buFont typeface="Roboto"/>
              <a:buChar char="•"/>
              <a:defRPr sz="1200">
                <a:latin typeface="Roboto"/>
                <a:ea typeface="Roboto"/>
                <a:cs typeface="Roboto"/>
                <a:sym typeface="Roboto"/>
              </a:defRPr>
            </a:lvl7pPr>
            <a:lvl8pPr marL="3657661" lvl="7" indent="-304805" algn="l" rtl="0">
              <a:spcBef>
                <a:spcPts val="360"/>
              </a:spcBef>
              <a:spcAft>
                <a:spcPts val="0"/>
              </a:spcAft>
              <a:buClr>
                <a:schemeClr val="dk1"/>
              </a:buClr>
              <a:buSzPts val="1200"/>
              <a:buFont typeface="Roboto"/>
              <a:buChar char="•"/>
              <a:defRPr sz="1200">
                <a:latin typeface="Roboto"/>
                <a:ea typeface="Roboto"/>
                <a:cs typeface="Roboto"/>
                <a:sym typeface="Roboto"/>
              </a:defRPr>
            </a:lvl8pPr>
            <a:lvl9pPr marL="4114868" lvl="8" indent="-304805" algn="l" rtl="0">
              <a:spcBef>
                <a:spcPts val="360"/>
              </a:spcBef>
              <a:spcAft>
                <a:spcPts val="0"/>
              </a:spcAft>
              <a:buClr>
                <a:schemeClr val="dk1"/>
              </a:buClr>
              <a:buSzPts val="1200"/>
              <a:buFont typeface="Roboto"/>
              <a:buChar char="•"/>
              <a:defRPr sz="1200">
                <a:latin typeface="Roboto"/>
                <a:ea typeface="Roboto"/>
                <a:cs typeface="Roboto"/>
                <a:sym typeface="Roboto"/>
              </a:defRPr>
            </a:lvl9pPr>
          </a:lstStyle>
          <a:p>
            <a:endParaRPr/>
          </a:p>
        </p:txBody>
      </p:sp>
      <p:sp>
        <p:nvSpPr>
          <p:cNvPr id="583" name="Google Shape;583;p104"/>
          <p:cNvSpPr txBox="1">
            <a:spLocks noGrp="1"/>
          </p:cNvSpPr>
          <p:nvPr>
            <p:ph type="body" idx="3"/>
          </p:nvPr>
        </p:nvSpPr>
        <p:spPr>
          <a:xfrm>
            <a:off x="6295475" y="2686375"/>
            <a:ext cx="5486400" cy="3257100"/>
          </a:xfrm>
          <a:prstGeom prst="rect">
            <a:avLst/>
          </a:prstGeom>
          <a:noFill/>
          <a:ln>
            <a:noFill/>
          </a:ln>
        </p:spPr>
        <p:txBody>
          <a:bodyPr spcFirstLastPara="1" wrap="square" lIns="0" tIns="0" rIns="0" bIns="0" anchor="t" anchorCtr="0">
            <a:noAutofit/>
          </a:bodyPr>
          <a:lstStyle>
            <a:lvl1pPr marL="457207" lvl="0" indent="-228604" algn="l" rtl="0">
              <a:spcBef>
                <a:spcPts val="1800"/>
              </a:spcBef>
              <a:spcAft>
                <a:spcPts val="0"/>
              </a:spcAft>
              <a:buClr>
                <a:schemeClr val="dk1"/>
              </a:buClr>
              <a:buSzPts val="2000"/>
              <a:buFont typeface="Roboto"/>
              <a:buNone/>
              <a:defRPr b="0" i="0">
                <a:latin typeface="Roboto"/>
                <a:ea typeface="Roboto"/>
                <a:cs typeface="Roboto"/>
                <a:sym typeface="Roboto"/>
              </a:defRPr>
            </a:lvl1pPr>
            <a:lvl2pPr marL="914415" lvl="1" indent="-342906" algn="l" rtl="0">
              <a:spcBef>
                <a:spcPts val="600"/>
              </a:spcBef>
              <a:spcAft>
                <a:spcPts val="0"/>
              </a:spcAft>
              <a:buClr>
                <a:schemeClr val="dk1"/>
              </a:buClr>
              <a:buSzPts val="1800"/>
              <a:buChar char="•"/>
              <a:defRPr b="0" i="0">
                <a:latin typeface="Roboto"/>
                <a:ea typeface="Roboto"/>
                <a:cs typeface="Roboto"/>
                <a:sym typeface="Roboto"/>
              </a:defRPr>
            </a:lvl2pPr>
            <a:lvl3pPr marL="1371622" lvl="2" indent="-330205" algn="l" rtl="0">
              <a:spcBef>
                <a:spcPts val="600"/>
              </a:spcBef>
              <a:spcAft>
                <a:spcPts val="0"/>
              </a:spcAft>
              <a:buClr>
                <a:schemeClr val="dk1"/>
              </a:buClr>
              <a:buSzPts val="1600"/>
              <a:buChar char="−"/>
              <a:defRPr b="0" i="0">
                <a:latin typeface="Roboto"/>
                <a:ea typeface="Roboto"/>
                <a:cs typeface="Roboto"/>
                <a:sym typeface="Roboto"/>
              </a:defRPr>
            </a:lvl3pPr>
            <a:lvl4pPr marL="1828831" lvl="3" indent="-317506" algn="l" rtl="0">
              <a:spcBef>
                <a:spcPts val="300"/>
              </a:spcBef>
              <a:spcAft>
                <a:spcPts val="0"/>
              </a:spcAft>
              <a:buClr>
                <a:schemeClr val="dk1"/>
              </a:buClr>
              <a:buSzPts val="1400"/>
              <a:buChar char="•"/>
              <a:defRPr b="0" i="0">
                <a:latin typeface="Roboto"/>
                <a:ea typeface="Roboto"/>
                <a:cs typeface="Roboto"/>
                <a:sym typeface="Roboto"/>
              </a:defRPr>
            </a:lvl4pPr>
            <a:lvl5pPr marL="2286038" lvl="4" indent="-304805" algn="l" rtl="0">
              <a:spcBef>
                <a:spcPts val="300"/>
              </a:spcBef>
              <a:spcAft>
                <a:spcPts val="0"/>
              </a:spcAft>
              <a:buClr>
                <a:schemeClr val="dk1"/>
              </a:buClr>
              <a:buSzPts val="1200"/>
              <a:buChar char="−"/>
              <a:defRPr b="0" i="0">
                <a:latin typeface="Roboto"/>
                <a:ea typeface="Roboto"/>
                <a:cs typeface="Roboto"/>
                <a:sym typeface="Roboto"/>
              </a:defRPr>
            </a:lvl5pPr>
            <a:lvl6pPr marL="2743246" lvl="5" indent="-304805" algn="l" rtl="0">
              <a:spcBef>
                <a:spcPts val="360"/>
              </a:spcBef>
              <a:spcAft>
                <a:spcPts val="0"/>
              </a:spcAft>
              <a:buClr>
                <a:schemeClr val="dk1"/>
              </a:buClr>
              <a:buSzPts val="1200"/>
              <a:buFont typeface="Roboto"/>
              <a:buChar char="•"/>
              <a:defRPr sz="1200">
                <a:latin typeface="Roboto"/>
                <a:ea typeface="Roboto"/>
                <a:cs typeface="Roboto"/>
                <a:sym typeface="Roboto"/>
              </a:defRPr>
            </a:lvl6pPr>
            <a:lvl7pPr marL="3200453" lvl="6" indent="-304805" algn="l" rtl="0">
              <a:spcBef>
                <a:spcPts val="360"/>
              </a:spcBef>
              <a:spcAft>
                <a:spcPts val="0"/>
              </a:spcAft>
              <a:buClr>
                <a:schemeClr val="dk1"/>
              </a:buClr>
              <a:buSzPts val="1200"/>
              <a:buFont typeface="Roboto"/>
              <a:buChar char="•"/>
              <a:defRPr sz="1200">
                <a:latin typeface="Roboto"/>
                <a:ea typeface="Roboto"/>
                <a:cs typeface="Roboto"/>
                <a:sym typeface="Roboto"/>
              </a:defRPr>
            </a:lvl7pPr>
            <a:lvl8pPr marL="3657661" lvl="7" indent="-304805" algn="l" rtl="0">
              <a:spcBef>
                <a:spcPts val="360"/>
              </a:spcBef>
              <a:spcAft>
                <a:spcPts val="0"/>
              </a:spcAft>
              <a:buClr>
                <a:schemeClr val="dk1"/>
              </a:buClr>
              <a:buSzPts val="1200"/>
              <a:buFont typeface="Roboto"/>
              <a:buChar char="•"/>
              <a:defRPr sz="1200">
                <a:latin typeface="Roboto"/>
                <a:ea typeface="Roboto"/>
                <a:cs typeface="Roboto"/>
                <a:sym typeface="Roboto"/>
              </a:defRPr>
            </a:lvl8pPr>
            <a:lvl9pPr marL="4114868" lvl="8" indent="-304805" algn="l" rtl="0">
              <a:spcBef>
                <a:spcPts val="360"/>
              </a:spcBef>
              <a:spcAft>
                <a:spcPts val="0"/>
              </a:spcAft>
              <a:buClr>
                <a:schemeClr val="dk1"/>
              </a:buClr>
              <a:buSzPts val="1200"/>
              <a:buFont typeface="Roboto"/>
              <a:buChar char="•"/>
              <a:defRPr sz="1200">
                <a:latin typeface="Roboto"/>
                <a:ea typeface="Roboto"/>
                <a:cs typeface="Roboto"/>
                <a:sym typeface="Roboto"/>
              </a:defRPr>
            </a:lvl9pPr>
          </a:lstStyle>
          <a:p>
            <a:endParaRPr/>
          </a:p>
        </p:txBody>
      </p:sp>
      <p:sp>
        <p:nvSpPr>
          <p:cNvPr id="584" name="Google Shape;584;p104"/>
          <p:cNvSpPr txBox="1">
            <a:spLocks noGrp="1"/>
          </p:cNvSpPr>
          <p:nvPr>
            <p:ph type="sldNum" idx="12"/>
          </p:nvPr>
        </p:nvSpPr>
        <p:spPr>
          <a:xfrm>
            <a:off x="11438849" y="6400800"/>
            <a:ext cx="294601" cy="228600"/>
          </a:xfrm>
          <a:prstGeom prst="rect">
            <a:avLst/>
          </a:prstGeom>
        </p:spPr>
        <p:txBody>
          <a:bodyPr spcFirstLastPara="1" wrap="square" lIns="0" tIns="0" rIns="0" bIns="0" anchor="b" anchorCtr="0">
            <a:noAutofit/>
          </a:bodyPr>
          <a:lstStyle>
            <a:lvl1pPr lvl="0" rtl="0">
              <a:buNone/>
              <a:defRPr sz="1000">
                <a:solidFill>
                  <a:srgbClr val="000000"/>
                </a:solidFill>
              </a:defRPr>
            </a:lvl1pPr>
            <a:lvl2pPr lvl="1" rtl="0">
              <a:buNone/>
              <a:defRPr sz="1000">
                <a:solidFill>
                  <a:srgbClr val="000000"/>
                </a:solidFill>
              </a:defRPr>
            </a:lvl2pPr>
            <a:lvl3pPr lvl="2" rtl="0">
              <a:buNone/>
              <a:defRPr sz="1000">
                <a:solidFill>
                  <a:srgbClr val="000000"/>
                </a:solidFill>
              </a:defRPr>
            </a:lvl3pPr>
            <a:lvl4pPr lvl="3" rtl="0">
              <a:buNone/>
              <a:defRPr sz="1000">
                <a:solidFill>
                  <a:srgbClr val="000000"/>
                </a:solidFill>
              </a:defRPr>
            </a:lvl4pPr>
            <a:lvl5pPr lvl="4" rtl="0">
              <a:buNone/>
              <a:defRPr sz="1000">
                <a:solidFill>
                  <a:srgbClr val="000000"/>
                </a:solidFill>
              </a:defRPr>
            </a:lvl5pPr>
            <a:lvl6pPr lvl="5" rtl="0">
              <a:buNone/>
              <a:defRPr sz="1000">
                <a:solidFill>
                  <a:srgbClr val="000000"/>
                </a:solidFill>
              </a:defRPr>
            </a:lvl6pPr>
            <a:lvl7pPr lvl="6" rtl="0">
              <a:buNone/>
              <a:defRPr sz="1000">
                <a:solidFill>
                  <a:srgbClr val="000000"/>
                </a:solidFill>
              </a:defRPr>
            </a:lvl7pPr>
            <a:lvl8pPr lvl="7" rtl="0">
              <a:buNone/>
              <a:defRPr sz="1000">
                <a:solidFill>
                  <a:srgbClr val="000000"/>
                </a:solidFill>
              </a:defRPr>
            </a:lvl8pPr>
            <a:lvl9pPr lvl="8" rtl="0">
              <a:buNone/>
              <a:defRPr sz="1000">
                <a:solidFill>
                  <a:srgbClr val="000000"/>
                </a:solidFill>
              </a:defRPr>
            </a:lvl9pPr>
          </a:lstStyle>
          <a:p>
            <a:fld id="{00000000-1234-1234-1234-123412341234}" type="slidenum">
              <a:rPr lang="en" smtClean="0"/>
              <a:pPr/>
              <a:t>‹#›</a:t>
            </a:fld>
            <a:endParaRPr lang="en"/>
          </a:p>
        </p:txBody>
      </p:sp>
      <p:pic>
        <p:nvPicPr>
          <p:cNvPr id="585" name="Google Shape;585;p104"/>
          <p:cNvPicPr preferRelativeResize="0"/>
          <p:nvPr/>
        </p:nvPicPr>
        <p:blipFill>
          <a:blip r:embed="rId2">
            <a:alphaModFix/>
          </a:blip>
          <a:stretch>
            <a:fillRect/>
          </a:stretch>
        </p:blipFill>
        <p:spPr>
          <a:xfrm>
            <a:off x="455626" y="6262542"/>
            <a:ext cx="685801" cy="352697"/>
          </a:xfrm>
          <a:prstGeom prst="rect">
            <a:avLst/>
          </a:prstGeom>
          <a:noFill/>
          <a:ln>
            <a:noFill/>
          </a:ln>
        </p:spPr>
      </p:pic>
      <p:sp>
        <p:nvSpPr>
          <p:cNvPr id="586" name="Google Shape;586;p104"/>
          <p:cNvSpPr txBox="1"/>
          <p:nvPr/>
        </p:nvSpPr>
        <p:spPr>
          <a:xfrm>
            <a:off x="8194350" y="6400800"/>
            <a:ext cx="3244500" cy="228600"/>
          </a:xfrm>
          <a:prstGeom prst="rect">
            <a:avLst/>
          </a:prstGeom>
          <a:noFill/>
          <a:ln>
            <a:noFill/>
          </a:ln>
        </p:spPr>
        <p:txBody>
          <a:bodyPr spcFirstLastPara="1" wrap="square" lIns="91426" tIns="91426" rIns="91426" bIns="91426" anchor="t" anchorCtr="0">
            <a:noAutofit/>
          </a:bodyPr>
          <a:lstStyle/>
          <a:p>
            <a:pPr marL="0" lvl="0" indent="0" algn="r" rtl="0">
              <a:spcBef>
                <a:spcPts val="0"/>
              </a:spcBef>
              <a:spcAft>
                <a:spcPts val="0"/>
              </a:spcAft>
              <a:buNone/>
            </a:pPr>
            <a:r>
              <a:rPr lang="en" sz="1000">
                <a:solidFill>
                  <a:schemeClr val="dk1"/>
                </a:solidFill>
                <a:latin typeface="Roboto"/>
                <a:ea typeface="Roboto"/>
                <a:cs typeface="Roboto"/>
                <a:sym typeface="Roboto"/>
              </a:rPr>
              <a:t>Proprietary &amp; Confidential - For Internal Use Only</a:t>
            </a:r>
            <a:endParaRPr sz="1000">
              <a:solidFill>
                <a:schemeClr val="dk1"/>
              </a:solidFill>
              <a:latin typeface="Roboto"/>
              <a:ea typeface="Roboto"/>
              <a:cs typeface="Roboto"/>
              <a:sym typeface="Roboto"/>
            </a:endParaRPr>
          </a:p>
        </p:txBody>
      </p:sp>
    </p:spTree>
  </p:cSld>
  <p:clrMapOvr>
    <a:masterClrMapping/>
  </p:clrMapOvr>
  <mc:AlternateContent xmlns:mc="http://schemas.openxmlformats.org/markup-compatibility/2006" xmlns:p14="http://schemas.microsoft.com/office/powerpoint/2010/main">
    <mc:Choice Requires="p14">
      <p:transition p14:dur="250">
        <p:fade/>
      </p:transition>
    </mc:Choice>
    <mc:Fallback xmlns:ahyp="http://schemas.microsoft.com/office/drawing/2018/hyperlinkcolor" xmlns:p15="http://schemas.microsoft.com/office/powerpoint/2012/main" xmlns:com="http://schemas.openxmlformats.org/drawingml/2006/compatibility" xmlns:pvml="urn:schemas-microsoft-com:office:powerpoint" xmlns:v="urn:schemas-microsoft-com:vml" xmlns:o="urn:schemas-microsoft-com:office:office" xmlns:dgm="http://schemas.openxmlformats.org/drawingml/2006/diagram" xmlns:c="http://schemas.openxmlformats.org/drawingml/2006/chart" xmlns:mv="urn:schemas-microsoft-com:mac:vml" xmlns="">
      <p:transition>
        <p:fade/>
      </p:transition>
    </mc:Fallback>
  </mc:AlternateContent>
</p:sldLayout>
</file>

<file path=ppt/slideLayouts/slideLayout99.xml><?xml version="1.0" encoding="utf-8"?>
<p:sldLayout xmlns:a="http://schemas.openxmlformats.org/drawingml/2006/main" xmlns:r="http://schemas.openxmlformats.org/officeDocument/2006/relationships" xmlns:p="http://schemas.openxmlformats.org/presentationml/2006/main" matchingName="WHITE Subhead | Title | Text | Image">
  <p:cSld name="WHITE Subhead | Title | Text | Image">
    <p:spTree>
      <p:nvGrpSpPr>
        <p:cNvPr id="1" name="Shape 587"/>
        <p:cNvGrpSpPr/>
        <p:nvPr/>
      </p:nvGrpSpPr>
      <p:grpSpPr>
        <a:xfrm>
          <a:off x="0" y="0"/>
          <a:ext cx="0" cy="0"/>
          <a:chOff x="0" y="0"/>
          <a:chExt cx="0" cy="0"/>
        </a:xfrm>
      </p:grpSpPr>
      <p:sp>
        <p:nvSpPr>
          <p:cNvPr id="588" name="Google Shape;588;p105"/>
          <p:cNvSpPr txBox="1">
            <a:spLocks noGrp="1"/>
          </p:cNvSpPr>
          <p:nvPr>
            <p:ph type="title"/>
          </p:nvPr>
        </p:nvSpPr>
        <p:spPr>
          <a:xfrm>
            <a:off x="455617" y="731520"/>
            <a:ext cx="8915400" cy="524400"/>
          </a:xfrm>
          <a:prstGeom prst="rect">
            <a:avLst/>
          </a:prstGeom>
          <a:noFill/>
          <a:ln>
            <a:noFill/>
          </a:ln>
        </p:spPr>
        <p:txBody>
          <a:bodyPr spcFirstLastPara="1" wrap="square" lIns="0" tIns="0" rIns="0" bIns="0" anchor="t" anchorCtr="0">
            <a:noAutofit/>
          </a:bodyPr>
          <a:lstStyle>
            <a:lvl1pPr lvl="0" algn="l" rtl="0">
              <a:lnSpc>
                <a:spcPct val="80000"/>
              </a:lnSpc>
              <a:spcBef>
                <a:spcPts val="0"/>
              </a:spcBef>
              <a:spcAft>
                <a:spcPts val="0"/>
              </a:spcAft>
              <a:buClr>
                <a:schemeClr val="dk1"/>
              </a:buClr>
              <a:buSzPts val="3200"/>
              <a:buFont typeface="Roboto Medium"/>
              <a:buNone/>
              <a:defRPr b="0"/>
            </a:lvl1pPr>
            <a:lvl2pPr lvl="1" rtl="0">
              <a:spcBef>
                <a:spcPts val="0"/>
              </a:spcBef>
              <a:spcAft>
                <a:spcPts val="0"/>
              </a:spcAft>
              <a:buSzPts val="1400"/>
              <a:buNone/>
              <a:defRPr/>
            </a:lvl2pPr>
            <a:lvl3pPr lvl="2" rtl="0">
              <a:spcBef>
                <a:spcPts val="0"/>
              </a:spcBef>
              <a:spcAft>
                <a:spcPts val="0"/>
              </a:spcAft>
              <a:buSzPts val="1400"/>
              <a:buNone/>
              <a:defRPr/>
            </a:lvl3pPr>
            <a:lvl4pPr lvl="3" rtl="0">
              <a:spcBef>
                <a:spcPts val="0"/>
              </a:spcBef>
              <a:spcAft>
                <a:spcPts val="0"/>
              </a:spcAft>
              <a:buSzPts val="1400"/>
              <a:buNone/>
              <a:defRPr/>
            </a:lvl4pPr>
            <a:lvl5pPr lvl="4" rtl="0">
              <a:spcBef>
                <a:spcPts val="0"/>
              </a:spcBef>
              <a:spcAft>
                <a:spcPts val="0"/>
              </a:spcAft>
              <a:buSzPts val="1400"/>
              <a:buNone/>
              <a:defRPr/>
            </a:lvl5pPr>
            <a:lvl6pPr lvl="5" rtl="0">
              <a:spcBef>
                <a:spcPts val="0"/>
              </a:spcBef>
              <a:spcAft>
                <a:spcPts val="0"/>
              </a:spcAft>
              <a:buSzPts val="1400"/>
              <a:buNone/>
              <a:defRPr/>
            </a:lvl6pPr>
            <a:lvl7pPr lvl="6" rtl="0">
              <a:spcBef>
                <a:spcPts val="0"/>
              </a:spcBef>
              <a:spcAft>
                <a:spcPts val="0"/>
              </a:spcAft>
              <a:buSzPts val="1400"/>
              <a:buNone/>
              <a:defRPr/>
            </a:lvl7pPr>
            <a:lvl8pPr lvl="7" rtl="0">
              <a:spcBef>
                <a:spcPts val="0"/>
              </a:spcBef>
              <a:spcAft>
                <a:spcPts val="0"/>
              </a:spcAft>
              <a:buSzPts val="1400"/>
              <a:buNone/>
              <a:defRPr/>
            </a:lvl8pPr>
            <a:lvl9pPr lvl="8" rtl="0">
              <a:spcBef>
                <a:spcPts val="0"/>
              </a:spcBef>
              <a:spcAft>
                <a:spcPts val="0"/>
              </a:spcAft>
              <a:buSzPts val="1400"/>
              <a:buNone/>
              <a:defRPr/>
            </a:lvl9pPr>
          </a:lstStyle>
          <a:p>
            <a:endParaRPr/>
          </a:p>
        </p:txBody>
      </p:sp>
      <p:sp>
        <p:nvSpPr>
          <p:cNvPr id="589" name="Google Shape;589;p105"/>
          <p:cNvSpPr>
            <a:spLocks noGrp="1"/>
          </p:cNvSpPr>
          <p:nvPr>
            <p:ph type="pic" idx="2"/>
          </p:nvPr>
        </p:nvSpPr>
        <p:spPr>
          <a:xfrm>
            <a:off x="7389889" y="1371600"/>
            <a:ext cx="4343401" cy="4572000"/>
          </a:xfrm>
          <a:prstGeom prst="rect">
            <a:avLst/>
          </a:prstGeom>
          <a:solidFill>
            <a:srgbClr val="F2F2F2"/>
          </a:solidFill>
          <a:ln>
            <a:noFill/>
          </a:ln>
        </p:spPr>
        <p:txBody>
          <a:bodyPr spcFirstLastPara="1" wrap="square" lIns="0" tIns="0" rIns="0" bIns="0" anchor="ctr" anchorCtr="0">
            <a:noAutofit/>
          </a:bodyPr>
          <a:lstStyle>
            <a:lvl1pPr marR="0" lvl="0" algn="ctr" rtl="0">
              <a:spcBef>
                <a:spcPts val="1800"/>
              </a:spcBef>
              <a:spcAft>
                <a:spcPts val="0"/>
              </a:spcAft>
              <a:buClr>
                <a:srgbClr val="D8D8D8"/>
              </a:buClr>
              <a:buSzPts val="2000"/>
              <a:buFont typeface="Roboto"/>
              <a:buNone/>
              <a:defRPr sz="2000" b="0" i="0" u="none" strike="noStrike" cap="none">
                <a:solidFill>
                  <a:srgbClr val="D8D8D8"/>
                </a:solidFill>
                <a:latin typeface="Roboto"/>
                <a:ea typeface="Roboto"/>
                <a:cs typeface="Roboto"/>
                <a:sym typeface="Roboto"/>
              </a:defRPr>
            </a:lvl1pPr>
            <a:lvl2pPr marR="0" lvl="1" algn="l" rtl="0">
              <a:spcBef>
                <a:spcPts val="600"/>
              </a:spcBef>
              <a:spcAft>
                <a:spcPts val="0"/>
              </a:spcAft>
              <a:buClr>
                <a:schemeClr val="dk1"/>
              </a:buClr>
              <a:buSzPts val="1800"/>
              <a:buFont typeface="Arial"/>
              <a:buChar char="•"/>
              <a:defRPr sz="1800" b="0" i="0" u="none" strike="noStrike" cap="none">
                <a:solidFill>
                  <a:schemeClr val="dk1"/>
                </a:solidFill>
                <a:latin typeface="Roboto"/>
                <a:ea typeface="Roboto"/>
                <a:cs typeface="Roboto"/>
                <a:sym typeface="Roboto"/>
              </a:defRPr>
            </a:lvl2pPr>
            <a:lvl3pPr marR="0" lvl="2" algn="l" rtl="0">
              <a:spcBef>
                <a:spcPts val="600"/>
              </a:spcBef>
              <a:spcAft>
                <a:spcPts val="0"/>
              </a:spcAft>
              <a:buClr>
                <a:schemeClr val="dk1"/>
              </a:buClr>
              <a:buSzPts val="1600"/>
              <a:buFont typeface="Merriweather Sans"/>
              <a:buChar char="−"/>
              <a:defRPr sz="1600" b="0" i="0" u="none" strike="noStrike" cap="none">
                <a:solidFill>
                  <a:schemeClr val="dk1"/>
                </a:solidFill>
                <a:latin typeface="Roboto"/>
                <a:ea typeface="Roboto"/>
                <a:cs typeface="Roboto"/>
                <a:sym typeface="Roboto"/>
              </a:defRPr>
            </a:lvl3pPr>
            <a:lvl4pPr marR="0" lvl="3" algn="l" rtl="0">
              <a:spcBef>
                <a:spcPts val="300"/>
              </a:spcBef>
              <a:spcAft>
                <a:spcPts val="0"/>
              </a:spcAft>
              <a:buClr>
                <a:schemeClr val="dk1"/>
              </a:buClr>
              <a:buSzPts val="1400"/>
              <a:buFont typeface="Arial"/>
              <a:buChar char="•"/>
              <a:defRPr sz="1400" b="0" i="0" u="none" strike="noStrike" cap="none">
                <a:solidFill>
                  <a:schemeClr val="dk1"/>
                </a:solidFill>
                <a:latin typeface="Roboto"/>
                <a:ea typeface="Roboto"/>
                <a:cs typeface="Roboto"/>
                <a:sym typeface="Roboto"/>
              </a:defRPr>
            </a:lvl4pPr>
            <a:lvl5pPr marR="0" lvl="4" algn="l" rtl="0">
              <a:spcBef>
                <a:spcPts val="300"/>
              </a:spcBef>
              <a:spcAft>
                <a:spcPts val="0"/>
              </a:spcAft>
              <a:buClr>
                <a:schemeClr val="dk1"/>
              </a:buClr>
              <a:buSzPts val="1200"/>
              <a:buFont typeface="Merriweather Sans"/>
              <a:buChar char="−"/>
              <a:defRPr sz="1200" b="0" i="0" u="none" strike="noStrike" cap="none">
                <a:solidFill>
                  <a:schemeClr val="dk1"/>
                </a:solidFill>
                <a:latin typeface="Roboto"/>
                <a:ea typeface="Roboto"/>
                <a:cs typeface="Roboto"/>
                <a:sym typeface="Roboto"/>
              </a:defRPr>
            </a:lvl5pPr>
            <a:lvl6pPr marR="0" lvl="5" algn="l" rtl="0">
              <a:spcBef>
                <a:spcPts val="533"/>
              </a:spcBef>
              <a:spcAft>
                <a:spcPts val="0"/>
              </a:spcAft>
              <a:buClr>
                <a:schemeClr val="dk1"/>
              </a:buClr>
              <a:buSzPts val="2666"/>
              <a:buFont typeface="Arial"/>
              <a:buChar char="•"/>
              <a:defRPr sz="2666" b="0" i="0" u="none" strike="noStrike" cap="none">
                <a:solidFill>
                  <a:schemeClr val="dk1"/>
                </a:solidFill>
                <a:latin typeface="Poppins Medium"/>
                <a:ea typeface="Poppins Medium"/>
                <a:cs typeface="Poppins Medium"/>
                <a:sym typeface="Poppins Medium"/>
              </a:defRPr>
            </a:lvl6pPr>
            <a:lvl7pPr marR="0" lvl="6" algn="l" rtl="0">
              <a:spcBef>
                <a:spcPts val="533"/>
              </a:spcBef>
              <a:spcAft>
                <a:spcPts val="0"/>
              </a:spcAft>
              <a:buClr>
                <a:schemeClr val="dk1"/>
              </a:buClr>
              <a:buSzPts val="2666"/>
              <a:buFont typeface="Arial"/>
              <a:buChar char="•"/>
              <a:defRPr sz="2666" b="0" i="0" u="none" strike="noStrike" cap="none">
                <a:solidFill>
                  <a:schemeClr val="dk1"/>
                </a:solidFill>
                <a:latin typeface="Poppins Medium"/>
                <a:ea typeface="Poppins Medium"/>
                <a:cs typeface="Poppins Medium"/>
                <a:sym typeface="Poppins Medium"/>
              </a:defRPr>
            </a:lvl7pPr>
            <a:lvl8pPr marR="0" lvl="7" algn="l" rtl="0">
              <a:spcBef>
                <a:spcPts val="533"/>
              </a:spcBef>
              <a:spcAft>
                <a:spcPts val="0"/>
              </a:spcAft>
              <a:buClr>
                <a:schemeClr val="dk1"/>
              </a:buClr>
              <a:buSzPts val="2666"/>
              <a:buFont typeface="Arial"/>
              <a:buChar char="•"/>
              <a:defRPr sz="2666" b="0" i="0" u="none" strike="noStrike" cap="none">
                <a:solidFill>
                  <a:schemeClr val="dk1"/>
                </a:solidFill>
                <a:latin typeface="Poppins Medium"/>
                <a:ea typeface="Poppins Medium"/>
                <a:cs typeface="Poppins Medium"/>
                <a:sym typeface="Poppins Medium"/>
              </a:defRPr>
            </a:lvl8pPr>
            <a:lvl9pPr marR="0" lvl="8" algn="l" rtl="0">
              <a:spcBef>
                <a:spcPts val="533"/>
              </a:spcBef>
              <a:spcAft>
                <a:spcPts val="0"/>
              </a:spcAft>
              <a:buClr>
                <a:schemeClr val="dk1"/>
              </a:buClr>
              <a:buSzPts val="2666"/>
              <a:buFont typeface="Arial"/>
              <a:buChar char="•"/>
              <a:defRPr sz="2666" b="0" i="0" u="none" strike="noStrike" cap="none">
                <a:solidFill>
                  <a:schemeClr val="dk1"/>
                </a:solidFill>
                <a:latin typeface="Poppins Medium"/>
                <a:ea typeface="Poppins Medium"/>
                <a:cs typeface="Poppins Medium"/>
                <a:sym typeface="Poppins Medium"/>
              </a:defRPr>
            </a:lvl9pPr>
          </a:lstStyle>
          <a:p>
            <a:endParaRPr/>
          </a:p>
        </p:txBody>
      </p:sp>
      <p:sp>
        <p:nvSpPr>
          <p:cNvPr id="590" name="Google Shape;590;p105"/>
          <p:cNvSpPr txBox="1">
            <a:spLocks noGrp="1"/>
          </p:cNvSpPr>
          <p:nvPr>
            <p:ph type="subTitle" idx="1"/>
          </p:nvPr>
        </p:nvSpPr>
        <p:spPr>
          <a:xfrm>
            <a:off x="455663" y="457200"/>
            <a:ext cx="8915400" cy="228600"/>
          </a:xfrm>
          <a:prstGeom prst="rect">
            <a:avLst/>
          </a:prstGeom>
        </p:spPr>
        <p:txBody>
          <a:bodyPr spcFirstLastPara="1" wrap="square" lIns="0" tIns="0" rIns="0" bIns="0" anchor="t" anchorCtr="0">
            <a:noAutofit/>
          </a:bodyPr>
          <a:lstStyle>
            <a:lvl1pPr lvl="0" rtl="0">
              <a:spcBef>
                <a:spcPts val="0"/>
              </a:spcBef>
              <a:spcAft>
                <a:spcPts val="0"/>
              </a:spcAft>
              <a:buClr>
                <a:schemeClr val="lt2"/>
              </a:buClr>
              <a:buSzPts val="1400"/>
              <a:buFont typeface="Roboto Medium"/>
              <a:buNone/>
              <a:defRPr sz="1400">
                <a:solidFill>
                  <a:schemeClr val="lt2"/>
                </a:solidFill>
                <a:latin typeface="Roboto Medium"/>
                <a:ea typeface="Roboto Medium"/>
                <a:cs typeface="Roboto Medium"/>
                <a:sym typeface="Roboto Medium"/>
              </a:defRPr>
            </a:lvl1pPr>
            <a:lvl2pPr lvl="1" rtl="0">
              <a:spcBef>
                <a:spcPts val="600"/>
              </a:spcBef>
              <a:spcAft>
                <a:spcPts val="0"/>
              </a:spcAft>
              <a:buSzPts val="1800"/>
              <a:buFont typeface="Roboto Medium"/>
              <a:buNone/>
              <a:defRPr>
                <a:latin typeface="Roboto Medium"/>
                <a:ea typeface="Roboto Medium"/>
                <a:cs typeface="Roboto Medium"/>
                <a:sym typeface="Roboto Medium"/>
              </a:defRPr>
            </a:lvl2pPr>
            <a:lvl3pPr lvl="2" rtl="0">
              <a:spcBef>
                <a:spcPts val="600"/>
              </a:spcBef>
              <a:spcAft>
                <a:spcPts val="0"/>
              </a:spcAft>
              <a:buSzPts val="1600"/>
              <a:buFont typeface="Roboto Medium"/>
              <a:buNone/>
              <a:defRPr>
                <a:latin typeface="Roboto Medium"/>
                <a:ea typeface="Roboto Medium"/>
                <a:cs typeface="Roboto Medium"/>
                <a:sym typeface="Roboto Medium"/>
              </a:defRPr>
            </a:lvl3pPr>
            <a:lvl4pPr lvl="3" rtl="0">
              <a:spcBef>
                <a:spcPts val="300"/>
              </a:spcBef>
              <a:spcAft>
                <a:spcPts val="0"/>
              </a:spcAft>
              <a:buSzPts val="1400"/>
              <a:buFont typeface="Roboto Medium"/>
              <a:buNone/>
              <a:defRPr>
                <a:latin typeface="Roboto Medium"/>
                <a:ea typeface="Roboto Medium"/>
                <a:cs typeface="Roboto Medium"/>
                <a:sym typeface="Roboto Medium"/>
              </a:defRPr>
            </a:lvl4pPr>
            <a:lvl5pPr lvl="4" rtl="0">
              <a:spcBef>
                <a:spcPts val="300"/>
              </a:spcBef>
              <a:spcAft>
                <a:spcPts val="0"/>
              </a:spcAft>
              <a:buSzPts val="1200"/>
              <a:buFont typeface="Roboto Medium"/>
              <a:buNone/>
              <a:defRPr>
                <a:latin typeface="Roboto Medium"/>
                <a:ea typeface="Roboto Medium"/>
                <a:cs typeface="Roboto Medium"/>
                <a:sym typeface="Roboto Medium"/>
              </a:defRPr>
            </a:lvl5pPr>
            <a:lvl6pPr lvl="5" rtl="0">
              <a:spcBef>
                <a:spcPts val="533"/>
              </a:spcBef>
              <a:spcAft>
                <a:spcPts val="0"/>
              </a:spcAft>
              <a:buSzPts val="2666"/>
              <a:buFont typeface="Roboto Medium"/>
              <a:buNone/>
              <a:defRPr>
                <a:latin typeface="Roboto Medium"/>
                <a:ea typeface="Roboto Medium"/>
                <a:cs typeface="Roboto Medium"/>
                <a:sym typeface="Roboto Medium"/>
              </a:defRPr>
            </a:lvl6pPr>
            <a:lvl7pPr lvl="6" rtl="0">
              <a:spcBef>
                <a:spcPts val="533"/>
              </a:spcBef>
              <a:spcAft>
                <a:spcPts val="0"/>
              </a:spcAft>
              <a:buSzPts val="2666"/>
              <a:buFont typeface="Roboto Medium"/>
              <a:buNone/>
              <a:defRPr>
                <a:latin typeface="Roboto Medium"/>
                <a:ea typeface="Roboto Medium"/>
                <a:cs typeface="Roboto Medium"/>
                <a:sym typeface="Roboto Medium"/>
              </a:defRPr>
            </a:lvl7pPr>
            <a:lvl8pPr lvl="7" rtl="0">
              <a:spcBef>
                <a:spcPts val="533"/>
              </a:spcBef>
              <a:spcAft>
                <a:spcPts val="0"/>
              </a:spcAft>
              <a:buSzPts val="2666"/>
              <a:buFont typeface="Roboto Medium"/>
              <a:buNone/>
              <a:defRPr>
                <a:latin typeface="Roboto Medium"/>
                <a:ea typeface="Roboto Medium"/>
                <a:cs typeface="Roboto Medium"/>
                <a:sym typeface="Roboto Medium"/>
              </a:defRPr>
            </a:lvl8pPr>
            <a:lvl9pPr lvl="8" rtl="0">
              <a:spcBef>
                <a:spcPts val="533"/>
              </a:spcBef>
              <a:spcAft>
                <a:spcPts val="0"/>
              </a:spcAft>
              <a:buSzPts val="2666"/>
              <a:buFont typeface="Roboto Medium"/>
              <a:buNone/>
              <a:defRPr>
                <a:latin typeface="Roboto Medium"/>
                <a:ea typeface="Roboto Medium"/>
                <a:cs typeface="Roboto Medium"/>
                <a:sym typeface="Roboto Medium"/>
              </a:defRPr>
            </a:lvl9pPr>
          </a:lstStyle>
          <a:p>
            <a:endParaRPr/>
          </a:p>
        </p:txBody>
      </p:sp>
      <p:sp>
        <p:nvSpPr>
          <p:cNvPr id="591" name="Google Shape;591;p105"/>
          <p:cNvSpPr txBox="1">
            <a:spLocks noGrp="1"/>
          </p:cNvSpPr>
          <p:nvPr>
            <p:ph type="body" idx="3"/>
          </p:nvPr>
        </p:nvSpPr>
        <p:spPr>
          <a:xfrm>
            <a:off x="455675" y="2686375"/>
            <a:ext cx="5486400" cy="3257100"/>
          </a:xfrm>
          <a:prstGeom prst="rect">
            <a:avLst/>
          </a:prstGeom>
          <a:noFill/>
          <a:ln>
            <a:noFill/>
          </a:ln>
        </p:spPr>
        <p:txBody>
          <a:bodyPr spcFirstLastPara="1" wrap="square" lIns="0" tIns="0" rIns="0" bIns="0" anchor="t" anchorCtr="0">
            <a:noAutofit/>
          </a:bodyPr>
          <a:lstStyle>
            <a:lvl1pPr marL="457207" lvl="0" indent="-228604" algn="l" rtl="0">
              <a:spcBef>
                <a:spcPts val="1800"/>
              </a:spcBef>
              <a:spcAft>
                <a:spcPts val="0"/>
              </a:spcAft>
              <a:buClr>
                <a:schemeClr val="dk1"/>
              </a:buClr>
              <a:buSzPts val="2000"/>
              <a:buFont typeface="Roboto"/>
              <a:buNone/>
              <a:defRPr b="0" i="0">
                <a:latin typeface="Roboto"/>
                <a:ea typeface="Roboto"/>
                <a:cs typeface="Roboto"/>
                <a:sym typeface="Roboto"/>
              </a:defRPr>
            </a:lvl1pPr>
            <a:lvl2pPr marL="914415" lvl="1" indent="-342906" algn="l" rtl="0">
              <a:spcBef>
                <a:spcPts val="600"/>
              </a:spcBef>
              <a:spcAft>
                <a:spcPts val="0"/>
              </a:spcAft>
              <a:buClr>
                <a:schemeClr val="dk1"/>
              </a:buClr>
              <a:buSzPts val="1800"/>
              <a:buChar char="•"/>
              <a:defRPr b="0" i="0">
                <a:latin typeface="Roboto"/>
                <a:ea typeface="Roboto"/>
                <a:cs typeface="Roboto"/>
                <a:sym typeface="Roboto"/>
              </a:defRPr>
            </a:lvl2pPr>
            <a:lvl3pPr marL="1371622" lvl="2" indent="-330205" algn="l" rtl="0">
              <a:spcBef>
                <a:spcPts val="600"/>
              </a:spcBef>
              <a:spcAft>
                <a:spcPts val="0"/>
              </a:spcAft>
              <a:buClr>
                <a:schemeClr val="dk1"/>
              </a:buClr>
              <a:buSzPts val="1600"/>
              <a:buChar char="−"/>
              <a:defRPr b="0" i="0">
                <a:latin typeface="Roboto"/>
                <a:ea typeface="Roboto"/>
                <a:cs typeface="Roboto"/>
                <a:sym typeface="Roboto"/>
              </a:defRPr>
            </a:lvl3pPr>
            <a:lvl4pPr marL="1828831" lvl="3" indent="-317506" algn="l" rtl="0">
              <a:spcBef>
                <a:spcPts val="300"/>
              </a:spcBef>
              <a:spcAft>
                <a:spcPts val="0"/>
              </a:spcAft>
              <a:buClr>
                <a:schemeClr val="dk1"/>
              </a:buClr>
              <a:buSzPts val="1400"/>
              <a:buChar char="•"/>
              <a:defRPr b="0" i="0">
                <a:latin typeface="Roboto"/>
                <a:ea typeface="Roboto"/>
                <a:cs typeface="Roboto"/>
                <a:sym typeface="Roboto"/>
              </a:defRPr>
            </a:lvl4pPr>
            <a:lvl5pPr marL="2286038" lvl="4" indent="-304805" algn="l" rtl="0">
              <a:spcBef>
                <a:spcPts val="300"/>
              </a:spcBef>
              <a:spcAft>
                <a:spcPts val="0"/>
              </a:spcAft>
              <a:buClr>
                <a:schemeClr val="dk1"/>
              </a:buClr>
              <a:buSzPts val="1200"/>
              <a:buChar char="−"/>
              <a:defRPr b="0" i="0">
                <a:latin typeface="Roboto"/>
                <a:ea typeface="Roboto"/>
                <a:cs typeface="Roboto"/>
                <a:sym typeface="Roboto"/>
              </a:defRPr>
            </a:lvl5pPr>
            <a:lvl6pPr marL="2743246" lvl="5" indent="-304805" algn="l" rtl="0">
              <a:spcBef>
                <a:spcPts val="360"/>
              </a:spcBef>
              <a:spcAft>
                <a:spcPts val="0"/>
              </a:spcAft>
              <a:buClr>
                <a:schemeClr val="dk1"/>
              </a:buClr>
              <a:buSzPts val="1200"/>
              <a:buFont typeface="Roboto"/>
              <a:buChar char="•"/>
              <a:defRPr sz="1200">
                <a:latin typeface="Roboto"/>
                <a:ea typeface="Roboto"/>
                <a:cs typeface="Roboto"/>
                <a:sym typeface="Roboto"/>
              </a:defRPr>
            </a:lvl6pPr>
            <a:lvl7pPr marL="3200453" lvl="6" indent="-304805" algn="l" rtl="0">
              <a:spcBef>
                <a:spcPts val="360"/>
              </a:spcBef>
              <a:spcAft>
                <a:spcPts val="0"/>
              </a:spcAft>
              <a:buClr>
                <a:schemeClr val="dk1"/>
              </a:buClr>
              <a:buSzPts val="1200"/>
              <a:buFont typeface="Roboto"/>
              <a:buChar char="•"/>
              <a:defRPr sz="1200">
                <a:latin typeface="Roboto"/>
                <a:ea typeface="Roboto"/>
                <a:cs typeface="Roboto"/>
                <a:sym typeface="Roboto"/>
              </a:defRPr>
            </a:lvl7pPr>
            <a:lvl8pPr marL="3657661" lvl="7" indent="-304805" algn="l" rtl="0">
              <a:spcBef>
                <a:spcPts val="360"/>
              </a:spcBef>
              <a:spcAft>
                <a:spcPts val="0"/>
              </a:spcAft>
              <a:buClr>
                <a:schemeClr val="dk1"/>
              </a:buClr>
              <a:buSzPts val="1200"/>
              <a:buFont typeface="Roboto"/>
              <a:buChar char="•"/>
              <a:defRPr sz="1200">
                <a:latin typeface="Roboto"/>
                <a:ea typeface="Roboto"/>
                <a:cs typeface="Roboto"/>
                <a:sym typeface="Roboto"/>
              </a:defRPr>
            </a:lvl8pPr>
            <a:lvl9pPr marL="4114868" lvl="8" indent="-304805" algn="l" rtl="0">
              <a:spcBef>
                <a:spcPts val="360"/>
              </a:spcBef>
              <a:spcAft>
                <a:spcPts val="0"/>
              </a:spcAft>
              <a:buClr>
                <a:schemeClr val="dk1"/>
              </a:buClr>
              <a:buSzPts val="1200"/>
              <a:buFont typeface="Roboto"/>
              <a:buChar char="•"/>
              <a:defRPr sz="1200">
                <a:latin typeface="Roboto"/>
                <a:ea typeface="Roboto"/>
                <a:cs typeface="Roboto"/>
                <a:sym typeface="Roboto"/>
              </a:defRPr>
            </a:lvl9pPr>
          </a:lstStyle>
          <a:p>
            <a:endParaRPr/>
          </a:p>
        </p:txBody>
      </p:sp>
      <p:sp>
        <p:nvSpPr>
          <p:cNvPr id="592" name="Google Shape;592;p105"/>
          <p:cNvSpPr txBox="1">
            <a:spLocks noGrp="1"/>
          </p:cNvSpPr>
          <p:nvPr>
            <p:ph type="sldNum" idx="12"/>
          </p:nvPr>
        </p:nvSpPr>
        <p:spPr>
          <a:xfrm>
            <a:off x="11438849" y="6400800"/>
            <a:ext cx="294601" cy="228600"/>
          </a:xfrm>
          <a:prstGeom prst="rect">
            <a:avLst/>
          </a:prstGeom>
        </p:spPr>
        <p:txBody>
          <a:bodyPr spcFirstLastPara="1" wrap="square" lIns="0" tIns="0" rIns="0" bIns="0" anchor="b" anchorCtr="0">
            <a:noAutofit/>
          </a:bodyPr>
          <a:lstStyle>
            <a:lvl1pPr lvl="0" rtl="0">
              <a:buNone/>
              <a:defRPr sz="1000">
                <a:solidFill>
                  <a:srgbClr val="000000"/>
                </a:solidFill>
              </a:defRPr>
            </a:lvl1pPr>
            <a:lvl2pPr lvl="1" rtl="0">
              <a:buNone/>
              <a:defRPr sz="1000">
                <a:solidFill>
                  <a:srgbClr val="000000"/>
                </a:solidFill>
              </a:defRPr>
            </a:lvl2pPr>
            <a:lvl3pPr lvl="2" rtl="0">
              <a:buNone/>
              <a:defRPr sz="1000">
                <a:solidFill>
                  <a:srgbClr val="000000"/>
                </a:solidFill>
              </a:defRPr>
            </a:lvl3pPr>
            <a:lvl4pPr lvl="3" rtl="0">
              <a:buNone/>
              <a:defRPr sz="1000">
                <a:solidFill>
                  <a:srgbClr val="000000"/>
                </a:solidFill>
              </a:defRPr>
            </a:lvl4pPr>
            <a:lvl5pPr lvl="4" rtl="0">
              <a:buNone/>
              <a:defRPr sz="1000">
                <a:solidFill>
                  <a:srgbClr val="000000"/>
                </a:solidFill>
              </a:defRPr>
            </a:lvl5pPr>
            <a:lvl6pPr lvl="5" rtl="0">
              <a:buNone/>
              <a:defRPr sz="1000">
                <a:solidFill>
                  <a:srgbClr val="000000"/>
                </a:solidFill>
              </a:defRPr>
            </a:lvl6pPr>
            <a:lvl7pPr lvl="6" rtl="0">
              <a:buNone/>
              <a:defRPr sz="1000">
                <a:solidFill>
                  <a:srgbClr val="000000"/>
                </a:solidFill>
              </a:defRPr>
            </a:lvl7pPr>
            <a:lvl8pPr lvl="7" rtl="0">
              <a:buNone/>
              <a:defRPr sz="1000">
                <a:solidFill>
                  <a:srgbClr val="000000"/>
                </a:solidFill>
              </a:defRPr>
            </a:lvl8pPr>
            <a:lvl9pPr lvl="8" rtl="0">
              <a:buNone/>
              <a:defRPr sz="1000">
                <a:solidFill>
                  <a:srgbClr val="000000"/>
                </a:solidFill>
              </a:defRPr>
            </a:lvl9pPr>
          </a:lstStyle>
          <a:p>
            <a:fld id="{00000000-1234-1234-1234-123412341234}" type="slidenum">
              <a:rPr lang="en" smtClean="0"/>
              <a:pPr/>
              <a:t>‹#›</a:t>
            </a:fld>
            <a:endParaRPr lang="en"/>
          </a:p>
        </p:txBody>
      </p:sp>
      <p:pic>
        <p:nvPicPr>
          <p:cNvPr id="593" name="Google Shape;593;p105"/>
          <p:cNvPicPr preferRelativeResize="0"/>
          <p:nvPr/>
        </p:nvPicPr>
        <p:blipFill>
          <a:blip r:embed="rId2">
            <a:alphaModFix/>
          </a:blip>
          <a:stretch>
            <a:fillRect/>
          </a:stretch>
        </p:blipFill>
        <p:spPr>
          <a:xfrm>
            <a:off x="455626" y="6262542"/>
            <a:ext cx="685801" cy="352697"/>
          </a:xfrm>
          <a:prstGeom prst="rect">
            <a:avLst/>
          </a:prstGeom>
          <a:noFill/>
          <a:ln>
            <a:noFill/>
          </a:ln>
        </p:spPr>
      </p:pic>
      <p:sp>
        <p:nvSpPr>
          <p:cNvPr id="594" name="Google Shape;594;p105"/>
          <p:cNvSpPr txBox="1"/>
          <p:nvPr/>
        </p:nvSpPr>
        <p:spPr>
          <a:xfrm>
            <a:off x="8194350" y="6400800"/>
            <a:ext cx="3244500" cy="228600"/>
          </a:xfrm>
          <a:prstGeom prst="rect">
            <a:avLst/>
          </a:prstGeom>
          <a:noFill/>
          <a:ln>
            <a:noFill/>
          </a:ln>
        </p:spPr>
        <p:txBody>
          <a:bodyPr spcFirstLastPara="1" wrap="square" lIns="91426" tIns="91426" rIns="91426" bIns="91426" anchor="t" anchorCtr="0">
            <a:noAutofit/>
          </a:bodyPr>
          <a:lstStyle/>
          <a:p>
            <a:pPr marL="0" lvl="0" indent="0" algn="r" rtl="0">
              <a:spcBef>
                <a:spcPts val="0"/>
              </a:spcBef>
              <a:spcAft>
                <a:spcPts val="0"/>
              </a:spcAft>
              <a:buNone/>
            </a:pPr>
            <a:r>
              <a:rPr lang="en" sz="1000">
                <a:solidFill>
                  <a:schemeClr val="dk1"/>
                </a:solidFill>
                <a:latin typeface="Roboto"/>
                <a:ea typeface="Roboto"/>
                <a:cs typeface="Roboto"/>
                <a:sym typeface="Roboto"/>
              </a:rPr>
              <a:t>Proprietary &amp; Confidential - For Internal Use Only</a:t>
            </a:r>
            <a:endParaRPr sz="1000">
              <a:solidFill>
                <a:schemeClr val="dk1"/>
              </a:solidFill>
              <a:latin typeface="Roboto"/>
              <a:ea typeface="Roboto"/>
              <a:cs typeface="Roboto"/>
              <a:sym typeface="Roboto"/>
            </a:endParaRPr>
          </a:p>
        </p:txBody>
      </p:sp>
    </p:spTree>
  </p:cSld>
  <p:clrMapOvr>
    <a:masterClrMapping/>
  </p:clrMapOvr>
  <mc:AlternateContent xmlns:mc="http://schemas.openxmlformats.org/markup-compatibility/2006" xmlns:p14="http://schemas.microsoft.com/office/powerpoint/2010/main">
    <mc:Choice Requires="p14">
      <p:transition p14:dur="250">
        <p:fade/>
      </p:transition>
    </mc:Choice>
    <mc:Fallback xmlns:ahyp="http://schemas.microsoft.com/office/drawing/2018/hyperlinkcolor" xmlns:p15="http://schemas.microsoft.com/office/powerpoint/2012/main" xmlns:com="http://schemas.openxmlformats.org/drawingml/2006/compatibility" xmlns:pvml="urn:schemas-microsoft-com:office:powerpoint" xmlns:v="urn:schemas-microsoft-com:vml" xmlns:o="urn:schemas-microsoft-com:office:office" xmlns:dgm="http://schemas.openxmlformats.org/drawingml/2006/diagram" xmlns:c="http://schemas.openxmlformats.org/drawingml/2006/chart" xmlns:mv="urn:schemas-microsoft-com:mac:vml" xmlns="">
      <p:transition>
        <p:fade/>
      </p:transition>
    </mc:Fallback>
  </mc:AlternateContent>
</p:sldLayout>
</file>

<file path=ppt/slideLayouts/slideLayout100.xml><?xml version="1.0" encoding="utf-8"?>
<p:sldLayout xmlns:a="http://schemas.openxmlformats.org/drawingml/2006/main" xmlns:r="http://schemas.openxmlformats.org/officeDocument/2006/relationships" xmlns:p="http://schemas.openxmlformats.org/presentationml/2006/main" matchingName="WHITE Subhead | Title | Text | HP Image">
  <p:cSld name="WHITE Subhead | Title | Text | HP Image">
    <p:spTree>
      <p:nvGrpSpPr>
        <p:cNvPr id="1" name="Shape 595"/>
        <p:cNvGrpSpPr/>
        <p:nvPr/>
      </p:nvGrpSpPr>
      <p:grpSpPr>
        <a:xfrm>
          <a:off x="0" y="0"/>
          <a:ext cx="0" cy="0"/>
          <a:chOff x="0" y="0"/>
          <a:chExt cx="0" cy="0"/>
        </a:xfrm>
      </p:grpSpPr>
      <p:sp>
        <p:nvSpPr>
          <p:cNvPr id="596" name="Google Shape;596;p106"/>
          <p:cNvSpPr>
            <a:spLocks noGrp="1"/>
          </p:cNvSpPr>
          <p:nvPr>
            <p:ph type="pic" idx="2"/>
          </p:nvPr>
        </p:nvSpPr>
        <p:spPr>
          <a:xfrm>
            <a:off x="6094473" y="0"/>
            <a:ext cx="6094500" cy="6858000"/>
          </a:xfrm>
          <a:prstGeom prst="rect">
            <a:avLst/>
          </a:prstGeom>
          <a:solidFill>
            <a:srgbClr val="F2F2F2"/>
          </a:solidFill>
          <a:ln>
            <a:noFill/>
          </a:ln>
        </p:spPr>
        <p:txBody>
          <a:bodyPr spcFirstLastPara="1" wrap="square" lIns="0" tIns="0" rIns="0" bIns="0" anchor="ctr" anchorCtr="0">
            <a:noAutofit/>
          </a:bodyPr>
          <a:lstStyle>
            <a:lvl1pPr marR="0" lvl="0" algn="ctr" rtl="0">
              <a:spcBef>
                <a:spcPts val="1800"/>
              </a:spcBef>
              <a:spcAft>
                <a:spcPts val="0"/>
              </a:spcAft>
              <a:buClr>
                <a:srgbClr val="D8D8D8"/>
              </a:buClr>
              <a:buSzPts val="2000"/>
              <a:buFont typeface="Roboto"/>
              <a:buNone/>
              <a:defRPr sz="2000" b="0" i="0" u="none" strike="noStrike" cap="none">
                <a:solidFill>
                  <a:srgbClr val="D8D8D8"/>
                </a:solidFill>
                <a:latin typeface="Roboto"/>
                <a:ea typeface="Roboto"/>
                <a:cs typeface="Roboto"/>
                <a:sym typeface="Roboto"/>
              </a:defRPr>
            </a:lvl1pPr>
            <a:lvl2pPr marR="0" lvl="1" algn="l" rtl="0">
              <a:spcBef>
                <a:spcPts val="600"/>
              </a:spcBef>
              <a:spcAft>
                <a:spcPts val="0"/>
              </a:spcAft>
              <a:buClr>
                <a:schemeClr val="dk1"/>
              </a:buClr>
              <a:buSzPts val="1800"/>
              <a:buFont typeface="Arial"/>
              <a:buChar char="•"/>
              <a:defRPr sz="1800" b="0" i="0" u="none" strike="noStrike" cap="none">
                <a:solidFill>
                  <a:schemeClr val="dk1"/>
                </a:solidFill>
                <a:latin typeface="Roboto"/>
                <a:ea typeface="Roboto"/>
                <a:cs typeface="Roboto"/>
                <a:sym typeface="Roboto"/>
              </a:defRPr>
            </a:lvl2pPr>
            <a:lvl3pPr marR="0" lvl="2" algn="l" rtl="0">
              <a:spcBef>
                <a:spcPts val="600"/>
              </a:spcBef>
              <a:spcAft>
                <a:spcPts val="0"/>
              </a:spcAft>
              <a:buClr>
                <a:schemeClr val="dk1"/>
              </a:buClr>
              <a:buSzPts val="1600"/>
              <a:buFont typeface="Merriweather Sans"/>
              <a:buChar char="−"/>
              <a:defRPr sz="1600" b="0" i="0" u="none" strike="noStrike" cap="none">
                <a:solidFill>
                  <a:schemeClr val="dk1"/>
                </a:solidFill>
                <a:latin typeface="Roboto"/>
                <a:ea typeface="Roboto"/>
                <a:cs typeface="Roboto"/>
                <a:sym typeface="Roboto"/>
              </a:defRPr>
            </a:lvl3pPr>
            <a:lvl4pPr marR="0" lvl="3" algn="l" rtl="0">
              <a:spcBef>
                <a:spcPts val="300"/>
              </a:spcBef>
              <a:spcAft>
                <a:spcPts val="0"/>
              </a:spcAft>
              <a:buClr>
                <a:schemeClr val="dk1"/>
              </a:buClr>
              <a:buSzPts val="1400"/>
              <a:buFont typeface="Arial"/>
              <a:buChar char="•"/>
              <a:defRPr sz="1400" b="0" i="0" u="none" strike="noStrike" cap="none">
                <a:solidFill>
                  <a:schemeClr val="dk1"/>
                </a:solidFill>
                <a:latin typeface="Roboto"/>
                <a:ea typeface="Roboto"/>
                <a:cs typeface="Roboto"/>
                <a:sym typeface="Roboto"/>
              </a:defRPr>
            </a:lvl4pPr>
            <a:lvl5pPr marR="0" lvl="4" algn="l" rtl="0">
              <a:spcBef>
                <a:spcPts val="300"/>
              </a:spcBef>
              <a:spcAft>
                <a:spcPts val="0"/>
              </a:spcAft>
              <a:buClr>
                <a:schemeClr val="dk1"/>
              </a:buClr>
              <a:buSzPts val="1200"/>
              <a:buFont typeface="Merriweather Sans"/>
              <a:buChar char="−"/>
              <a:defRPr sz="1200" b="0" i="0" u="none" strike="noStrike" cap="none">
                <a:solidFill>
                  <a:schemeClr val="dk1"/>
                </a:solidFill>
                <a:latin typeface="Roboto"/>
                <a:ea typeface="Roboto"/>
                <a:cs typeface="Roboto"/>
                <a:sym typeface="Roboto"/>
              </a:defRPr>
            </a:lvl5pPr>
            <a:lvl6pPr marR="0" lvl="5" algn="l" rtl="0">
              <a:spcBef>
                <a:spcPts val="533"/>
              </a:spcBef>
              <a:spcAft>
                <a:spcPts val="0"/>
              </a:spcAft>
              <a:buClr>
                <a:schemeClr val="dk1"/>
              </a:buClr>
              <a:buSzPts val="2666"/>
              <a:buFont typeface="Arial"/>
              <a:buChar char="•"/>
              <a:defRPr sz="2666" b="0" i="0" u="none" strike="noStrike" cap="none">
                <a:solidFill>
                  <a:schemeClr val="dk1"/>
                </a:solidFill>
                <a:latin typeface="Poppins Medium"/>
                <a:ea typeface="Poppins Medium"/>
                <a:cs typeface="Poppins Medium"/>
                <a:sym typeface="Poppins Medium"/>
              </a:defRPr>
            </a:lvl6pPr>
            <a:lvl7pPr marR="0" lvl="6" algn="l" rtl="0">
              <a:spcBef>
                <a:spcPts val="533"/>
              </a:spcBef>
              <a:spcAft>
                <a:spcPts val="0"/>
              </a:spcAft>
              <a:buClr>
                <a:schemeClr val="dk1"/>
              </a:buClr>
              <a:buSzPts val="2666"/>
              <a:buFont typeface="Arial"/>
              <a:buChar char="•"/>
              <a:defRPr sz="2666" b="0" i="0" u="none" strike="noStrike" cap="none">
                <a:solidFill>
                  <a:schemeClr val="dk1"/>
                </a:solidFill>
                <a:latin typeface="Poppins Medium"/>
                <a:ea typeface="Poppins Medium"/>
                <a:cs typeface="Poppins Medium"/>
                <a:sym typeface="Poppins Medium"/>
              </a:defRPr>
            </a:lvl7pPr>
            <a:lvl8pPr marR="0" lvl="7" algn="l" rtl="0">
              <a:spcBef>
                <a:spcPts val="533"/>
              </a:spcBef>
              <a:spcAft>
                <a:spcPts val="0"/>
              </a:spcAft>
              <a:buClr>
                <a:schemeClr val="dk1"/>
              </a:buClr>
              <a:buSzPts val="2666"/>
              <a:buFont typeface="Arial"/>
              <a:buChar char="•"/>
              <a:defRPr sz="2666" b="0" i="0" u="none" strike="noStrike" cap="none">
                <a:solidFill>
                  <a:schemeClr val="dk1"/>
                </a:solidFill>
                <a:latin typeface="Poppins Medium"/>
                <a:ea typeface="Poppins Medium"/>
                <a:cs typeface="Poppins Medium"/>
                <a:sym typeface="Poppins Medium"/>
              </a:defRPr>
            </a:lvl8pPr>
            <a:lvl9pPr marR="0" lvl="8" algn="l" rtl="0">
              <a:spcBef>
                <a:spcPts val="533"/>
              </a:spcBef>
              <a:spcAft>
                <a:spcPts val="0"/>
              </a:spcAft>
              <a:buClr>
                <a:schemeClr val="dk1"/>
              </a:buClr>
              <a:buSzPts val="2666"/>
              <a:buFont typeface="Arial"/>
              <a:buChar char="•"/>
              <a:defRPr sz="2666" b="0" i="0" u="none" strike="noStrike" cap="none">
                <a:solidFill>
                  <a:schemeClr val="dk1"/>
                </a:solidFill>
                <a:latin typeface="Poppins Medium"/>
                <a:ea typeface="Poppins Medium"/>
                <a:cs typeface="Poppins Medium"/>
                <a:sym typeface="Poppins Medium"/>
              </a:defRPr>
            </a:lvl9pPr>
          </a:lstStyle>
          <a:p>
            <a:endParaRPr/>
          </a:p>
        </p:txBody>
      </p:sp>
      <p:sp>
        <p:nvSpPr>
          <p:cNvPr id="597" name="Google Shape;597;p106"/>
          <p:cNvSpPr txBox="1">
            <a:spLocks noGrp="1"/>
          </p:cNvSpPr>
          <p:nvPr>
            <p:ph type="title"/>
          </p:nvPr>
        </p:nvSpPr>
        <p:spPr>
          <a:xfrm>
            <a:off x="455618" y="731520"/>
            <a:ext cx="5029201" cy="524400"/>
          </a:xfrm>
          <a:prstGeom prst="rect">
            <a:avLst/>
          </a:prstGeom>
          <a:noFill/>
          <a:ln>
            <a:noFill/>
          </a:ln>
        </p:spPr>
        <p:txBody>
          <a:bodyPr spcFirstLastPara="1" wrap="square" lIns="0" tIns="0" rIns="0" bIns="0" anchor="t" anchorCtr="0">
            <a:noAutofit/>
          </a:bodyPr>
          <a:lstStyle>
            <a:lvl1pPr lvl="0" algn="l" rtl="0">
              <a:lnSpc>
                <a:spcPct val="80000"/>
              </a:lnSpc>
              <a:spcBef>
                <a:spcPts val="0"/>
              </a:spcBef>
              <a:spcAft>
                <a:spcPts val="0"/>
              </a:spcAft>
              <a:buClr>
                <a:schemeClr val="dk1"/>
              </a:buClr>
              <a:buSzPts val="3200"/>
              <a:buFont typeface="Roboto Medium"/>
              <a:buNone/>
              <a:defRPr b="0"/>
            </a:lvl1pPr>
            <a:lvl2pPr lvl="1" rtl="0">
              <a:spcBef>
                <a:spcPts val="0"/>
              </a:spcBef>
              <a:spcAft>
                <a:spcPts val="0"/>
              </a:spcAft>
              <a:buSzPts val="1400"/>
              <a:buNone/>
              <a:defRPr/>
            </a:lvl2pPr>
            <a:lvl3pPr lvl="2" rtl="0">
              <a:spcBef>
                <a:spcPts val="0"/>
              </a:spcBef>
              <a:spcAft>
                <a:spcPts val="0"/>
              </a:spcAft>
              <a:buSzPts val="1400"/>
              <a:buNone/>
              <a:defRPr/>
            </a:lvl3pPr>
            <a:lvl4pPr lvl="3" rtl="0">
              <a:spcBef>
                <a:spcPts val="0"/>
              </a:spcBef>
              <a:spcAft>
                <a:spcPts val="0"/>
              </a:spcAft>
              <a:buSzPts val="1400"/>
              <a:buNone/>
              <a:defRPr/>
            </a:lvl4pPr>
            <a:lvl5pPr lvl="4" rtl="0">
              <a:spcBef>
                <a:spcPts val="0"/>
              </a:spcBef>
              <a:spcAft>
                <a:spcPts val="0"/>
              </a:spcAft>
              <a:buSzPts val="1400"/>
              <a:buNone/>
              <a:defRPr/>
            </a:lvl5pPr>
            <a:lvl6pPr lvl="5" rtl="0">
              <a:spcBef>
                <a:spcPts val="0"/>
              </a:spcBef>
              <a:spcAft>
                <a:spcPts val="0"/>
              </a:spcAft>
              <a:buSzPts val="1400"/>
              <a:buNone/>
              <a:defRPr/>
            </a:lvl6pPr>
            <a:lvl7pPr lvl="6" rtl="0">
              <a:spcBef>
                <a:spcPts val="0"/>
              </a:spcBef>
              <a:spcAft>
                <a:spcPts val="0"/>
              </a:spcAft>
              <a:buSzPts val="1400"/>
              <a:buNone/>
              <a:defRPr/>
            </a:lvl7pPr>
            <a:lvl8pPr lvl="7" rtl="0">
              <a:spcBef>
                <a:spcPts val="0"/>
              </a:spcBef>
              <a:spcAft>
                <a:spcPts val="0"/>
              </a:spcAft>
              <a:buSzPts val="1400"/>
              <a:buNone/>
              <a:defRPr/>
            </a:lvl8pPr>
            <a:lvl9pPr lvl="8" rtl="0">
              <a:spcBef>
                <a:spcPts val="0"/>
              </a:spcBef>
              <a:spcAft>
                <a:spcPts val="0"/>
              </a:spcAft>
              <a:buSzPts val="1400"/>
              <a:buNone/>
              <a:defRPr/>
            </a:lvl9pPr>
          </a:lstStyle>
          <a:p>
            <a:endParaRPr/>
          </a:p>
        </p:txBody>
      </p:sp>
      <p:sp>
        <p:nvSpPr>
          <p:cNvPr id="598" name="Google Shape;598;p106"/>
          <p:cNvSpPr txBox="1">
            <a:spLocks noGrp="1"/>
          </p:cNvSpPr>
          <p:nvPr>
            <p:ph type="subTitle" idx="1"/>
          </p:nvPr>
        </p:nvSpPr>
        <p:spPr>
          <a:xfrm>
            <a:off x="455663" y="457200"/>
            <a:ext cx="5029201" cy="228600"/>
          </a:xfrm>
          <a:prstGeom prst="rect">
            <a:avLst/>
          </a:prstGeom>
        </p:spPr>
        <p:txBody>
          <a:bodyPr spcFirstLastPara="1" wrap="square" lIns="0" tIns="0" rIns="0" bIns="0" anchor="t" anchorCtr="0">
            <a:noAutofit/>
          </a:bodyPr>
          <a:lstStyle>
            <a:lvl1pPr lvl="0" rtl="0">
              <a:spcBef>
                <a:spcPts val="0"/>
              </a:spcBef>
              <a:spcAft>
                <a:spcPts val="0"/>
              </a:spcAft>
              <a:buClr>
                <a:schemeClr val="lt2"/>
              </a:buClr>
              <a:buSzPts val="1400"/>
              <a:buFont typeface="Roboto Medium"/>
              <a:buNone/>
              <a:defRPr sz="1400">
                <a:solidFill>
                  <a:schemeClr val="lt2"/>
                </a:solidFill>
                <a:latin typeface="Roboto Medium"/>
                <a:ea typeface="Roboto Medium"/>
                <a:cs typeface="Roboto Medium"/>
                <a:sym typeface="Roboto Medium"/>
              </a:defRPr>
            </a:lvl1pPr>
            <a:lvl2pPr lvl="1" rtl="0">
              <a:spcBef>
                <a:spcPts val="600"/>
              </a:spcBef>
              <a:spcAft>
                <a:spcPts val="0"/>
              </a:spcAft>
              <a:buSzPts val="1800"/>
              <a:buFont typeface="Roboto Medium"/>
              <a:buNone/>
              <a:defRPr>
                <a:latin typeface="Roboto Medium"/>
                <a:ea typeface="Roboto Medium"/>
                <a:cs typeface="Roboto Medium"/>
                <a:sym typeface="Roboto Medium"/>
              </a:defRPr>
            </a:lvl2pPr>
            <a:lvl3pPr lvl="2" rtl="0">
              <a:spcBef>
                <a:spcPts val="600"/>
              </a:spcBef>
              <a:spcAft>
                <a:spcPts val="0"/>
              </a:spcAft>
              <a:buSzPts val="1600"/>
              <a:buFont typeface="Roboto Medium"/>
              <a:buNone/>
              <a:defRPr>
                <a:latin typeface="Roboto Medium"/>
                <a:ea typeface="Roboto Medium"/>
                <a:cs typeface="Roboto Medium"/>
                <a:sym typeface="Roboto Medium"/>
              </a:defRPr>
            </a:lvl3pPr>
            <a:lvl4pPr lvl="3" rtl="0">
              <a:spcBef>
                <a:spcPts val="300"/>
              </a:spcBef>
              <a:spcAft>
                <a:spcPts val="0"/>
              </a:spcAft>
              <a:buSzPts val="1400"/>
              <a:buFont typeface="Roboto Medium"/>
              <a:buNone/>
              <a:defRPr>
                <a:latin typeface="Roboto Medium"/>
                <a:ea typeface="Roboto Medium"/>
                <a:cs typeface="Roboto Medium"/>
                <a:sym typeface="Roboto Medium"/>
              </a:defRPr>
            </a:lvl4pPr>
            <a:lvl5pPr lvl="4" rtl="0">
              <a:spcBef>
                <a:spcPts val="300"/>
              </a:spcBef>
              <a:spcAft>
                <a:spcPts val="0"/>
              </a:spcAft>
              <a:buSzPts val="1200"/>
              <a:buFont typeface="Roboto Medium"/>
              <a:buNone/>
              <a:defRPr>
                <a:latin typeface="Roboto Medium"/>
                <a:ea typeface="Roboto Medium"/>
                <a:cs typeface="Roboto Medium"/>
                <a:sym typeface="Roboto Medium"/>
              </a:defRPr>
            </a:lvl5pPr>
            <a:lvl6pPr lvl="5" rtl="0">
              <a:spcBef>
                <a:spcPts val="533"/>
              </a:spcBef>
              <a:spcAft>
                <a:spcPts val="0"/>
              </a:spcAft>
              <a:buSzPts val="2666"/>
              <a:buFont typeface="Roboto Medium"/>
              <a:buNone/>
              <a:defRPr>
                <a:latin typeface="Roboto Medium"/>
                <a:ea typeface="Roboto Medium"/>
                <a:cs typeface="Roboto Medium"/>
                <a:sym typeface="Roboto Medium"/>
              </a:defRPr>
            </a:lvl6pPr>
            <a:lvl7pPr lvl="6" rtl="0">
              <a:spcBef>
                <a:spcPts val="533"/>
              </a:spcBef>
              <a:spcAft>
                <a:spcPts val="0"/>
              </a:spcAft>
              <a:buSzPts val="2666"/>
              <a:buFont typeface="Roboto Medium"/>
              <a:buNone/>
              <a:defRPr>
                <a:latin typeface="Roboto Medium"/>
                <a:ea typeface="Roboto Medium"/>
                <a:cs typeface="Roboto Medium"/>
                <a:sym typeface="Roboto Medium"/>
              </a:defRPr>
            </a:lvl7pPr>
            <a:lvl8pPr lvl="7" rtl="0">
              <a:spcBef>
                <a:spcPts val="533"/>
              </a:spcBef>
              <a:spcAft>
                <a:spcPts val="0"/>
              </a:spcAft>
              <a:buSzPts val="2666"/>
              <a:buFont typeface="Roboto Medium"/>
              <a:buNone/>
              <a:defRPr>
                <a:latin typeface="Roboto Medium"/>
                <a:ea typeface="Roboto Medium"/>
                <a:cs typeface="Roboto Medium"/>
                <a:sym typeface="Roboto Medium"/>
              </a:defRPr>
            </a:lvl8pPr>
            <a:lvl9pPr lvl="8" rtl="0">
              <a:spcBef>
                <a:spcPts val="533"/>
              </a:spcBef>
              <a:spcAft>
                <a:spcPts val="0"/>
              </a:spcAft>
              <a:buSzPts val="2666"/>
              <a:buFont typeface="Roboto Medium"/>
              <a:buNone/>
              <a:defRPr>
                <a:latin typeface="Roboto Medium"/>
                <a:ea typeface="Roboto Medium"/>
                <a:cs typeface="Roboto Medium"/>
                <a:sym typeface="Roboto Medium"/>
              </a:defRPr>
            </a:lvl9pPr>
          </a:lstStyle>
          <a:p>
            <a:endParaRPr/>
          </a:p>
        </p:txBody>
      </p:sp>
      <p:sp>
        <p:nvSpPr>
          <p:cNvPr id="599" name="Google Shape;599;p106"/>
          <p:cNvSpPr txBox="1">
            <a:spLocks noGrp="1"/>
          </p:cNvSpPr>
          <p:nvPr>
            <p:ph type="body" idx="3"/>
          </p:nvPr>
        </p:nvSpPr>
        <p:spPr>
          <a:xfrm>
            <a:off x="455675" y="2686375"/>
            <a:ext cx="5257800" cy="3257100"/>
          </a:xfrm>
          <a:prstGeom prst="rect">
            <a:avLst/>
          </a:prstGeom>
          <a:noFill/>
          <a:ln>
            <a:noFill/>
          </a:ln>
        </p:spPr>
        <p:txBody>
          <a:bodyPr spcFirstLastPara="1" wrap="square" lIns="0" tIns="0" rIns="0" bIns="0" anchor="t" anchorCtr="0">
            <a:noAutofit/>
          </a:bodyPr>
          <a:lstStyle>
            <a:lvl1pPr marL="457207" lvl="0" indent="-228604" algn="l" rtl="0">
              <a:spcBef>
                <a:spcPts val="1800"/>
              </a:spcBef>
              <a:spcAft>
                <a:spcPts val="0"/>
              </a:spcAft>
              <a:buClr>
                <a:schemeClr val="dk1"/>
              </a:buClr>
              <a:buSzPts val="2000"/>
              <a:buFont typeface="Roboto"/>
              <a:buNone/>
              <a:defRPr b="0" i="0">
                <a:latin typeface="Roboto"/>
                <a:ea typeface="Roboto"/>
                <a:cs typeface="Roboto"/>
                <a:sym typeface="Roboto"/>
              </a:defRPr>
            </a:lvl1pPr>
            <a:lvl2pPr marL="914415" lvl="1" indent="-342906" algn="l" rtl="0">
              <a:spcBef>
                <a:spcPts val="600"/>
              </a:spcBef>
              <a:spcAft>
                <a:spcPts val="0"/>
              </a:spcAft>
              <a:buClr>
                <a:schemeClr val="dk1"/>
              </a:buClr>
              <a:buSzPts val="1800"/>
              <a:buChar char="•"/>
              <a:defRPr b="0" i="0">
                <a:latin typeface="Roboto"/>
                <a:ea typeface="Roboto"/>
                <a:cs typeface="Roboto"/>
                <a:sym typeface="Roboto"/>
              </a:defRPr>
            </a:lvl2pPr>
            <a:lvl3pPr marL="1371622" lvl="2" indent="-330205" algn="l" rtl="0">
              <a:spcBef>
                <a:spcPts val="600"/>
              </a:spcBef>
              <a:spcAft>
                <a:spcPts val="0"/>
              </a:spcAft>
              <a:buClr>
                <a:schemeClr val="dk1"/>
              </a:buClr>
              <a:buSzPts val="1600"/>
              <a:buChar char="−"/>
              <a:defRPr b="0" i="0">
                <a:latin typeface="Roboto"/>
                <a:ea typeface="Roboto"/>
                <a:cs typeface="Roboto"/>
                <a:sym typeface="Roboto"/>
              </a:defRPr>
            </a:lvl3pPr>
            <a:lvl4pPr marL="1828831" lvl="3" indent="-317506" algn="l" rtl="0">
              <a:spcBef>
                <a:spcPts val="300"/>
              </a:spcBef>
              <a:spcAft>
                <a:spcPts val="0"/>
              </a:spcAft>
              <a:buClr>
                <a:schemeClr val="dk1"/>
              </a:buClr>
              <a:buSzPts val="1400"/>
              <a:buChar char="•"/>
              <a:defRPr b="0" i="0">
                <a:latin typeface="Roboto"/>
                <a:ea typeface="Roboto"/>
                <a:cs typeface="Roboto"/>
                <a:sym typeface="Roboto"/>
              </a:defRPr>
            </a:lvl4pPr>
            <a:lvl5pPr marL="2286038" lvl="4" indent="-304805" algn="l" rtl="0">
              <a:spcBef>
                <a:spcPts val="300"/>
              </a:spcBef>
              <a:spcAft>
                <a:spcPts val="0"/>
              </a:spcAft>
              <a:buClr>
                <a:schemeClr val="dk1"/>
              </a:buClr>
              <a:buSzPts val="1200"/>
              <a:buChar char="−"/>
              <a:defRPr b="0" i="0">
                <a:latin typeface="Roboto"/>
                <a:ea typeface="Roboto"/>
                <a:cs typeface="Roboto"/>
                <a:sym typeface="Roboto"/>
              </a:defRPr>
            </a:lvl5pPr>
            <a:lvl6pPr marL="2743246" lvl="5" indent="-304805" algn="l" rtl="0">
              <a:spcBef>
                <a:spcPts val="360"/>
              </a:spcBef>
              <a:spcAft>
                <a:spcPts val="0"/>
              </a:spcAft>
              <a:buClr>
                <a:schemeClr val="dk1"/>
              </a:buClr>
              <a:buSzPts val="1200"/>
              <a:buFont typeface="Roboto"/>
              <a:buChar char="•"/>
              <a:defRPr sz="1200">
                <a:latin typeface="Roboto"/>
                <a:ea typeface="Roboto"/>
                <a:cs typeface="Roboto"/>
                <a:sym typeface="Roboto"/>
              </a:defRPr>
            </a:lvl6pPr>
            <a:lvl7pPr marL="3200453" lvl="6" indent="-304805" algn="l" rtl="0">
              <a:spcBef>
                <a:spcPts val="360"/>
              </a:spcBef>
              <a:spcAft>
                <a:spcPts val="0"/>
              </a:spcAft>
              <a:buClr>
                <a:schemeClr val="dk1"/>
              </a:buClr>
              <a:buSzPts val="1200"/>
              <a:buFont typeface="Roboto"/>
              <a:buChar char="•"/>
              <a:defRPr sz="1200">
                <a:latin typeface="Roboto"/>
                <a:ea typeface="Roboto"/>
                <a:cs typeface="Roboto"/>
                <a:sym typeface="Roboto"/>
              </a:defRPr>
            </a:lvl7pPr>
            <a:lvl8pPr marL="3657661" lvl="7" indent="-304805" algn="l" rtl="0">
              <a:spcBef>
                <a:spcPts val="360"/>
              </a:spcBef>
              <a:spcAft>
                <a:spcPts val="0"/>
              </a:spcAft>
              <a:buClr>
                <a:schemeClr val="dk1"/>
              </a:buClr>
              <a:buSzPts val="1200"/>
              <a:buFont typeface="Roboto"/>
              <a:buChar char="•"/>
              <a:defRPr sz="1200">
                <a:latin typeface="Roboto"/>
                <a:ea typeface="Roboto"/>
                <a:cs typeface="Roboto"/>
                <a:sym typeface="Roboto"/>
              </a:defRPr>
            </a:lvl8pPr>
            <a:lvl9pPr marL="4114868" lvl="8" indent="-304805" algn="l" rtl="0">
              <a:spcBef>
                <a:spcPts val="360"/>
              </a:spcBef>
              <a:spcAft>
                <a:spcPts val="0"/>
              </a:spcAft>
              <a:buClr>
                <a:schemeClr val="dk1"/>
              </a:buClr>
              <a:buSzPts val="1200"/>
              <a:buFont typeface="Roboto"/>
              <a:buChar char="•"/>
              <a:defRPr sz="1200">
                <a:latin typeface="Roboto"/>
                <a:ea typeface="Roboto"/>
                <a:cs typeface="Roboto"/>
                <a:sym typeface="Roboto"/>
              </a:defRPr>
            </a:lvl9pPr>
          </a:lstStyle>
          <a:p>
            <a:endParaRPr/>
          </a:p>
        </p:txBody>
      </p:sp>
      <p:sp>
        <p:nvSpPr>
          <p:cNvPr id="600" name="Google Shape;600;p106"/>
          <p:cNvSpPr txBox="1">
            <a:spLocks noGrp="1"/>
          </p:cNvSpPr>
          <p:nvPr>
            <p:ph type="sldNum" idx="12"/>
          </p:nvPr>
        </p:nvSpPr>
        <p:spPr>
          <a:xfrm>
            <a:off x="11438849" y="6400800"/>
            <a:ext cx="294601" cy="228600"/>
          </a:xfrm>
          <a:prstGeom prst="rect">
            <a:avLst/>
          </a:prstGeom>
        </p:spPr>
        <p:txBody>
          <a:bodyPr spcFirstLastPara="1" wrap="square" lIns="0" tIns="0" rIns="0" bIns="0" anchor="b" anchorCtr="0">
            <a:noAutofit/>
          </a:bodyPr>
          <a:lstStyle>
            <a:lvl1pPr lvl="0" rtl="0">
              <a:buNone/>
              <a:defRPr sz="1000">
                <a:solidFill>
                  <a:schemeClr val="lt1"/>
                </a:solidFill>
              </a:defRPr>
            </a:lvl1pPr>
            <a:lvl2pPr lvl="1" rtl="0">
              <a:buNone/>
              <a:defRPr sz="1000">
                <a:solidFill>
                  <a:schemeClr val="lt1"/>
                </a:solidFill>
              </a:defRPr>
            </a:lvl2pPr>
            <a:lvl3pPr lvl="2" rtl="0">
              <a:buNone/>
              <a:defRPr sz="1000">
                <a:solidFill>
                  <a:schemeClr val="lt1"/>
                </a:solidFill>
              </a:defRPr>
            </a:lvl3pPr>
            <a:lvl4pPr lvl="3" rtl="0">
              <a:buNone/>
              <a:defRPr sz="1000">
                <a:solidFill>
                  <a:schemeClr val="lt1"/>
                </a:solidFill>
              </a:defRPr>
            </a:lvl4pPr>
            <a:lvl5pPr lvl="4" rtl="0">
              <a:buNone/>
              <a:defRPr sz="1000">
                <a:solidFill>
                  <a:schemeClr val="lt1"/>
                </a:solidFill>
              </a:defRPr>
            </a:lvl5pPr>
            <a:lvl6pPr lvl="5" rtl="0">
              <a:buNone/>
              <a:defRPr sz="1000">
                <a:solidFill>
                  <a:schemeClr val="lt1"/>
                </a:solidFill>
              </a:defRPr>
            </a:lvl6pPr>
            <a:lvl7pPr lvl="6" rtl="0">
              <a:buNone/>
              <a:defRPr sz="1000">
                <a:solidFill>
                  <a:schemeClr val="lt1"/>
                </a:solidFill>
              </a:defRPr>
            </a:lvl7pPr>
            <a:lvl8pPr lvl="7" rtl="0">
              <a:buNone/>
              <a:defRPr sz="1000">
                <a:solidFill>
                  <a:schemeClr val="lt1"/>
                </a:solidFill>
              </a:defRPr>
            </a:lvl8pPr>
            <a:lvl9pPr lvl="8" rtl="0">
              <a:buNone/>
              <a:defRPr sz="1000">
                <a:solidFill>
                  <a:schemeClr val="lt1"/>
                </a:solidFill>
              </a:defRPr>
            </a:lvl9pPr>
          </a:lstStyle>
          <a:p>
            <a:fld id="{00000000-1234-1234-1234-123412341234}" type="slidenum">
              <a:rPr lang="en" smtClean="0"/>
              <a:pPr/>
              <a:t>‹#›</a:t>
            </a:fld>
            <a:endParaRPr lang="en"/>
          </a:p>
        </p:txBody>
      </p:sp>
      <p:pic>
        <p:nvPicPr>
          <p:cNvPr id="601" name="Google Shape;601;p106"/>
          <p:cNvPicPr preferRelativeResize="0"/>
          <p:nvPr/>
        </p:nvPicPr>
        <p:blipFill>
          <a:blip r:embed="rId2">
            <a:alphaModFix/>
          </a:blip>
          <a:stretch>
            <a:fillRect/>
          </a:stretch>
        </p:blipFill>
        <p:spPr>
          <a:xfrm>
            <a:off x="455626" y="6262542"/>
            <a:ext cx="685801" cy="352697"/>
          </a:xfrm>
          <a:prstGeom prst="rect">
            <a:avLst/>
          </a:prstGeom>
          <a:noFill/>
          <a:ln>
            <a:noFill/>
          </a:ln>
        </p:spPr>
      </p:pic>
      <p:sp>
        <p:nvSpPr>
          <p:cNvPr id="602" name="Google Shape;602;p106"/>
          <p:cNvSpPr txBox="1"/>
          <p:nvPr/>
        </p:nvSpPr>
        <p:spPr>
          <a:xfrm>
            <a:off x="8194350" y="6400800"/>
            <a:ext cx="3244500" cy="228600"/>
          </a:xfrm>
          <a:prstGeom prst="rect">
            <a:avLst/>
          </a:prstGeom>
          <a:noFill/>
          <a:ln>
            <a:noFill/>
          </a:ln>
        </p:spPr>
        <p:txBody>
          <a:bodyPr spcFirstLastPara="1" wrap="square" lIns="91426" tIns="91426" rIns="91426" bIns="91426" anchor="t" anchorCtr="0">
            <a:noAutofit/>
          </a:bodyPr>
          <a:lstStyle/>
          <a:p>
            <a:pPr marL="0" lvl="0" indent="0" algn="r" rtl="0">
              <a:spcBef>
                <a:spcPts val="0"/>
              </a:spcBef>
              <a:spcAft>
                <a:spcPts val="0"/>
              </a:spcAft>
              <a:buNone/>
            </a:pPr>
            <a:r>
              <a:rPr lang="en" sz="1000">
                <a:solidFill>
                  <a:srgbClr val="F3F3F3"/>
                </a:solidFill>
                <a:latin typeface="Roboto"/>
                <a:ea typeface="Roboto"/>
                <a:cs typeface="Roboto"/>
                <a:sym typeface="Roboto"/>
              </a:rPr>
              <a:t>Proprietary &amp; Confidential - For Internal Use Only</a:t>
            </a:r>
            <a:endParaRPr sz="1000">
              <a:solidFill>
                <a:srgbClr val="F3F3F3"/>
              </a:solidFill>
              <a:latin typeface="Roboto"/>
              <a:ea typeface="Roboto"/>
              <a:cs typeface="Roboto"/>
              <a:sym typeface="Roboto"/>
            </a:endParaRPr>
          </a:p>
        </p:txBody>
      </p:sp>
    </p:spTree>
  </p:cSld>
  <p:clrMapOvr>
    <a:masterClrMapping/>
  </p:clrMapOvr>
  <mc:AlternateContent xmlns:mc="http://schemas.openxmlformats.org/markup-compatibility/2006" xmlns:p14="http://schemas.microsoft.com/office/powerpoint/2010/main">
    <mc:Choice Requires="p14">
      <p:transition p14:dur="250">
        <p:fade/>
      </p:transition>
    </mc:Choice>
    <mc:Fallback xmlns:ahyp="http://schemas.microsoft.com/office/drawing/2018/hyperlinkcolor" xmlns:p15="http://schemas.microsoft.com/office/powerpoint/2012/main" xmlns:com="http://schemas.openxmlformats.org/drawingml/2006/compatibility" xmlns:pvml="urn:schemas-microsoft-com:office:powerpoint" xmlns:v="urn:schemas-microsoft-com:vml" xmlns:o="urn:schemas-microsoft-com:office:office" xmlns:dgm="http://schemas.openxmlformats.org/drawingml/2006/diagram" xmlns:c="http://schemas.openxmlformats.org/drawingml/2006/chart" xmlns:mv="urn:schemas-microsoft-com:mac:vml" xmlns="">
      <p:transition>
        <p:fade/>
      </p:transition>
    </mc:Fallback>
  </mc:AlternateContent>
</p:sldLayout>
</file>

<file path=ppt/slideLayouts/slideLayout101.xml><?xml version="1.0" encoding="utf-8"?>
<p:sldLayout xmlns:a="http://schemas.openxmlformats.org/drawingml/2006/main" xmlns:r="http://schemas.openxmlformats.org/officeDocument/2006/relationships" xmlns:p="http://schemas.openxmlformats.org/presentationml/2006/main" matchingName="WHITE Subhead | Title">
  <p:cSld name="WHITE Subhead | Title">
    <p:spTree>
      <p:nvGrpSpPr>
        <p:cNvPr id="1" name="Shape 603"/>
        <p:cNvGrpSpPr/>
        <p:nvPr/>
      </p:nvGrpSpPr>
      <p:grpSpPr>
        <a:xfrm>
          <a:off x="0" y="0"/>
          <a:ext cx="0" cy="0"/>
          <a:chOff x="0" y="0"/>
          <a:chExt cx="0" cy="0"/>
        </a:xfrm>
      </p:grpSpPr>
      <p:sp>
        <p:nvSpPr>
          <p:cNvPr id="604" name="Google Shape;604;p107"/>
          <p:cNvSpPr txBox="1">
            <a:spLocks noGrp="1"/>
          </p:cNvSpPr>
          <p:nvPr>
            <p:ph type="title"/>
          </p:nvPr>
        </p:nvSpPr>
        <p:spPr>
          <a:xfrm>
            <a:off x="455617" y="731520"/>
            <a:ext cx="8915400" cy="524400"/>
          </a:xfrm>
          <a:prstGeom prst="rect">
            <a:avLst/>
          </a:prstGeom>
          <a:noFill/>
          <a:ln>
            <a:noFill/>
          </a:ln>
        </p:spPr>
        <p:txBody>
          <a:bodyPr spcFirstLastPara="1" wrap="square" lIns="0" tIns="0" rIns="0" bIns="0" anchor="t" anchorCtr="0">
            <a:noAutofit/>
          </a:bodyPr>
          <a:lstStyle>
            <a:lvl1pPr lvl="0" algn="l" rtl="0">
              <a:lnSpc>
                <a:spcPct val="80000"/>
              </a:lnSpc>
              <a:spcBef>
                <a:spcPts val="0"/>
              </a:spcBef>
              <a:spcAft>
                <a:spcPts val="0"/>
              </a:spcAft>
              <a:buClr>
                <a:schemeClr val="dk1"/>
              </a:buClr>
              <a:buSzPts val="3200"/>
              <a:buFont typeface="Roboto Medium"/>
              <a:buNone/>
              <a:defRPr/>
            </a:lvl1pPr>
            <a:lvl2pPr lvl="1" rtl="0">
              <a:spcBef>
                <a:spcPts val="0"/>
              </a:spcBef>
              <a:spcAft>
                <a:spcPts val="0"/>
              </a:spcAft>
              <a:buSzPts val="1400"/>
              <a:buNone/>
              <a:defRPr/>
            </a:lvl2pPr>
            <a:lvl3pPr lvl="2" rtl="0">
              <a:spcBef>
                <a:spcPts val="0"/>
              </a:spcBef>
              <a:spcAft>
                <a:spcPts val="0"/>
              </a:spcAft>
              <a:buSzPts val="1400"/>
              <a:buNone/>
              <a:defRPr/>
            </a:lvl3pPr>
            <a:lvl4pPr lvl="3" rtl="0">
              <a:spcBef>
                <a:spcPts val="0"/>
              </a:spcBef>
              <a:spcAft>
                <a:spcPts val="0"/>
              </a:spcAft>
              <a:buSzPts val="1400"/>
              <a:buNone/>
              <a:defRPr/>
            </a:lvl4pPr>
            <a:lvl5pPr lvl="4" rtl="0">
              <a:spcBef>
                <a:spcPts val="0"/>
              </a:spcBef>
              <a:spcAft>
                <a:spcPts val="0"/>
              </a:spcAft>
              <a:buSzPts val="1400"/>
              <a:buNone/>
              <a:defRPr/>
            </a:lvl5pPr>
            <a:lvl6pPr lvl="5" rtl="0">
              <a:spcBef>
                <a:spcPts val="0"/>
              </a:spcBef>
              <a:spcAft>
                <a:spcPts val="0"/>
              </a:spcAft>
              <a:buSzPts val="1400"/>
              <a:buNone/>
              <a:defRPr/>
            </a:lvl6pPr>
            <a:lvl7pPr lvl="6" rtl="0">
              <a:spcBef>
                <a:spcPts val="0"/>
              </a:spcBef>
              <a:spcAft>
                <a:spcPts val="0"/>
              </a:spcAft>
              <a:buSzPts val="1400"/>
              <a:buNone/>
              <a:defRPr/>
            </a:lvl7pPr>
            <a:lvl8pPr lvl="7" rtl="0">
              <a:spcBef>
                <a:spcPts val="0"/>
              </a:spcBef>
              <a:spcAft>
                <a:spcPts val="0"/>
              </a:spcAft>
              <a:buSzPts val="1400"/>
              <a:buNone/>
              <a:defRPr/>
            </a:lvl8pPr>
            <a:lvl9pPr lvl="8" rtl="0">
              <a:spcBef>
                <a:spcPts val="0"/>
              </a:spcBef>
              <a:spcAft>
                <a:spcPts val="0"/>
              </a:spcAft>
              <a:buSzPts val="1400"/>
              <a:buNone/>
              <a:defRPr/>
            </a:lvl9pPr>
          </a:lstStyle>
          <a:p>
            <a:endParaRPr/>
          </a:p>
        </p:txBody>
      </p:sp>
      <p:sp>
        <p:nvSpPr>
          <p:cNvPr id="605" name="Google Shape;605;p107"/>
          <p:cNvSpPr txBox="1">
            <a:spLocks noGrp="1"/>
          </p:cNvSpPr>
          <p:nvPr>
            <p:ph type="subTitle" idx="1"/>
          </p:nvPr>
        </p:nvSpPr>
        <p:spPr>
          <a:xfrm>
            <a:off x="455663" y="457200"/>
            <a:ext cx="8915400" cy="228600"/>
          </a:xfrm>
          <a:prstGeom prst="rect">
            <a:avLst/>
          </a:prstGeom>
        </p:spPr>
        <p:txBody>
          <a:bodyPr spcFirstLastPara="1" wrap="square" lIns="0" tIns="0" rIns="0" bIns="0" anchor="t" anchorCtr="0">
            <a:noAutofit/>
          </a:bodyPr>
          <a:lstStyle>
            <a:lvl1pPr lvl="0" rtl="0">
              <a:spcBef>
                <a:spcPts val="0"/>
              </a:spcBef>
              <a:spcAft>
                <a:spcPts val="0"/>
              </a:spcAft>
              <a:buClr>
                <a:schemeClr val="lt2"/>
              </a:buClr>
              <a:buSzPts val="1400"/>
              <a:buFont typeface="Roboto Medium"/>
              <a:buNone/>
              <a:defRPr sz="1400">
                <a:solidFill>
                  <a:schemeClr val="lt2"/>
                </a:solidFill>
                <a:latin typeface="Roboto Medium"/>
                <a:ea typeface="Roboto Medium"/>
                <a:cs typeface="Roboto Medium"/>
                <a:sym typeface="Roboto Medium"/>
              </a:defRPr>
            </a:lvl1pPr>
            <a:lvl2pPr lvl="1" rtl="0">
              <a:spcBef>
                <a:spcPts val="600"/>
              </a:spcBef>
              <a:spcAft>
                <a:spcPts val="0"/>
              </a:spcAft>
              <a:buSzPts val="1800"/>
              <a:buFont typeface="Roboto Medium"/>
              <a:buNone/>
              <a:defRPr>
                <a:latin typeface="Roboto Medium"/>
                <a:ea typeface="Roboto Medium"/>
                <a:cs typeface="Roboto Medium"/>
                <a:sym typeface="Roboto Medium"/>
              </a:defRPr>
            </a:lvl2pPr>
            <a:lvl3pPr lvl="2" rtl="0">
              <a:spcBef>
                <a:spcPts val="600"/>
              </a:spcBef>
              <a:spcAft>
                <a:spcPts val="0"/>
              </a:spcAft>
              <a:buSzPts val="1600"/>
              <a:buFont typeface="Roboto Medium"/>
              <a:buNone/>
              <a:defRPr>
                <a:latin typeface="Roboto Medium"/>
                <a:ea typeface="Roboto Medium"/>
                <a:cs typeface="Roboto Medium"/>
                <a:sym typeface="Roboto Medium"/>
              </a:defRPr>
            </a:lvl3pPr>
            <a:lvl4pPr lvl="3" rtl="0">
              <a:spcBef>
                <a:spcPts val="300"/>
              </a:spcBef>
              <a:spcAft>
                <a:spcPts val="0"/>
              </a:spcAft>
              <a:buSzPts val="1400"/>
              <a:buFont typeface="Roboto Medium"/>
              <a:buNone/>
              <a:defRPr>
                <a:latin typeface="Roboto Medium"/>
                <a:ea typeface="Roboto Medium"/>
                <a:cs typeface="Roboto Medium"/>
                <a:sym typeface="Roboto Medium"/>
              </a:defRPr>
            </a:lvl4pPr>
            <a:lvl5pPr lvl="4" rtl="0">
              <a:spcBef>
                <a:spcPts val="300"/>
              </a:spcBef>
              <a:spcAft>
                <a:spcPts val="0"/>
              </a:spcAft>
              <a:buSzPts val="1200"/>
              <a:buFont typeface="Roboto Medium"/>
              <a:buNone/>
              <a:defRPr>
                <a:latin typeface="Roboto Medium"/>
                <a:ea typeface="Roboto Medium"/>
                <a:cs typeface="Roboto Medium"/>
                <a:sym typeface="Roboto Medium"/>
              </a:defRPr>
            </a:lvl5pPr>
            <a:lvl6pPr lvl="5" rtl="0">
              <a:spcBef>
                <a:spcPts val="533"/>
              </a:spcBef>
              <a:spcAft>
                <a:spcPts val="0"/>
              </a:spcAft>
              <a:buSzPts val="2666"/>
              <a:buFont typeface="Roboto Medium"/>
              <a:buNone/>
              <a:defRPr>
                <a:latin typeface="Roboto Medium"/>
                <a:ea typeface="Roboto Medium"/>
                <a:cs typeface="Roboto Medium"/>
                <a:sym typeface="Roboto Medium"/>
              </a:defRPr>
            </a:lvl6pPr>
            <a:lvl7pPr lvl="6" rtl="0">
              <a:spcBef>
                <a:spcPts val="533"/>
              </a:spcBef>
              <a:spcAft>
                <a:spcPts val="0"/>
              </a:spcAft>
              <a:buSzPts val="2666"/>
              <a:buFont typeface="Roboto Medium"/>
              <a:buNone/>
              <a:defRPr>
                <a:latin typeface="Roboto Medium"/>
                <a:ea typeface="Roboto Medium"/>
                <a:cs typeface="Roboto Medium"/>
                <a:sym typeface="Roboto Medium"/>
              </a:defRPr>
            </a:lvl7pPr>
            <a:lvl8pPr lvl="7" rtl="0">
              <a:spcBef>
                <a:spcPts val="533"/>
              </a:spcBef>
              <a:spcAft>
                <a:spcPts val="0"/>
              </a:spcAft>
              <a:buSzPts val="2666"/>
              <a:buFont typeface="Roboto Medium"/>
              <a:buNone/>
              <a:defRPr>
                <a:latin typeface="Roboto Medium"/>
                <a:ea typeface="Roboto Medium"/>
                <a:cs typeface="Roboto Medium"/>
                <a:sym typeface="Roboto Medium"/>
              </a:defRPr>
            </a:lvl8pPr>
            <a:lvl9pPr lvl="8" rtl="0">
              <a:spcBef>
                <a:spcPts val="533"/>
              </a:spcBef>
              <a:spcAft>
                <a:spcPts val="0"/>
              </a:spcAft>
              <a:buSzPts val="2666"/>
              <a:buFont typeface="Roboto Medium"/>
              <a:buNone/>
              <a:defRPr>
                <a:latin typeface="Roboto Medium"/>
                <a:ea typeface="Roboto Medium"/>
                <a:cs typeface="Roboto Medium"/>
                <a:sym typeface="Roboto Medium"/>
              </a:defRPr>
            </a:lvl9pPr>
          </a:lstStyle>
          <a:p>
            <a:endParaRPr/>
          </a:p>
        </p:txBody>
      </p:sp>
      <p:sp>
        <p:nvSpPr>
          <p:cNvPr id="606" name="Google Shape;606;p107"/>
          <p:cNvSpPr txBox="1">
            <a:spLocks noGrp="1"/>
          </p:cNvSpPr>
          <p:nvPr>
            <p:ph type="sldNum" idx="12"/>
          </p:nvPr>
        </p:nvSpPr>
        <p:spPr>
          <a:xfrm>
            <a:off x="11438849" y="6400800"/>
            <a:ext cx="294601" cy="228600"/>
          </a:xfrm>
          <a:prstGeom prst="rect">
            <a:avLst/>
          </a:prstGeom>
        </p:spPr>
        <p:txBody>
          <a:bodyPr spcFirstLastPara="1" wrap="square" lIns="0" tIns="0" rIns="0" bIns="0" anchor="b" anchorCtr="0">
            <a:noAutofit/>
          </a:bodyPr>
          <a:lstStyle>
            <a:lvl1pPr lvl="0" rtl="0">
              <a:buNone/>
              <a:defRPr sz="1000">
                <a:solidFill>
                  <a:srgbClr val="000000"/>
                </a:solidFill>
              </a:defRPr>
            </a:lvl1pPr>
            <a:lvl2pPr lvl="1" rtl="0">
              <a:buNone/>
              <a:defRPr sz="1000">
                <a:solidFill>
                  <a:srgbClr val="000000"/>
                </a:solidFill>
              </a:defRPr>
            </a:lvl2pPr>
            <a:lvl3pPr lvl="2" rtl="0">
              <a:buNone/>
              <a:defRPr sz="1000">
                <a:solidFill>
                  <a:srgbClr val="000000"/>
                </a:solidFill>
              </a:defRPr>
            </a:lvl3pPr>
            <a:lvl4pPr lvl="3" rtl="0">
              <a:buNone/>
              <a:defRPr sz="1000">
                <a:solidFill>
                  <a:srgbClr val="000000"/>
                </a:solidFill>
              </a:defRPr>
            </a:lvl4pPr>
            <a:lvl5pPr lvl="4" rtl="0">
              <a:buNone/>
              <a:defRPr sz="1000">
                <a:solidFill>
                  <a:srgbClr val="000000"/>
                </a:solidFill>
              </a:defRPr>
            </a:lvl5pPr>
            <a:lvl6pPr lvl="5" rtl="0">
              <a:buNone/>
              <a:defRPr sz="1000">
                <a:solidFill>
                  <a:srgbClr val="000000"/>
                </a:solidFill>
              </a:defRPr>
            </a:lvl6pPr>
            <a:lvl7pPr lvl="6" rtl="0">
              <a:buNone/>
              <a:defRPr sz="1000">
                <a:solidFill>
                  <a:srgbClr val="000000"/>
                </a:solidFill>
              </a:defRPr>
            </a:lvl7pPr>
            <a:lvl8pPr lvl="7" rtl="0">
              <a:buNone/>
              <a:defRPr sz="1000">
                <a:solidFill>
                  <a:srgbClr val="000000"/>
                </a:solidFill>
              </a:defRPr>
            </a:lvl8pPr>
            <a:lvl9pPr lvl="8" rtl="0">
              <a:buNone/>
              <a:defRPr sz="1000">
                <a:solidFill>
                  <a:srgbClr val="000000"/>
                </a:solidFill>
              </a:defRPr>
            </a:lvl9pPr>
          </a:lstStyle>
          <a:p>
            <a:fld id="{00000000-1234-1234-1234-123412341234}" type="slidenum">
              <a:rPr lang="en" smtClean="0"/>
              <a:pPr/>
              <a:t>‹#›</a:t>
            </a:fld>
            <a:endParaRPr lang="en"/>
          </a:p>
        </p:txBody>
      </p:sp>
      <p:pic>
        <p:nvPicPr>
          <p:cNvPr id="607" name="Google Shape;607;p107"/>
          <p:cNvPicPr preferRelativeResize="0"/>
          <p:nvPr/>
        </p:nvPicPr>
        <p:blipFill>
          <a:blip r:embed="rId2">
            <a:alphaModFix/>
          </a:blip>
          <a:stretch>
            <a:fillRect/>
          </a:stretch>
        </p:blipFill>
        <p:spPr>
          <a:xfrm>
            <a:off x="455626" y="6262542"/>
            <a:ext cx="685801" cy="352697"/>
          </a:xfrm>
          <a:prstGeom prst="rect">
            <a:avLst/>
          </a:prstGeom>
          <a:noFill/>
          <a:ln>
            <a:noFill/>
          </a:ln>
        </p:spPr>
      </p:pic>
      <p:sp>
        <p:nvSpPr>
          <p:cNvPr id="608" name="Google Shape;608;p107"/>
          <p:cNvSpPr txBox="1"/>
          <p:nvPr/>
        </p:nvSpPr>
        <p:spPr>
          <a:xfrm>
            <a:off x="8194350" y="6400800"/>
            <a:ext cx="3244500" cy="228600"/>
          </a:xfrm>
          <a:prstGeom prst="rect">
            <a:avLst/>
          </a:prstGeom>
          <a:noFill/>
          <a:ln>
            <a:noFill/>
          </a:ln>
        </p:spPr>
        <p:txBody>
          <a:bodyPr spcFirstLastPara="1" wrap="square" lIns="91426" tIns="91426" rIns="91426" bIns="91426" anchor="t" anchorCtr="0">
            <a:noAutofit/>
          </a:bodyPr>
          <a:lstStyle/>
          <a:p>
            <a:pPr marL="0" lvl="0" indent="0" algn="r" rtl="0">
              <a:spcBef>
                <a:spcPts val="0"/>
              </a:spcBef>
              <a:spcAft>
                <a:spcPts val="0"/>
              </a:spcAft>
              <a:buNone/>
            </a:pPr>
            <a:r>
              <a:rPr lang="en" sz="1000">
                <a:solidFill>
                  <a:schemeClr val="dk1"/>
                </a:solidFill>
                <a:latin typeface="Roboto"/>
                <a:ea typeface="Roboto"/>
                <a:cs typeface="Roboto"/>
                <a:sym typeface="Roboto"/>
              </a:rPr>
              <a:t>Proprietary &amp; Confidential - For Internal Use Only</a:t>
            </a:r>
            <a:endParaRPr sz="1000">
              <a:solidFill>
                <a:schemeClr val="dk1"/>
              </a:solidFill>
              <a:latin typeface="Roboto"/>
              <a:ea typeface="Roboto"/>
              <a:cs typeface="Roboto"/>
              <a:sym typeface="Roboto"/>
            </a:endParaRPr>
          </a:p>
        </p:txBody>
      </p:sp>
    </p:spTree>
  </p:cSld>
  <p:clrMapOvr>
    <a:masterClrMapping/>
  </p:clrMapOvr>
  <mc:AlternateContent xmlns:mc="http://schemas.openxmlformats.org/markup-compatibility/2006" xmlns:p14="http://schemas.microsoft.com/office/powerpoint/2010/main">
    <mc:Choice Requires="p14">
      <p:transition p14:dur="250">
        <p:fade/>
      </p:transition>
    </mc:Choice>
    <mc:Fallback xmlns:ahyp="http://schemas.microsoft.com/office/drawing/2018/hyperlinkcolor" xmlns:p15="http://schemas.microsoft.com/office/powerpoint/2012/main" xmlns:com="http://schemas.openxmlformats.org/drawingml/2006/compatibility" xmlns:pvml="urn:schemas-microsoft-com:office:powerpoint" xmlns:v="urn:schemas-microsoft-com:vml" xmlns:o="urn:schemas-microsoft-com:office:office" xmlns:dgm="http://schemas.openxmlformats.org/drawingml/2006/diagram" xmlns:c="http://schemas.openxmlformats.org/drawingml/2006/chart" xmlns:mv="urn:schemas-microsoft-com:mac:vml" xmlns="">
      <p:transition>
        <p:fade/>
      </p:transition>
    </mc:Fallback>
  </mc:AlternateContent>
</p:sldLayout>
</file>

<file path=ppt/slideLayouts/slideLayout102.xml><?xml version="1.0" encoding="utf-8"?>
<p:sldLayout xmlns:a="http://schemas.openxmlformats.org/drawingml/2006/main" xmlns:r="http://schemas.openxmlformats.org/officeDocument/2006/relationships" xmlns:p="http://schemas.openxmlformats.org/presentationml/2006/main" matchingName="WHITE 1Col Title | Subhead | Text">
  <p:cSld name="WHITE 1Col Title | Subhead | Text">
    <p:spTree>
      <p:nvGrpSpPr>
        <p:cNvPr id="1" name="Shape 609"/>
        <p:cNvGrpSpPr/>
        <p:nvPr/>
      </p:nvGrpSpPr>
      <p:grpSpPr>
        <a:xfrm>
          <a:off x="0" y="0"/>
          <a:ext cx="0" cy="0"/>
          <a:chOff x="0" y="0"/>
          <a:chExt cx="0" cy="0"/>
        </a:xfrm>
      </p:grpSpPr>
      <p:sp>
        <p:nvSpPr>
          <p:cNvPr id="610" name="Google Shape;610;p108"/>
          <p:cNvSpPr txBox="1">
            <a:spLocks noGrp="1"/>
          </p:cNvSpPr>
          <p:nvPr>
            <p:ph type="title"/>
          </p:nvPr>
        </p:nvSpPr>
        <p:spPr>
          <a:xfrm>
            <a:off x="455617" y="457200"/>
            <a:ext cx="8915400" cy="524400"/>
          </a:xfrm>
          <a:prstGeom prst="rect">
            <a:avLst/>
          </a:prstGeom>
          <a:noFill/>
          <a:ln>
            <a:noFill/>
          </a:ln>
        </p:spPr>
        <p:txBody>
          <a:bodyPr spcFirstLastPara="1" wrap="square" lIns="0" tIns="0" rIns="0" bIns="0" anchor="t" anchorCtr="0">
            <a:noAutofit/>
          </a:bodyPr>
          <a:lstStyle>
            <a:lvl1pPr lvl="0" algn="l" rtl="0">
              <a:lnSpc>
                <a:spcPct val="80000"/>
              </a:lnSpc>
              <a:spcBef>
                <a:spcPts val="0"/>
              </a:spcBef>
              <a:spcAft>
                <a:spcPts val="0"/>
              </a:spcAft>
              <a:buClr>
                <a:schemeClr val="dk1"/>
              </a:buClr>
              <a:buSzPts val="3200"/>
              <a:buFont typeface="Roboto Medium"/>
              <a:buNone/>
              <a:defRPr b="0"/>
            </a:lvl1pPr>
            <a:lvl2pPr lvl="1" rtl="0">
              <a:spcBef>
                <a:spcPts val="0"/>
              </a:spcBef>
              <a:spcAft>
                <a:spcPts val="0"/>
              </a:spcAft>
              <a:buSzPts val="1400"/>
              <a:buNone/>
              <a:defRPr/>
            </a:lvl2pPr>
            <a:lvl3pPr lvl="2" rtl="0">
              <a:spcBef>
                <a:spcPts val="0"/>
              </a:spcBef>
              <a:spcAft>
                <a:spcPts val="0"/>
              </a:spcAft>
              <a:buSzPts val="1400"/>
              <a:buNone/>
              <a:defRPr/>
            </a:lvl3pPr>
            <a:lvl4pPr lvl="3" rtl="0">
              <a:spcBef>
                <a:spcPts val="0"/>
              </a:spcBef>
              <a:spcAft>
                <a:spcPts val="0"/>
              </a:spcAft>
              <a:buSzPts val="1400"/>
              <a:buNone/>
              <a:defRPr/>
            </a:lvl4pPr>
            <a:lvl5pPr lvl="4" rtl="0">
              <a:spcBef>
                <a:spcPts val="0"/>
              </a:spcBef>
              <a:spcAft>
                <a:spcPts val="0"/>
              </a:spcAft>
              <a:buSzPts val="1400"/>
              <a:buNone/>
              <a:defRPr/>
            </a:lvl5pPr>
            <a:lvl6pPr lvl="5" rtl="0">
              <a:spcBef>
                <a:spcPts val="0"/>
              </a:spcBef>
              <a:spcAft>
                <a:spcPts val="0"/>
              </a:spcAft>
              <a:buSzPts val="1400"/>
              <a:buNone/>
              <a:defRPr/>
            </a:lvl6pPr>
            <a:lvl7pPr lvl="6" rtl="0">
              <a:spcBef>
                <a:spcPts val="0"/>
              </a:spcBef>
              <a:spcAft>
                <a:spcPts val="0"/>
              </a:spcAft>
              <a:buSzPts val="1400"/>
              <a:buNone/>
              <a:defRPr/>
            </a:lvl7pPr>
            <a:lvl8pPr lvl="7" rtl="0">
              <a:spcBef>
                <a:spcPts val="0"/>
              </a:spcBef>
              <a:spcAft>
                <a:spcPts val="0"/>
              </a:spcAft>
              <a:buSzPts val="1400"/>
              <a:buNone/>
              <a:defRPr/>
            </a:lvl8pPr>
            <a:lvl9pPr lvl="8" rtl="0">
              <a:spcBef>
                <a:spcPts val="0"/>
              </a:spcBef>
              <a:spcAft>
                <a:spcPts val="0"/>
              </a:spcAft>
              <a:buSzPts val="1400"/>
              <a:buNone/>
              <a:defRPr/>
            </a:lvl9pPr>
          </a:lstStyle>
          <a:p>
            <a:endParaRPr/>
          </a:p>
        </p:txBody>
      </p:sp>
      <p:sp>
        <p:nvSpPr>
          <p:cNvPr id="611" name="Google Shape;611;p108"/>
          <p:cNvSpPr txBox="1">
            <a:spLocks noGrp="1"/>
          </p:cNvSpPr>
          <p:nvPr>
            <p:ph type="subTitle" idx="1"/>
          </p:nvPr>
        </p:nvSpPr>
        <p:spPr>
          <a:xfrm>
            <a:off x="455625" y="868680"/>
            <a:ext cx="7635001" cy="228600"/>
          </a:xfrm>
          <a:prstGeom prst="rect">
            <a:avLst/>
          </a:prstGeom>
        </p:spPr>
        <p:txBody>
          <a:bodyPr spcFirstLastPara="1" wrap="square" lIns="0" tIns="0" rIns="0" bIns="0" anchor="t" anchorCtr="0">
            <a:noAutofit/>
          </a:bodyPr>
          <a:lstStyle>
            <a:lvl1pPr lvl="0" rtl="0">
              <a:spcBef>
                <a:spcPts val="0"/>
              </a:spcBef>
              <a:spcAft>
                <a:spcPts val="0"/>
              </a:spcAft>
              <a:buClr>
                <a:schemeClr val="lt2"/>
              </a:buClr>
              <a:buSzPts val="1600"/>
              <a:buFont typeface="Roboto Medium"/>
              <a:buNone/>
              <a:defRPr sz="1600">
                <a:solidFill>
                  <a:schemeClr val="lt2"/>
                </a:solidFill>
                <a:latin typeface="Roboto Medium"/>
                <a:ea typeface="Roboto Medium"/>
                <a:cs typeface="Roboto Medium"/>
                <a:sym typeface="Roboto Medium"/>
              </a:defRPr>
            </a:lvl1pPr>
            <a:lvl2pPr lvl="1" rtl="0">
              <a:spcBef>
                <a:spcPts val="600"/>
              </a:spcBef>
              <a:spcAft>
                <a:spcPts val="0"/>
              </a:spcAft>
              <a:buSzPts val="1800"/>
              <a:buNone/>
              <a:defRPr/>
            </a:lvl2pPr>
            <a:lvl3pPr lvl="2" rtl="0">
              <a:spcBef>
                <a:spcPts val="600"/>
              </a:spcBef>
              <a:spcAft>
                <a:spcPts val="0"/>
              </a:spcAft>
              <a:buSzPts val="1600"/>
              <a:buNone/>
              <a:defRPr/>
            </a:lvl3pPr>
            <a:lvl4pPr lvl="3" rtl="0">
              <a:spcBef>
                <a:spcPts val="300"/>
              </a:spcBef>
              <a:spcAft>
                <a:spcPts val="0"/>
              </a:spcAft>
              <a:buSzPts val="1400"/>
              <a:buNone/>
              <a:defRPr/>
            </a:lvl4pPr>
            <a:lvl5pPr lvl="4" rtl="0">
              <a:spcBef>
                <a:spcPts val="300"/>
              </a:spcBef>
              <a:spcAft>
                <a:spcPts val="0"/>
              </a:spcAft>
              <a:buSzPts val="1200"/>
              <a:buNone/>
              <a:defRPr/>
            </a:lvl5pPr>
            <a:lvl6pPr lvl="5" rtl="0">
              <a:spcBef>
                <a:spcPts val="533"/>
              </a:spcBef>
              <a:spcAft>
                <a:spcPts val="0"/>
              </a:spcAft>
              <a:buSzPts val="2666"/>
              <a:buNone/>
              <a:defRPr/>
            </a:lvl6pPr>
            <a:lvl7pPr lvl="6" rtl="0">
              <a:spcBef>
                <a:spcPts val="533"/>
              </a:spcBef>
              <a:spcAft>
                <a:spcPts val="0"/>
              </a:spcAft>
              <a:buSzPts val="2666"/>
              <a:buNone/>
              <a:defRPr/>
            </a:lvl7pPr>
            <a:lvl8pPr lvl="7" rtl="0">
              <a:spcBef>
                <a:spcPts val="533"/>
              </a:spcBef>
              <a:spcAft>
                <a:spcPts val="0"/>
              </a:spcAft>
              <a:buSzPts val="2666"/>
              <a:buNone/>
              <a:defRPr/>
            </a:lvl8pPr>
            <a:lvl9pPr lvl="8" rtl="0">
              <a:spcBef>
                <a:spcPts val="533"/>
              </a:spcBef>
              <a:spcAft>
                <a:spcPts val="0"/>
              </a:spcAft>
              <a:buSzPts val="2666"/>
              <a:buNone/>
              <a:defRPr/>
            </a:lvl9pPr>
          </a:lstStyle>
          <a:p>
            <a:endParaRPr/>
          </a:p>
        </p:txBody>
      </p:sp>
      <p:sp>
        <p:nvSpPr>
          <p:cNvPr id="612" name="Google Shape;612;p108"/>
          <p:cNvSpPr txBox="1">
            <a:spLocks noGrp="1"/>
          </p:cNvSpPr>
          <p:nvPr>
            <p:ph type="sldNum" idx="12"/>
          </p:nvPr>
        </p:nvSpPr>
        <p:spPr>
          <a:xfrm>
            <a:off x="11438849" y="6400800"/>
            <a:ext cx="294601" cy="228600"/>
          </a:xfrm>
          <a:prstGeom prst="rect">
            <a:avLst/>
          </a:prstGeom>
        </p:spPr>
        <p:txBody>
          <a:bodyPr spcFirstLastPara="1" wrap="square" lIns="0" tIns="0" rIns="0" bIns="0" anchor="b" anchorCtr="0">
            <a:noAutofit/>
          </a:bodyPr>
          <a:lstStyle>
            <a:lvl1pPr lvl="0" rtl="0">
              <a:buNone/>
              <a:defRPr sz="1000">
                <a:solidFill>
                  <a:srgbClr val="000000"/>
                </a:solidFill>
              </a:defRPr>
            </a:lvl1pPr>
            <a:lvl2pPr lvl="1" rtl="0">
              <a:buNone/>
              <a:defRPr sz="1000">
                <a:solidFill>
                  <a:srgbClr val="000000"/>
                </a:solidFill>
              </a:defRPr>
            </a:lvl2pPr>
            <a:lvl3pPr lvl="2" rtl="0">
              <a:buNone/>
              <a:defRPr sz="1000">
                <a:solidFill>
                  <a:srgbClr val="000000"/>
                </a:solidFill>
              </a:defRPr>
            </a:lvl3pPr>
            <a:lvl4pPr lvl="3" rtl="0">
              <a:buNone/>
              <a:defRPr sz="1000">
                <a:solidFill>
                  <a:srgbClr val="000000"/>
                </a:solidFill>
              </a:defRPr>
            </a:lvl4pPr>
            <a:lvl5pPr lvl="4" rtl="0">
              <a:buNone/>
              <a:defRPr sz="1000">
                <a:solidFill>
                  <a:srgbClr val="000000"/>
                </a:solidFill>
              </a:defRPr>
            </a:lvl5pPr>
            <a:lvl6pPr lvl="5" rtl="0">
              <a:buNone/>
              <a:defRPr sz="1000">
                <a:solidFill>
                  <a:srgbClr val="000000"/>
                </a:solidFill>
              </a:defRPr>
            </a:lvl6pPr>
            <a:lvl7pPr lvl="6" rtl="0">
              <a:buNone/>
              <a:defRPr sz="1000">
                <a:solidFill>
                  <a:srgbClr val="000000"/>
                </a:solidFill>
              </a:defRPr>
            </a:lvl7pPr>
            <a:lvl8pPr lvl="7" rtl="0">
              <a:buNone/>
              <a:defRPr sz="1000">
                <a:solidFill>
                  <a:srgbClr val="000000"/>
                </a:solidFill>
              </a:defRPr>
            </a:lvl8pPr>
            <a:lvl9pPr lvl="8" rtl="0">
              <a:buNone/>
              <a:defRPr sz="1000">
                <a:solidFill>
                  <a:srgbClr val="000000"/>
                </a:solidFill>
              </a:defRPr>
            </a:lvl9pPr>
          </a:lstStyle>
          <a:p>
            <a:fld id="{00000000-1234-1234-1234-123412341234}" type="slidenum">
              <a:rPr lang="en" smtClean="0"/>
              <a:pPr/>
              <a:t>‹#›</a:t>
            </a:fld>
            <a:endParaRPr lang="en"/>
          </a:p>
        </p:txBody>
      </p:sp>
      <p:sp>
        <p:nvSpPr>
          <p:cNvPr id="613" name="Google Shape;613;p108"/>
          <p:cNvSpPr txBox="1">
            <a:spLocks noGrp="1"/>
          </p:cNvSpPr>
          <p:nvPr>
            <p:ph type="body" idx="2"/>
          </p:nvPr>
        </p:nvSpPr>
        <p:spPr>
          <a:xfrm>
            <a:off x="455613" y="2686375"/>
            <a:ext cx="8915400" cy="3257100"/>
          </a:xfrm>
          <a:prstGeom prst="rect">
            <a:avLst/>
          </a:prstGeom>
          <a:noFill/>
          <a:ln>
            <a:noFill/>
          </a:ln>
        </p:spPr>
        <p:txBody>
          <a:bodyPr spcFirstLastPara="1" wrap="square" lIns="0" tIns="0" rIns="0" bIns="0" anchor="t" anchorCtr="0">
            <a:noAutofit/>
          </a:bodyPr>
          <a:lstStyle>
            <a:lvl1pPr marL="457207" lvl="0" indent="-228604" algn="l" rtl="0">
              <a:spcBef>
                <a:spcPts val="1800"/>
              </a:spcBef>
              <a:spcAft>
                <a:spcPts val="0"/>
              </a:spcAft>
              <a:buClr>
                <a:schemeClr val="dk1"/>
              </a:buClr>
              <a:buSzPts val="2000"/>
              <a:buFont typeface="Roboto"/>
              <a:buNone/>
              <a:defRPr b="0" i="0">
                <a:latin typeface="Roboto"/>
                <a:ea typeface="Roboto"/>
                <a:cs typeface="Roboto"/>
                <a:sym typeface="Roboto"/>
              </a:defRPr>
            </a:lvl1pPr>
            <a:lvl2pPr marL="914415" lvl="1" indent="-342906" algn="l" rtl="0">
              <a:spcBef>
                <a:spcPts val="600"/>
              </a:spcBef>
              <a:spcAft>
                <a:spcPts val="0"/>
              </a:spcAft>
              <a:buClr>
                <a:schemeClr val="dk1"/>
              </a:buClr>
              <a:buSzPts val="1800"/>
              <a:buChar char="•"/>
              <a:defRPr b="0" i="0">
                <a:latin typeface="Roboto"/>
                <a:ea typeface="Roboto"/>
                <a:cs typeface="Roboto"/>
                <a:sym typeface="Roboto"/>
              </a:defRPr>
            </a:lvl2pPr>
            <a:lvl3pPr marL="1371622" lvl="2" indent="-330205" algn="l" rtl="0">
              <a:spcBef>
                <a:spcPts val="600"/>
              </a:spcBef>
              <a:spcAft>
                <a:spcPts val="0"/>
              </a:spcAft>
              <a:buClr>
                <a:schemeClr val="dk1"/>
              </a:buClr>
              <a:buSzPts val="1600"/>
              <a:buChar char="−"/>
              <a:defRPr b="0" i="0">
                <a:latin typeface="Roboto"/>
                <a:ea typeface="Roboto"/>
                <a:cs typeface="Roboto"/>
                <a:sym typeface="Roboto"/>
              </a:defRPr>
            </a:lvl3pPr>
            <a:lvl4pPr marL="1828831" lvl="3" indent="-317506" algn="l" rtl="0">
              <a:spcBef>
                <a:spcPts val="300"/>
              </a:spcBef>
              <a:spcAft>
                <a:spcPts val="0"/>
              </a:spcAft>
              <a:buClr>
                <a:schemeClr val="dk1"/>
              </a:buClr>
              <a:buSzPts val="1400"/>
              <a:buChar char="•"/>
              <a:defRPr b="0" i="0">
                <a:latin typeface="Roboto"/>
                <a:ea typeface="Roboto"/>
                <a:cs typeface="Roboto"/>
                <a:sym typeface="Roboto"/>
              </a:defRPr>
            </a:lvl4pPr>
            <a:lvl5pPr marL="2286038" lvl="4" indent="-304805" algn="l" rtl="0">
              <a:spcBef>
                <a:spcPts val="300"/>
              </a:spcBef>
              <a:spcAft>
                <a:spcPts val="0"/>
              </a:spcAft>
              <a:buClr>
                <a:schemeClr val="dk1"/>
              </a:buClr>
              <a:buSzPts val="1200"/>
              <a:buChar char="−"/>
              <a:defRPr b="0" i="0">
                <a:latin typeface="Roboto"/>
                <a:ea typeface="Roboto"/>
                <a:cs typeface="Roboto"/>
                <a:sym typeface="Roboto"/>
              </a:defRPr>
            </a:lvl5pPr>
            <a:lvl6pPr marL="2743246" lvl="5" indent="-304805" algn="l" rtl="0">
              <a:spcBef>
                <a:spcPts val="360"/>
              </a:spcBef>
              <a:spcAft>
                <a:spcPts val="0"/>
              </a:spcAft>
              <a:buClr>
                <a:schemeClr val="dk1"/>
              </a:buClr>
              <a:buSzPts val="1200"/>
              <a:buFont typeface="Roboto"/>
              <a:buChar char="•"/>
              <a:defRPr sz="1200">
                <a:latin typeface="Roboto"/>
                <a:ea typeface="Roboto"/>
                <a:cs typeface="Roboto"/>
                <a:sym typeface="Roboto"/>
              </a:defRPr>
            </a:lvl6pPr>
            <a:lvl7pPr marL="3200453" lvl="6" indent="-304805" algn="l" rtl="0">
              <a:spcBef>
                <a:spcPts val="360"/>
              </a:spcBef>
              <a:spcAft>
                <a:spcPts val="0"/>
              </a:spcAft>
              <a:buClr>
                <a:schemeClr val="dk1"/>
              </a:buClr>
              <a:buSzPts val="1200"/>
              <a:buFont typeface="Roboto"/>
              <a:buChar char="•"/>
              <a:defRPr sz="1200">
                <a:latin typeface="Roboto"/>
                <a:ea typeface="Roboto"/>
                <a:cs typeface="Roboto"/>
                <a:sym typeface="Roboto"/>
              </a:defRPr>
            </a:lvl7pPr>
            <a:lvl8pPr marL="3657661" lvl="7" indent="-304805" algn="l" rtl="0">
              <a:spcBef>
                <a:spcPts val="360"/>
              </a:spcBef>
              <a:spcAft>
                <a:spcPts val="0"/>
              </a:spcAft>
              <a:buClr>
                <a:schemeClr val="dk1"/>
              </a:buClr>
              <a:buSzPts val="1200"/>
              <a:buFont typeface="Roboto"/>
              <a:buChar char="•"/>
              <a:defRPr sz="1200">
                <a:latin typeface="Roboto"/>
                <a:ea typeface="Roboto"/>
                <a:cs typeface="Roboto"/>
                <a:sym typeface="Roboto"/>
              </a:defRPr>
            </a:lvl8pPr>
            <a:lvl9pPr marL="4114868" lvl="8" indent="-304805" algn="l" rtl="0">
              <a:spcBef>
                <a:spcPts val="360"/>
              </a:spcBef>
              <a:spcAft>
                <a:spcPts val="0"/>
              </a:spcAft>
              <a:buClr>
                <a:schemeClr val="dk1"/>
              </a:buClr>
              <a:buSzPts val="1200"/>
              <a:buFont typeface="Roboto"/>
              <a:buChar char="•"/>
              <a:defRPr sz="1200">
                <a:latin typeface="Roboto"/>
                <a:ea typeface="Roboto"/>
                <a:cs typeface="Roboto"/>
                <a:sym typeface="Roboto"/>
              </a:defRPr>
            </a:lvl9pPr>
          </a:lstStyle>
          <a:p>
            <a:endParaRPr/>
          </a:p>
        </p:txBody>
      </p:sp>
      <p:pic>
        <p:nvPicPr>
          <p:cNvPr id="614" name="Google Shape;614;p108"/>
          <p:cNvPicPr preferRelativeResize="0"/>
          <p:nvPr/>
        </p:nvPicPr>
        <p:blipFill>
          <a:blip r:embed="rId2">
            <a:alphaModFix/>
          </a:blip>
          <a:stretch>
            <a:fillRect/>
          </a:stretch>
        </p:blipFill>
        <p:spPr>
          <a:xfrm>
            <a:off x="455626" y="6262542"/>
            <a:ext cx="685801" cy="352697"/>
          </a:xfrm>
          <a:prstGeom prst="rect">
            <a:avLst/>
          </a:prstGeom>
          <a:noFill/>
          <a:ln>
            <a:noFill/>
          </a:ln>
        </p:spPr>
      </p:pic>
      <p:sp>
        <p:nvSpPr>
          <p:cNvPr id="615" name="Google Shape;615;p108"/>
          <p:cNvSpPr txBox="1"/>
          <p:nvPr/>
        </p:nvSpPr>
        <p:spPr>
          <a:xfrm>
            <a:off x="8194350" y="6400800"/>
            <a:ext cx="3244500" cy="228600"/>
          </a:xfrm>
          <a:prstGeom prst="rect">
            <a:avLst/>
          </a:prstGeom>
          <a:noFill/>
          <a:ln>
            <a:noFill/>
          </a:ln>
        </p:spPr>
        <p:txBody>
          <a:bodyPr spcFirstLastPara="1" wrap="square" lIns="91426" tIns="91426" rIns="91426" bIns="91426" anchor="t" anchorCtr="0">
            <a:noAutofit/>
          </a:bodyPr>
          <a:lstStyle/>
          <a:p>
            <a:pPr marL="0" lvl="0" indent="0" algn="r" rtl="0">
              <a:spcBef>
                <a:spcPts val="0"/>
              </a:spcBef>
              <a:spcAft>
                <a:spcPts val="0"/>
              </a:spcAft>
              <a:buNone/>
            </a:pPr>
            <a:r>
              <a:rPr lang="en" sz="1000">
                <a:solidFill>
                  <a:schemeClr val="dk1"/>
                </a:solidFill>
                <a:latin typeface="Roboto"/>
                <a:ea typeface="Roboto"/>
                <a:cs typeface="Roboto"/>
                <a:sym typeface="Roboto"/>
              </a:rPr>
              <a:t>Proprietary &amp; Confidential - For Internal Use Only</a:t>
            </a:r>
            <a:endParaRPr sz="1000">
              <a:solidFill>
                <a:schemeClr val="dk1"/>
              </a:solidFill>
              <a:latin typeface="Roboto"/>
              <a:ea typeface="Roboto"/>
              <a:cs typeface="Roboto"/>
              <a:sym typeface="Roboto"/>
            </a:endParaRPr>
          </a:p>
        </p:txBody>
      </p:sp>
    </p:spTree>
  </p:cSld>
  <p:clrMapOvr>
    <a:masterClrMapping/>
  </p:clrMapOvr>
  <mc:AlternateContent xmlns:mc="http://schemas.openxmlformats.org/markup-compatibility/2006" xmlns:p14="http://schemas.microsoft.com/office/powerpoint/2010/main">
    <mc:Choice Requires="p14">
      <p:transition p14:dur="250">
        <p:fade/>
      </p:transition>
    </mc:Choice>
    <mc:Fallback xmlns:ahyp="http://schemas.microsoft.com/office/drawing/2018/hyperlinkcolor" xmlns:p15="http://schemas.microsoft.com/office/powerpoint/2012/main" xmlns:com="http://schemas.openxmlformats.org/drawingml/2006/compatibility" xmlns:pvml="urn:schemas-microsoft-com:office:powerpoint" xmlns:v="urn:schemas-microsoft-com:vml" xmlns:o="urn:schemas-microsoft-com:office:office" xmlns:dgm="http://schemas.openxmlformats.org/drawingml/2006/diagram" xmlns:c="http://schemas.openxmlformats.org/drawingml/2006/chart" xmlns:mv="urn:schemas-microsoft-com:mac:vml" xmlns="">
      <p:transition>
        <p:fade/>
      </p:transition>
    </mc:Fallback>
  </mc:AlternateContent>
</p:sldLayout>
</file>

<file path=ppt/slideLayouts/slideLayout103.xml><?xml version="1.0" encoding="utf-8"?>
<p:sldLayout xmlns:a="http://schemas.openxmlformats.org/drawingml/2006/main" xmlns:r="http://schemas.openxmlformats.org/officeDocument/2006/relationships" xmlns:p="http://schemas.openxmlformats.org/presentationml/2006/main" matchingName="WHITE 2Col Title | Subhead | Text">
  <p:cSld name="WHITE 2Col Title | Subhead | Text">
    <p:spTree>
      <p:nvGrpSpPr>
        <p:cNvPr id="1" name="Shape 616"/>
        <p:cNvGrpSpPr/>
        <p:nvPr/>
      </p:nvGrpSpPr>
      <p:grpSpPr>
        <a:xfrm>
          <a:off x="0" y="0"/>
          <a:ext cx="0" cy="0"/>
          <a:chOff x="0" y="0"/>
          <a:chExt cx="0" cy="0"/>
        </a:xfrm>
      </p:grpSpPr>
      <p:sp>
        <p:nvSpPr>
          <p:cNvPr id="617" name="Google Shape;617;p109"/>
          <p:cNvSpPr txBox="1">
            <a:spLocks noGrp="1"/>
          </p:cNvSpPr>
          <p:nvPr>
            <p:ph type="title"/>
          </p:nvPr>
        </p:nvSpPr>
        <p:spPr>
          <a:xfrm>
            <a:off x="455617" y="457200"/>
            <a:ext cx="8915400" cy="524400"/>
          </a:xfrm>
          <a:prstGeom prst="rect">
            <a:avLst/>
          </a:prstGeom>
          <a:noFill/>
          <a:ln>
            <a:noFill/>
          </a:ln>
        </p:spPr>
        <p:txBody>
          <a:bodyPr spcFirstLastPara="1" wrap="square" lIns="0" tIns="0" rIns="0" bIns="0" anchor="t" anchorCtr="0">
            <a:noAutofit/>
          </a:bodyPr>
          <a:lstStyle>
            <a:lvl1pPr lvl="0" algn="l" rtl="0">
              <a:lnSpc>
                <a:spcPct val="80000"/>
              </a:lnSpc>
              <a:spcBef>
                <a:spcPts val="0"/>
              </a:spcBef>
              <a:spcAft>
                <a:spcPts val="0"/>
              </a:spcAft>
              <a:buClr>
                <a:schemeClr val="dk1"/>
              </a:buClr>
              <a:buSzPts val="3200"/>
              <a:buFont typeface="Roboto Medium"/>
              <a:buNone/>
              <a:defRPr b="0"/>
            </a:lvl1pPr>
            <a:lvl2pPr lvl="1" rtl="0">
              <a:spcBef>
                <a:spcPts val="0"/>
              </a:spcBef>
              <a:spcAft>
                <a:spcPts val="0"/>
              </a:spcAft>
              <a:buSzPts val="1400"/>
              <a:buNone/>
              <a:defRPr/>
            </a:lvl2pPr>
            <a:lvl3pPr lvl="2" rtl="0">
              <a:spcBef>
                <a:spcPts val="0"/>
              </a:spcBef>
              <a:spcAft>
                <a:spcPts val="0"/>
              </a:spcAft>
              <a:buSzPts val="1400"/>
              <a:buNone/>
              <a:defRPr/>
            </a:lvl3pPr>
            <a:lvl4pPr lvl="3" rtl="0">
              <a:spcBef>
                <a:spcPts val="0"/>
              </a:spcBef>
              <a:spcAft>
                <a:spcPts val="0"/>
              </a:spcAft>
              <a:buSzPts val="1400"/>
              <a:buNone/>
              <a:defRPr/>
            </a:lvl4pPr>
            <a:lvl5pPr lvl="4" rtl="0">
              <a:spcBef>
                <a:spcPts val="0"/>
              </a:spcBef>
              <a:spcAft>
                <a:spcPts val="0"/>
              </a:spcAft>
              <a:buSzPts val="1400"/>
              <a:buNone/>
              <a:defRPr/>
            </a:lvl5pPr>
            <a:lvl6pPr lvl="5" rtl="0">
              <a:spcBef>
                <a:spcPts val="0"/>
              </a:spcBef>
              <a:spcAft>
                <a:spcPts val="0"/>
              </a:spcAft>
              <a:buSzPts val="1400"/>
              <a:buNone/>
              <a:defRPr/>
            </a:lvl6pPr>
            <a:lvl7pPr lvl="6" rtl="0">
              <a:spcBef>
                <a:spcPts val="0"/>
              </a:spcBef>
              <a:spcAft>
                <a:spcPts val="0"/>
              </a:spcAft>
              <a:buSzPts val="1400"/>
              <a:buNone/>
              <a:defRPr/>
            </a:lvl7pPr>
            <a:lvl8pPr lvl="7" rtl="0">
              <a:spcBef>
                <a:spcPts val="0"/>
              </a:spcBef>
              <a:spcAft>
                <a:spcPts val="0"/>
              </a:spcAft>
              <a:buSzPts val="1400"/>
              <a:buNone/>
              <a:defRPr/>
            </a:lvl8pPr>
            <a:lvl9pPr lvl="8" rtl="0">
              <a:spcBef>
                <a:spcPts val="0"/>
              </a:spcBef>
              <a:spcAft>
                <a:spcPts val="0"/>
              </a:spcAft>
              <a:buSzPts val="1400"/>
              <a:buNone/>
              <a:defRPr/>
            </a:lvl9pPr>
          </a:lstStyle>
          <a:p>
            <a:endParaRPr/>
          </a:p>
        </p:txBody>
      </p:sp>
      <p:sp>
        <p:nvSpPr>
          <p:cNvPr id="618" name="Google Shape;618;p109"/>
          <p:cNvSpPr txBox="1">
            <a:spLocks noGrp="1"/>
          </p:cNvSpPr>
          <p:nvPr>
            <p:ph type="subTitle" idx="1"/>
          </p:nvPr>
        </p:nvSpPr>
        <p:spPr>
          <a:xfrm>
            <a:off x="455625" y="868680"/>
            <a:ext cx="7635001" cy="228600"/>
          </a:xfrm>
          <a:prstGeom prst="rect">
            <a:avLst/>
          </a:prstGeom>
        </p:spPr>
        <p:txBody>
          <a:bodyPr spcFirstLastPara="1" wrap="square" lIns="0" tIns="0" rIns="0" bIns="0" anchor="t" anchorCtr="0">
            <a:noAutofit/>
          </a:bodyPr>
          <a:lstStyle>
            <a:lvl1pPr lvl="0" rtl="0">
              <a:spcBef>
                <a:spcPts val="0"/>
              </a:spcBef>
              <a:spcAft>
                <a:spcPts val="0"/>
              </a:spcAft>
              <a:buClr>
                <a:schemeClr val="lt2"/>
              </a:buClr>
              <a:buSzPts val="1600"/>
              <a:buFont typeface="Roboto Medium"/>
              <a:buNone/>
              <a:defRPr sz="1600">
                <a:solidFill>
                  <a:schemeClr val="lt2"/>
                </a:solidFill>
                <a:latin typeface="Roboto Medium"/>
                <a:ea typeface="Roboto Medium"/>
                <a:cs typeface="Roboto Medium"/>
                <a:sym typeface="Roboto Medium"/>
              </a:defRPr>
            </a:lvl1pPr>
            <a:lvl2pPr lvl="1" rtl="0">
              <a:spcBef>
                <a:spcPts val="600"/>
              </a:spcBef>
              <a:spcAft>
                <a:spcPts val="0"/>
              </a:spcAft>
              <a:buSzPts val="1800"/>
              <a:buNone/>
              <a:defRPr/>
            </a:lvl2pPr>
            <a:lvl3pPr lvl="2" rtl="0">
              <a:spcBef>
                <a:spcPts val="600"/>
              </a:spcBef>
              <a:spcAft>
                <a:spcPts val="0"/>
              </a:spcAft>
              <a:buSzPts val="1600"/>
              <a:buNone/>
              <a:defRPr/>
            </a:lvl3pPr>
            <a:lvl4pPr lvl="3" rtl="0">
              <a:spcBef>
                <a:spcPts val="300"/>
              </a:spcBef>
              <a:spcAft>
                <a:spcPts val="0"/>
              </a:spcAft>
              <a:buSzPts val="1400"/>
              <a:buNone/>
              <a:defRPr/>
            </a:lvl4pPr>
            <a:lvl5pPr lvl="4" rtl="0">
              <a:spcBef>
                <a:spcPts val="300"/>
              </a:spcBef>
              <a:spcAft>
                <a:spcPts val="0"/>
              </a:spcAft>
              <a:buSzPts val="1200"/>
              <a:buNone/>
              <a:defRPr/>
            </a:lvl5pPr>
            <a:lvl6pPr lvl="5" rtl="0">
              <a:spcBef>
                <a:spcPts val="533"/>
              </a:spcBef>
              <a:spcAft>
                <a:spcPts val="0"/>
              </a:spcAft>
              <a:buSzPts val="2666"/>
              <a:buNone/>
              <a:defRPr/>
            </a:lvl6pPr>
            <a:lvl7pPr lvl="6" rtl="0">
              <a:spcBef>
                <a:spcPts val="533"/>
              </a:spcBef>
              <a:spcAft>
                <a:spcPts val="0"/>
              </a:spcAft>
              <a:buSzPts val="2666"/>
              <a:buNone/>
              <a:defRPr/>
            </a:lvl7pPr>
            <a:lvl8pPr lvl="7" rtl="0">
              <a:spcBef>
                <a:spcPts val="533"/>
              </a:spcBef>
              <a:spcAft>
                <a:spcPts val="0"/>
              </a:spcAft>
              <a:buSzPts val="2666"/>
              <a:buNone/>
              <a:defRPr/>
            </a:lvl8pPr>
            <a:lvl9pPr lvl="8" rtl="0">
              <a:spcBef>
                <a:spcPts val="533"/>
              </a:spcBef>
              <a:spcAft>
                <a:spcPts val="0"/>
              </a:spcAft>
              <a:buSzPts val="2666"/>
              <a:buNone/>
              <a:defRPr/>
            </a:lvl9pPr>
          </a:lstStyle>
          <a:p>
            <a:endParaRPr/>
          </a:p>
        </p:txBody>
      </p:sp>
      <p:sp>
        <p:nvSpPr>
          <p:cNvPr id="619" name="Google Shape;619;p109"/>
          <p:cNvSpPr txBox="1">
            <a:spLocks noGrp="1"/>
          </p:cNvSpPr>
          <p:nvPr>
            <p:ph type="body" idx="2"/>
          </p:nvPr>
        </p:nvSpPr>
        <p:spPr>
          <a:xfrm>
            <a:off x="455625" y="2686375"/>
            <a:ext cx="5486400" cy="3257100"/>
          </a:xfrm>
          <a:prstGeom prst="rect">
            <a:avLst/>
          </a:prstGeom>
          <a:noFill/>
          <a:ln>
            <a:noFill/>
          </a:ln>
        </p:spPr>
        <p:txBody>
          <a:bodyPr spcFirstLastPara="1" wrap="square" lIns="0" tIns="0" rIns="0" bIns="0" anchor="t" anchorCtr="0">
            <a:noAutofit/>
          </a:bodyPr>
          <a:lstStyle>
            <a:lvl1pPr marL="457207" lvl="0" indent="-228604" algn="l" rtl="0">
              <a:spcBef>
                <a:spcPts val="1800"/>
              </a:spcBef>
              <a:spcAft>
                <a:spcPts val="0"/>
              </a:spcAft>
              <a:buClr>
                <a:schemeClr val="dk1"/>
              </a:buClr>
              <a:buSzPts val="2000"/>
              <a:buFont typeface="Roboto"/>
              <a:buNone/>
              <a:defRPr b="0" i="0">
                <a:latin typeface="Roboto"/>
                <a:ea typeface="Roboto"/>
                <a:cs typeface="Roboto"/>
                <a:sym typeface="Roboto"/>
              </a:defRPr>
            </a:lvl1pPr>
            <a:lvl2pPr marL="914415" lvl="1" indent="-342906" algn="l" rtl="0">
              <a:spcBef>
                <a:spcPts val="600"/>
              </a:spcBef>
              <a:spcAft>
                <a:spcPts val="0"/>
              </a:spcAft>
              <a:buClr>
                <a:schemeClr val="dk1"/>
              </a:buClr>
              <a:buSzPts val="1800"/>
              <a:buChar char="•"/>
              <a:defRPr b="0" i="0">
                <a:latin typeface="Roboto"/>
                <a:ea typeface="Roboto"/>
                <a:cs typeface="Roboto"/>
                <a:sym typeface="Roboto"/>
              </a:defRPr>
            </a:lvl2pPr>
            <a:lvl3pPr marL="1371622" lvl="2" indent="-330205" algn="l" rtl="0">
              <a:spcBef>
                <a:spcPts val="600"/>
              </a:spcBef>
              <a:spcAft>
                <a:spcPts val="0"/>
              </a:spcAft>
              <a:buClr>
                <a:schemeClr val="dk1"/>
              </a:buClr>
              <a:buSzPts val="1600"/>
              <a:buChar char="−"/>
              <a:defRPr b="0" i="0">
                <a:latin typeface="Roboto"/>
                <a:ea typeface="Roboto"/>
                <a:cs typeface="Roboto"/>
                <a:sym typeface="Roboto"/>
              </a:defRPr>
            </a:lvl3pPr>
            <a:lvl4pPr marL="1828831" lvl="3" indent="-317506" algn="l" rtl="0">
              <a:spcBef>
                <a:spcPts val="300"/>
              </a:spcBef>
              <a:spcAft>
                <a:spcPts val="0"/>
              </a:spcAft>
              <a:buClr>
                <a:schemeClr val="dk1"/>
              </a:buClr>
              <a:buSzPts val="1400"/>
              <a:buChar char="•"/>
              <a:defRPr b="0" i="0">
                <a:latin typeface="Roboto"/>
                <a:ea typeface="Roboto"/>
                <a:cs typeface="Roboto"/>
                <a:sym typeface="Roboto"/>
              </a:defRPr>
            </a:lvl4pPr>
            <a:lvl5pPr marL="2286038" lvl="4" indent="-304805" algn="l" rtl="0">
              <a:spcBef>
                <a:spcPts val="300"/>
              </a:spcBef>
              <a:spcAft>
                <a:spcPts val="0"/>
              </a:spcAft>
              <a:buClr>
                <a:schemeClr val="dk1"/>
              </a:buClr>
              <a:buSzPts val="1200"/>
              <a:buChar char="−"/>
              <a:defRPr b="0" i="0">
                <a:latin typeface="Roboto"/>
                <a:ea typeface="Roboto"/>
                <a:cs typeface="Roboto"/>
                <a:sym typeface="Roboto"/>
              </a:defRPr>
            </a:lvl5pPr>
            <a:lvl6pPr marL="2743246" lvl="5" indent="-304805" algn="l" rtl="0">
              <a:spcBef>
                <a:spcPts val="360"/>
              </a:spcBef>
              <a:spcAft>
                <a:spcPts val="0"/>
              </a:spcAft>
              <a:buClr>
                <a:schemeClr val="dk1"/>
              </a:buClr>
              <a:buSzPts val="1200"/>
              <a:buFont typeface="Roboto"/>
              <a:buChar char="•"/>
              <a:defRPr sz="1200">
                <a:latin typeface="Roboto"/>
                <a:ea typeface="Roboto"/>
                <a:cs typeface="Roboto"/>
                <a:sym typeface="Roboto"/>
              </a:defRPr>
            </a:lvl6pPr>
            <a:lvl7pPr marL="3200453" lvl="6" indent="-304805" algn="l" rtl="0">
              <a:spcBef>
                <a:spcPts val="360"/>
              </a:spcBef>
              <a:spcAft>
                <a:spcPts val="0"/>
              </a:spcAft>
              <a:buClr>
                <a:schemeClr val="dk1"/>
              </a:buClr>
              <a:buSzPts val="1200"/>
              <a:buFont typeface="Roboto"/>
              <a:buChar char="•"/>
              <a:defRPr sz="1200">
                <a:latin typeface="Roboto"/>
                <a:ea typeface="Roboto"/>
                <a:cs typeface="Roboto"/>
                <a:sym typeface="Roboto"/>
              </a:defRPr>
            </a:lvl7pPr>
            <a:lvl8pPr marL="3657661" lvl="7" indent="-304805" algn="l" rtl="0">
              <a:spcBef>
                <a:spcPts val="360"/>
              </a:spcBef>
              <a:spcAft>
                <a:spcPts val="0"/>
              </a:spcAft>
              <a:buClr>
                <a:schemeClr val="dk1"/>
              </a:buClr>
              <a:buSzPts val="1200"/>
              <a:buFont typeface="Roboto"/>
              <a:buChar char="•"/>
              <a:defRPr sz="1200">
                <a:latin typeface="Roboto"/>
                <a:ea typeface="Roboto"/>
                <a:cs typeface="Roboto"/>
                <a:sym typeface="Roboto"/>
              </a:defRPr>
            </a:lvl8pPr>
            <a:lvl9pPr marL="4114868" lvl="8" indent="-304805" algn="l" rtl="0">
              <a:spcBef>
                <a:spcPts val="360"/>
              </a:spcBef>
              <a:spcAft>
                <a:spcPts val="0"/>
              </a:spcAft>
              <a:buClr>
                <a:schemeClr val="dk1"/>
              </a:buClr>
              <a:buSzPts val="1200"/>
              <a:buFont typeface="Roboto"/>
              <a:buChar char="•"/>
              <a:defRPr sz="1200">
                <a:latin typeface="Roboto"/>
                <a:ea typeface="Roboto"/>
                <a:cs typeface="Roboto"/>
                <a:sym typeface="Roboto"/>
              </a:defRPr>
            </a:lvl9pPr>
          </a:lstStyle>
          <a:p>
            <a:endParaRPr/>
          </a:p>
        </p:txBody>
      </p:sp>
      <p:sp>
        <p:nvSpPr>
          <p:cNvPr id="620" name="Google Shape;620;p109"/>
          <p:cNvSpPr txBox="1">
            <a:spLocks noGrp="1"/>
          </p:cNvSpPr>
          <p:nvPr>
            <p:ph type="body" idx="3"/>
          </p:nvPr>
        </p:nvSpPr>
        <p:spPr>
          <a:xfrm>
            <a:off x="6246950" y="2686375"/>
            <a:ext cx="5486400" cy="3257100"/>
          </a:xfrm>
          <a:prstGeom prst="rect">
            <a:avLst/>
          </a:prstGeom>
          <a:noFill/>
          <a:ln>
            <a:noFill/>
          </a:ln>
        </p:spPr>
        <p:txBody>
          <a:bodyPr spcFirstLastPara="1" wrap="square" lIns="0" tIns="0" rIns="0" bIns="0" anchor="t" anchorCtr="0">
            <a:noAutofit/>
          </a:bodyPr>
          <a:lstStyle>
            <a:lvl1pPr marL="457207" lvl="0" indent="-228604" algn="l" rtl="0">
              <a:spcBef>
                <a:spcPts val="1800"/>
              </a:spcBef>
              <a:spcAft>
                <a:spcPts val="0"/>
              </a:spcAft>
              <a:buClr>
                <a:schemeClr val="dk1"/>
              </a:buClr>
              <a:buSzPts val="2000"/>
              <a:buFont typeface="Roboto"/>
              <a:buNone/>
              <a:defRPr b="0" i="0">
                <a:latin typeface="Roboto"/>
                <a:ea typeface="Roboto"/>
                <a:cs typeface="Roboto"/>
                <a:sym typeface="Roboto"/>
              </a:defRPr>
            </a:lvl1pPr>
            <a:lvl2pPr marL="914415" lvl="1" indent="-342906" algn="l" rtl="0">
              <a:spcBef>
                <a:spcPts val="600"/>
              </a:spcBef>
              <a:spcAft>
                <a:spcPts val="0"/>
              </a:spcAft>
              <a:buClr>
                <a:schemeClr val="dk1"/>
              </a:buClr>
              <a:buSzPts val="1800"/>
              <a:buChar char="•"/>
              <a:defRPr b="0" i="0">
                <a:latin typeface="Roboto"/>
                <a:ea typeface="Roboto"/>
                <a:cs typeface="Roboto"/>
                <a:sym typeface="Roboto"/>
              </a:defRPr>
            </a:lvl2pPr>
            <a:lvl3pPr marL="1371622" lvl="2" indent="-330205" algn="l" rtl="0">
              <a:spcBef>
                <a:spcPts val="600"/>
              </a:spcBef>
              <a:spcAft>
                <a:spcPts val="0"/>
              </a:spcAft>
              <a:buClr>
                <a:schemeClr val="dk1"/>
              </a:buClr>
              <a:buSzPts val="1600"/>
              <a:buChar char="−"/>
              <a:defRPr b="0" i="0">
                <a:latin typeface="Roboto"/>
                <a:ea typeface="Roboto"/>
                <a:cs typeface="Roboto"/>
                <a:sym typeface="Roboto"/>
              </a:defRPr>
            </a:lvl3pPr>
            <a:lvl4pPr marL="1828831" lvl="3" indent="-317506" algn="l" rtl="0">
              <a:spcBef>
                <a:spcPts val="300"/>
              </a:spcBef>
              <a:spcAft>
                <a:spcPts val="0"/>
              </a:spcAft>
              <a:buClr>
                <a:schemeClr val="dk1"/>
              </a:buClr>
              <a:buSzPts val="1400"/>
              <a:buChar char="•"/>
              <a:defRPr b="0" i="0">
                <a:latin typeface="Roboto"/>
                <a:ea typeface="Roboto"/>
                <a:cs typeface="Roboto"/>
                <a:sym typeface="Roboto"/>
              </a:defRPr>
            </a:lvl4pPr>
            <a:lvl5pPr marL="2286038" lvl="4" indent="-304805" algn="l" rtl="0">
              <a:spcBef>
                <a:spcPts val="300"/>
              </a:spcBef>
              <a:spcAft>
                <a:spcPts val="0"/>
              </a:spcAft>
              <a:buClr>
                <a:schemeClr val="dk1"/>
              </a:buClr>
              <a:buSzPts val="1200"/>
              <a:buChar char="−"/>
              <a:defRPr b="0" i="0">
                <a:latin typeface="Roboto"/>
                <a:ea typeface="Roboto"/>
                <a:cs typeface="Roboto"/>
                <a:sym typeface="Roboto"/>
              </a:defRPr>
            </a:lvl5pPr>
            <a:lvl6pPr marL="2743246" lvl="5" indent="-304805" algn="l" rtl="0">
              <a:spcBef>
                <a:spcPts val="360"/>
              </a:spcBef>
              <a:spcAft>
                <a:spcPts val="0"/>
              </a:spcAft>
              <a:buClr>
                <a:schemeClr val="dk1"/>
              </a:buClr>
              <a:buSzPts val="1200"/>
              <a:buFont typeface="Roboto"/>
              <a:buChar char="•"/>
              <a:defRPr sz="1200">
                <a:latin typeface="Roboto"/>
                <a:ea typeface="Roboto"/>
                <a:cs typeface="Roboto"/>
                <a:sym typeface="Roboto"/>
              </a:defRPr>
            </a:lvl6pPr>
            <a:lvl7pPr marL="3200453" lvl="6" indent="-304805" algn="l" rtl="0">
              <a:spcBef>
                <a:spcPts val="360"/>
              </a:spcBef>
              <a:spcAft>
                <a:spcPts val="0"/>
              </a:spcAft>
              <a:buClr>
                <a:schemeClr val="dk1"/>
              </a:buClr>
              <a:buSzPts val="1200"/>
              <a:buFont typeface="Roboto"/>
              <a:buChar char="•"/>
              <a:defRPr sz="1200">
                <a:latin typeface="Roboto"/>
                <a:ea typeface="Roboto"/>
                <a:cs typeface="Roboto"/>
                <a:sym typeface="Roboto"/>
              </a:defRPr>
            </a:lvl7pPr>
            <a:lvl8pPr marL="3657661" lvl="7" indent="-304805" algn="l" rtl="0">
              <a:spcBef>
                <a:spcPts val="360"/>
              </a:spcBef>
              <a:spcAft>
                <a:spcPts val="0"/>
              </a:spcAft>
              <a:buClr>
                <a:schemeClr val="dk1"/>
              </a:buClr>
              <a:buSzPts val="1200"/>
              <a:buFont typeface="Roboto"/>
              <a:buChar char="•"/>
              <a:defRPr sz="1200">
                <a:latin typeface="Roboto"/>
                <a:ea typeface="Roboto"/>
                <a:cs typeface="Roboto"/>
                <a:sym typeface="Roboto"/>
              </a:defRPr>
            </a:lvl8pPr>
            <a:lvl9pPr marL="4114868" lvl="8" indent="-304805" algn="l" rtl="0">
              <a:spcBef>
                <a:spcPts val="360"/>
              </a:spcBef>
              <a:spcAft>
                <a:spcPts val="0"/>
              </a:spcAft>
              <a:buClr>
                <a:schemeClr val="dk1"/>
              </a:buClr>
              <a:buSzPts val="1200"/>
              <a:buFont typeface="Roboto"/>
              <a:buChar char="•"/>
              <a:defRPr sz="1200">
                <a:latin typeface="Roboto"/>
                <a:ea typeface="Roboto"/>
                <a:cs typeface="Roboto"/>
                <a:sym typeface="Roboto"/>
              </a:defRPr>
            </a:lvl9pPr>
          </a:lstStyle>
          <a:p>
            <a:endParaRPr/>
          </a:p>
        </p:txBody>
      </p:sp>
      <p:sp>
        <p:nvSpPr>
          <p:cNvPr id="621" name="Google Shape;621;p109"/>
          <p:cNvSpPr txBox="1">
            <a:spLocks noGrp="1"/>
          </p:cNvSpPr>
          <p:nvPr>
            <p:ph type="sldNum" idx="12"/>
          </p:nvPr>
        </p:nvSpPr>
        <p:spPr>
          <a:xfrm>
            <a:off x="11438849" y="6400800"/>
            <a:ext cx="294601" cy="228600"/>
          </a:xfrm>
          <a:prstGeom prst="rect">
            <a:avLst/>
          </a:prstGeom>
        </p:spPr>
        <p:txBody>
          <a:bodyPr spcFirstLastPara="1" wrap="square" lIns="0" tIns="0" rIns="0" bIns="0" anchor="b" anchorCtr="0">
            <a:noAutofit/>
          </a:bodyPr>
          <a:lstStyle>
            <a:lvl1pPr lvl="0" rtl="0">
              <a:buNone/>
              <a:defRPr sz="1000">
                <a:solidFill>
                  <a:srgbClr val="000000"/>
                </a:solidFill>
              </a:defRPr>
            </a:lvl1pPr>
            <a:lvl2pPr lvl="1" rtl="0">
              <a:buNone/>
              <a:defRPr sz="1000">
                <a:solidFill>
                  <a:srgbClr val="000000"/>
                </a:solidFill>
              </a:defRPr>
            </a:lvl2pPr>
            <a:lvl3pPr lvl="2" rtl="0">
              <a:buNone/>
              <a:defRPr sz="1000">
                <a:solidFill>
                  <a:srgbClr val="000000"/>
                </a:solidFill>
              </a:defRPr>
            </a:lvl3pPr>
            <a:lvl4pPr lvl="3" rtl="0">
              <a:buNone/>
              <a:defRPr sz="1000">
                <a:solidFill>
                  <a:srgbClr val="000000"/>
                </a:solidFill>
              </a:defRPr>
            </a:lvl4pPr>
            <a:lvl5pPr lvl="4" rtl="0">
              <a:buNone/>
              <a:defRPr sz="1000">
                <a:solidFill>
                  <a:srgbClr val="000000"/>
                </a:solidFill>
              </a:defRPr>
            </a:lvl5pPr>
            <a:lvl6pPr lvl="5" rtl="0">
              <a:buNone/>
              <a:defRPr sz="1000">
                <a:solidFill>
                  <a:srgbClr val="000000"/>
                </a:solidFill>
              </a:defRPr>
            </a:lvl6pPr>
            <a:lvl7pPr lvl="6" rtl="0">
              <a:buNone/>
              <a:defRPr sz="1000">
                <a:solidFill>
                  <a:srgbClr val="000000"/>
                </a:solidFill>
              </a:defRPr>
            </a:lvl7pPr>
            <a:lvl8pPr lvl="7" rtl="0">
              <a:buNone/>
              <a:defRPr sz="1000">
                <a:solidFill>
                  <a:srgbClr val="000000"/>
                </a:solidFill>
              </a:defRPr>
            </a:lvl8pPr>
            <a:lvl9pPr lvl="8" rtl="0">
              <a:buNone/>
              <a:defRPr sz="1000">
                <a:solidFill>
                  <a:srgbClr val="000000"/>
                </a:solidFill>
              </a:defRPr>
            </a:lvl9pPr>
          </a:lstStyle>
          <a:p>
            <a:fld id="{00000000-1234-1234-1234-123412341234}" type="slidenum">
              <a:rPr lang="en" smtClean="0"/>
              <a:pPr/>
              <a:t>‹#›</a:t>
            </a:fld>
            <a:endParaRPr lang="en"/>
          </a:p>
        </p:txBody>
      </p:sp>
      <p:pic>
        <p:nvPicPr>
          <p:cNvPr id="622" name="Google Shape;622;p109"/>
          <p:cNvPicPr preferRelativeResize="0"/>
          <p:nvPr/>
        </p:nvPicPr>
        <p:blipFill>
          <a:blip r:embed="rId2">
            <a:alphaModFix/>
          </a:blip>
          <a:stretch>
            <a:fillRect/>
          </a:stretch>
        </p:blipFill>
        <p:spPr>
          <a:xfrm>
            <a:off x="455626" y="6262542"/>
            <a:ext cx="685801" cy="352697"/>
          </a:xfrm>
          <a:prstGeom prst="rect">
            <a:avLst/>
          </a:prstGeom>
          <a:noFill/>
          <a:ln>
            <a:noFill/>
          </a:ln>
        </p:spPr>
      </p:pic>
      <p:sp>
        <p:nvSpPr>
          <p:cNvPr id="623" name="Google Shape;623;p109"/>
          <p:cNvSpPr txBox="1"/>
          <p:nvPr/>
        </p:nvSpPr>
        <p:spPr>
          <a:xfrm>
            <a:off x="8194350" y="6400800"/>
            <a:ext cx="3244500" cy="228600"/>
          </a:xfrm>
          <a:prstGeom prst="rect">
            <a:avLst/>
          </a:prstGeom>
          <a:noFill/>
          <a:ln>
            <a:noFill/>
          </a:ln>
        </p:spPr>
        <p:txBody>
          <a:bodyPr spcFirstLastPara="1" wrap="square" lIns="91426" tIns="91426" rIns="91426" bIns="91426" anchor="t" anchorCtr="0">
            <a:noAutofit/>
          </a:bodyPr>
          <a:lstStyle/>
          <a:p>
            <a:pPr marL="0" lvl="0" indent="0" algn="r" rtl="0">
              <a:spcBef>
                <a:spcPts val="0"/>
              </a:spcBef>
              <a:spcAft>
                <a:spcPts val="0"/>
              </a:spcAft>
              <a:buNone/>
            </a:pPr>
            <a:r>
              <a:rPr lang="en" sz="1000">
                <a:solidFill>
                  <a:schemeClr val="dk1"/>
                </a:solidFill>
                <a:latin typeface="Roboto"/>
                <a:ea typeface="Roboto"/>
                <a:cs typeface="Roboto"/>
                <a:sym typeface="Roboto"/>
              </a:rPr>
              <a:t>Proprietary &amp; Confidential - For Internal Use Only</a:t>
            </a:r>
            <a:endParaRPr sz="1000">
              <a:solidFill>
                <a:schemeClr val="dk1"/>
              </a:solidFill>
              <a:latin typeface="Roboto"/>
              <a:ea typeface="Roboto"/>
              <a:cs typeface="Roboto"/>
              <a:sym typeface="Roboto"/>
            </a:endParaRPr>
          </a:p>
        </p:txBody>
      </p:sp>
    </p:spTree>
  </p:cSld>
  <p:clrMapOvr>
    <a:masterClrMapping/>
  </p:clrMapOvr>
  <mc:AlternateContent xmlns:mc="http://schemas.openxmlformats.org/markup-compatibility/2006" xmlns:p14="http://schemas.microsoft.com/office/powerpoint/2010/main">
    <mc:Choice Requires="p14">
      <p:transition p14:dur="250">
        <p:fade/>
      </p:transition>
    </mc:Choice>
    <mc:Fallback xmlns:ahyp="http://schemas.microsoft.com/office/drawing/2018/hyperlinkcolor" xmlns:p15="http://schemas.microsoft.com/office/powerpoint/2012/main" xmlns:com="http://schemas.openxmlformats.org/drawingml/2006/compatibility" xmlns:pvml="urn:schemas-microsoft-com:office:powerpoint" xmlns:v="urn:schemas-microsoft-com:vml" xmlns:o="urn:schemas-microsoft-com:office:office" xmlns:dgm="http://schemas.openxmlformats.org/drawingml/2006/diagram" xmlns:c="http://schemas.openxmlformats.org/drawingml/2006/chart" xmlns:mv="urn:schemas-microsoft-com:mac:vml" xmlns="">
      <p:transition>
        <p:fade/>
      </p:transition>
    </mc:Fallback>
  </mc:AlternateContent>
</p:sldLayout>
</file>

<file path=ppt/slideLayouts/slideLayout104.xml><?xml version="1.0" encoding="utf-8"?>
<p:sldLayout xmlns:a="http://schemas.openxmlformats.org/drawingml/2006/main" xmlns:r="http://schemas.openxmlformats.org/officeDocument/2006/relationships" xmlns:p="http://schemas.openxmlformats.org/presentationml/2006/main" matchingName="WHITE Title | Subhead | Text | Image">
  <p:cSld name="WHITE Title | Subhead | Text | Image">
    <p:spTree>
      <p:nvGrpSpPr>
        <p:cNvPr id="1" name="Shape 624"/>
        <p:cNvGrpSpPr/>
        <p:nvPr/>
      </p:nvGrpSpPr>
      <p:grpSpPr>
        <a:xfrm>
          <a:off x="0" y="0"/>
          <a:ext cx="0" cy="0"/>
          <a:chOff x="0" y="0"/>
          <a:chExt cx="0" cy="0"/>
        </a:xfrm>
      </p:grpSpPr>
      <p:sp>
        <p:nvSpPr>
          <p:cNvPr id="625" name="Google Shape;625;p110"/>
          <p:cNvSpPr txBox="1">
            <a:spLocks noGrp="1"/>
          </p:cNvSpPr>
          <p:nvPr>
            <p:ph type="title"/>
          </p:nvPr>
        </p:nvSpPr>
        <p:spPr>
          <a:xfrm>
            <a:off x="455617" y="457200"/>
            <a:ext cx="8915400" cy="524400"/>
          </a:xfrm>
          <a:prstGeom prst="rect">
            <a:avLst/>
          </a:prstGeom>
          <a:noFill/>
          <a:ln>
            <a:noFill/>
          </a:ln>
        </p:spPr>
        <p:txBody>
          <a:bodyPr spcFirstLastPara="1" wrap="square" lIns="0" tIns="0" rIns="0" bIns="0" anchor="t" anchorCtr="0">
            <a:noAutofit/>
          </a:bodyPr>
          <a:lstStyle>
            <a:lvl1pPr lvl="0" algn="l" rtl="0">
              <a:lnSpc>
                <a:spcPct val="80000"/>
              </a:lnSpc>
              <a:spcBef>
                <a:spcPts val="0"/>
              </a:spcBef>
              <a:spcAft>
                <a:spcPts val="0"/>
              </a:spcAft>
              <a:buClr>
                <a:schemeClr val="dk1"/>
              </a:buClr>
              <a:buSzPts val="3200"/>
              <a:buFont typeface="Roboto Medium"/>
              <a:buNone/>
              <a:defRPr b="0"/>
            </a:lvl1pPr>
            <a:lvl2pPr lvl="1" rtl="0">
              <a:spcBef>
                <a:spcPts val="0"/>
              </a:spcBef>
              <a:spcAft>
                <a:spcPts val="0"/>
              </a:spcAft>
              <a:buSzPts val="1400"/>
              <a:buNone/>
              <a:defRPr/>
            </a:lvl2pPr>
            <a:lvl3pPr lvl="2" rtl="0">
              <a:spcBef>
                <a:spcPts val="0"/>
              </a:spcBef>
              <a:spcAft>
                <a:spcPts val="0"/>
              </a:spcAft>
              <a:buSzPts val="1400"/>
              <a:buNone/>
              <a:defRPr/>
            </a:lvl3pPr>
            <a:lvl4pPr lvl="3" rtl="0">
              <a:spcBef>
                <a:spcPts val="0"/>
              </a:spcBef>
              <a:spcAft>
                <a:spcPts val="0"/>
              </a:spcAft>
              <a:buSzPts val="1400"/>
              <a:buNone/>
              <a:defRPr/>
            </a:lvl4pPr>
            <a:lvl5pPr lvl="4" rtl="0">
              <a:spcBef>
                <a:spcPts val="0"/>
              </a:spcBef>
              <a:spcAft>
                <a:spcPts val="0"/>
              </a:spcAft>
              <a:buSzPts val="1400"/>
              <a:buNone/>
              <a:defRPr/>
            </a:lvl5pPr>
            <a:lvl6pPr lvl="5" rtl="0">
              <a:spcBef>
                <a:spcPts val="0"/>
              </a:spcBef>
              <a:spcAft>
                <a:spcPts val="0"/>
              </a:spcAft>
              <a:buSzPts val="1400"/>
              <a:buNone/>
              <a:defRPr/>
            </a:lvl6pPr>
            <a:lvl7pPr lvl="6" rtl="0">
              <a:spcBef>
                <a:spcPts val="0"/>
              </a:spcBef>
              <a:spcAft>
                <a:spcPts val="0"/>
              </a:spcAft>
              <a:buSzPts val="1400"/>
              <a:buNone/>
              <a:defRPr/>
            </a:lvl7pPr>
            <a:lvl8pPr lvl="7" rtl="0">
              <a:spcBef>
                <a:spcPts val="0"/>
              </a:spcBef>
              <a:spcAft>
                <a:spcPts val="0"/>
              </a:spcAft>
              <a:buSzPts val="1400"/>
              <a:buNone/>
              <a:defRPr/>
            </a:lvl8pPr>
            <a:lvl9pPr lvl="8" rtl="0">
              <a:spcBef>
                <a:spcPts val="0"/>
              </a:spcBef>
              <a:spcAft>
                <a:spcPts val="0"/>
              </a:spcAft>
              <a:buSzPts val="1400"/>
              <a:buNone/>
              <a:defRPr/>
            </a:lvl9pPr>
          </a:lstStyle>
          <a:p>
            <a:endParaRPr/>
          </a:p>
        </p:txBody>
      </p:sp>
      <p:sp>
        <p:nvSpPr>
          <p:cNvPr id="626" name="Google Shape;626;p110"/>
          <p:cNvSpPr>
            <a:spLocks noGrp="1"/>
          </p:cNvSpPr>
          <p:nvPr>
            <p:ph type="pic" idx="2"/>
          </p:nvPr>
        </p:nvSpPr>
        <p:spPr>
          <a:xfrm>
            <a:off x="7389889" y="1371600"/>
            <a:ext cx="4343401" cy="4572000"/>
          </a:xfrm>
          <a:prstGeom prst="rect">
            <a:avLst/>
          </a:prstGeom>
          <a:solidFill>
            <a:srgbClr val="F2F2F2"/>
          </a:solidFill>
          <a:ln>
            <a:noFill/>
          </a:ln>
        </p:spPr>
        <p:txBody>
          <a:bodyPr spcFirstLastPara="1" wrap="square" lIns="0" tIns="0" rIns="0" bIns="0" anchor="ctr" anchorCtr="0">
            <a:noAutofit/>
          </a:bodyPr>
          <a:lstStyle>
            <a:lvl1pPr marR="0" lvl="0" algn="ctr" rtl="0">
              <a:spcBef>
                <a:spcPts val="1800"/>
              </a:spcBef>
              <a:spcAft>
                <a:spcPts val="0"/>
              </a:spcAft>
              <a:buClr>
                <a:srgbClr val="D8D8D8"/>
              </a:buClr>
              <a:buSzPts val="2000"/>
              <a:buFont typeface="Roboto"/>
              <a:buNone/>
              <a:defRPr sz="2000" b="0" i="0" u="none" strike="noStrike" cap="none">
                <a:solidFill>
                  <a:srgbClr val="D8D8D8"/>
                </a:solidFill>
                <a:latin typeface="Roboto"/>
                <a:ea typeface="Roboto"/>
                <a:cs typeface="Roboto"/>
                <a:sym typeface="Roboto"/>
              </a:defRPr>
            </a:lvl1pPr>
            <a:lvl2pPr marR="0" lvl="1" algn="l" rtl="0">
              <a:spcBef>
                <a:spcPts val="600"/>
              </a:spcBef>
              <a:spcAft>
                <a:spcPts val="0"/>
              </a:spcAft>
              <a:buClr>
                <a:schemeClr val="dk1"/>
              </a:buClr>
              <a:buSzPts val="1800"/>
              <a:buFont typeface="Arial"/>
              <a:buChar char="•"/>
              <a:defRPr sz="1800" b="0" i="0" u="none" strike="noStrike" cap="none">
                <a:solidFill>
                  <a:schemeClr val="dk1"/>
                </a:solidFill>
                <a:latin typeface="Roboto"/>
                <a:ea typeface="Roboto"/>
                <a:cs typeface="Roboto"/>
                <a:sym typeface="Roboto"/>
              </a:defRPr>
            </a:lvl2pPr>
            <a:lvl3pPr marR="0" lvl="2" algn="l" rtl="0">
              <a:spcBef>
                <a:spcPts val="600"/>
              </a:spcBef>
              <a:spcAft>
                <a:spcPts val="0"/>
              </a:spcAft>
              <a:buClr>
                <a:schemeClr val="dk1"/>
              </a:buClr>
              <a:buSzPts val="1600"/>
              <a:buFont typeface="Merriweather Sans"/>
              <a:buChar char="−"/>
              <a:defRPr sz="1600" b="0" i="0" u="none" strike="noStrike" cap="none">
                <a:solidFill>
                  <a:schemeClr val="dk1"/>
                </a:solidFill>
                <a:latin typeface="Roboto"/>
                <a:ea typeface="Roboto"/>
                <a:cs typeface="Roboto"/>
                <a:sym typeface="Roboto"/>
              </a:defRPr>
            </a:lvl3pPr>
            <a:lvl4pPr marR="0" lvl="3" algn="l" rtl="0">
              <a:spcBef>
                <a:spcPts val="300"/>
              </a:spcBef>
              <a:spcAft>
                <a:spcPts val="0"/>
              </a:spcAft>
              <a:buClr>
                <a:schemeClr val="dk1"/>
              </a:buClr>
              <a:buSzPts val="1400"/>
              <a:buFont typeface="Arial"/>
              <a:buChar char="•"/>
              <a:defRPr sz="1400" b="0" i="0" u="none" strike="noStrike" cap="none">
                <a:solidFill>
                  <a:schemeClr val="dk1"/>
                </a:solidFill>
                <a:latin typeface="Roboto"/>
                <a:ea typeface="Roboto"/>
                <a:cs typeface="Roboto"/>
                <a:sym typeface="Roboto"/>
              </a:defRPr>
            </a:lvl4pPr>
            <a:lvl5pPr marR="0" lvl="4" algn="l" rtl="0">
              <a:spcBef>
                <a:spcPts val="300"/>
              </a:spcBef>
              <a:spcAft>
                <a:spcPts val="0"/>
              </a:spcAft>
              <a:buClr>
                <a:schemeClr val="dk1"/>
              </a:buClr>
              <a:buSzPts val="1200"/>
              <a:buFont typeface="Merriweather Sans"/>
              <a:buChar char="−"/>
              <a:defRPr sz="1200" b="0" i="0" u="none" strike="noStrike" cap="none">
                <a:solidFill>
                  <a:schemeClr val="dk1"/>
                </a:solidFill>
                <a:latin typeface="Roboto"/>
                <a:ea typeface="Roboto"/>
                <a:cs typeface="Roboto"/>
                <a:sym typeface="Roboto"/>
              </a:defRPr>
            </a:lvl5pPr>
            <a:lvl6pPr marR="0" lvl="5" algn="l" rtl="0">
              <a:spcBef>
                <a:spcPts val="533"/>
              </a:spcBef>
              <a:spcAft>
                <a:spcPts val="0"/>
              </a:spcAft>
              <a:buClr>
                <a:schemeClr val="dk1"/>
              </a:buClr>
              <a:buSzPts val="2666"/>
              <a:buFont typeface="Arial"/>
              <a:buChar char="•"/>
              <a:defRPr sz="2666" b="0" i="0" u="none" strike="noStrike" cap="none">
                <a:solidFill>
                  <a:schemeClr val="dk1"/>
                </a:solidFill>
                <a:latin typeface="Poppins Medium"/>
                <a:ea typeface="Poppins Medium"/>
                <a:cs typeface="Poppins Medium"/>
                <a:sym typeface="Poppins Medium"/>
              </a:defRPr>
            </a:lvl6pPr>
            <a:lvl7pPr marR="0" lvl="6" algn="l" rtl="0">
              <a:spcBef>
                <a:spcPts val="533"/>
              </a:spcBef>
              <a:spcAft>
                <a:spcPts val="0"/>
              </a:spcAft>
              <a:buClr>
                <a:schemeClr val="dk1"/>
              </a:buClr>
              <a:buSzPts val="2666"/>
              <a:buFont typeface="Arial"/>
              <a:buChar char="•"/>
              <a:defRPr sz="2666" b="0" i="0" u="none" strike="noStrike" cap="none">
                <a:solidFill>
                  <a:schemeClr val="dk1"/>
                </a:solidFill>
                <a:latin typeface="Poppins Medium"/>
                <a:ea typeface="Poppins Medium"/>
                <a:cs typeface="Poppins Medium"/>
                <a:sym typeface="Poppins Medium"/>
              </a:defRPr>
            </a:lvl7pPr>
            <a:lvl8pPr marR="0" lvl="7" algn="l" rtl="0">
              <a:spcBef>
                <a:spcPts val="533"/>
              </a:spcBef>
              <a:spcAft>
                <a:spcPts val="0"/>
              </a:spcAft>
              <a:buClr>
                <a:schemeClr val="dk1"/>
              </a:buClr>
              <a:buSzPts val="2666"/>
              <a:buFont typeface="Arial"/>
              <a:buChar char="•"/>
              <a:defRPr sz="2666" b="0" i="0" u="none" strike="noStrike" cap="none">
                <a:solidFill>
                  <a:schemeClr val="dk1"/>
                </a:solidFill>
                <a:latin typeface="Poppins Medium"/>
                <a:ea typeface="Poppins Medium"/>
                <a:cs typeface="Poppins Medium"/>
                <a:sym typeface="Poppins Medium"/>
              </a:defRPr>
            </a:lvl8pPr>
            <a:lvl9pPr marR="0" lvl="8" algn="l" rtl="0">
              <a:spcBef>
                <a:spcPts val="533"/>
              </a:spcBef>
              <a:spcAft>
                <a:spcPts val="0"/>
              </a:spcAft>
              <a:buClr>
                <a:schemeClr val="dk1"/>
              </a:buClr>
              <a:buSzPts val="2666"/>
              <a:buFont typeface="Arial"/>
              <a:buChar char="•"/>
              <a:defRPr sz="2666" b="0" i="0" u="none" strike="noStrike" cap="none">
                <a:solidFill>
                  <a:schemeClr val="dk1"/>
                </a:solidFill>
                <a:latin typeface="Poppins Medium"/>
                <a:ea typeface="Poppins Medium"/>
                <a:cs typeface="Poppins Medium"/>
                <a:sym typeface="Poppins Medium"/>
              </a:defRPr>
            </a:lvl9pPr>
          </a:lstStyle>
          <a:p>
            <a:endParaRPr/>
          </a:p>
        </p:txBody>
      </p:sp>
      <p:sp>
        <p:nvSpPr>
          <p:cNvPr id="627" name="Google Shape;627;p110"/>
          <p:cNvSpPr txBox="1">
            <a:spLocks noGrp="1"/>
          </p:cNvSpPr>
          <p:nvPr>
            <p:ph type="subTitle" idx="1"/>
          </p:nvPr>
        </p:nvSpPr>
        <p:spPr>
          <a:xfrm>
            <a:off x="455625" y="868680"/>
            <a:ext cx="7635001" cy="228600"/>
          </a:xfrm>
          <a:prstGeom prst="rect">
            <a:avLst/>
          </a:prstGeom>
        </p:spPr>
        <p:txBody>
          <a:bodyPr spcFirstLastPara="1" wrap="square" lIns="0" tIns="0" rIns="0" bIns="0" anchor="t" anchorCtr="0">
            <a:noAutofit/>
          </a:bodyPr>
          <a:lstStyle>
            <a:lvl1pPr lvl="0" rtl="0">
              <a:spcBef>
                <a:spcPts val="0"/>
              </a:spcBef>
              <a:spcAft>
                <a:spcPts val="0"/>
              </a:spcAft>
              <a:buClr>
                <a:schemeClr val="lt2"/>
              </a:buClr>
              <a:buSzPts val="1600"/>
              <a:buFont typeface="Roboto Medium"/>
              <a:buNone/>
              <a:defRPr sz="1600">
                <a:solidFill>
                  <a:schemeClr val="lt2"/>
                </a:solidFill>
                <a:latin typeface="Roboto Medium"/>
                <a:ea typeface="Roboto Medium"/>
                <a:cs typeface="Roboto Medium"/>
                <a:sym typeface="Roboto Medium"/>
              </a:defRPr>
            </a:lvl1pPr>
            <a:lvl2pPr lvl="1" rtl="0">
              <a:spcBef>
                <a:spcPts val="600"/>
              </a:spcBef>
              <a:spcAft>
                <a:spcPts val="0"/>
              </a:spcAft>
              <a:buSzPts val="1800"/>
              <a:buNone/>
              <a:defRPr/>
            </a:lvl2pPr>
            <a:lvl3pPr lvl="2" rtl="0">
              <a:spcBef>
                <a:spcPts val="600"/>
              </a:spcBef>
              <a:spcAft>
                <a:spcPts val="0"/>
              </a:spcAft>
              <a:buSzPts val="1600"/>
              <a:buNone/>
              <a:defRPr/>
            </a:lvl3pPr>
            <a:lvl4pPr lvl="3" rtl="0">
              <a:spcBef>
                <a:spcPts val="300"/>
              </a:spcBef>
              <a:spcAft>
                <a:spcPts val="0"/>
              </a:spcAft>
              <a:buSzPts val="1400"/>
              <a:buNone/>
              <a:defRPr/>
            </a:lvl4pPr>
            <a:lvl5pPr lvl="4" rtl="0">
              <a:spcBef>
                <a:spcPts val="300"/>
              </a:spcBef>
              <a:spcAft>
                <a:spcPts val="0"/>
              </a:spcAft>
              <a:buSzPts val="1200"/>
              <a:buNone/>
              <a:defRPr/>
            </a:lvl5pPr>
            <a:lvl6pPr lvl="5" rtl="0">
              <a:spcBef>
                <a:spcPts val="533"/>
              </a:spcBef>
              <a:spcAft>
                <a:spcPts val="0"/>
              </a:spcAft>
              <a:buSzPts val="2666"/>
              <a:buNone/>
              <a:defRPr/>
            </a:lvl6pPr>
            <a:lvl7pPr lvl="6" rtl="0">
              <a:spcBef>
                <a:spcPts val="533"/>
              </a:spcBef>
              <a:spcAft>
                <a:spcPts val="0"/>
              </a:spcAft>
              <a:buSzPts val="2666"/>
              <a:buNone/>
              <a:defRPr/>
            </a:lvl7pPr>
            <a:lvl8pPr lvl="7" rtl="0">
              <a:spcBef>
                <a:spcPts val="533"/>
              </a:spcBef>
              <a:spcAft>
                <a:spcPts val="0"/>
              </a:spcAft>
              <a:buSzPts val="2666"/>
              <a:buNone/>
              <a:defRPr/>
            </a:lvl8pPr>
            <a:lvl9pPr lvl="8" rtl="0">
              <a:spcBef>
                <a:spcPts val="533"/>
              </a:spcBef>
              <a:spcAft>
                <a:spcPts val="0"/>
              </a:spcAft>
              <a:buSzPts val="2666"/>
              <a:buNone/>
              <a:defRPr/>
            </a:lvl9pPr>
          </a:lstStyle>
          <a:p>
            <a:endParaRPr/>
          </a:p>
        </p:txBody>
      </p:sp>
      <p:sp>
        <p:nvSpPr>
          <p:cNvPr id="628" name="Google Shape;628;p110"/>
          <p:cNvSpPr txBox="1">
            <a:spLocks noGrp="1"/>
          </p:cNvSpPr>
          <p:nvPr>
            <p:ph type="body" idx="3"/>
          </p:nvPr>
        </p:nvSpPr>
        <p:spPr>
          <a:xfrm>
            <a:off x="455625" y="2686375"/>
            <a:ext cx="5486400" cy="3257100"/>
          </a:xfrm>
          <a:prstGeom prst="rect">
            <a:avLst/>
          </a:prstGeom>
          <a:noFill/>
          <a:ln>
            <a:noFill/>
          </a:ln>
        </p:spPr>
        <p:txBody>
          <a:bodyPr spcFirstLastPara="1" wrap="square" lIns="0" tIns="0" rIns="0" bIns="0" anchor="t" anchorCtr="0">
            <a:noAutofit/>
          </a:bodyPr>
          <a:lstStyle>
            <a:lvl1pPr marL="457207" lvl="0" indent="-228604" algn="l" rtl="0">
              <a:spcBef>
                <a:spcPts val="1800"/>
              </a:spcBef>
              <a:spcAft>
                <a:spcPts val="0"/>
              </a:spcAft>
              <a:buClr>
                <a:schemeClr val="dk1"/>
              </a:buClr>
              <a:buSzPts val="2000"/>
              <a:buFont typeface="Roboto"/>
              <a:buNone/>
              <a:defRPr b="0" i="0">
                <a:latin typeface="Roboto"/>
                <a:ea typeface="Roboto"/>
                <a:cs typeface="Roboto"/>
                <a:sym typeface="Roboto"/>
              </a:defRPr>
            </a:lvl1pPr>
            <a:lvl2pPr marL="914415" lvl="1" indent="-342906" algn="l" rtl="0">
              <a:spcBef>
                <a:spcPts val="600"/>
              </a:spcBef>
              <a:spcAft>
                <a:spcPts val="0"/>
              </a:spcAft>
              <a:buClr>
                <a:schemeClr val="dk1"/>
              </a:buClr>
              <a:buSzPts val="1800"/>
              <a:buChar char="•"/>
              <a:defRPr b="0" i="0">
                <a:latin typeface="Roboto"/>
                <a:ea typeface="Roboto"/>
                <a:cs typeface="Roboto"/>
                <a:sym typeface="Roboto"/>
              </a:defRPr>
            </a:lvl2pPr>
            <a:lvl3pPr marL="1371622" lvl="2" indent="-330205" algn="l" rtl="0">
              <a:spcBef>
                <a:spcPts val="600"/>
              </a:spcBef>
              <a:spcAft>
                <a:spcPts val="0"/>
              </a:spcAft>
              <a:buClr>
                <a:schemeClr val="dk1"/>
              </a:buClr>
              <a:buSzPts val="1600"/>
              <a:buChar char="−"/>
              <a:defRPr b="0" i="0">
                <a:latin typeface="Roboto"/>
                <a:ea typeface="Roboto"/>
                <a:cs typeface="Roboto"/>
                <a:sym typeface="Roboto"/>
              </a:defRPr>
            </a:lvl3pPr>
            <a:lvl4pPr marL="1828831" lvl="3" indent="-317506" algn="l" rtl="0">
              <a:spcBef>
                <a:spcPts val="300"/>
              </a:spcBef>
              <a:spcAft>
                <a:spcPts val="0"/>
              </a:spcAft>
              <a:buClr>
                <a:schemeClr val="dk1"/>
              </a:buClr>
              <a:buSzPts val="1400"/>
              <a:buChar char="•"/>
              <a:defRPr b="0" i="0">
                <a:latin typeface="Roboto"/>
                <a:ea typeface="Roboto"/>
                <a:cs typeface="Roboto"/>
                <a:sym typeface="Roboto"/>
              </a:defRPr>
            </a:lvl4pPr>
            <a:lvl5pPr marL="2286038" lvl="4" indent="-304805" algn="l" rtl="0">
              <a:spcBef>
                <a:spcPts val="300"/>
              </a:spcBef>
              <a:spcAft>
                <a:spcPts val="0"/>
              </a:spcAft>
              <a:buClr>
                <a:schemeClr val="dk1"/>
              </a:buClr>
              <a:buSzPts val="1200"/>
              <a:buChar char="−"/>
              <a:defRPr b="0" i="0">
                <a:latin typeface="Roboto"/>
                <a:ea typeface="Roboto"/>
                <a:cs typeface="Roboto"/>
                <a:sym typeface="Roboto"/>
              </a:defRPr>
            </a:lvl5pPr>
            <a:lvl6pPr marL="2743246" lvl="5" indent="-304805" algn="l" rtl="0">
              <a:spcBef>
                <a:spcPts val="360"/>
              </a:spcBef>
              <a:spcAft>
                <a:spcPts val="0"/>
              </a:spcAft>
              <a:buClr>
                <a:schemeClr val="dk1"/>
              </a:buClr>
              <a:buSzPts val="1200"/>
              <a:buFont typeface="Roboto"/>
              <a:buChar char="•"/>
              <a:defRPr sz="1200">
                <a:latin typeface="Roboto"/>
                <a:ea typeface="Roboto"/>
                <a:cs typeface="Roboto"/>
                <a:sym typeface="Roboto"/>
              </a:defRPr>
            </a:lvl6pPr>
            <a:lvl7pPr marL="3200453" lvl="6" indent="-304805" algn="l" rtl="0">
              <a:spcBef>
                <a:spcPts val="360"/>
              </a:spcBef>
              <a:spcAft>
                <a:spcPts val="0"/>
              </a:spcAft>
              <a:buClr>
                <a:schemeClr val="dk1"/>
              </a:buClr>
              <a:buSzPts val="1200"/>
              <a:buFont typeface="Roboto"/>
              <a:buChar char="•"/>
              <a:defRPr sz="1200">
                <a:latin typeface="Roboto"/>
                <a:ea typeface="Roboto"/>
                <a:cs typeface="Roboto"/>
                <a:sym typeface="Roboto"/>
              </a:defRPr>
            </a:lvl7pPr>
            <a:lvl8pPr marL="3657661" lvl="7" indent="-304805" algn="l" rtl="0">
              <a:spcBef>
                <a:spcPts val="360"/>
              </a:spcBef>
              <a:spcAft>
                <a:spcPts val="0"/>
              </a:spcAft>
              <a:buClr>
                <a:schemeClr val="dk1"/>
              </a:buClr>
              <a:buSzPts val="1200"/>
              <a:buFont typeface="Roboto"/>
              <a:buChar char="•"/>
              <a:defRPr sz="1200">
                <a:latin typeface="Roboto"/>
                <a:ea typeface="Roboto"/>
                <a:cs typeface="Roboto"/>
                <a:sym typeface="Roboto"/>
              </a:defRPr>
            </a:lvl8pPr>
            <a:lvl9pPr marL="4114868" lvl="8" indent="-304805" algn="l" rtl="0">
              <a:spcBef>
                <a:spcPts val="360"/>
              </a:spcBef>
              <a:spcAft>
                <a:spcPts val="0"/>
              </a:spcAft>
              <a:buClr>
                <a:schemeClr val="dk1"/>
              </a:buClr>
              <a:buSzPts val="1200"/>
              <a:buFont typeface="Roboto"/>
              <a:buChar char="•"/>
              <a:defRPr sz="1200">
                <a:latin typeface="Roboto"/>
                <a:ea typeface="Roboto"/>
                <a:cs typeface="Roboto"/>
                <a:sym typeface="Roboto"/>
              </a:defRPr>
            </a:lvl9pPr>
          </a:lstStyle>
          <a:p>
            <a:endParaRPr/>
          </a:p>
        </p:txBody>
      </p:sp>
      <p:sp>
        <p:nvSpPr>
          <p:cNvPr id="629" name="Google Shape;629;p110"/>
          <p:cNvSpPr txBox="1">
            <a:spLocks noGrp="1"/>
          </p:cNvSpPr>
          <p:nvPr>
            <p:ph type="sldNum" idx="12"/>
          </p:nvPr>
        </p:nvSpPr>
        <p:spPr>
          <a:xfrm>
            <a:off x="11438849" y="6400800"/>
            <a:ext cx="294601" cy="228600"/>
          </a:xfrm>
          <a:prstGeom prst="rect">
            <a:avLst/>
          </a:prstGeom>
        </p:spPr>
        <p:txBody>
          <a:bodyPr spcFirstLastPara="1" wrap="square" lIns="0" tIns="0" rIns="0" bIns="0" anchor="b" anchorCtr="0">
            <a:noAutofit/>
          </a:bodyPr>
          <a:lstStyle>
            <a:lvl1pPr lvl="0" rtl="0">
              <a:buNone/>
              <a:defRPr sz="1000">
                <a:solidFill>
                  <a:srgbClr val="000000"/>
                </a:solidFill>
              </a:defRPr>
            </a:lvl1pPr>
            <a:lvl2pPr lvl="1" rtl="0">
              <a:buNone/>
              <a:defRPr sz="1000">
                <a:solidFill>
                  <a:srgbClr val="000000"/>
                </a:solidFill>
              </a:defRPr>
            </a:lvl2pPr>
            <a:lvl3pPr lvl="2" rtl="0">
              <a:buNone/>
              <a:defRPr sz="1000">
                <a:solidFill>
                  <a:srgbClr val="000000"/>
                </a:solidFill>
              </a:defRPr>
            </a:lvl3pPr>
            <a:lvl4pPr lvl="3" rtl="0">
              <a:buNone/>
              <a:defRPr sz="1000">
                <a:solidFill>
                  <a:srgbClr val="000000"/>
                </a:solidFill>
              </a:defRPr>
            </a:lvl4pPr>
            <a:lvl5pPr lvl="4" rtl="0">
              <a:buNone/>
              <a:defRPr sz="1000">
                <a:solidFill>
                  <a:srgbClr val="000000"/>
                </a:solidFill>
              </a:defRPr>
            </a:lvl5pPr>
            <a:lvl6pPr lvl="5" rtl="0">
              <a:buNone/>
              <a:defRPr sz="1000">
                <a:solidFill>
                  <a:srgbClr val="000000"/>
                </a:solidFill>
              </a:defRPr>
            </a:lvl6pPr>
            <a:lvl7pPr lvl="6" rtl="0">
              <a:buNone/>
              <a:defRPr sz="1000">
                <a:solidFill>
                  <a:srgbClr val="000000"/>
                </a:solidFill>
              </a:defRPr>
            </a:lvl7pPr>
            <a:lvl8pPr lvl="7" rtl="0">
              <a:buNone/>
              <a:defRPr sz="1000">
                <a:solidFill>
                  <a:srgbClr val="000000"/>
                </a:solidFill>
              </a:defRPr>
            </a:lvl8pPr>
            <a:lvl9pPr lvl="8" rtl="0">
              <a:buNone/>
              <a:defRPr sz="1000">
                <a:solidFill>
                  <a:srgbClr val="000000"/>
                </a:solidFill>
              </a:defRPr>
            </a:lvl9pPr>
          </a:lstStyle>
          <a:p>
            <a:fld id="{00000000-1234-1234-1234-123412341234}" type="slidenum">
              <a:rPr lang="en" smtClean="0"/>
              <a:pPr/>
              <a:t>‹#›</a:t>
            </a:fld>
            <a:endParaRPr lang="en"/>
          </a:p>
        </p:txBody>
      </p:sp>
      <p:pic>
        <p:nvPicPr>
          <p:cNvPr id="630" name="Google Shape;630;p110"/>
          <p:cNvPicPr preferRelativeResize="0"/>
          <p:nvPr/>
        </p:nvPicPr>
        <p:blipFill>
          <a:blip r:embed="rId2">
            <a:alphaModFix/>
          </a:blip>
          <a:stretch>
            <a:fillRect/>
          </a:stretch>
        </p:blipFill>
        <p:spPr>
          <a:xfrm>
            <a:off x="455626" y="6262542"/>
            <a:ext cx="685801" cy="352697"/>
          </a:xfrm>
          <a:prstGeom prst="rect">
            <a:avLst/>
          </a:prstGeom>
          <a:noFill/>
          <a:ln>
            <a:noFill/>
          </a:ln>
        </p:spPr>
      </p:pic>
      <p:sp>
        <p:nvSpPr>
          <p:cNvPr id="631" name="Google Shape;631;p110"/>
          <p:cNvSpPr txBox="1"/>
          <p:nvPr/>
        </p:nvSpPr>
        <p:spPr>
          <a:xfrm>
            <a:off x="8194350" y="6400800"/>
            <a:ext cx="3244500" cy="228600"/>
          </a:xfrm>
          <a:prstGeom prst="rect">
            <a:avLst/>
          </a:prstGeom>
          <a:noFill/>
          <a:ln>
            <a:noFill/>
          </a:ln>
        </p:spPr>
        <p:txBody>
          <a:bodyPr spcFirstLastPara="1" wrap="square" lIns="91426" tIns="91426" rIns="91426" bIns="91426" anchor="t" anchorCtr="0">
            <a:noAutofit/>
          </a:bodyPr>
          <a:lstStyle/>
          <a:p>
            <a:pPr marL="0" lvl="0" indent="0" algn="r" rtl="0">
              <a:spcBef>
                <a:spcPts val="0"/>
              </a:spcBef>
              <a:spcAft>
                <a:spcPts val="0"/>
              </a:spcAft>
              <a:buNone/>
            </a:pPr>
            <a:r>
              <a:rPr lang="en" sz="1000">
                <a:solidFill>
                  <a:schemeClr val="dk1"/>
                </a:solidFill>
                <a:latin typeface="Roboto"/>
                <a:ea typeface="Roboto"/>
                <a:cs typeface="Roboto"/>
                <a:sym typeface="Roboto"/>
              </a:rPr>
              <a:t>Proprietary &amp; Confidential - For Internal Use Only</a:t>
            </a:r>
            <a:endParaRPr sz="1000">
              <a:solidFill>
                <a:schemeClr val="dk1"/>
              </a:solidFill>
              <a:latin typeface="Roboto"/>
              <a:ea typeface="Roboto"/>
              <a:cs typeface="Roboto"/>
              <a:sym typeface="Roboto"/>
            </a:endParaRPr>
          </a:p>
        </p:txBody>
      </p:sp>
    </p:spTree>
  </p:cSld>
  <p:clrMapOvr>
    <a:masterClrMapping/>
  </p:clrMapOvr>
  <mc:AlternateContent xmlns:mc="http://schemas.openxmlformats.org/markup-compatibility/2006" xmlns:p14="http://schemas.microsoft.com/office/powerpoint/2010/main">
    <mc:Choice Requires="p14">
      <p:transition p14:dur="250">
        <p:fade/>
      </p:transition>
    </mc:Choice>
    <mc:Fallback xmlns:ahyp="http://schemas.microsoft.com/office/drawing/2018/hyperlinkcolor" xmlns:p15="http://schemas.microsoft.com/office/powerpoint/2012/main" xmlns:com="http://schemas.openxmlformats.org/drawingml/2006/compatibility" xmlns:pvml="urn:schemas-microsoft-com:office:powerpoint" xmlns:v="urn:schemas-microsoft-com:vml" xmlns:o="urn:schemas-microsoft-com:office:office" xmlns:dgm="http://schemas.openxmlformats.org/drawingml/2006/diagram" xmlns:c="http://schemas.openxmlformats.org/drawingml/2006/chart" xmlns:mv="urn:schemas-microsoft-com:mac:vml" xmlns="">
      <p:transition>
        <p:fade/>
      </p:transition>
    </mc:Fallback>
  </mc:AlternateContent>
</p:sldLayout>
</file>

<file path=ppt/slideLayouts/slideLayout105.xml><?xml version="1.0" encoding="utf-8"?>
<p:sldLayout xmlns:a="http://schemas.openxmlformats.org/drawingml/2006/main" xmlns:r="http://schemas.openxmlformats.org/officeDocument/2006/relationships" xmlns:p="http://schemas.openxmlformats.org/presentationml/2006/main" matchingName="WHITE Title | Subhead | Text | HP Image">
  <p:cSld name="WHITE Title | Subhead | Text | HP Image">
    <p:spTree>
      <p:nvGrpSpPr>
        <p:cNvPr id="1" name="Shape 632"/>
        <p:cNvGrpSpPr/>
        <p:nvPr/>
      </p:nvGrpSpPr>
      <p:grpSpPr>
        <a:xfrm>
          <a:off x="0" y="0"/>
          <a:ext cx="0" cy="0"/>
          <a:chOff x="0" y="0"/>
          <a:chExt cx="0" cy="0"/>
        </a:xfrm>
      </p:grpSpPr>
      <p:sp>
        <p:nvSpPr>
          <p:cNvPr id="633" name="Google Shape;633;p111"/>
          <p:cNvSpPr>
            <a:spLocks noGrp="1"/>
          </p:cNvSpPr>
          <p:nvPr>
            <p:ph type="pic" idx="2"/>
          </p:nvPr>
        </p:nvSpPr>
        <p:spPr>
          <a:xfrm>
            <a:off x="6094473" y="0"/>
            <a:ext cx="6094500" cy="6858000"/>
          </a:xfrm>
          <a:prstGeom prst="rect">
            <a:avLst/>
          </a:prstGeom>
          <a:solidFill>
            <a:srgbClr val="F2F2F2"/>
          </a:solidFill>
          <a:ln>
            <a:noFill/>
          </a:ln>
        </p:spPr>
        <p:txBody>
          <a:bodyPr spcFirstLastPara="1" wrap="square" lIns="0" tIns="0" rIns="0" bIns="0" anchor="ctr" anchorCtr="0">
            <a:noAutofit/>
          </a:bodyPr>
          <a:lstStyle>
            <a:lvl1pPr marR="0" lvl="0" algn="ctr" rtl="0">
              <a:spcBef>
                <a:spcPts val="1800"/>
              </a:spcBef>
              <a:spcAft>
                <a:spcPts val="0"/>
              </a:spcAft>
              <a:buClr>
                <a:srgbClr val="D8D8D8"/>
              </a:buClr>
              <a:buSzPts val="2000"/>
              <a:buFont typeface="Roboto"/>
              <a:buNone/>
              <a:defRPr sz="2000" b="0" i="0" u="none" strike="noStrike" cap="none">
                <a:solidFill>
                  <a:srgbClr val="D8D8D8"/>
                </a:solidFill>
                <a:latin typeface="Roboto"/>
                <a:ea typeface="Roboto"/>
                <a:cs typeface="Roboto"/>
                <a:sym typeface="Roboto"/>
              </a:defRPr>
            </a:lvl1pPr>
            <a:lvl2pPr marR="0" lvl="1" algn="l" rtl="0">
              <a:spcBef>
                <a:spcPts val="600"/>
              </a:spcBef>
              <a:spcAft>
                <a:spcPts val="0"/>
              </a:spcAft>
              <a:buClr>
                <a:schemeClr val="dk1"/>
              </a:buClr>
              <a:buSzPts val="1800"/>
              <a:buFont typeface="Arial"/>
              <a:buChar char="•"/>
              <a:defRPr sz="1800" b="0" i="0" u="none" strike="noStrike" cap="none">
                <a:solidFill>
                  <a:schemeClr val="dk1"/>
                </a:solidFill>
                <a:latin typeface="Roboto"/>
                <a:ea typeface="Roboto"/>
                <a:cs typeface="Roboto"/>
                <a:sym typeface="Roboto"/>
              </a:defRPr>
            </a:lvl2pPr>
            <a:lvl3pPr marR="0" lvl="2" algn="l" rtl="0">
              <a:spcBef>
                <a:spcPts val="600"/>
              </a:spcBef>
              <a:spcAft>
                <a:spcPts val="0"/>
              </a:spcAft>
              <a:buClr>
                <a:schemeClr val="dk1"/>
              </a:buClr>
              <a:buSzPts val="1600"/>
              <a:buFont typeface="Merriweather Sans"/>
              <a:buChar char="−"/>
              <a:defRPr sz="1600" b="0" i="0" u="none" strike="noStrike" cap="none">
                <a:solidFill>
                  <a:schemeClr val="dk1"/>
                </a:solidFill>
                <a:latin typeface="Roboto"/>
                <a:ea typeface="Roboto"/>
                <a:cs typeface="Roboto"/>
                <a:sym typeface="Roboto"/>
              </a:defRPr>
            </a:lvl3pPr>
            <a:lvl4pPr marR="0" lvl="3" algn="l" rtl="0">
              <a:spcBef>
                <a:spcPts val="300"/>
              </a:spcBef>
              <a:spcAft>
                <a:spcPts val="0"/>
              </a:spcAft>
              <a:buClr>
                <a:schemeClr val="dk1"/>
              </a:buClr>
              <a:buSzPts val="1400"/>
              <a:buFont typeface="Arial"/>
              <a:buChar char="•"/>
              <a:defRPr sz="1400" b="0" i="0" u="none" strike="noStrike" cap="none">
                <a:solidFill>
                  <a:schemeClr val="dk1"/>
                </a:solidFill>
                <a:latin typeface="Roboto"/>
                <a:ea typeface="Roboto"/>
                <a:cs typeface="Roboto"/>
                <a:sym typeface="Roboto"/>
              </a:defRPr>
            </a:lvl4pPr>
            <a:lvl5pPr marR="0" lvl="4" algn="l" rtl="0">
              <a:spcBef>
                <a:spcPts val="300"/>
              </a:spcBef>
              <a:spcAft>
                <a:spcPts val="0"/>
              </a:spcAft>
              <a:buClr>
                <a:schemeClr val="dk1"/>
              </a:buClr>
              <a:buSzPts val="1200"/>
              <a:buFont typeface="Merriweather Sans"/>
              <a:buChar char="−"/>
              <a:defRPr sz="1200" b="0" i="0" u="none" strike="noStrike" cap="none">
                <a:solidFill>
                  <a:schemeClr val="dk1"/>
                </a:solidFill>
                <a:latin typeface="Roboto"/>
                <a:ea typeface="Roboto"/>
                <a:cs typeface="Roboto"/>
                <a:sym typeface="Roboto"/>
              </a:defRPr>
            </a:lvl5pPr>
            <a:lvl6pPr marR="0" lvl="5" algn="l" rtl="0">
              <a:spcBef>
                <a:spcPts val="533"/>
              </a:spcBef>
              <a:spcAft>
                <a:spcPts val="0"/>
              </a:spcAft>
              <a:buClr>
                <a:schemeClr val="dk1"/>
              </a:buClr>
              <a:buSzPts val="2666"/>
              <a:buFont typeface="Arial"/>
              <a:buChar char="•"/>
              <a:defRPr sz="2666" b="0" i="0" u="none" strike="noStrike" cap="none">
                <a:solidFill>
                  <a:schemeClr val="dk1"/>
                </a:solidFill>
                <a:latin typeface="Poppins Medium"/>
                <a:ea typeface="Poppins Medium"/>
                <a:cs typeface="Poppins Medium"/>
                <a:sym typeface="Poppins Medium"/>
              </a:defRPr>
            </a:lvl6pPr>
            <a:lvl7pPr marR="0" lvl="6" algn="l" rtl="0">
              <a:spcBef>
                <a:spcPts val="533"/>
              </a:spcBef>
              <a:spcAft>
                <a:spcPts val="0"/>
              </a:spcAft>
              <a:buClr>
                <a:schemeClr val="dk1"/>
              </a:buClr>
              <a:buSzPts val="2666"/>
              <a:buFont typeface="Arial"/>
              <a:buChar char="•"/>
              <a:defRPr sz="2666" b="0" i="0" u="none" strike="noStrike" cap="none">
                <a:solidFill>
                  <a:schemeClr val="dk1"/>
                </a:solidFill>
                <a:latin typeface="Poppins Medium"/>
                <a:ea typeface="Poppins Medium"/>
                <a:cs typeface="Poppins Medium"/>
                <a:sym typeface="Poppins Medium"/>
              </a:defRPr>
            </a:lvl7pPr>
            <a:lvl8pPr marR="0" lvl="7" algn="l" rtl="0">
              <a:spcBef>
                <a:spcPts val="533"/>
              </a:spcBef>
              <a:spcAft>
                <a:spcPts val="0"/>
              </a:spcAft>
              <a:buClr>
                <a:schemeClr val="dk1"/>
              </a:buClr>
              <a:buSzPts val="2666"/>
              <a:buFont typeface="Arial"/>
              <a:buChar char="•"/>
              <a:defRPr sz="2666" b="0" i="0" u="none" strike="noStrike" cap="none">
                <a:solidFill>
                  <a:schemeClr val="dk1"/>
                </a:solidFill>
                <a:latin typeface="Poppins Medium"/>
                <a:ea typeface="Poppins Medium"/>
                <a:cs typeface="Poppins Medium"/>
                <a:sym typeface="Poppins Medium"/>
              </a:defRPr>
            </a:lvl8pPr>
            <a:lvl9pPr marR="0" lvl="8" algn="l" rtl="0">
              <a:spcBef>
                <a:spcPts val="533"/>
              </a:spcBef>
              <a:spcAft>
                <a:spcPts val="0"/>
              </a:spcAft>
              <a:buClr>
                <a:schemeClr val="dk1"/>
              </a:buClr>
              <a:buSzPts val="2666"/>
              <a:buFont typeface="Arial"/>
              <a:buChar char="•"/>
              <a:defRPr sz="2666" b="0" i="0" u="none" strike="noStrike" cap="none">
                <a:solidFill>
                  <a:schemeClr val="dk1"/>
                </a:solidFill>
                <a:latin typeface="Poppins Medium"/>
                <a:ea typeface="Poppins Medium"/>
                <a:cs typeface="Poppins Medium"/>
                <a:sym typeface="Poppins Medium"/>
              </a:defRPr>
            </a:lvl9pPr>
          </a:lstStyle>
          <a:p>
            <a:endParaRPr/>
          </a:p>
        </p:txBody>
      </p:sp>
      <p:sp>
        <p:nvSpPr>
          <p:cNvPr id="634" name="Google Shape;634;p111"/>
          <p:cNvSpPr txBox="1">
            <a:spLocks noGrp="1"/>
          </p:cNvSpPr>
          <p:nvPr>
            <p:ph type="title"/>
          </p:nvPr>
        </p:nvSpPr>
        <p:spPr>
          <a:xfrm>
            <a:off x="455618" y="457200"/>
            <a:ext cx="5029201" cy="524400"/>
          </a:xfrm>
          <a:prstGeom prst="rect">
            <a:avLst/>
          </a:prstGeom>
          <a:noFill/>
          <a:ln>
            <a:noFill/>
          </a:ln>
        </p:spPr>
        <p:txBody>
          <a:bodyPr spcFirstLastPara="1" wrap="square" lIns="0" tIns="0" rIns="0" bIns="0" anchor="t" anchorCtr="0">
            <a:noAutofit/>
          </a:bodyPr>
          <a:lstStyle>
            <a:lvl1pPr lvl="0" algn="l" rtl="0">
              <a:lnSpc>
                <a:spcPct val="80000"/>
              </a:lnSpc>
              <a:spcBef>
                <a:spcPts val="0"/>
              </a:spcBef>
              <a:spcAft>
                <a:spcPts val="0"/>
              </a:spcAft>
              <a:buClr>
                <a:schemeClr val="dk1"/>
              </a:buClr>
              <a:buSzPts val="3200"/>
              <a:buFont typeface="Roboto Medium"/>
              <a:buNone/>
              <a:defRPr b="0"/>
            </a:lvl1pPr>
            <a:lvl2pPr lvl="1" rtl="0">
              <a:spcBef>
                <a:spcPts val="0"/>
              </a:spcBef>
              <a:spcAft>
                <a:spcPts val="0"/>
              </a:spcAft>
              <a:buSzPts val="1400"/>
              <a:buNone/>
              <a:defRPr/>
            </a:lvl2pPr>
            <a:lvl3pPr lvl="2" rtl="0">
              <a:spcBef>
                <a:spcPts val="0"/>
              </a:spcBef>
              <a:spcAft>
                <a:spcPts val="0"/>
              </a:spcAft>
              <a:buSzPts val="1400"/>
              <a:buNone/>
              <a:defRPr/>
            </a:lvl3pPr>
            <a:lvl4pPr lvl="3" rtl="0">
              <a:spcBef>
                <a:spcPts val="0"/>
              </a:spcBef>
              <a:spcAft>
                <a:spcPts val="0"/>
              </a:spcAft>
              <a:buSzPts val="1400"/>
              <a:buNone/>
              <a:defRPr/>
            </a:lvl4pPr>
            <a:lvl5pPr lvl="4" rtl="0">
              <a:spcBef>
                <a:spcPts val="0"/>
              </a:spcBef>
              <a:spcAft>
                <a:spcPts val="0"/>
              </a:spcAft>
              <a:buSzPts val="1400"/>
              <a:buNone/>
              <a:defRPr/>
            </a:lvl5pPr>
            <a:lvl6pPr lvl="5" rtl="0">
              <a:spcBef>
                <a:spcPts val="0"/>
              </a:spcBef>
              <a:spcAft>
                <a:spcPts val="0"/>
              </a:spcAft>
              <a:buSzPts val="1400"/>
              <a:buNone/>
              <a:defRPr/>
            </a:lvl6pPr>
            <a:lvl7pPr lvl="6" rtl="0">
              <a:spcBef>
                <a:spcPts val="0"/>
              </a:spcBef>
              <a:spcAft>
                <a:spcPts val="0"/>
              </a:spcAft>
              <a:buSzPts val="1400"/>
              <a:buNone/>
              <a:defRPr/>
            </a:lvl7pPr>
            <a:lvl8pPr lvl="7" rtl="0">
              <a:spcBef>
                <a:spcPts val="0"/>
              </a:spcBef>
              <a:spcAft>
                <a:spcPts val="0"/>
              </a:spcAft>
              <a:buSzPts val="1400"/>
              <a:buNone/>
              <a:defRPr/>
            </a:lvl8pPr>
            <a:lvl9pPr lvl="8" rtl="0">
              <a:spcBef>
                <a:spcPts val="0"/>
              </a:spcBef>
              <a:spcAft>
                <a:spcPts val="0"/>
              </a:spcAft>
              <a:buSzPts val="1400"/>
              <a:buNone/>
              <a:defRPr/>
            </a:lvl9pPr>
          </a:lstStyle>
          <a:p>
            <a:endParaRPr/>
          </a:p>
        </p:txBody>
      </p:sp>
      <p:sp>
        <p:nvSpPr>
          <p:cNvPr id="635" name="Google Shape;635;p111"/>
          <p:cNvSpPr txBox="1">
            <a:spLocks noGrp="1"/>
          </p:cNvSpPr>
          <p:nvPr>
            <p:ph type="subTitle" idx="1"/>
          </p:nvPr>
        </p:nvSpPr>
        <p:spPr>
          <a:xfrm>
            <a:off x="455626" y="1280160"/>
            <a:ext cx="5029201" cy="228600"/>
          </a:xfrm>
          <a:prstGeom prst="rect">
            <a:avLst/>
          </a:prstGeom>
        </p:spPr>
        <p:txBody>
          <a:bodyPr spcFirstLastPara="1" wrap="square" lIns="0" tIns="0" rIns="0" bIns="0" anchor="t" anchorCtr="0">
            <a:noAutofit/>
          </a:bodyPr>
          <a:lstStyle>
            <a:lvl1pPr lvl="0" rtl="0">
              <a:spcBef>
                <a:spcPts val="0"/>
              </a:spcBef>
              <a:spcAft>
                <a:spcPts val="0"/>
              </a:spcAft>
              <a:buClr>
                <a:schemeClr val="lt2"/>
              </a:buClr>
              <a:buSzPts val="1600"/>
              <a:buFont typeface="Roboto Medium"/>
              <a:buNone/>
              <a:defRPr sz="1600">
                <a:solidFill>
                  <a:schemeClr val="lt2"/>
                </a:solidFill>
                <a:latin typeface="Roboto Medium"/>
                <a:ea typeface="Roboto Medium"/>
                <a:cs typeface="Roboto Medium"/>
                <a:sym typeface="Roboto Medium"/>
              </a:defRPr>
            </a:lvl1pPr>
            <a:lvl2pPr lvl="1" rtl="0">
              <a:spcBef>
                <a:spcPts val="600"/>
              </a:spcBef>
              <a:spcAft>
                <a:spcPts val="0"/>
              </a:spcAft>
              <a:buSzPts val="1800"/>
              <a:buNone/>
              <a:defRPr/>
            </a:lvl2pPr>
            <a:lvl3pPr lvl="2" rtl="0">
              <a:spcBef>
                <a:spcPts val="600"/>
              </a:spcBef>
              <a:spcAft>
                <a:spcPts val="0"/>
              </a:spcAft>
              <a:buSzPts val="1600"/>
              <a:buNone/>
              <a:defRPr/>
            </a:lvl3pPr>
            <a:lvl4pPr lvl="3" rtl="0">
              <a:spcBef>
                <a:spcPts val="300"/>
              </a:spcBef>
              <a:spcAft>
                <a:spcPts val="0"/>
              </a:spcAft>
              <a:buSzPts val="1400"/>
              <a:buNone/>
              <a:defRPr/>
            </a:lvl4pPr>
            <a:lvl5pPr lvl="4" rtl="0">
              <a:spcBef>
                <a:spcPts val="300"/>
              </a:spcBef>
              <a:spcAft>
                <a:spcPts val="0"/>
              </a:spcAft>
              <a:buSzPts val="1200"/>
              <a:buNone/>
              <a:defRPr/>
            </a:lvl5pPr>
            <a:lvl6pPr lvl="5" rtl="0">
              <a:spcBef>
                <a:spcPts val="533"/>
              </a:spcBef>
              <a:spcAft>
                <a:spcPts val="0"/>
              </a:spcAft>
              <a:buSzPts val="2666"/>
              <a:buNone/>
              <a:defRPr/>
            </a:lvl6pPr>
            <a:lvl7pPr lvl="6" rtl="0">
              <a:spcBef>
                <a:spcPts val="533"/>
              </a:spcBef>
              <a:spcAft>
                <a:spcPts val="0"/>
              </a:spcAft>
              <a:buSzPts val="2666"/>
              <a:buNone/>
              <a:defRPr/>
            </a:lvl7pPr>
            <a:lvl8pPr lvl="7" rtl="0">
              <a:spcBef>
                <a:spcPts val="533"/>
              </a:spcBef>
              <a:spcAft>
                <a:spcPts val="0"/>
              </a:spcAft>
              <a:buSzPts val="2666"/>
              <a:buNone/>
              <a:defRPr/>
            </a:lvl8pPr>
            <a:lvl9pPr lvl="8" rtl="0">
              <a:spcBef>
                <a:spcPts val="533"/>
              </a:spcBef>
              <a:spcAft>
                <a:spcPts val="0"/>
              </a:spcAft>
              <a:buSzPts val="2666"/>
              <a:buNone/>
              <a:defRPr/>
            </a:lvl9pPr>
          </a:lstStyle>
          <a:p>
            <a:endParaRPr/>
          </a:p>
        </p:txBody>
      </p:sp>
      <p:sp>
        <p:nvSpPr>
          <p:cNvPr id="636" name="Google Shape;636;p111"/>
          <p:cNvSpPr txBox="1">
            <a:spLocks noGrp="1"/>
          </p:cNvSpPr>
          <p:nvPr>
            <p:ph type="body" idx="3"/>
          </p:nvPr>
        </p:nvSpPr>
        <p:spPr>
          <a:xfrm>
            <a:off x="455626" y="2686375"/>
            <a:ext cx="5257800" cy="3257100"/>
          </a:xfrm>
          <a:prstGeom prst="rect">
            <a:avLst/>
          </a:prstGeom>
          <a:noFill/>
          <a:ln>
            <a:noFill/>
          </a:ln>
        </p:spPr>
        <p:txBody>
          <a:bodyPr spcFirstLastPara="1" wrap="square" lIns="0" tIns="0" rIns="0" bIns="0" anchor="t" anchorCtr="0">
            <a:noAutofit/>
          </a:bodyPr>
          <a:lstStyle>
            <a:lvl1pPr marL="457207" lvl="0" indent="-228604" algn="l" rtl="0">
              <a:spcBef>
                <a:spcPts val="1800"/>
              </a:spcBef>
              <a:spcAft>
                <a:spcPts val="0"/>
              </a:spcAft>
              <a:buClr>
                <a:schemeClr val="dk1"/>
              </a:buClr>
              <a:buSzPts val="2000"/>
              <a:buFont typeface="Roboto"/>
              <a:buNone/>
              <a:defRPr b="0" i="0">
                <a:latin typeface="Roboto"/>
                <a:ea typeface="Roboto"/>
                <a:cs typeface="Roboto"/>
                <a:sym typeface="Roboto"/>
              </a:defRPr>
            </a:lvl1pPr>
            <a:lvl2pPr marL="914415" lvl="1" indent="-342906" algn="l" rtl="0">
              <a:spcBef>
                <a:spcPts val="600"/>
              </a:spcBef>
              <a:spcAft>
                <a:spcPts val="0"/>
              </a:spcAft>
              <a:buClr>
                <a:schemeClr val="dk1"/>
              </a:buClr>
              <a:buSzPts val="1800"/>
              <a:buChar char="•"/>
              <a:defRPr b="0" i="0">
                <a:latin typeface="Roboto"/>
                <a:ea typeface="Roboto"/>
                <a:cs typeface="Roboto"/>
                <a:sym typeface="Roboto"/>
              </a:defRPr>
            </a:lvl2pPr>
            <a:lvl3pPr marL="1371622" lvl="2" indent="-330205" algn="l" rtl="0">
              <a:spcBef>
                <a:spcPts val="600"/>
              </a:spcBef>
              <a:spcAft>
                <a:spcPts val="0"/>
              </a:spcAft>
              <a:buClr>
                <a:schemeClr val="dk1"/>
              </a:buClr>
              <a:buSzPts val="1600"/>
              <a:buChar char="−"/>
              <a:defRPr b="0" i="0">
                <a:latin typeface="Roboto"/>
                <a:ea typeface="Roboto"/>
                <a:cs typeface="Roboto"/>
                <a:sym typeface="Roboto"/>
              </a:defRPr>
            </a:lvl3pPr>
            <a:lvl4pPr marL="1828831" lvl="3" indent="-317506" algn="l" rtl="0">
              <a:spcBef>
                <a:spcPts val="300"/>
              </a:spcBef>
              <a:spcAft>
                <a:spcPts val="0"/>
              </a:spcAft>
              <a:buClr>
                <a:schemeClr val="dk1"/>
              </a:buClr>
              <a:buSzPts val="1400"/>
              <a:buChar char="•"/>
              <a:defRPr b="0" i="0">
                <a:latin typeface="Roboto"/>
                <a:ea typeface="Roboto"/>
                <a:cs typeface="Roboto"/>
                <a:sym typeface="Roboto"/>
              </a:defRPr>
            </a:lvl4pPr>
            <a:lvl5pPr marL="2286038" lvl="4" indent="-304805" algn="l" rtl="0">
              <a:spcBef>
                <a:spcPts val="300"/>
              </a:spcBef>
              <a:spcAft>
                <a:spcPts val="0"/>
              </a:spcAft>
              <a:buClr>
                <a:schemeClr val="dk1"/>
              </a:buClr>
              <a:buSzPts val="1200"/>
              <a:buChar char="−"/>
              <a:defRPr b="0" i="0">
                <a:latin typeface="Roboto"/>
                <a:ea typeface="Roboto"/>
                <a:cs typeface="Roboto"/>
                <a:sym typeface="Roboto"/>
              </a:defRPr>
            </a:lvl5pPr>
            <a:lvl6pPr marL="2743246" lvl="5" indent="-304805" algn="l" rtl="0">
              <a:spcBef>
                <a:spcPts val="360"/>
              </a:spcBef>
              <a:spcAft>
                <a:spcPts val="0"/>
              </a:spcAft>
              <a:buClr>
                <a:schemeClr val="dk1"/>
              </a:buClr>
              <a:buSzPts val="1200"/>
              <a:buFont typeface="Roboto"/>
              <a:buChar char="•"/>
              <a:defRPr sz="1200">
                <a:latin typeface="Roboto"/>
                <a:ea typeface="Roboto"/>
                <a:cs typeface="Roboto"/>
                <a:sym typeface="Roboto"/>
              </a:defRPr>
            </a:lvl6pPr>
            <a:lvl7pPr marL="3200453" lvl="6" indent="-304805" algn="l" rtl="0">
              <a:spcBef>
                <a:spcPts val="360"/>
              </a:spcBef>
              <a:spcAft>
                <a:spcPts val="0"/>
              </a:spcAft>
              <a:buClr>
                <a:schemeClr val="dk1"/>
              </a:buClr>
              <a:buSzPts val="1200"/>
              <a:buFont typeface="Roboto"/>
              <a:buChar char="•"/>
              <a:defRPr sz="1200">
                <a:latin typeface="Roboto"/>
                <a:ea typeface="Roboto"/>
                <a:cs typeface="Roboto"/>
                <a:sym typeface="Roboto"/>
              </a:defRPr>
            </a:lvl7pPr>
            <a:lvl8pPr marL="3657661" lvl="7" indent="-304805" algn="l" rtl="0">
              <a:spcBef>
                <a:spcPts val="360"/>
              </a:spcBef>
              <a:spcAft>
                <a:spcPts val="0"/>
              </a:spcAft>
              <a:buClr>
                <a:schemeClr val="dk1"/>
              </a:buClr>
              <a:buSzPts val="1200"/>
              <a:buFont typeface="Roboto"/>
              <a:buChar char="•"/>
              <a:defRPr sz="1200">
                <a:latin typeface="Roboto"/>
                <a:ea typeface="Roboto"/>
                <a:cs typeface="Roboto"/>
                <a:sym typeface="Roboto"/>
              </a:defRPr>
            </a:lvl8pPr>
            <a:lvl9pPr marL="4114868" lvl="8" indent="-304805" algn="l" rtl="0">
              <a:spcBef>
                <a:spcPts val="360"/>
              </a:spcBef>
              <a:spcAft>
                <a:spcPts val="0"/>
              </a:spcAft>
              <a:buClr>
                <a:schemeClr val="dk1"/>
              </a:buClr>
              <a:buSzPts val="1200"/>
              <a:buFont typeface="Roboto"/>
              <a:buChar char="•"/>
              <a:defRPr sz="1200">
                <a:latin typeface="Roboto"/>
                <a:ea typeface="Roboto"/>
                <a:cs typeface="Roboto"/>
                <a:sym typeface="Roboto"/>
              </a:defRPr>
            </a:lvl9pPr>
          </a:lstStyle>
          <a:p>
            <a:endParaRPr/>
          </a:p>
        </p:txBody>
      </p:sp>
      <p:sp>
        <p:nvSpPr>
          <p:cNvPr id="637" name="Google Shape;637;p111"/>
          <p:cNvSpPr txBox="1">
            <a:spLocks noGrp="1"/>
          </p:cNvSpPr>
          <p:nvPr>
            <p:ph type="sldNum" idx="12"/>
          </p:nvPr>
        </p:nvSpPr>
        <p:spPr>
          <a:xfrm>
            <a:off x="11438849" y="6400800"/>
            <a:ext cx="294601" cy="228600"/>
          </a:xfrm>
          <a:prstGeom prst="rect">
            <a:avLst/>
          </a:prstGeom>
        </p:spPr>
        <p:txBody>
          <a:bodyPr spcFirstLastPara="1" wrap="square" lIns="0" tIns="0" rIns="0" bIns="0" anchor="b" anchorCtr="0">
            <a:noAutofit/>
          </a:bodyPr>
          <a:lstStyle>
            <a:lvl1pPr lvl="0" rtl="0">
              <a:buNone/>
              <a:defRPr sz="1000">
                <a:solidFill>
                  <a:srgbClr val="000000"/>
                </a:solidFill>
              </a:defRPr>
            </a:lvl1pPr>
            <a:lvl2pPr lvl="1" rtl="0">
              <a:buNone/>
              <a:defRPr sz="1000">
                <a:solidFill>
                  <a:srgbClr val="000000"/>
                </a:solidFill>
              </a:defRPr>
            </a:lvl2pPr>
            <a:lvl3pPr lvl="2" rtl="0">
              <a:buNone/>
              <a:defRPr sz="1000">
                <a:solidFill>
                  <a:srgbClr val="000000"/>
                </a:solidFill>
              </a:defRPr>
            </a:lvl3pPr>
            <a:lvl4pPr lvl="3" rtl="0">
              <a:buNone/>
              <a:defRPr sz="1000">
                <a:solidFill>
                  <a:srgbClr val="000000"/>
                </a:solidFill>
              </a:defRPr>
            </a:lvl4pPr>
            <a:lvl5pPr lvl="4" rtl="0">
              <a:buNone/>
              <a:defRPr sz="1000">
                <a:solidFill>
                  <a:srgbClr val="000000"/>
                </a:solidFill>
              </a:defRPr>
            </a:lvl5pPr>
            <a:lvl6pPr lvl="5" rtl="0">
              <a:buNone/>
              <a:defRPr sz="1000">
                <a:solidFill>
                  <a:srgbClr val="000000"/>
                </a:solidFill>
              </a:defRPr>
            </a:lvl6pPr>
            <a:lvl7pPr lvl="6" rtl="0">
              <a:buNone/>
              <a:defRPr sz="1000">
                <a:solidFill>
                  <a:srgbClr val="000000"/>
                </a:solidFill>
              </a:defRPr>
            </a:lvl7pPr>
            <a:lvl8pPr lvl="7" rtl="0">
              <a:buNone/>
              <a:defRPr sz="1000">
                <a:solidFill>
                  <a:srgbClr val="000000"/>
                </a:solidFill>
              </a:defRPr>
            </a:lvl8pPr>
            <a:lvl9pPr lvl="8" rtl="0">
              <a:buNone/>
              <a:defRPr sz="1000">
                <a:solidFill>
                  <a:srgbClr val="000000"/>
                </a:solidFill>
              </a:defRPr>
            </a:lvl9pPr>
          </a:lstStyle>
          <a:p>
            <a:fld id="{00000000-1234-1234-1234-123412341234}" type="slidenum">
              <a:rPr lang="en" smtClean="0"/>
              <a:pPr/>
              <a:t>‹#›</a:t>
            </a:fld>
            <a:endParaRPr lang="en"/>
          </a:p>
        </p:txBody>
      </p:sp>
      <p:pic>
        <p:nvPicPr>
          <p:cNvPr id="638" name="Google Shape;638;p111"/>
          <p:cNvPicPr preferRelativeResize="0"/>
          <p:nvPr/>
        </p:nvPicPr>
        <p:blipFill>
          <a:blip r:embed="rId2">
            <a:alphaModFix/>
          </a:blip>
          <a:stretch>
            <a:fillRect/>
          </a:stretch>
        </p:blipFill>
        <p:spPr>
          <a:xfrm>
            <a:off x="455626" y="6262542"/>
            <a:ext cx="685801" cy="352697"/>
          </a:xfrm>
          <a:prstGeom prst="rect">
            <a:avLst/>
          </a:prstGeom>
          <a:noFill/>
          <a:ln>
            <a:noFill/>
          </a:ln>
        </p:spPr>
      </p:pic>
      <p:sp>
        <p:nvSpPr>
          <p:cNvPr id="639" name="Google Shape;639;p111"/>
          <p:cNvSpPr txBox="1"/>
          <p:nvPr/>
        </p:nvSpPr>
        <p:spPr>
          <a:xfrm>
            <a:off x="8194350" y="6400800"/>
            <a:ext cx="3244500" cy="228600"/>
          </a:xfrm>
          <a:prstGeom prst="rect">
            <a:avLst/>
          </a:prstGeom>
          <a:noFill/>
          <a:ln>
            <a:noFill/>
          </a:ln>
        </p:spPr>
        <p:txBody>
          <a:bodyPr spcFirstLastPara="1" wrap="square" lIns="91426" tIns="91426" rIns="91426" bIns="91426" anchor="t" anchorCtr="0">
            <a:noAutofit/>
          </a:bodyPr>
          <a:lstStyle/>
          <a:p>
            <a:pPr marL="0" lvl="0" indent="0" algn="r" rtl="0">
              <a:spcBef>
                <a:spcPts val="0"/>
              </a:spcBef>
              <a:spcAft>
                <a:spcPts val="0"/>
              </a:spcAft>
              <a:buNone/>
            </a:pPr>
            <a:r>
              <a:rPr lang="en" sz="1000">
                <a:solidFill>
                  <a:schemeClr val="dk1"/>
                </a:solidFill>
                <a:latin typeface="Roboto"/>
                <a:ea typeface="Roboto"/>
                <a:cs typeface="Roboto"/>
                <a:sym typeface="Roboto"/>
              </a:rPr>
              <a:t>Proprietary &amp; Confidential - For Internal Use Only</a:t>
            </a:r>
            <a:endParaRPr sz="1000">
              <a:solidFill>
                <a:schemeClr val="dk1"/>
              </a:solidFill>
              <a:latin typeface="Roboto"/>
              <a:ea typeface="Roboto"/>
              <a:cs typeface="Roboto"/>
              <a:sym typeface="Roboto"/>
            </a:endParaRPr>
          </a:p>
        </p:txBody>
      </p:sp>
    </p:spTree>
  </p:cSld>
  <p:clrMapOvr>
    <a:masterClrMapping/>
  </p:clrMapOvr>
  <mc:AlternateContent xmlns:mc="http://schemas.openxmlformats.org/markup-compatibility/2006" xmlns:p14="http://schemas.microsoft.com/office/powerpoint/2010/main">
    <mc:Choice Requires="p14">
      <p:transition p14:dur="250">
        <p:fade/>
      </p:transition>
    </mc:Choice>
    <mc:Fallback xmlns:ahyp="http://schemas.microsoft.com/office/drawing/2018/hyperlinkcolor" xmlns:p15="http://schemas.microsoft.com/office/powerpoint/2012/main" xmlns:com="http://schemas.openxmlformats.org/drawingml/2006/compatibility" xmlns:pvml="urn:schemas-microsoft-com:office:powerpoint" xmlns:v="urn:schemas-microsoft-com:vml" xmlns:o="urn:schemas-microsoft-com:office:office" xmlns:dgm="http://schemas.openxmlformats.org/drawingml/2006/diagram" xmlns:c="http://schemas.openxmlformats.org/drawingml/2006/chart" xmlns:mv="urn:schemas-microsoft-com:mac:vml" xmlns="">
      <p:transition>
        <p:fade/>
      </p:transition>
    </mc:Fallback>
  </mc:AlternateContent>
</p:sldLayout>
</file>

<file path=ppt/slideLayouts/slideLayout106.xml><?xml version="1.0" encoding="utf-8"?>
<p:sldLayout xmlns:a="http://schemas.openxmlformats.org/drawingml/2006/main" xmlns:r="http://schemas.openxmlformats.org/officeDocument/2006/relationships" xmlns:p="http://schemas.openxmlformats.org/presentationml/2006/main" matchingName="WHITE Title | Subhead">
  <p:cSld name="WHITE Title | Subhead">
    <p:spTree>
      <p:nvGrpSpPr>
        <p:cNvPr id="1" name="Shape 640"/>
        <p:cNvGrpSpPr/>
        <p:nvPr/>
      </p:nvGrpSpPr>
      <p:grpSpPr>
        <a:xfrm>
          <a:off x="0" y="0"/>
          <a:ext cx="0" cy="0"/>
          <a:chOff x="0" y="0"/>
          <a:chExt cx="0" cy="0"/>
        </a:xfrm>
      </p:grpSpPr>
      <p:sp>
        <p:nvSpPr>
          <p:cNvPr id="641" name="Google Shape;641;p112"/>
          <p:cNvSpPr txBox="1">
            <a:spLocks noGrp="1"/>
          </p:cNvSpPr>
          <p:nvPr>
            <p:ph type="title"/>
          </p:nvPr>
        </p:nvSpPr>
        <p:spPr>
          <a:xfrm>
            <a:off x="455617" y="457200"/>
            <a:ext cx="8915400" cy="524400"/>
          </a:xfrm>
          <a:prstGeom prst="rect">
            <a:avLst/>
          </a:prstGeom>
          <a:noFill/>
          <a:ln>
            <a:noFill/>
          </a:ln>
        </p:spPr>
        <p:txBody>
          <a:bodyPr spcFirstLastPara="1" wrap="square" lIns="0" tIns="0" rIns="0" bIns="0" anchor="t" anchorCtr="0">
            <a:noAutofit/>
          </a:bodyPr>
          <a:lstStyle>
            <a:lvl1pPr lvl="0" algn="l" rtl="0">
              <a:lnSpc>
                <a:spcPct val="80000"/>
              </a:lnSpc>
              <a:spcBef>
                <a:spcPts val="0"/>
              </a:spcBef>
              <a:spcAft>
                <a:spcPts val="0"/>
              </a:spcAft>
              <a:buClr>
                <a:schemeClr val="dk1"/>
              </a:buClr>
              <a:buSzPts val="1800"/>
              <a:buNone/>
              <a:defRPr/>
            </a:lvl1pPr>
            <a:lvl2pPr lvl="1" rtl="0">
              <a:spcBef>
                <a:spcPts val="0"/>
              </a:spcBef>
              <a:spcAft>
                <a:spcPts val="0"/>
              </a:spcAft>
              <a:buSzPts val="1400"/>
              <a:buNone/>
              <a:defRPr/>
            </a:lvl2pPr>
            <a:lvl3pPr lvl="2" rtl="0">
              <a:spcBef>
                <a:spcPts val="0"/>
              </a:spcBef>
              <a:spcAft>
                <a:spcPts val="0"/>
              </a:spcAft>
              <a:buSzPts val="1400"/>
              <a:buNone/>
              <a:defRPr/>
            </a:lvl3pPr>
            <a:lvl4pPr lvl="3" rtl="0">
              <a:spcBef>
                <a:spcPts val="0"/>
              </a:spcBef>
              <a:spcAft>
                <a:spcPts val="0"/>
              </a:spcAft>
              <a:buSzPts val="1400"/>
              <a:buNone/>
              <a:defRPr/>
            </a:lvl4pPr>
            <a:lvl5pPr lvl="4" rtl="0">
              <a:spcBef>
                <a:spcPts val="0"/>
              </a:spcBef>
              <a:spcAft>
                <a:spcPts val="0"/>
              </a:spcAft>
              <a:buSzPts val="1400"/>
              <a:buNone/>
              <a:defRPr/>
            </a:lvl5pPr>
            <a:lvl6pPr lvl="5" rtl="0">
              <a:spcBef>
                <a:spcPts val="0"/>
              </a:spcBef>
              <a:spcAft>
                <a:spcPts val="0"/>
              </a:spcAft>
              <a:buSzPts val="1400"/>
              <a:buNone/>
              <a:defRPr/>
            </a:lvl6pPr>
            <a:lvl7pPr lvl="6" rtl="0">
              <a:spcBef>
                <a:spcPts val="0"/>
              </a:spcBef>
              <a:spcAft>
                <a:spcPts val="0"/>
              </a:spcAft>
              <a:buSzPts val="1400"/>
              <a:buNone/>
              <a:defRPr/>
            </a:lvl7pPr>
            <a:lvl8pPr lvl="7" rtl="0">
              <a:spcBef>
                <a:spcPts val="0"/>
              </a:spcBef>
              <a:spcAft>
                <a:spcPts val="0"/>
              </a:spcAft>
              <a:buSzPts val="1400"/>
              <a:buNone/>
              <a:defRPr/>
            </a:lvl8pPr>
            <a:lvl9pPr lvl="8" rtl="0">
              <a:spcBef>
                <a:spcPts val="0"/>
              </a:spcBef>
              <a:spcAft>
                <a:spcPts val="0"/>
              </a:spcAft>
              <a:buSzPts val="1400"/>
              <a:buNone/>
              <a:defRPr/>
            </a:lvl9pPr>
          </a:lstStyle>
          <a:p>
            <a:endParaRPr/>
          </a:p>
        </p:txBody>
      </p:sp>
      <p:sp>
        <p:nvSpPr>
          <p:cNvPr id="642" name="Google Shape;642;p112"/>
          <p:cNvSpPr txBox="1">
            <a:spLocks noGrp="1"/>
          </p:cNvSpPr>
          <p:nvPr>
            <p:ph type="subTitle" idx="1"/>
          </p:nvPr>
        </p:nvSpPr>
        <p:spPr>
          <a:xfrm>
            <a:off x="455625" y="868680"/>
            <a:ext cx="7635001" cy="228600"/>
          </a:xfrm>
          <a:prstGeom prst="rect">
            <a:avLst/>
          </a:prstGeom>
        </p:spPr>
        <p:txBody>
          <a:bodyPr spcFirstLastPara="1" wrap="square" lIns="0" tIns="0" rIns="0" bIns="0" anchor="t" anchorCtr="0">
            <a:noAutofit/>
          </a:bodyPr>
          <a:lstStyle>
            <a:lvl1pPr lvl="0" rtl="0">
              <a:spcBef>
                <a:spcPts val="0"/>
              </a:spcBef>
              <a:spcAft>
                <a:spcPts val="0"/>
              </a:spcAft>
              <a:buClr>
                <a:schemeClr val="lt2"/>
              </a:buClr>
              <a:buSzPts val="1600"/>
              <a:buFont typeface="Roboto Medium"/>
              <a:buNone/>
              <a:defRPr sz="1600">
                <a:solidFill>
                  <a:schemeClr val="lt2"/>
                </a:solidFill>
                <a:latin typeface="Roboto Medium"/>
                <a:ea typeface="Roboto Medium"/>
                <a:cs typeface="Roboto Medium"/>
                <a:sym typeface="Roboto Medium"/>
              </a:defRPr>
            </a:lvl1pPr>
            <a:lvl2pPr lvl="1" rtl="0">
              <a:spcBef>
                <a:spcPts val="600"/>
              </a:spcBef>
              <a:spcAft>
                <a:spcPts val="0"/>
              </a:spcAft>
              <a:buSzPts val="1800"/>
              <a:buNone/>
              <a:defRPr/>
            </a:lvl2pPr>
            <a:lvl3pPr lvl="2" rtl="0">
              <a:spcBef>
                <a:spcPts val="600"/>
              </a:spcBef>
              <a:spcAft>
                <a:spcPts val="0"/>
              </a:spcAft>
              <a:buSzPts val="1600"/>
              <a:buNone/>
              <a:defRPr/>
            </a:lvl3pPr>
            <a:lvl4pPr lvl="3" rtl="0">
              <a:spcBef>
                <a:spcPts val="300"/>
              </a:spcBef>
              <a:spcAft>
                <a:spcPts val="0"/>
              </a:spcAft>
              <a:buSzPts val="1400"/>
              <a:buNone/>
              <a:defRPr/>
            </a:lvl4pPr>
            <a:lvl5pPr lvl="4" rtl="0">
              <a:spcBef>
                <a:spcPts val="300"/>
              </a:spcBef>
              <a:spcAft>
                <a:spcPts val="0"/>
              </a:spcAft>
              <a:buSzPts val="1200"/>
              <a:buNone/>
              <a:defRPr/>
            </a:lvl5pPr>
            <a:lvl6pPr lvl="5" rtl="0">
              <a:spcBef>
                <a:spcPts val="533"/>
              </a:spcBef>
              <a:spcAft>
                <a:spcPts val="0"/>
              </a:spcAft>
              <a:buSzPts val="2666"/>
              <a:buNone/>
              <a:defRPr/>
            </a:lvl6pPr>
            <a:lvl7pPr lvl="6" rtl="0">
              <a:spcBef>
                <a:spcPts val="533"/>
              </a:spcBef>
              <a:spcAft>
                <a:spcPts val="0"/>
              </a:spcAft>
              <a:buSzPts val="2666"/>
              <a:buNone/>
              <a:defRPr/>
            </a:lvl7pPr>
            <a:lvl8pPr lvl="7" rtl="0">
              <a:spcBef>
                <a:spcPts val="533"/>
              </a:spcBef>
              <a:spcAft>
                <a:spcPts val="0"/>
              </a:spcAft>
              <a:buSzPts val="2666"/>
              <a:buNone/>
              <a:defRPr/>
            </a:lvl8pPr>
            <a:lvl9pPr lvl="8" rtl="0">
              <a:spcBef>
                <a:spcPts val="533"/>
              </a:spcBef>
              <a:spcAft>
                <a:spcPts val="0"/>
              </a:spcAft>
              <a:buSzPts val="2666"/>
              <a:buNone/>
              <a:defRPr/>
            </a:lvl9pPr>
          </a:lstStyle>
          <a:p>
            <a:endParaRPr/>
          </a:p>
        </p:txBody>
      </p:sp>
      <p:sp>
        <p:nvSpPr>
          <p:cNvPr id="643" name="Google Shape;643;p112"/>
          <p:cNvSpPr txBox="1">
            <a:spLocks noGrp="1"/>
          </p:cNvSpPr>
          <p:nvPr>
            <p:ph type="sldNum" idx="12"/>
          </p:nvPr>
        </p:nvSpPr>
        <p:spPr>
          <a:xfrm>
            <a:off x="11438849" y="6400800"/>
            <a:ext cx="294601" cy="228600"/>
          </a:xfrm>
          <a:prstGeom prst="rect">
            <a:avLst/>
          </a:prstGeom>
        </p:spPr>
        <p:txBody>
          <a:bodyPr spcFirstLastPara="1" wrap="square" lIns="0" tIns="0" rIns="0" bIns="0" anchor="b" anchorCtr="0">
            <a:noAutofit/>
          </a:bodyPr>
          <a:lstStyle>
            <a:lvl1pPr lvl="0" rtl="0">
              <a:buNone/>
              <a:defRPr sz="1000">
                <a:solidFill>
                  <a:srgbClr val="000000"/>
                </a:solidFill>
              </a:defRPr>
            </a:lvl1pPr>
            <a:lvl2pPr lvl="1" rtl="0">
              <a:buNone/>
              <a:defRPr sz="1000">
                <a:solidFill>
                  <a:srgbClr val="000000"/>
                </a:solidFill>
              </a:defRPr>
            </a:lvl2pPr>
            <a:lvl3pPr lvl="2" rtl="0">
              <a:buNone/>
              <a:defRPr sz="1000">
                <a:solidFill>
                  <a:srgbClr val="000000"/>
                </a:solidFill>
              </a:defRPr>
            </a:lvl3pPr>
            <a:lvl4pPr lvl="3" rtl="0">
              <a:buNone/>
              <a:defRPr sz="1000">
                <a:solidFill>
                  <a:srgbClr val="000000"/>
                </a:solidFill>
              </a:defRPr>
            </a:lvl4pPr>
            <a:lvl5pPr lvl="4" rtl="0">
              <a:buNone/>
              <a:defRPr sz="1000">
                <a:solidFill>
                  <a:srgbClr val="000000"/>
                </a:solidFill>
              </a:defRPr>
            </a:lvl5pPr>
            <a:lvl6pPr lvl="5" rtl="0">
              <a:buNone/>
              <a:defRPr sz="1000">
                <a:solidFill>
                  <a:srgbClr val="000000"/>
                </a:solidFill>
              </a:defRPr>
            </a:lvl6pPr>
            <a:lvl7pPr lvl="6" rtl="0">
              <a:buNone/>
              <a:defRPr sz="1000">
                <a:solidFill>
                  <a:srgbClr val="000000"/>
                </a:solidFill>
              </a:defRPr>
            </a:lvl7pPr>
            <a:lvl8pPr lvl="7" rtl="0">
              <a:buNone/>
              <a:defRPr sz="1000">
                <a:solidFill>
                  <a:srgbClr val="000000"/>
                </a:solidFill>
              </a:defRPr>
            </a:lvl8pPr>
            <a:lvl9pPr lvl="8" rtl="0">
              <a:buNone/>
              <a:defRPr sz="1000">
                <a:solidFill>
                  <a:srgbClr val="000000"/>
                </a:solidFill>
              </a:defRPr>
            </a:lvl9pPr>
          </a:lstStyle>
          <a:p>
            <a:fld id="{00000000-1234-1234-1234-123412341234}" type="slidenum">
              <a:rPr lang="en" smtClean="0"/>
              <a:pPr/>
              <a:t>‹#›</a:t>
            </a:fld>
            <a:endParaRPr lang="en"/>
          </a:p>
        </p:txBody>
      </p:sp>
      <p:pic>
        <p:nvPicPr>
          <p:cNvPr id="644" name="Google Shape;644;p112"/>
          <p:cNvPicPr preferRelativeResize="0"/>
          <p:nvPr/>
        </p:nvPicPr>
        <p:blipFill>
          <a:blip r:embed="rId2">
            <a:alphaModFix/>
          </a:blip>
          <a:stretch>
            <a:fillRect/>
          </a:stretch>
        </p:blipFill>
        <p:spPr>
          <a:xfrm>
            <a:off x="455626" y="6262542"/>
            <a:ext cx="685801" cy="352697"/>
          </a:xfrm>
          <a:prstGeom prst="rect">
            <a:avLst/>
          </a:prstGeom>
          <a:noFill/>
          <a:ln>
            <a:noFill/>
          </a:ln>
        </p:spPr>
      </p:pic>
      <p:sp>
        <p:nvSpPr>
          <p:cNvPr id="645" name="Google Shape;645;p112"/>
          <p:cNvSpPr txBox="1"/>
          <p:nvPr/>
        </p:nvSpPr>
        <p:spPr>
          <a:xfrm>
            <a:off x="8194350" y="6400800"/>
            <a:ext cx="3244500" cy="228600"/>
          </a:xfrm>
          <a:prstGeom prst="rect">
            <a:avLst/>
          </a:prstGeom>
          <a:noFill/>
          <a:ln>
            <a:noFill/>
          </a:ln>
        </p:spPr>
        <p:txBody>
          <a:bodyPr spcFirstLastPara="1" wrap="square" lIns="91426" tIns="91426" rIns="91426" bIns="91426" anchor="t" anchorCtr="0">
            <a:noAutofit/>
          </a:bodyPr>
          <a:lstStyle/>
          <a:p>
            <a:pPr marL="0" lvl="0" indent="0" algn="r" rtl="0">
              <a:spcBef>
                <a:spcPts val="0"/>
              </a:spcBef>
              <a:spcAft>
                <a:spcPts val="0"/>
              </a:spcAft>
              <a:buNone/>
            </a:pPr>
            <a:r>
              <a:rPr lang="en" sz="1000">
                <a:solidFill>
                  <a:schemeClr val="dk1"/>
                </a:solidFill>
                <a:latin typeface="Roboto"/>
                <a:ea typeface="Roboto"/>
                <a:cs typeface="Roboto"/>
                <a:sym typeface="Roboto"/>
              </a:rPr>
              <a:t>Proprietary &amp; Confidential - For Internal Use Only</a:t>
            </a:r>
            <a:endParaRPr sz="1000">
              <a:solidFill>
                <a:schemeClr val="dk1"/>
              </a:solidFill>
              <a:latin typeface="Roboto"/>
              <a:ea typeface="Roboto"/>
              <a:cs typeface="Roboto"/>
              <a:sym typeface="Roboto"/>
            </a:endParaRPr>
          </a:p>
        </p:txBody>
      </p:sp>
    </p:spTree>
  </p:cSld>
  <p:clrMapOvr>
    <a:masterClrMapping/>
  </p:clrMapOvr>
  <mc:AlternateContent xmlns:mc="http://schemas.openxmlformats.org/markup-compatibility/2006" xmlns:p14="http://schemas.microsoft.com/office/powerpoint/2010/main">
    <mc:Choice Requires="p14">
      <p:transition p14:dur="250">
        <p:fade/>
      </p:transition>
    </mc:Choice>
    <mc:Fallback xmlns:ahyp="http://schemas.microsoft.com/office/drawing/2018/hyperlinkcolor" xmlns:p15="http://schemas.microsoft.com/office/powerpoint/2012/main" xmlns:com="http://schemas.openxmlformats.org/drawingml/2006/compatibility" xmlns:pvml="urn:schemas-microsoft-com:office:powerpoint" xmlns:v="urn:schemas-microsoft-com:vml" xmlns:o="urn:schemas-microsoft-com:office:office" xmlns:dgm="http://schemas.openxmlformats.org/drawingml/2006/diagram" xmlns:c="http://schemas.openxmlformats.org/drawingml/2006/chart" xmlns:mv="urn:schemas-microsoft-com:mac:vml" xmlns="">
      <p:transition>
        <p:fade/>
      </p:transition>
    </mc:Fallback>
  </mc:AlternateContent>
</p:sldLayout>
</file>

<file path=ppt/slideLayouts/slideLayout107.xml><?xml version="1.0" encoding="utf-8"?>
<p:sldLayout xmlns:a="http://schemas.openxmlformats.org/drawingml/2006/main" xmlns:r="http://schemas.openxmlformats.org/officeDocument/2006/relationships" xmlns:p="http://schemas.openxmlformats.org/presentationml/2006/main" matchingName="NAVY 1Col Title | Text">
  <p:cSld name="NAVY 1Col Title | Text">
    <p:bg>
      <p:bgPr>
        <a:solidFill>
          <a:srgbClr val="030A14"/>
        </a:solidFill>
        <a:effectLst/>
      </p:bgPr>
    </p:bg>
    <p:spTree>
      <p:nvGrpSpPr>
        <p:cNvPr id="1" name="Shape 646"/>
        <p:cNvGrpSpPr/>
        <p:nvPr/>
      </p:nvGrpSpPr>
      <p:grpSpPr>
        <a:xfrm>
          <a:off x="0" y="0"/>
          <a:ext cx="0" cy="0"/>
          <a:chOff x="0" y="0"/>
          <a:chExt cx="0" cy="0"/>
        </a:xfrm>
      </p:grpSpPr>
      <p:sp>
        <p:nvSpPr>
          <p:cNvPr id="647" name="Google Shape;647;p113"/>
          <p:cNvSpPr txBox="1">
            <a:spLocks noGrp="1"/>
          </p:cNvSpPr>
          <p:nvPr>
            <p:ph type="title"/>
          </p:nvPr>
        </p:nvSpPr>
        <p:spPr>
          <a:xfrm>
            <a:off x="455617" y="457200"/>
            <a:ext cx="8915400" cy="524400"/>
          </a:xfrm>
          <a:prstGeom prst="rect">
            <a:avLst/>
          </a:prstGeom>
          <a:noFill/>
          <a:ln>
            <a:noFill/>
          </a:ln>
        </p:spPr>
        <p:txBody>
          <a:bodyPr spcFirstLastPara="1" wrap="square" lIns="0" tIns="0" rIns="0" bIns="0" anchor="t" anchorCtr="0">
            <a:noAutofit/>
          </a:bodyPr>
          <a:lstStyle>
            <a:lvl1pPr lvl="0" algn="l" rtl="0">
              <a:lnSpc>
                <a:spcPct val="80000"/>
              </a:lnSpc>
              <a:spcBef>
                <a:spcPts val="0"/>
              </a:spcBef>
              <a:spcAft>
                <a:spcPts val="0"/>
              </a:spcAft>
              <a:buClr>
                <a:schemeClr val="lt1"/>
              </a:buClr>
              <a:buSzPts val="3200"/>
              <a:buFont typeface="Roboto Medium"/>
              <a:buNone/>
              <a:defRPr b="0">
                <a:solidFill>
                  <a:schemeClr val="lt1"/>
                </a:solidFill>
              </a:defRPr>
            </a:lvl1pPr>
            <a:lvl2pPr lvl="1" rtl="0">
              <a:spcBef>
                <a:spcPts val="0"/>
              </a:spcBef>
              <a:spcAft>
                <a:spcPts val="0"/>
              </a:spcAft>
              <a:buSzPts val="1400"/>
              <a:buNone/>
              <a:defRPr/>
            </a:lvl2pPr>
            <a:lvl3pPr lvl="2" rtl="0">
              <a:spcBef>
                <a:spcPts val="0"/>
              </a:spcBef>
              <a:spcAft>
                <a:spcPts val="0"/>
              </a:spcAft>
              <a:buSzPts val="1400"/>
              <a:buNone/>
              <a:defRPr/>
            </a:lvl3pPr>
            <a:lvl4pPr lvl="3" rtl="0">
              <a:spcBef>
                <a:spcPts val="0"/>
              </a:spcBef>
              <a:spcAft>
                <a:spcPts val="0"/>
              </a:spcAft>
              <a:buSzPts val="1400"/>
              <a:buNone/>
              <a:defRPr/>
            </a:lvl4pPr>
            <a:lvl5pPr lvl="4" rtl="0">
              <a:spcBef>
                <a:spcPts val="0"/>
              </a:spcBef>
              <a:spcAft>
                <a:spcPts val="0"/>
              </a:spcAft>
              <a:buSzPts val="1400"/>
              <a:buNone/>
              <a:defRPr/>
            </a:lvl5pPr>
            <a:lvl6pPr lvl="5" rtl="0">
              <a:spcBef>
                <a:spcPts val="0"/>
              </a:spcBef>
              <a:spcAft>
                <a:spcPts val="0"/>
              </a:spcAft>
              <a:buSzPts val="1400"/>
              <a:buNone/>
              <a:defRPr/>
            </a:lvl6pPr>
            <a:lvl7pPr lvl="6" rtl="0">
              <a:spcBef>
                <a:spcPts val="0"/>
              </a:spcBef>
              <a:spcAft>
                <a:spcPts val="0"/>
              </a:spcAft>
              <a:buSzPts val="1400"/>
              <a:buNone/>
              <a:defRPr/>
            </a:lvl7pPr>
            <a:lvl8pPr lvl="7" rtl="0">
              <a:spcBef>
                <a:spcPts val="0"/>
              </a:spcBef>
              <a:spcAft>
                <a:spcPts val="0"/>
              </a:spcAft>
              <a:buSzPts val="1400"/>
              <a:buNone/>
              <a:defRPr/>
            </a:lvl8pPr>
            <a:lvl9pPr lvl="8" rtl="0">
              <a:spcBef>
                <a:spcPts val="0"/>
              </a:spcBef>
              <a:spcAft>
                <a:spcPts val="0"/>
              </a:spcAft>
              <a:buSzPts val="1400"/>
              <a:buNone/>
              <a:defRPr/>
            </a:lvl9pPr>
          </a:lstStyle>
          <a:p>
            <a:endParaRPr/>
          </a:p>
        </p:txBody>
      </p:sp>
      <p:sp>
        <p:nvSpPr>
          <p:cNvPr id="648" name="Google Shape;648;p113"/>
          <p:cNvSpPr txBox="1">
            <a:spLocks noGrp="1"/>
          </p:cNvSpPr>
          <p:nvPr>
            <p:ph type="body" idx="1"/>
          </p:nvPr>
        </p:nvSpPr>
        <p:spPr>
          <a:xfrm>
            <a:off x="455613" y="2686375"/>
            <a:ext cx="8915400" cy="3257100"/>
          </a:xfrm>
          <a:prstGeom prst="rect">
            <a:avLst/>
          </a:prstGeom>
          <a:noFill/>
          <a:ln>
            <a:noFill/>
          </a:ln>
        </p:spPr>
        <p:txBody>
          <a:bodyPr spcFirstLastPara="1" wrap="square" lIns="0" tIns="0" rIns="0" bIns="0" anchor="t" anchorCtr="0">
            <a:noAutofit/>
          </a:bodyPr>
          <a:lstStyle>
            <a:lvl1pPr marL="457207" lvl="0" indent="-228604" algn="l" rtl="0">
              <a:spcBef>
                <a:spcPts val="1800"/>
              </a:spcBef>
              <a:spcAft>
                <a:spcPts val="0"/>
              </a:spcAft>
              <a:buClr>
                <a:srgbClr val="FFFFFF"/>
              </a:buClr>
              <a:buSzPts val="2000"/>
              <a:buFont typeface="Roboto"/>
              <a:buNone/>
              <a:defRPr b="0" i="0">
                <a:solidFill>
                  <a:srgbClr val="FFFFFF"/>
                </a:solidFill>
                <a:latin typeface="Roboto"/>
                <a:ea typeface="Roboto"/>
                <a:cs typeface="Roboto"/>
                <a:sym typeface="Roboto"/>
              </a:defRPr>
            </a:lvl1pPr>
            <a:lvl2pPr marL="914415" lvl="1" indent="-342906" algn="l" rtl="0">
              <a:spcBef>
                <a:spcPts val="600"/>
              </a:spcBef>
              <a:spcAft>
                <a:spcPts val="0"/>
              </a:spcAft>
              <a:buClr>
                <a:srgbClr val="FFFFFF"/>
              </a:buClr>
              <a:buSzPts val="1800"/>
              <a:buChar char="•"/>
              <a:defRPr b="0" i="0">
                <a:solidFill>
                  <a:srgbClr val="FFFFFF"/>
                </a:solidFill>
                <a:latin typeface="Roboto"/>
                <a:ea typeface="Roboto"/>
                <a:cs typeface="Roboto"/>
                <a:sym typeface="Roboto"/>
              </a:defRPr>
            </a:lvl2pPr>
            <a:lvl3pPr marL="1371622" lvl="2" indent="-330205" algn="l" rtl="0">
              <a:spcBef>
                <a:spcPts val="600"/>
              </a:spcBef>
              <a:spcAft>
                <a:spcPts val="0"/>
              </a:spcAft>
              <a:buClr>
                <a:srgbClr val="FFFFFF"/>
              </a:buClr>
              <a:buSzPts val="1600"/>
              <a:buChar char="−"/>
              <a:defRPr b="0" i="0">
                <a:solidFill>
                  <a:srgbClr val="FFFFFF"/>
                </a:solidFill>
                <a:latin typeface="Roboto"/>
                <a:ea typeface="Roboto"/>
                <a:cs typeface="Roboto"/>
                <a:sym typeface="Roboto"/>
              </a:defRPr>
            </a:lvl3pPr>
            <a:lvl4pPr marL="1828831" lvl="3" indent="-317506" algn="l" rtl="0">
              <a:spcBef>
                <a:spcPts val="300"/>
              </a:spcBef>
              <a:spcAft>
                <a:spcPts val="0"/>
              </a:spcAft>
              <a:buClr>
                <a:srgbClr val="FFFFFF"/>
              </a:buClr>
              <a:buSzPts val="1400"/>
              <a:buChar char="•"/>
              <a:defRPr b="0" i="0">
                <a:solidFill>
                  <a:srgbClr val="FFFFFF"/>
                </a:solidFill>
                <a:latin typeface="Roboto"/>
                <a:ea typeface="Roboto"/>
                <a:cs typeface="Roboto"/>
                <a:sym typeface="Roboto"/>
              </a:defRPr>
            </a:lvl4pPr>
            <a:lvl5pPr marL="2286038" lvl="4" indent="-304805" algn="l" rtl="0">
              <a:spcBef>
                <a:spcPts val="300"/>
              </a:spcBef>
              <a:spcAft>
                <a:spcPts val="0"/>
              </a:spcAft>
              <a:buClr>
                <a:srgbClr val="FFFFFF"/>
              </a:buClr>
              <a:buSzPts val="1200"/>
              <a:buChar char="−"/>
              <a:defRPr b="0" i="0">
                <a:solidFill>
                  <a:srgbClr val="FFFFFF"/>
                </a:solidFill>
                <a:latin typeface="Roboto"/>
                <a:ea typeface="Roboto"/>
                <a:cs typeface="Roboto"/>
                <a:sym typeface="Roboto"/>
              </a:defRPr>
            </a:lvl5pPr>
            <a:lvl6pPr marL="2743246" lvl="5" indent="-304805" algn="l" rtl="0">
              <a:spcBef>
                <a:spcPts val="360"/>
              </a:spcBef>
              <a:spcAft>
                <a:spcPts val="0"/>
              </a:spcAft>
              <a:buClr>
                <a:srgbClr val="FFFFFF"/>
              </a:buClr>
              <a:buSzPts val="1200"/>
              <a:buFont typeface="Roboto"/>
              <a:buChar char="•"/>
              <a:defRPr sz="1200">
                <a:solidFill>
                  <a:srgbClr val="FFFFFF"/>
                </a:solidFill>
                <a:latin typeface="Roboto"/>
                <a:ea typeface="Roboto"/>
                <a:cs typeface="Roboto"/>
                <a:sym typeface="Roboto"/>
              </a:defRPr>
            </a:lvl6pPr>
            <a:lvl7pPr marL="3200453" lvl="6" indent="-304805" algn="l" rtl="0">
              <a:spcBef>
                <a:spcPts val="360"/>
              </a:spcBef>
              <a:spcAft>
                <a:spcPts val="0"/>
              </a:spcAft>
              <a:buClr>
                <a:srgbClr val="FFFFFF"/>
              </a:buClr>
              <a:buSzPts val="1200"/>
              <a:buFont typeface="Roboto"/>
              <a:buChar char="•"/>
              <a:defRPr sz="1200">
                <a:solidFill>
                  <a:srgbClr val="FFFFFF"/>
                </a:solidFill>
                <a:latin typeface="Roboto"/>
                <a:ea typeface="Roboto"/>
                <a:cs typeface="Roboto"/>
                <a:sym typeface="Roboto"/>
              </a:defRPr>
            </a:lvl7pPr>
            <a:lvl8pPr marL="3657661" lvl="7" indent="-304805" algn="l" rtl="0">
              <a:spcBef>
                <a:spcPts val="360"/>
              </a:spcBef>
              <a:spcAft>
                <a:spcPts val="0"/>
              </a:spcAft>
              <a:buClr>
                <a:srgbClr val="FFFFFF"/>
              </a:buClr>
              <a:buSzPts val="1200"/>
              <a:buFont typeface="Roboto"/>
              <a:buChar char="•"/>
              <a:defRPr sz="1200">
                <a:solidFill>
                  <a:srgbClr val="FFFFFF"/>
                </a:solidFill>
                <a:latin typeface="Roboto"/>
                <a:ea typeface="Roboto"/>
                <a:cs typeface="Roboto"/>
                <a:sym typeface="Roboto"/>
              </a:defRPr>
            </a:lvl8pPr>
            <a:lvl9pPr marL="4114868" lvl="8" indent="-304805" algn="l" rtl="0">
              <a:spcBef>
                <a:spcPts val="360"/>
              </a:spcBef>
              <a:spcAft>
                <a:spcPts val="0"/>
              </a:spcAft>
              <a:buClr>
                <a:srgbClr val="FFFFFF"/>
              </a:buClr>
              <a:buSzPts val="1200"/>
              <a:buFont typeface="Roboto"/>
              <a:buChar char="•"/>
              <a:defRPr sz="1200">
                <a:solidFill>
                  <a:srgbClr val="FFFFFF"/>
                </a:solidFill>
                <a:latin typeface="Roboto"/>
                <a:ea typeface="Roboto"/>
                <a:cs typeface="Roboto"/>
                <a:sym typeface="Roboto"/>
              </a:defRPr>
            </a:lvl9pPr>
          </a:lstStyle>
          <a:p>
            <a:endParaRPr/>
          </a:p>
        </p:txBody>
      </p:sp>
      <p:sp>
        <p:nvSpPr>
          <p:cNvPr id="649" name="Google Shape;649;p113"/>
          <p:cNvSpPr txBox="1">
            <a:spLocks noGrp="1"/>
          </p:cNvSpPr>
          <p:nvPr>
            <p:ph type="sldNum" idx="12"/>
          </p:nvPr>
        </p:nvSpPr>
        <p:spPr>
          <a:xfrm>
            <a:off x="11438849" y="6400800"/>
            <a:ext cx="294601" cy="228600"/>
          </a:xfrm>
          <a:prstGeom prst="rect">
            <a:avLst/>
          </a:prstGeom>
        </p:spPr>
        <p:txBody>
          <a:bodyPr spcFirstLastPara="1" wrap="square" lIns="0" tIns="0" rIns="0" bIns="0" anchor="b" anchorCtr="0">
            <a:noAutofit/>
          </a:bodyPr>
          <a:lstStyle>
            <a:lvl1pPr lvl="0" rtl="0">
              <a:buNone/>
              <a:defRPr sz="1000">
                <a:solidFill>
                  <a:schemeClr val="lt1"/>
                </a:solidFill>
              </a:defRPr>
            </a:lvl1pPr>
            <a:lvl2pPr lvl="1" rtl="0">
              <a:buNone/>
              <a:defRPr sz="1000">
                <a:solidFill>
                  <a:schemeClr val="lt1"/>
                </a:solidFill>
              </a:defRPr>
            </a:lvl2pPr>
            <a:lvl3pPr lvl="2" rtl="0">
              <a:buNone/>
              <a:defRPr sz="1000">
                <a:solidFill>
                  <a:schemeClr val="lt1"/>
                </a:solidFill>
              </a:defRPr>
            </a:lvl3pPr>
            <a:lvl4pPr lvl="3" rtl="0">
              <a:buNone/>
              <a:defRPr sz="1000">
                <a:solidFill>
                  <a:schemeClr val="lt1"/>
                </a:solidFill>
              </a:defRPr>
            </a:lvl4pPr>
            <a:lvl5pPr lvl="4" rtl="0">
              <a:buNone/>
              <a:defRPr sz="1000">
                <a:solidFill>
                  <a:schemeClr val="lt1"/>
                </a:solidFill>
              </a:defRPr>
            </a:lvl5pPr>
            <a:lvl6pPr lvl="5" rtl="0">
              <a:buNone/>
              <a:defRPr sz="1000">
                <a:solidFill>
                  <a:schemeClr val="lt1"/>
                </a:solidFill>
              </a:defRPr>
            </a:lvl6pPr>
            <a:lvl7pPr lvl="6" rtl="0">
              <a:buNone/>
              <a:defRPr sz="1000">
                <a:solidFill>
                  <a:schemeClr val="lt1"/>
                </a:solidFill>
              </a:defRPr>
            </a:lvl7pPr>
            <a:lvl8pPr lvl="7" rtl="0">
              <a:buNone/>
              <a:defRPr sz="1000">
                <a:solidFill>
                  <a:schemeClr val="lt1"/>
                </a:solidFill>
              </a:defRPr>
            </a:lvl8pPr>
            <a:lvl9pPr lvl="8" rtl="0">
              <a:buNone/>
              <a:defRPr sz="1000">
                <a:solidFill>
                  <a:schemeClr val="lt1"/>
                </a:solidFill>
              </a:defRPr>
            </a:lvl9pPr>
          </a:lstStyle>
          <a:p>
            <a:fld id="{00000000-1234-1234-1234-123412341234}" type="slidenum">
              <a:rPr lang="en" smtClean="0"/>
              <a:pPr/>
              <a:t>‹#›</a:t>
            </a:fld>
            <a:endParaRPr lang="en"/>
          </a:p>
        </p:txBody>
      </p:sp>
      <p:pic>
        <p:nvPicPr>
          <p:cNvPr id="650" name="Google Shape;650;p113"/>
          <p:cNvPicPr preferRelativeResize="0"/>
          <p:nvPr/>
        </p:nvPicPr>
        <p:blipFill>
          <a:blip r:embed="rId2">
            <a:alphaModFix/>
          </a:blip>
          <a:stretch>
            <a:fillRect/>
          </a:stretch>
        </p:blipFill>
        <p:spPr>
          <a:xfrm>
            <a:off x="455626" y="6262542"/>
            <a:ext cx="685801" cy="352697"/>
          </a:xfrm>
          <a:prstGeom prst="rect">
            <a:avLst/>
          </a:prstGeom>
          <a:noFill/>
          <a:ln>
            <a:noFill/>
          </a:ln>
        </p:spPr>
      </p:pic>
      <p:sp>
        <p:nvSpPr>
          <p:cNvPr id="651" name="Google Shape;651;p113"/>
          <p:cNvSpPr txBox="1"/>
          <p:nvPr/>
        </p:nvSpPr>
        <p:spPr>
          <a:xfrm>
            <a:off x="8194350" y="6400800"/>
            <a:ext cx="3244500" cy="228600"/>
          </a:xfrm>
          <a:prstGeom prst="rect">
            <a:avLst/>
          </a:prstGeom>
          <a:noFill/>
          <a:ln>
            <a:noFill/>
          </a:ln>
        </p:spPr>
        <p:txBody>
          <a:bodyPr spcFirstLastPara="1" wrap="square" lIns="91426" tIns="91426" rIns="91426" bIns="91426" anchor="t" anchorCtr="0">
            <a:noAutofit/>
          </a:bodyPr>
          <a:lstStyle/>
          <a:p>
            <a:pPr marL="0" lvl="0" indent="0" algn="r" rtl="0">
              <a:spcBef>
                <a:spcPts val="0"/>
              </a:spcBef>
              <a:spcAft>
                <a:spcPts val="0"/>
              </a:spcAft>
              <a:buNone/>
            </a:pPr>
            <a:r>
              <a:rPr lang="en" sz="1000">
                <a:solidFill>
                  <a:srgbClr val="FFFFFF"/>
                </a:solidFill>
                <a:latin typeface="Roboto"/>
                <a:ea typeface="Roboto"/>
                <a:cs typeface="Roboto"/>
                <a:sym typeface="Roboto"/>
              </a:rPr>
              <a:t>Proprietary &amp; Confidential - For Internal Use Only</a:t>
            </a:r>
            <a:endParaRPr sz="1000">
              <a:solidFill>
                <a:srgbClr val="FFFFFF"/>
              </a:solidFill>
              <a:latin typeface="Roboto"/>
              <a:ea typeface="Roboto"/>
              <a:cs typeface="Roboto"/>
              <a:sym typeface="Roboto"/>
            </a:endParaRPr>
          </a:p>
        </p:txBody>
      </p:sp>
    </p:spTree>
  </p:cSld>
  <p:clrMapOvr>
    <a:masterClrMapping/>
  </p:clrMapOvr>
  <mc:AlternateContent xmlns:mc="http://schemas.openxmlformats.org/markup-compatibility/2006" xmlns:p14="http://schemas.microsoft.com/office/powerpoint/2010/main">
    <mc:Choice Requires="p14">
      <p:transition p14:dur="250">
        <p:fade/>
      </p:transition>
    </mc:Choice>
    <mc:Fallback xmlns:ahyp="http://schemas.microsoft.com/office/drawing/2018/hyperlinkcolor" xmlns:p15="http://schemas.microsoft.com/office/powerpoint/2012/main" xmlns:com="http://schemas.openxmlformats.org/drawingml/2006/compatibility" xmlns:pvml="urn:schemas-microsoft-com:office:powerpoint" xmlns:v="urn:schemas-microsoft-com:vml" xmlns:o="urn:schemas-microsoft-com:office:office" xmlns:dgm="http://schemas.openxmlformats.org/drawingml/2006/diagram" xmlns:c="http://schemas.openxmlformats.org/drawingml/2006/chart" xmlns:mv="urn:schemas-microsoft-com:mac:vml" xmlns="">
      <p:transition>
        <p:fade/>
      </p:transition>
    </mc:Fallback>
  </mc:AlternateContent>
</p:sldLayout>
</file>

<file path=ppt/slideLayouts/slideLayout108.xml><?xml version="1.0" encoding="utf-8"?>
<p:sldLayout xmlns:a="http://schemas.openxmlformats.org/drawingml/2006/main" xmlns:r="http://schemas.openxmlformats.org/officeDocument/2006/relationships" xmlns:p="http://schemas.openxmlformats.org/presentationml/2006/main" matchingName="NAVY 2Col Title | Text">
  <p:cSld name="NAVY 2Col Title | Text">
    <p:bg>
      <p:bgPr>
        <a:solidFill>
          <a:srgbClr val="030A14"/>
        </a:solidFill>
        <a:effectLst/>
      </p:bgPr>
    </p:bg>
    <p:spTree>
      <p:nvGrpSpPr>
        <p:cNvPr id="1" name="Shape 652"/>
        <p:cNvGrpSpPr/>
        <p:nvPr/>
      </p:nvGrpSpPr>
      <p:grpSpPr>
        <a:xfrm>
          <a:off x="0" y="0"/>
          <a:ext cx="0" cy="0"/>
          <a:chOff x="0" y="0"/>
          <a:chExt cx="0" cy="0"/>
        </a:xfrm>
      </p:grpSpPr>
      <p:sp>
        <p:nvSpPr>
          <p:cNvPr id="653" name="Google Shape;653;p114"/>
          <p:cNvSpPr txBox="1">
            <a:spLocks noGrp="1"/>
          </p:cNvSpPr>
          <p:nvPr>
            <p:ph type="title"/>
          </p:nvPr>
        </p:nvSpPr>
        <p:spPr>
          <a:xfrm>
            <a:off x="455617" y="460683"/>
            <a:ext cx="8915400" cy="524400"/>
          </a:xfrm>
          <a:prstGeom prst="rect">
            <a:avLst/>
          </a:prstGeom>
          <a:noFill/>
          <a:ln>
            <a:noFill/>
          </a:ln>
        </p:spPr>
        <p:txBody>
          <a:bodyPr spcFirstLastPara="1" wrap="square" lIns="0" tIns="0" rIns="0" bIns="0" anchor="t" anchorCtr="0">
            <a:noAutofit/>
          </a:bodyPr>
          <a:lstStyle>
            <a:lvl1pPr lvl="0" algn="l" rtl="0">
              <a:lnSpc>
                <a:spcPct val="80000"/>
              </a:lnSpc>
              <a:spcBef>
                <a:spcPts val="0"/>
              </a:spcBef>
              <a:spcAft>
                <a:spcPts val="0"/>
              </a:spcAft>
              <a:buClr>
                <a:schemeClr val="lt1"/>
              </a:buClr>
              <a:buSzPts val="3200"/>
              <a:buFont typeface="Roboto Medium"/>
              <a:buNone/>
              <a:defRPr b="0">
                <a:solidFill>
                  <a:schemeClr val="lt1"/>
                </a:solidFill>
              </a:defRPr>
            </a:lvl1pPr>
            <a:lvl2pPr lvl="1" rtl="0">
              <a:spcBef>
                <a:spcPts val="0"/>
              </a:spcBef>
              <a:spcAft>
                <a:spcPts val="0"/>
              </a:spcAft>
              <a:buSzPts val="1400"/>
              <a:buNone/>
              <a:defRPr/>
            </a:lvl2pPr>
            <a:lvl3pPr lvl="2" rtl="0">
              <a:spcBef>
                <a:spcPts val="0"/>
              </a:spcBef>
              <a:spcAft>
                <a:spcPts val="0"/>
              </a:spcAft>
              <a:buSzPts val="1400"/>
              <a:buNone/>
              <a:defRPr/>
            </a:lvl3pPr>
            <a:lvl4pPr lvl="3" rtl="0">
              <a:spcBef>
                <a:spcPts val="0"/>
              </a:spcBef>
              <a:spcAft>
                <a:spcPts val="0"/>
              </a:spcAft>
              <a:buSzPts val="1400"/>
              <a:buNone/>
              <a:defRPr/>
            </a:lvl4pPr>
            <a:lvl5pPr lvl="4" rtl="0">
              <a:spcBef>
                <a:spcPts val="0"/>
              </a:spcBef>
              <a:spcAft>
                <a:spcPts val="0"/>
              </a:spcAft>
              <a:buSzPts val="1400"/>
              <a:buNone/>
              <a:defRPr/>
            </a:lvl5pPr>
            <a:lvl6pPr lvl="5" rtl="0">
              <a:spcBef>
                <a:spcPts val="0"/>
              </a:spcBef>
              <a:spcAft>
                <a:spcPts val="0"/>
              </a:spcAft>
              <a:buSzPts val="1400"/>
              <a:buNone/>
              <a:defRPr/>
            </a:lvl6pPr>
            <a:lvl7pPr lvl="6" rtl="0">
              <a:spcBef>
                <a:spcPts val="0"/>
              </a:spcBef>
              <a:spcAft>
                <a:spcPts val="0"/>
              </a:spcAft>
              <a:buSzPts val="1400"/>
              <a:buNone/>
              <a:defRPr/>
            </a:lvl7pPr>
            <a:lvl8pPr lvl="7" rtl="0">
              <a:spcBef>
                <a:spcPts val="0"/>
              </a:spcBef>
              <a:spcAft>
                <a:spcPts val="0"/>
              </a:spcAft>
              <a:buSzPts val="1400"/>
              <a:buNone/>
              <a:defRPr/>
            </a:lvl8pPr>
            <a:lvl9pPr lvl="8" rtl="0">
              <a:spcBef>
                <a:spcPts val="0"/>
              </a:spcBef>
              <a:spcAft>
                <a:spcPts val="0"/>
              </a:spcAft>
              <a:buSzPts val="1400"/>
              <a:buNone/>
              <a:defRPr/>
            </a:lvl9pPr>
          </a:lstStyle>
          <a:p>
            <a:endParaRPr/>
          </a:p>
        </p:txBody>
      </p:sp>
      <p:sp>
        <p:nvSpPr>
          <p:cNvPr id="654" name="Google Shape;654;p114"/>
          <p:cNvSpPr txBox="1">
            <a:spLocks noGrp="1"/>
          </p:cNvSpPr>
          <p:nvPr>
            <p:ph type="body" idx="1"/>
          </p:nvPr>
        </p:nvSpPr>
        <p:spPr>
          <a:xfrm>
            <a:off x="455625" y="2686375"/>
            <a:ext cx="5486400" cy="3257100"/>
          </a:xfrm>
          <a:prstGeom prst="rect">
            <a:avLst/>
          </a:prstGeom>
          <a:noFill/>
          <a:ln>
            <a:noFill/>
          </a:ln>
        </p:spPr>
        <p:txBody>
          <a:bodyPr spcFirstLastPara="1" wrap="square" lIns="0" tIns="0" rIns="0" bIns="0" anchor="t" anchorCtr="0">
            <a:noAutofit/>
          </a:bodyPr>
          <a:lstStyle>
            <a:lvl1pPr marL="457207" lvl="0" indent="-228604" algn="l" rtl="0">
              <a:spcBef>
                <a:spcPts val="1800"/>
              </a:spcBef>
              <a:spcAft>
                <a:spcPts val="0"/>
              </a:spcAft>
              <a:buClr>
                <a:schemeClr val="lt1"/>
              </a:buClr>
              <a:buSzPts val="2000"/>
              <a:buFont typeface="Roboto"/>
              <a:buNone/>
              <a:defRPr b="0" i="0">
                <a:solidFill>
                  <a:schemeClr val="lt1"/>
                </a:solidFill>
                <a:latin typeface="Roboto"/>
                <a:ea typeface="Roboto"/>
                <a:cs typeface="Roboto"/>
                <a:sym typeface="Roboto"/>
              </a:defRPr>
            </a:lvl1pPr>
            <a:lvl2pPr marL="914415" lvl="1" indent="-342906" algn="l" rtl="0">
              <a:spcBef>
                <a:spcPts val="600"/>
              </a:spcBef>
              <a:spcAft>
                <a:spcPts val="0"/>
              </a:spcAft>
              <a:buClr>
                <a:schemeClr val="lt1"/>
              </a:buClr>
              <a:buSzPts val="1800"/>
              <a:buChar char="•"/>
              <a:defRPr b="0" i="0">
                <a:solidFill>
                  <a:schemeClr val="lt1"/>
                </a:solidFill>
                <a:latin typeface="Roboto"/>
                <a:ea typeface="Roboto"/>
                <a:cs typeface="Roboto"/>
                <a:sym typeface="Roboto"/>
              </a:defRPr>
            </a:lvl2pPr>
            <a:lvl3pPr marL="1371622" lvl="2" indent="-330205" algn="l" rtl="0">
              <a:spcBef>
                <a:spcPts val="600"/>
              </a:spcBef>
              <a:spcAft>
                <a:spcPts val="0"/>
              </a:spcAft>
              <a:buClr>
                <a:schemeClr val="lt1"/>
              </a:buClr>
              <a:buSzPts val="1600"/>
              <a:buChar char="−"/>
              <a:defRPr b="0" i="0">
                <a:solidFill>
                  <a:schemeClr val="lt1"/>
                </a:solidFill>
                <a:latin typeface="Roboto"/>
                <a:ea typeface="Roboto"/>
                <a:cs typeface="Roboto"/>
                <a:sym typeface="Roboto"/>
              </a:defRPr>
            </a:lvl3pPr>
            <a:lvl4pPr marL="1828831" lvl="3" indent="-317506" algn="l" rtl="0">
              <a:spcBef>
                <a:spcPts val="300"/>
              </a:spcBef>
              <a:spcAft>
                <a:spcPts val="0"/>
              </a:spcAft>
              <a:buClr>
                <a:schemeClr val="lt1"/>
              </a:buClr>
              <a:buSzPts val="1400"/>
              <a:buChar char="•"/>
              <a:defRPr b="0" i="0">
                <a:solidFill>
                  <a:schemeClr val="lt1"/>
                </a:solidFill>
                <a:latin typeface="Roboto"/>
                <a:ea typeface="Roboto"/>
                <a:cs typeface="Roboto"/>
                <a:sym typeface="Roboto"/>
              </a:defRPr>
            </a:lvl4pPr>
            <a:lvl5pPr marL="2286038" lvl="4" indent="-304805" algn="l" rtl="0">
              <a:spcBef>
                <a:spcPts val="300"/>
              </a:spcBef>
              <a:spcAft>
                <a:spcPts val="0"/>
              </a:spcAft>
              <a:buClr>
                <a:schemeClr val="lt1"/>
              </a:buClr>
              <a:buSzPts val="1200"/>
              <a:buChar char="−"/>
              <a:defRPr b="0" i="0">
                <a:solidFill>
                  <a:schemeClr val="lt1"/>
                </a:solidFill>
                <a:latin typeface="Roboto"/>
                <a:ea typeface="Roboto"/>
                <a:cs typeface="Roboto"/>
                <a:sym typeface="Roboto"/>
              </a:defRPr>
            </a:lvl5pPr>
            <a:lvl6pPr marL="2743246" lvl="5" indent="-304805" algn="l" rtl="0">
              <a:spcBef>
                <a:spcPts val="360"/>
              </a:spcBef>
              <a:spcAft>
                <a:spcPts val="0"/>
              </a:spcAft>
              <a:buClr>
                <a:schemeClr val="lt1"/>
              </a:buClr>
              <a:buSzPts val="1200"/>
              <a:buFont typeface="Roboto"/>
              <a:buChar char="•"/>
              <a:defRPr sz="1200">
                <a:solidFill>
                  <a:schemeClr val="lt1"/>
                </a:solidFill>
                <a:latin typeface="Roboto"/>
                <a:ea typeface="Roboto"/>
                <a:cs typeface="Roboto"/>
                <a:sym typeface="Roboto"/>
              </a:defRPr>
            </a:lvl6pPr>
            <a:lvl7pPr marL="3200453" lvl="6" indent="-304805" algn="l" rtl="0">
              <a:spcBef>
                <a:spcPts val="360"/>
              </a:spcBef>
              <a:spcAft>
                <a:spcPts val="0"/>
              </a:spcAft>
              <a:buClr>
                <a:schemeClr val="lt1"/>
              </a:buClr>
              <a:buSzPts val="1200"/>
              <a:buFont typeface="Roboto"/>
              <a:buChar char="•"/>
              <a:defRPr sz="1200">
                <a:solidFill>
                  <a:schemeClr val="lt1"/>
                </a:solidFill>
                <a:latin typeface="Roboto"/>
                <a:ea typeface="Roboto"/>
                <a:cs typeface="Roboto"/>
                <a:sym typeface="Roboto"/>
              </a:defRPr>
            </a:lvl7pPr>
            <a:lvl8pPr marL="3657661" lvl="7" indent="-304805" algn="l" rtl="0">
              <a:spcBef>
                <a:spcPts val="360"/>
              </a:spcBef>
              <a:spcAft>
                <a:spcPts val="0"/>
              </a:spcAft>
              <a:buClr>
                <a:schemeClr val="lt1"/>
              </a:buClr>
              <a:buSzPts val="1200"/>
              <a:buFont typeface="Roboto"/>
              <a:buChar char="•"/>
              <a:defRPr sz="1200">
                <a:solidFill>
                  <a:schemeClr val="lt1"/>
                </a:solidFill>
                <a:latin typeface="Roboto"/>
                <a:ea typeface="Roboto"/>
                <a:cs typeface="Roboto"/>
                <a:sym typeface="Roboto"/>
              </a:defRPr>
            </a:lvl8pPr>
            <a:lvl9pPr marL="4114868" lvl="8" indent="-304805" algn="l" rtl="0">
              <a:spcBef>
                <a:spcPts val="360"/>
              </a:spcBef>
              <a:spcAft>
                <a:spcPts val="0"/>
              </a:spcAft>
              <a:buClr>
                <a:schemeClr val="lt1"/>
              </a:buClr>
              <a:buSzPts val="1200"/>
              <a:buFont typeface="Roboto"/>
              <a:buChar char="•"/>
              <a:defRPr sz="1200">
                <a:solidFill>
                  <a:schemeClr val="lt1"/>
                </a:solidFill>
                <a:latin typeface="Roboto"/>
                <a:ea typeface="Roboto"/>
                <a:cs typeface="Roboto"/>
                <a:sym typeface="Roboto"/>
              </a:defRPr>
            </a:lvl9pPr>
          </a:lstStyle>
          <a:p>
            <a:endParaRPr/>
          </a:p>
        </p:txBody>
      </p:sp>
      <p:sp>
        <p:nvSpPr>
          <p:cNvPr id="655" name="Google Shape;655;p114"/>
          <p:cNvSpPr txBox="1">
            <a:spLocks noGrp="1"/>
          </p:cNvSpPr>
          <p:nvPr>
            <p:ph type="body" idx="2"/>
          </p:nvPr>
        </p:nvSpPr>
        <p:spPr>
          <a:xfrm>
            <a:off x="6246950" y="2686375"/>
            <a:ext cx="5486400" cy="3257100"/>
          </a:xfrm>
          <a:prstGeom prst="rect">
            <a:avLst/>
          </a:prstGeom>
          <a:noFill/>
          <a:ln>
            <a:noFill/>
          </a:ln>
        </p:spPr>
        <p:txBody>
          <a:bodyPr spcFirstLastPara="1" wrap="square" lIns="0" tIns="0" rIns="0" bIns="0" anchor="t" anchorCtr="0">
            <a:noAutofit/>
          </a:bodyPr>
          <a:lstStyle>
            <a:lvl1pPr marL="457207" lvl="0" indent="-228604" algn="l" rtl="0">
              <a:spcBef>
                <a:spcPts val="1800"/>
              </a:spcBef>
              <a:spcAft>
                <a:spcPts val="0"/>
              </a:spcAft>
              <a:buClr>
                <a:schemeClr val="lt1"/>
              </a:buClr>
              <a:buSzPts val="2000"/>
              <a:buFont typeface="Roboto"/>
              <a:buNone/>
              <a:defRPr b="0" i="0">
                <a:solidFill>
                  <a:schemeClr val="lt1"/>
                </a:solidFill>
                <a:latin typeface="Roboto"/>
                <a:ea typeface="Roboto"/>
                <a:cs typeface="Roboto"/>
                <a:sym typeface="Roboto"/>
              </a:defRPr>
            </a:lvl1pPr>
            <a:lvl2pPr marL="914415" lvl="1" indent="-342906" algn="l" rtl="0">
              <a:spcBef>
                <a:spcPts val="600"/>
              </a:spcBef>
              <a:spcAft>
                <a:spcPts val="0"/>
              </a:spcAft>
              <a:buClr>
                <a:schemeClr val="lt1"/>
              </a:buClr>
              <a:buSzPts val="1800"/>
              <a:buChar char="•"/>
              <a:defRPr b="0" i="0">
                <a:solidFill>
                  <a:schemeClr val="lt1"/>
                </a:solidFill>
                <a:latin typeface="Roboto"/>
                <a:ea typeface="Roboto"/>
                <a:cs typeface="Roboto"/>
                <a:sym typeface="Roboto"/>
              </a:defRPr>
            </a:lvl2pPr>
            <a:lvl3pPr marL="1371622" lvl="2" indent="-330205" algn="l" rtl="0">
              <a:spcBef>
                <a:spcPts val="600"/>
              </a:spcBef>
              <a:spcAft>
                <a:spcPts val="0"/>
              </a:spcAft>
              <a:buClr>
                <a:schemeClr val="lt1"/>
              </a:buClr>
              <a:buSzPts val="1600"/>
              <a:buChar char="−"/>
              <a:defRPr b="0" i="0">
                <a:solidFill>
                  <a:schemeClr val="lt1"/>
                </a:solidFill>
                <a:latin typeface="Roboto"/>
                <a:ea typeface="Roboto"/>
                <a:cs typeface="Roboto"/>
                <a:sym typeface="Roboto"/>
              </a:defRPr>
            </a:lvl3pPr>
            <a:lvl4pPr marL="1828831" lvl="3" indent="-317506" algn="l" rtl="0">
              <a:spcBef>
                <a:spcPts val="300"/>
              </a:spcBef>
              <a:spcAft>
                <a:spcPts val="0"/>
              </a:spcAft>
              <a:buClr>
                <a:schemeClr val="lt1"/>
              </a:buClr>
              <a:buSzPts val="1400"/>
              <a:buChar char="•"/>
              <a:defRPr b="0" i="0">
                <a:solidFill>
                  <a:schemeClr val="lt1"/>
                </a:solidFill>
                <a:latin typeface="Roboto"/>
                <a:ea typeface="Roboto"/>
                <a:cs typeface="Roboto"/>
                <a:sym typeface="Roboto"/>
              </a:defRPr>
            </a:lvl4pPr>
            <a:lvl5pPr marL="2286038" lvl="4" indent="-304805" algn="l" rtl="0">
              <a:spcBef>
                <a:spcPts val="300"/>
              </a:spcBef>
              <a:spcAft>
                <a:spcPts val="0"/>
              </a:spcAft>
              <a:buClr>
                <a:schemeClr val="lt1"/>
              </a:buClr>
              <a:buSzPts val="1200"/>
              <a:buChar char="−"/>
              <a:defRPr b="0" i="0">
                <a:solidFill>
                  <a:schemeClr val="lt1"/>
                </a:solidFill>
                <a:latin typeface="Roboto"/>
                <a:ea typeface="Roboto"/>
                <a:cs typeface="Roboto"/>
                <a:sym typeface="Roboto"/>
              </a:defRPr>
            </a:lvl5pPr>
            <a:lvl6pPr marL="2743246" lvl="5" indent="-304805" algn="l" rtl="0">
              <a:spcBef>
                <a:spcPts val="360"/>
              </a:spcBef>
              <a:spcAft>
                <a:spcPts val="0"/>
              </a:spcAft>
              <a:buClr>
                <a:schemeClr val="lt1"/>
              </a:buClr>
              <a:buSzPts val="1200"/>
              <a:buFont typeface="Roboto"/>
              <a:buChar char="•"/>
              <a:defRPr sz="1200">
                <a:solidFill>
                  <a:schemeClr val="lt1"/>
                </a:solidFill>
                <a:latin typeface="Roboto"/>
                <a:ea typeface="Roboto"/>
                <a:cs typeface="Roboto"/>
                <a:sym typeface="Roboto"/>
              </a:defRPr>
            </a:lvl6pPr>
            <a:lvl7pPr marL="3200453" lvl="6" indent="-304805" algn="l" rtl="0">
              <a:spcBef>
                <a:spcPts val="360"/>
              </a:spcBef>
              <a:spcAft>
                <a:spcPts val="0"/>
              </a:spcAft>
              <a:buClr>
                <a:schemeClr val="lt1"/>
              </a:buClr>
              <a:buSzPts val="1200"/>
              <a:buFont typeface="Roboto"/>
              <a:buChar char="•"/>
              <a:defRPr sz="1200">
                <a:solidFill>
                  <a:schemeClr val="lt1"/>
                </a:solidFill>
                <a:latin typeface="Roboto"/>
                <a:ea typeface="Roboto"/>
                <a:cs typeface="Roboto"/>
                <a:sym typeface="Roboto"/>
              </a:defRPr>
            </a:lvl7pPr>
            <a:lvl8pPr marL="3657661" lvl="7" indent="-304805" algn="l" rtl="0">
              <a:spcBef>
                <a:spcPts val="360"/>
              </a:spcBef>
              <a:spcAft>
                <a:spcPts val="0"/>
              </a:spcAft>
              <a:buClr>
                <a:schemeClr val="lt1"/>
              </a:buClr>
              <a:buSzPts val="1200"/>
              <a:buFont typeface="Roboto"/>
              <a:buChar char="•"/>
              <a:defRPr sz="1200">
                <a:solidFill>
                  <a:schemeClr val="lt1"/>
                </a:solidFill>
                <a:latin typeface="Roboto"/>
                <a:ea typeface="Roboto"/>
                <a:cs typeface="Roboto"/>
                <a:sym typeface="Roboto"/>
              </a:defRPr>
            </a:lvl8pPr>
            <a:lvl9pPr marL="4114868" lvl="8" indent="-304805" algn="l" rtl="0">
              <a:spcBef>
                <a:spcPts val="360"/>
              </a:spcBef>
              <a:spcAft>
                <a:spcPts val="0"/>
              </a:spcAft>
              <a:buClr>
                <a:schemeClr val="lt1"/>
              </a:buClr>
              <a:buSzPts val="1200"/>
              <a:buFont typeface="Roboto"/>
              <a:buChar char="•"/>
              <a:defRPr sz="1200">
                <a:solidFill>
                  <a:schemeClr val="lt1"/>
                </a:solidFill>
                <a:latin typeface="Roboto"/>
                <a:ea typeface="Roboto"/>
                <a:cs typeface="Roboto"/>
                <a:sym typeface="Roboto"/>
              </a:defRPr>
            </a:lvl9pPr>
          </a:lstStyle>
          <a:p>
            <a:endParaRPr/>
          </a:p>
        </p:txBody>
      </p:sp>
      <p:sp>
        <p:nvSpPr>
          <p:cNvPr id="656" name="Google Shape;656;p114"/>
          <p:cNvSpPr txBox="1">
            <a:spLocks noGrp="1"/>
          </p:cNvSpPr>
          <p:nvPr>
            <p:ph type="sldNum" idx="12"/>
          </p:nvPr>
        </p:nvSpPr>
        <p:spPr>
          <a:xfrm>
            <a:off x="11438849" y="6400800"/>
            <a:ext cx="294601" cy="228600"/>
          </a:xfrm>
          <a:prstGeom prst="rect">
            <a:avLst/>
          </a:prstGeom>
        </p:spPr>
        <p:txBody>
          <a:bodyPr spcFirstLastPara="1" wrap="square" lIns="0" tIns="0" rIns="0" bIns="0" anchor="b" anchorCtr="0">
            <a:noAutofit/>
          </a:bodyPr>
          <a:lstStyle>
            <a:lvl1pPr lvl="0" rtl="0">
              <a:buNone/>
              <a:defRPr sz="1000">
                <a:solidFill>
                  <a:schemeClr val="lt1"/>
                </a:solidFill>
              </a:defRPr>
            </a:lvl1pPr>
            <a:lvl2pPr lvl="1" rtl="0">
              <a:buNone/>
              <a:defRPr sz="1000">
                <a:solidFill>
                  <a:schemeClr val="lt1"/>
                </a:solidFill>
              </a:defRPr>
            </a:lvl2pPr>
            <a:lvl3pPr lvl="2" rtl="0">
              <a:buNone/>
              <a:defRPr sz="1000">
                <a:solidFill>
                  <a:schemeClr val="lt1"/>
                </a:solidFill>
              </a:defRPr>
            </a:lvl3pPr>
            <a:lvl4pPr lvl="3" rtl="0">
              <a:buNone/>
              <a:defRPr sz="1000">
                <a:solidFill>
                  <a:schemeClr val="lt1"/>
                </a:solidFill>
              </a:defRPr>
            </a:lvl4pPr>
            <a:lvl5pPr lvl="4" rtl="0">
              <a:buNone/>
              <a:defRPr sz="1000">
                <a:solidFill>
                  <a:schemeClr val="lt1"/>
                </a:solidFill>
              </a:defRPr>
            </a:lvl5pPr>
            <a:lvl6pPr lvl="5" rtl="0">
              <a:buNone/>
              <a:defRPr sz="1000">
                <a:solidFill>
                  <a:schemeClr val="lt1"/>
                </a:solidFill>
              </a:defRPr>
            </a:lvl6pPr>
            <a:lvl7pPr lvl="6" rtl="0">
              <a:buNone/>
              <a:defRPr sz="1000">
                <a:solidFill>
                  <a:schemeClr val="lt1"/>
                </a:solidFill>
              </a:defRPr>
            </a:lvl7pPr>
            <a:lvl8pPr lvl="7" rtl="0">
              <a:buNone/>
              <a:defRPr sz="1000">
                <a:solidFill>
                  <a:schemeClr val="lt1"/>
                </a:solidFill>
              </a:defRPr>
            </a:lvl8pPr>
            <a:lvl9pPr lvl="8" rtl="0">
              <a:buNone/>
              <a:defRPr sz="1000">
                <a:solidFill>
                  <a:schemeClr val="lt1"/>
                </a:solidFill>
              </a:defRPr>
            </a:lvl9pPr>
          </a:lstStyle>
          <a:p>
            <a:fld id="{00000000-1234-1234-1234-123412341234}" type="slidenum">
              <a:rPr lang="en" smtClean="0"/>
              <a:pPr/>
              <a:t>‹#›</a:t>
            </a:fld>
            <a:endParaRPr lang="en"/>
          </a:p>
        </p:txBody>
      </p:sp>
      <p:pic>
        <p:nvPicPr>
          <p:cNvPr id="657" name="Google Shape;657;p114"/>
          <p:cNvPicPr preferRelativeResize="0"/>
          <p:nvPr/>
        </p:nvPicPr>
        <p:blipFill>
          <a:blip r:embed="rId2">
            <a:alphaModFix/>
          </a:blip>
          <a:stretch>
            <a:fillRect/>
          </a:stretch>
        </p:blipFill>
        <p:spPr>
          <a:xfrm>
            <a:off x="455626" y="6262542"/>
            <a:ext cx="685801" cy="352697"/>
          </a:xfrm>
          <a:prstGeom prst="rect">
            <a:avLst/>
          </a:prstGeom>
          <a:noFill/>
          <a:ln>
            <a:noFill/>
          </a:ln>
        </p:spPr>
      </p:pic>
      <p:sp>
        <p:nvSpPr>
          <p:cNvPr id="658" name="Google Shape;658;p114"/>
          <p:cNvSpPr txBox="1"/>
          <p:nvPr/>
        </p:nvSpPr>
        <p:spPr>
          <a:xfrm>
            <a:off x="8194350" y="6400800"/>
            <a:ext cx="3244500" cy="228600"/>
          </a:xfrm>
          <a:prstGeom prst="rect">
            <a:avLst/>
          </a:prstGeom>
          <a:noFill/>
          <a:ln>
            <a:noFill/>
          </a:ln>
        </p:spPr>
        <p:txBody>
          <a:bodyPr spcFirstLastPara="1" wrap="square" lIns="91426" tIns="91426" rIns="91426" bIns="91426" anchor="t" anchorCtr="0">
            <a:noAutofit/>
          </a:bodyPr>
          <a:lstStyle/>
          <a:p>
            <a:pPr marL="0" lvl="0" indent="0" algn="r" rtl="0">
              <a:spcBef>
                <a:spcPts val="0"/>
              </a:spcBef>
              <a:spcAft>
                <a:spcPts val="0"/>
              </a:spcAft>
              <a:buNone/>
            </a:pPr>
            <a:r>
              <a:rPr lang="en" sz="1000">
                <a:solidFill>
                  <a:srgbClr val="FFFFFF"/>
                </a:solidFill>
                <a:latin typeface="Roboto"/>
                <a:ea typeface="Roboto"/>
                <a:cs typeface="Roboto"/>
                <a:sym typeface="Roboto"/>
              </a:rPr>
              <a:t>Proprietary &amp; Confidential - For Internal Use Only</a:t>
            </a:r>
            <a:endParaRPr sz="1000">
              <a:solidFill>
                <a:srgbClr val="FFFFFF"/>
              </a:solidFill>
              <a:latin typeface="Roboto"/>
              <a:ea typeface="Roboto"/>
              <a:cs typeface="Roboto"/>
              <a:sym typeface="Roboto"/>
            </a:endParaRPr>
          </a:p>
        </p:txBody>
      </p:sp>
    </p:spTree>
  </p:cSld>
  <p:clrMapOvr>
    <a:masterClrMapping/>
  </p:clrMapOvr>
  <mc:AlternateContent xmlns:mc="http://schemas.openxmlformats.org/markup-compatibility/2006" xmlns:p14="http://schemas.microsoft.com/office/powerpoint/2010/main">
    <mc:Choice Requires="p14">
      <p:transition p14:dur="250">
        <p:fade/>
      </p:transition>
    </mc:Choice>
    <mc:Fallback xmlns:ahyp="http://schemas.microsoft.com/office/drawing/2018/hyperlinkcolor" xmlns:p15="http://schemas.microsoft.com/office/powerpoint/2012/main" xmlns:com="http://schemas.openxmlformats.org/drawingml/2006/compatibility" xmlns:pvml="urn:schemas-microsoft-com:office:powerpoint" xmlns:v="urn:schemas-microsoft-com:vml" xmlns:o="urn:schemas-microsoft-com:office:office" xmlns:dgm="http://schemas.openxmlformats.org/drawingml/2006/diagram" xmlns:c="http://schemas.openxmlformats.org/drawingml/2006/chart" xmlns:mv="urn:schemas-microsoft-com:mac:vml" xmlns="">
      <p:transition>
        <p:fade/>
      </p:transition>
    </mc:Fallback>
  </mc:AlternateContent>
</p:sldLayout>
</file>

<file path=ppt/slideLayouts/slideLayout109.xml><?xml version="1.0" encoding="utf-8"?>
<p:sldLayout xmlns:a="http://schemas.openxmlformats.org/drawingml/2006/main" xmlns:r="http://schemas.openxmlformats.org/officeDocument/2006/relationships" xmlns:p="http://schemas.openxmlformats.org/presentationml/2006/main" matchingName="NAVY Title | Text | Image">
  <p:cSld name="NAVY Title | Text | Image">
    <p:bg>
      <p:bgPr>
        <a:solidFill>
          <a:srgbClr val="030A14"/>
        </a:solidFill>
        <a:effectLst/>
      </p:bgPr>
    </p:bg>
    <p:spTree>
      <p:nvGrpSpPr>
        <p:cNvPr id="1" name="Shape 659"/>
        <p:cNvGrpSpPr/>
        <p:nvPr/>
      </p:nvGrpSpPr>
      <p:grpSpPr>
        <a:xfrm>
          <a:off x="0" y="0"/>
          <a:ext cx="0" cy="0"/>
          <a:chOff x="0" y="0"/>
          <a:chExt cx="0" cy="0"/>
        </a:xfrm>
      </p:grpSpPr>
      <p:sp>
        <p:nvSpPr>
          <p:cNvPr id="660" name="Google Shape;660;p115"/>
          <p:cNvSpPr txBox="1">
            <a:spLocks noGrp="1"/>
          </p:cNvSpPr>
          <p:nvPr>
            <p:ph type="title"/>
          </p:nvPr>
        </p:nvSpPr>
        <p:spPr>
          <a:xfrm>
            <a:off x="455617" y="460683"/>
            <a:ext cx="8915400" cy="524400"/>
          </a:xfrm>
          <a:prstGeom prst="rect">
            <a:avLst/>
          </a:prstGeom>
          <a:noFill/>
          <a:ln>
            <a:noFill/>
          </a:ln>
        </p:spPr>
        <p:txBody>
          <a:bodyPr spcFirstLastPara="1" wrap="square" lIns="0" tIns="0" rIns="0" bIns="0" anchor="t" anchorCtr="0">
            <a:noAutofit/>
          </a:bodyPr>
          <a:lstStyle>
            <a:lvl1pPr lvl="0" algn="l" rtl="0">
              <a:lnSpc>
                <a:spcPct val="80000"/>
              </a:lnSpc>
              <a:spcBef>
                <a:spcPts val="0"/>
              </a:spcBef>
              <a:spcAft>
                <a:spcPts val="0"/>
              </a:spcAft>
              <a:buClr>
                <a:schemeClr val="lt1"/>
              </a:buClr>
              <a:buSzPts val="3200"/>
              <a:buFont typeface="Roboto Medium"/>
              <a:buNone/>
              <a:defRPr b="0">
                <a:solidFill>
                  <a:schemeClr val="lt1"/>
                </a:solidFill>
              </a:defRPr>
            </a:lvl1pPr>
            <a:lvl2pPr lvl="1" rtl="0">
              <a:spcBef>
                <a:spcPts val="0"/>
              </a:spcBef>
              <a:spcAft>
                <a:spcPts val="0"/>
              </a:spcAft>
              <a:buSzPts val="1400"/>
              <a:buNone/>
              <a:defRPr/>
            </a:lvl2pPr>
            <a:lvl3pPr lvl="2" rtl="0">
              <a:spcBef>
                <a:spcPts val="0"/>
              </a:spcBef>
              <a:spcAft>
                <a:spcPts val="0"/>
              </a:spcAft>
              <a:buSzPts val="1400"/>
              <a:buNone/>
              <a:defRPr/>
            </a:lvl3pPr>
            <a:lvl4pPr lvl="3" rtl="0">
              <a:spcBef>
                <a:spcPts val="0"/>
              </a:spcBef>
              <a:spcAft>
                <a:spcPts val="0"/>
              </a:spcAft>
              <a:buSzPts val="1400"/>
              <a:buNone/>
              <a:defRPr/>
            </a:lvl4pPr>
            <a:lvl5pPr lvl="4" rtl="0">
              <a:spcBef>
                <a:spcPts val="0"/>
              </a:spcBef>
              <a:spcAft>
                <a:spcPts val="0"/>
              </a:spcAft>
              <a:buSzPts val="1400"/>
              <a:buNone/>
              <a:defRPr/>
            </a:lvl5pPr>
            <a:lvl6pPr lvl="5" rtl="0">
              <a:spcBef>
                <a:spcPts val="0"/>
              </a:spcBef>
              <a:spcAft>
                <a:spcPts val="0"/>
              </a:spcAft>
              <a:buSzPts val="1400"/>
              <a:buNone/>
              <a:defRPr/>
            </a:lvl6pPr>
            <a:lvl7pPr lvl="6" rtl="0">
              <a:spcBef>
                <a:spcPts val="0"/>
              </a:spcBef>
              <a:spcAft>
                <a:spcPts val="0"/>
              </a:spcAft>
              <a:buSzPts val="1400"/>
              <a:buNone/>
              <a:defRPr/>
            </a:lvl7pPr>
            <a:lvl8pPr lvl="7" rtl="0">
              <a:spcBef>
                <a:spcPts val="0"/>
              </a:spcBef>
              <a:spcAft>
                <a:spcPts val="0"/>
              </a:spcAft>
              <a:buSzPts val="1400"/>
              <a:buNone/>
              <a:defRPr/>
            </a:lvl8pPr>
            <a:lvl9pPr lvl="8" rtl="0">
              <a:spcBef>
                <a:spcPts val="0"/>
              </a:spcBef>
              <a:spcAft>
                <a:spcPts val="0"/>
              </a:spcAft>
              <a:buSzPts val="1400"/>
              <a:buNone/>
              <a:defRPr/>
            </a:lvl9pPr>
          </a:lstStyle>
          <a:p>
            <a:endParaRPr/>
          </a:p>
        </p:txBody>
      </p:sp>
      <p:sp>
        <p:nvSpPr>
          <p:cNvPr id="661" name="Google Shape;661;p115"/>
          <p:cNvSpPr>
            <a:spLocks noGrp="1"/>
          </p:cNvSpPr>
          <p:nvPr>
            <p:ph type="pic" idx="2"/>
          </p:nvPr>
        </p:nvSpPr>
        <p:spPr>
          <a:xfrm>
            <a:off x="7389889" y="1371600"/>
            <a:ext cx="4343401" cy="4572000"/>
          </a:xfrm>
          <a:prstGeom prst="rect">
            <a:avLst/>
          </a:prstGeom>
          <a:solidFill>
            <a:srgbClr val="F2F2F2"/>
          </a:solidFill>
          <a:ln>
            <a:noFill/>
          </a:ln>
        </p:spPr>
        <p:txBody>
          <a:bodyPr spcFirstLastPara="1" wrap="square" lIns="0" tIns="0" rIns="0" bIns="0" anchor="ctr" anchorCtr="0">
            <a:noAutofit/>
          </a:bodyPr>
          <a:lstStyle>
            <a:lvl1pPr marR="0" lvl="0" algn="ctr" rtl="0">
              <a:spcBef>
                <a:spcPts val="1800"/>
              </a:spcBef>
              <a:spcAft>
                <a:spcPts val="0"/>
              </a:spcAft>
              <a:buClr>
                <a:srgbClr val="D9D9D9"/>
              </a:buClr>
              <a:buSzPts val="2000"/>
              <a:buFont typeface="Roboto"/>
              <a:buNone/>
              <a:defRPr sz="2000" b="0" i="0" u="none" strike="noStrike" cap="none">
                <a:solidFill>
                  <a:srgbClr val="D9D9D9"/>
                </a:solidFill>
                <a:latin typeface="Roboto"/>
                <a:ea typeface="Roboto"/>
                <a:cs typeface="Roboto"/>
                <a:sym typeface="Roboto"/>
              </a:defRPr>
            </a:lvl1pPr>
            <a:lvl2pPr marR="0" lvl="1" algn="l" rtl="0">
              <a:spcBef>
                <a:spcPts val="600"/>
              </a:spcBef>
              <a:spcAft>
                <a:spcPts val="0"/>
              </a:spcAft>
              <a:buClr>
                <a:srgbClr val="D9D9D9"/>
              </a:buClr>
              <a:buSzPts val="1800"/>
              <a:buFont typeface="Arial"/>
              <a:buChar char="•"/>
              <a:defRPr sz="1800" b="0" i="0" u="none" strike="noStrike" cap="none">
                <a:solidFill>
                  <a:srgbClr val="D9D9D9"/>
                </a:solidFill>
                <a:latin typeface="Roboto"/>
                <a:ea typeface="Roboto"/>
                <a:cs typeface="Roboto"/>
                <a:sym typeface="Roboto"/>
              </a:defRPr>
            </a:lvl2pPr>
            <a:lvl3pPr marR="0" lvl="2" algn="l" rtl="0">
              <a:spcBef>
                <a:spcPts val="600"/>
              </a:spcBef>
              <a:spcAft>
                <a:spcPts val="0"/>
              </a:spcAft>
              <a:buClr>
                <a:srgbClr val="D9D9D9"/>
              </a:buClr>
              <a:buSzPts val="1600"/>
              <a:buFont typeface="Merriweather Sans"/>
              <a:buChar char="−"/>
              <a:defRPr sz="1600" b="0" i="0" u="none" strike="noStrike" cap="none">
                <a:solidFill>
                  <a:srgbClr val="D9D9D9"/>
                </a:solidFill>
                <a:latin typeface="Roboto"/>
                <a:ea typeface="Roboto"/>
                <a:cs typeface="Roboto"/>
                <a:sym typeface="Roboto"/>
              </a:defRPr>
            </a:lvl3pPr>
            <a:lvl4pPr marR="0" lvl="3" algn="l" rtl="0">
              <a:spcBef>
                <a:spcPts val="300"/>
              </a:spcBef>
              <a:spcAft>
                <a:spcPts val="0"/>
              </a:spcAft>
              <a:buClr>
                <a:srgbClr val="D9D9D9"/>
              </a:buClr>
              <a:buSzPts val="1400"/>
              <a:buFont typeface="Arial"/>
              <a:buChar char="•"/>
              <a:defRPr sz="1400" b="0" i="0" u="none" strike="noStrike" cap="none">
                <a:solidFill>
                  <a:srgbClr val="D9D9D9"/>
                </a:solidFill>
                <a:latin typeface="Roboto"/>
                <a:ea typeface="Roboto"/>
                <a:cs typeface="Roboto"/>
                <a:sym typeface="Roboto"/>
              </a:defRPr>
            </a:lvl4pPr>
            <a:lvl5pPr marR="0" lvl="4" algn="l" rtl="0">
              <a:spcBef>
                <a:spcPts val="300"/>
              </a:spcBef>
              <a:spcAft>
                <a:spcPts val="0"/>
              </a:spcAft>
              <a:buClr>
                <a:srgbClr val="D9D9D9"/>
              </a:buClr>
              <a:buSzPts val="1200"/>
              <a:buFont typeface="Merriweather Sans"/>
              <a:buChar char="−"/>
              <a:defRPr sz="1200" b="0" i="0" u="none" strike="noStrike" cap="none">
                <a:solidFill>
                  <a:srgbClr val="D9D9D9"/>
                </a:solidFill>
                <a:latin typeface="Roboto"/>
                <a:ea typeface="Roboto"/>
                <a:cs typeface="Roboto"/>
                <a:sym typeface="Roboto"/>
              </a:defRPr>
            </a:lvl5pPr>
            <a:lvl6pPr marR="0" lvl="5" algn="l" rtl="0">
              <a:spcBef>
                <a:spcPts val="533"/>
              </a:spcBef>
              <a:spcAft>
                <a:spcPts val="0"/>
              </a:spcAft>
              <a:buClr>
                <a:srgbClr val="D9D9D9"/>
              </a:buClr>
              <a:buSzPts val="2666"/>
              <a:buFont typeface="Arial"/>
              <a:buChar char="•"/>
              <a:defRPr sz="2666" b="0" i="0" u="none" strike="noStrike" cap="none">
                <a:solidFill>
                  <a:srgbClr val="D9D9D9"/>
                </a:solidFill>
                <a:latin typeface="Poppins Medium"/>
                <a:ea typeface="Poppins Medium"/>
                <a:cs typeface="Poppins Medium"/>
                <a:sym typeface="Poppins Medium"/>
              </a:defRPr>
            </a:lvl6pPr>
            <a:lvl7pPr marR="0" lvl="6" algn="l" rtl="0">
              <a:spcBef>
                <a:spcPts val="533"/>
              </a:spcBef>
              <a:spcAft>
                <a:spcPts val="0"/>
              </a:spcAft>
              <a:buClr>
                <a:srgbClr val="D9D9D9"/>
              </a:buClr>
              <a:buSzPts val="2666"/>
              <a:buFont typeface="Arial"/>
              <a:buChar char="•"/>
              <a:defRPr sz="2666" b="0" i="0" u="none" strike="noStrike" cap="none">
                <a:solidFill>
                  <a:srgbClr val="D9D9D9"/>
                </a:solidFill>
                <a:latin typeface="Poppins Medium"/>
                <a:ea typeface="Poppins Medium"/>
                <a:cs typeface="Poppins Medium"/>
                <a:sym typeface="Poppins Medium"/>
              </a:defRPr>
            </a:lvl7pPr>
            <a:lvl8pPr marR="0" lvl="7" algn="l" rtl="0">
              <a:spcBef>
                <a:spcPts val="533"/>
              </a:spcBef>
              <a:spcAft>
                <a:spcPts val="0"/>
              </a:spcAft>
              <a:buClr>
                <a:srgbClr val="D9D9D9"/>
              </a:buClr>
              <a:buSzPts val="2666"/>
              <a:buFont typeface="Arial"/>
              <a:buChar char="•"/>
              <a:defRPr sz="2666" b="0" i="0" u="none" strike="noStrike" cap="none">
                <a:solidFill>
                  <a:srgbClr val="D9D9D9"/>
                </a:solidFill>
                <a:latin typeface="Poppins Medium"/>
                <a:ea typeface="Poppins Medium"/>
                <a:cs typeface="Poppins Medium"/>
                <a:sym typeface="Poppins Medium"/>
              </a:defRPr>
            </a:lvl8pPr>
            <a:lvl9pPr marR="0" lvl="8" algn="l" rtl="0">
              <a:spcBef>
                <a:spcPts val="533"/>
              </a:spcBef>
              <a:spcAft>
                <a:spcPts val="0"/>
              </a:spcAft>
              <a:buClr>
                <a:srgbClr val="D9D9D9"/>
              </a:buClr>
              <a:buSzPts val="2666"/>
              <a:buFont typeface="Arial"/>
              <a:buChar char="•"/>
              <a:defRPr sz="2666" b="0" i="0" u="none" strike="noStrike" cap="none">
                <a:solidFill>
                  <a:srgbClr val="D9D9D9"/>
                </a:solidFill>
                <a:latin typeface="Poppins Medium"/>
                <a:ea typeface="Poppins Medium"/>
                <a:cs typeface="Poppins Medium"/>
                <a:sym typeface="Poppins Medium"/>
              </a:defRPr>
            </a:lvl9pPr>
          </a:lstStyle>
          <a:p>
            <a:endParaRPr/>
          </a:p>
        </p:txBody>
      </p:sp>
      <p:sp>
        <p:nvSpPr>
          <p:cNvPr id="662" name="Google Shape;662;p115"/>
          <p:cNvSpPr txBox="1">
            <a:spLocks noGrp="1"/>
          </p:cNvSpPr>
          <p:nvPr>
            <p:ph type="sldNum" idx="12"/>
          </p:nvPr>
        </p:nvSpPr>
        <p:spPr>
          <a:xfrm>
            <a:off x="11438849" y="6400800"/>
            <a:ext cx="294601" cy="228600"/>
          </a:xfrm>
          <a:prstGeom prst="rect">
            <a:avLst/>
          </a:prstGeom>
        </p:spPr>
        <p:txBody>
          <a:bodyPr spcFirstLastPara="1" wrap="square" lIns="0" tIns="0" rIns="0" bIns="0" anchor="b" anchorCtr="0">
            <a:noAutofit/>
          </a:bodyPr>
          <a:lstStyle>
            <a:lvl1pPr lvl="0" rtl="0">
              <a:buNone/>
              <a:defRPr sz="1000">
                <a:solidFill>
                  <a:schemeClr val="lt1"/>
                </a:solidFill>
              </a:defRPr>
            </a:lvl1pPr>
            <a:lvl2pPr lvl="1" rtl="0">
              <a:buNone/>
              <a:defRPr sz="1000">
                <a:solidFill>
                  <a:schemeClr val="lt1"/>
                </a:solidFill>
              </a:defRPr>
            </a:lvl2pPr>
            <a:lvl3pPr lvl="2" rtl="0">
              <a:buNone/>
              <a:defRPr sz="1000">
                <a:solidFill>
                  <a:schemeClr val="lt1"/>
                </a:solidFill>
              </a:defRPr>
            </a:lvl3pPr>
            <a:lvl4pPr lvl="3" rtl="0">
              <a:buNone/>
              <a:defRPr sz="1000">
                <a:solidFill>
                  <a:schemeClr val="lt1"/>
                </a:solidFill>
              </a:defRPr>
            </a:lvl4pPr>
            <a:lvl5pPr lvl="4" rtl="0">
              <a:buNone/>
              <a:defRPr sz="1000">
                <a:solidFill>
                  <a:schemeClr val="lt1"/>
                </a:solidFill>
              </a:defRPr>
            </a:lvl5pPr>
            <a:lvl6pPr lvl="5" rtl="0">
              <a:buNone/>
              <a:defRPr sz="1000">
                <a:solidFill>
                  <a:schemeClr val="lt1"/>
                </a:solidFill>
              </a:defRPr>
            </a:lvl6pPr>
            <a:lvl7pPr lvl="6" rtl="0">
              <a:buNone/>
              <a:defRPr sz="1000">
                <a:solidFill>
                  <a:schemeClr val="lt1"/>
                </a:solidFill>
              </a:defRPr>
            </a:lvl7pPr>
            <a:lvl8pPr lvl="7" rtl="0">
              <a:buNone/>
              <a:defRPr sz="1000">
                <a:solidFill>
                  <a:schemeClr val="lt1"/>
                </a:solidFill>
              </a:defRPr>
            </a:lvl8pPr>
            <a:lvl9pPr lvl="8" rtl="0">
              <a:buNone/>
              <a:defRPr sz="1000">
                <a:solidFill>
                  <a:schemeClr val="lt1"/>
                </a:solidFill>
              </a:defRPr>
            </a:lvl9pPr>
          </a:lstStyle>
          <a:p>
            <a:fld id="{00000000-1234-1234-1234-123412341234}" type="slidenum">
              <a:rPr lang="en" smtClean="0"/>
              <a:pPr/>
              <a:t>‹#›</a:t>
            </a:fld>
            <a:endParaRPr lang="en"/>
          </a:p>
        </p:txBody>
      </p:sp>
      <p:sp>
        <p:nvSpPr>
          <p:cNvPr id="663" name="Google Shape;663;p115"/>
          <p:cNvSpPr txBox="1">
            <a:spLocks noGrp="1"/>
          </p:cNvSpPr>
          <p:nvPr>
            <p:ph type="body" idx="1"/>
          </p:nvPr>
        </p:nvSpPr>
        <p:spPr>
          <a:xfrm>
            <a:off x="455625" y="2686375"/>
            <a:ext cx="5486400" cy="3257100"/>
          </a:xfrm>
          <a:prstGeom prst="rect">
            <a:avLst/>
          </a:prstGeom>
          <a:noFill/>
          <a:ln>
            <a:noFill/>
          </a:ln>
        </p:spPr>
        <p:txBody>
          <a:bodyPr spcFirstLastPara="1" wrap="square" lIns="0" tIns="0" rIns="0" bIns="0" anchor="t" anchorCtr="0">
            <a:noAutofit/>
          </a:bodyPr>
          <a:lstStyle>
            <a:lvl1pPr marL="457207" lvl="0" indent="-228604" algn="l" rtl="0">
              <a:spcBef>
                <a:spcPts val="1800"/>
              </a:spcBef>
              <a:spcAft>
                <a:spcPts val="0"/>
              </a:spcAft>
              <a:buClr>
                <a:schemeClr val="lt1"/>
              </a:buClr>
              <a:buSzPts val="2000"/>
              <a:buFont typeface="Roboto"/>
              <a:buNone/>
              <a:defRPr b="0" i="0">
                <a:solidFill>
                  <a:schemeClr val="lt1"/>
                </a:solidFill>
                <a:latin typeface="Roboto"/>
                <a:ea typeface="Roboto"/>
                <a:cs typeface="Roboto"/>
                <a:sym typeface="Roboto"/>
              </a:defRPr>
            </a:lvl1pPr>
            <a:lvl2pPr marL="914415" lvl="1" indent="-342906" algn="l" rtl="0">
              <a:spcBef>
                <a:spcPts val="600"/>
              </a:spcBef>
              <a:spcAft>
                <a:spcPts val="0"/>
              </a:spcAft>
              <a:buClr>
                <a:schemeClr val="lt1"/>
              </a:buClr>
              <a:buSzPts val="1800"/>
              <a:buChar char="•"/>
              <a:defRPr b="0" i="0">
                <a:solidFill>
                  <a:schemeClr val="lt1"/>
                </a:solidFill>
                <a:latin typeface="Roboto"/>
                <a:ea typeface="Roboto"/>
                <a:cs typeface="Roboto"/>
                <a:sym typeface="Roboto"/>
              </a:defRPr>
            </a:lvl2pPr>
            <a:lvl3pPr marL="1371622" lvl="2" indent="-330205" algn="l" rtl="0">
              <a:spcBef>
                <a:spcPts val="600"/>
              </a:spcBef>
              <a:spcAft>
                <a:spcPts val="0"/>
              </a:spcAft>
              <a:buClr>
                <a:schemeClr val="lt1"/>
              </a:buClr>
              <a:buSzPts val="1600"/>
              <a:buChar char="−"/>
              <a:defRPr b="0" i="0">
                <a:solidFill>
                  <a:schemeClr val="lt1"/>
                </a:solidFill>
                <a:latin typeface="Roboto"/>
                <a:ea typeface="Roboto"/>
                <a:cs typeface="Roboto"/>
                <a:sym typeface="Roboto"/>
              </a:defRPr>
            </a:lvl3pPr>
            <a:lvl4pPr marL="1828831" lvl="3" indent="-317506" algn="l" rtl="0">
              <a:spcBef>
                <a:spcPts val="300"/>
              </a:spcBef>
              <a:spcAft>
                <a:spcPts val="0"/>
              </a:spcAft>
              <a:buClr>
                <a:schemeClr val="lt1"/>
              </a:buClr>
              <a:buSzPts val="1400"/>
              <a:buChar char="•"/>
              <a:defRPr b="0" i="0">
                <a:solidFill>
                  <a:schemeClr val="lt1"/>
                </a:solidFill>
                <a:latin typeface="Roboto"/>
                <a:ea typeface="Roboto"/>
                <a:cs typeface="Roboto"/>
                <a:sym typeface="Roboto"/>
              </a:defRPr>
            </a:lvl4pPr>
            <a:lvl5pPr marL="2286038" lvl="4" indent="-304805" algn="l" rtl="0">
              <a:spcBef>
                <a:spcPts val="300"/>
              </a:spcBef>
              <a:spcAft>
                <a:spcPts val="0"/>
              </a:spcAft>
              <a:buClr>
                <a:schemeClr val="lt1"/>
              </a:buClr>
              <a:buSzPts val="1200"/>
              <a:buChar char="−"/>
              <a:defRPr b="0" i="0">
                <a:solidFill>
                  <a:schemeClr val="lt1"/>
                </a:solidFill>
                <a:latin typeface="Roboto"/>
                <a:ea typeface="Roboto"/>
                <a:cs typeface="Roboto"/>
                <a:sym typeface="Roboto"/>
              </a:defRPr>
            </a:lvl5pPr>
            <a:lvl6pPr marL="2743246" lvl="5" indent="-304805" algn="l" rtl="0">
              <a:spcBef>
                <a:spcPts val="360"/>
              </a:spcBef>
              <a:spcAft>
                <a:spcPts val="0"/>
              </a:spcAft>
              <a:buClr>
                <a:schemeClr val="lt1"/>
              </a:buClr>
              <a:buSzPts val="1200"/>
              <a:buFont typeface="Roboto"/>
              <a:buChar char="•"/>
              <a:defRPr sz="1200">
                <a:solidFill>
                  <a:schemeClr val="lt1"/>
                </a:solidFill>
                <a:latin typeface="Roboto"/>
                <a:ea typeface="Roboto"/>
                <a:cs typeface="Roboto"/>
                <a:sym typeface="Roboto"/>
              </a:defRPr>
            </a:lvl6pPr>
            <a:lvl7pPr marL="3200453" lvl="6" indent="-304805" algn="l" rtl="0">
              <a:spcBef>
                <a:spcPts val="360"/>
              </a:spcBef>
              <a:spcAft>
                <a:spcPts val="0"/>
              </a:spcAft>
              <a:buClr>
                <a:schemeClr val="lt1"/>
              </a:buClr>
              <a:buSzPts val="1200"/>
              <a:buFont typeface="Roboto"/>
              <a:buChar char="•"/>
              <a:defRPr sz="1200">
                <a:solidFill>
                  <a:schemeClr val="lt1"/>
                </a:solidFill>
                <a:latin typeface="Roboto"/>
                <a:ea typeface="Roboto"/>
                <a:cs typeface="Roboto"/>
                <a:sym typeface="Roboto"/>
              </a:defRPr>
            </a:lvl7pPr>
            <a:lvl8pPr marL="3657661" lvl="7" indent="-304805" algn="l" rtl="0">
              <a:spcBef>
                <a:spcPts val="360"/>
              </a:spcBef>
              <a:spcAft>
                <a:spcPts val="0"/>
              </a:spcAft>
              <a:buClr>
                <a:schemeClr val="lt1"/>
              </a:buClr>
              <a:buSzPts val="1200"/>
              <a:buFont typeface="Roboto"/>
              <a:buChar char="•"/>
              <a:defRPr sz="1200">
                <a:solidFill>
                  <a:schemeClr val="lt1"/>
                </a:solidFill>
                <a:latin typeface="Roboto"/>
                <a:ea typeface="Roboto"/>
                <a:cs typeface="Roboto"/>
                <a:sym typeface="Roboto"/>
              </a:defRPr>
            </a:lvl8pPr>
            <a:lvl9pPr marL="4114868" lvl="8" indent="-304805" algn="l" rtl="0">
              <a:spcBef>
                <a:spcPts val="360"/>
              </a:spcBef>
              <a:spcAft>
                <a:spcPts val="0"/>
              </a:spcAft>
              <a:buClr>
                <a:schemeClr val="lt1"/>
              </a:buClr>
              <a:buSzPts val="1200"/>
              <a:buFont typeface="Roboto"/>
              <a:buChar char="•"/>
              <a:defRPr sz="1200">
                <a:solidFill>
                  <a:schemeClr val="lt1"/>
                </a:solidFill>
                <a:latin typeface="Roboto"/>
                <a:ea typeface="Roboto"/>
                <a:cs typeface="Roboto"/>
                <a:sym typeface="Roboto"/>
              </a:defRPr>
            </a:lvl9pPr>
          </a:lstStyle>
          <a:p>
            <a:endParaRPr/>
          </a:p>
        </p:txBody>
      </p:sp>
      <p:pic>
        <p:nvPicPr>
          <p:cNvPr id="664" name="Google Shape;664;p115"/>
          <p:cNvPicPr preferRelativeResize="0"/>
          <p:nvPr/>
        </p:nvPicPr>
        <p:blipFill>
          <a:blip r:embed="rId2">
            <a:alphaModFix/>
          </a:blip>
          <a:stretch>
            <a:fillRect/>
          </a:stretch>
        </p:blipFill>
        <p:spPr>
          <a:xfrm>
            <a:off x="455626" y="6262542"/>
            <a:ext cx="685801" cy="352697"/>
          </a:xfrm>
          <a:prstGeom prst="rect">
            <a:avLst/>
          </a:prstGeom>
          <a:noFill/>
          <a:ln>
            <a:noFill/>
          </a:ln>
        </p:spPr>
      </p:pic>
      <p:sp>
        <p:nvSpPr>
          <p:cNvPr id="665" name="Google Shape;665;p115"/>
          <p:cNvSpPr txBox="1"/>
          <p:nvPr/>
        </p:nvSpPr>
        <p:spPr>
          <a:xfrm>
            <a:off x="8194350" y="6400800"/>
            <a:ext cx="3244500" cy="228600"/>
          </a:xfrm>
          <a:prstGeom prst="rect">
            <a:avLst/>
          </a:prstGeom>
          <a:noFill/>
          <a:ln>
            <a:noFill/>
          </a:ln>
        </p:spPr>
        <p:txBody>
          <a:bodyPr spcFirstLastPara="1" wrap="square" lIns="91426" tIns="91426" rIns="91426" bIns="91426" anchor="t" anchorCtr="0">
            <a:noAutofit/>
          </a:bodyPr>
          <a:lstStyle/>
          <a:p>
            <a:pPr marL="0" lvl="0" indent="0" algn="r" rtl="0">
              <a:spcBef>
                <a:spcPts val="0"/>
              </a:spcBef>
              <a:spcAft>
                <a:spcPts val="0"/>
              </a:spcAft>
              <a:buNone/>
            </a:pPr>
            <a:r>
              <a:rPr lang="en" sz="1000">
                <a:solidFill>
                  <a:srgbClr val="FFFFFF"/>
                </a:solidFill>
                <a:latin typeface="Roboto"/>
                <a:ea typeface="Roboto"/>
                <a:cs typeface="Roboto"/>
                <a:sym typeface="Roboto"/>
              </a:rPr>
              <a:t>Proprietary &amp; Confidential - For Internal Use Only</a:t>
            </a:r>
            <a:endParaRPr sz="1000">
              <a:solidFill>
                <a:srgbClr val="FFFFFF"/>
              </a:solidFill>
              <a:latin typeface="Roboto"/>
              <a:ea typeface="Roboto"/>
              <a:cs typeface="Roboto"/>
              <a:sym typeface="Roboto"/>
            </a:endParaRPr>
          </a:p>
        </p:txBody>
      </p:sp>
    </p:spTree>
  </p:cSld>
  <p:clrMapOvr>
    <a:masterClrMapping/>
  </p:clrMapOvr>
  <mc:AlternateContent xmlns:mc="http://schemas.openxmlformats.org/markup-compatibility/2006" xmlns:p14="http://schemas.microsoft.com/office/powerpoint/2010/main">
    <mc:Choice Requires="p14">
      <p:transition p14:dur="250">
        <p:fade/>
      </p:transition>
    </mc:Choice>
    <mc:Fallback xmlns:ahyp="http://schemas.microsoft.com/office/drawing/2018/hyperlinkcolor" xmlns:p15="http://schemas.microsoft.com/office/powerpoint/2012/main" xmlns:com="http://schemas.openxmlformats.org/drawingml/2006/compatibility" xmlns:pvml="urn:schemas-microsoft-com:office:powerpoint" xmlns:v="urn:schemas-microsoft-com:vml" xmlns:o="urn:schemas-microsoft-com:office:office" xmlns:dgm="http://schemas.openxmlformats.org/drawingml/2006/diagram" xmlns:c="http://schemas.openxmlformats.org/drawingml/2006/chart" xmlns:mv="urn:schemas-microsoft-com:mac:vml" xmlns="">
      <p:transition>
        <p:fade/>
      </p:transition>
    </mc:Fallback>
  </mc:AlternateContent>
</p:sldLayout>
</file>

<file path=ppt/slideLayouts/slideLayout110.xml><?xml version="1.0" encoding="utf-8"?>
<p:sldLayout xmlns:a="http://schemas.openxmlformats.org/drawingml/2006/main" xmlns:r="http://schemas.openxmlformats.org/officeDocument/2006/relationships" xmlns:p="http://schemas.openxmlformats.org/presentationml/2006/main" matchingName="NAVY Title | Text | HP Image">
  <p:cSld name="NAVY Title | Text | HP Image">
    <p:bg>
      <p:bgPr>
        <a:solidFill>
          <a:srgbClr val="030A14"/>
        </a:solidFill>
        <a:effectLst/>
      </p:bgPr>
    </p:bg>
    <p:spTree>
      <p:nvGrpSpPr>
        <p:cNvPr id="1" name="Shape 666"/>
        <p:cNvGrpSpPr/>
        <p:nvPr/>
      </p:nvGrpSpPr>
      <p:grpSpPr>
        <a:xfrm>
          <a:off x="0" y="0"/>
          <a:ext cx="0" cy="0"/>
          <a:chOff x="0" y="0"/>
          <a:chExt cx="0" cy="0"/>
        </a:xfrm>
      </p:grpSpPr>
      <p:sp>
        <p:nvSpPr>
          <p:cNvPr id="667" name="Google Shape;667;p116"/>
          <p:cNvSpPr>
            <a:spLocks noGrp="1"/>
          </p:cNvSpPr>
          <p:nvPr>
            <p:ph type="pic" idx="2"/>
          </p:nvPr>
        </p:nvSpPr>
        <p:spPr>
          <a:xfrm>
            <a:off x="6094473" y="0"/>
            <a:ext cx="6094500" cy="6858000"/>
          </a:xfrm>
          <a:prstGeom prst="rect">
            <a:avLst/>
          </a:prstGeom>
          <a:solidFill>
            <a:srgbClr val="F2F2F2"/>
          </a:solidFill>
          <a:ln>
            <a:noFill/>
          </a:ln>
        </p:spPr>
        <p:txBody>
          <a:bodyPr spcFirstLastPara="1" wrap="square" lIns="0" tIns="0" rIns="0" bIns="0" anchor="ctr" anchorCtr="0">
            <a:noAutofit/>
          </a:bodyPr>
          <a:lstStyle>
            <a:lvl1pPr marR="0" lvl="0" algn="ctr" rtl="0">
              <a:spcBef>
                <a:spcPts val="1800"/>
              </a:spcBef>
              <a:spcAft>
                <a:spcPts val="0"/>
              </a:spcAft>
              <a:buClr>
                <a:srgbClr val="D8D8D8"/>
              </a:buClr>
              <a:buSzPts val="2000"/>
              <a:buFont typeface="Roboto"/>
              <a:buNone/>
              <a:defRPr sz="2000" b="0" i="0" u="none" strike="noStrike" cap="none">
                <a:solidFill>
                  <a:srgbClr val="D8D8D8"/>
                </a:solidFill>
                <a:latin typeface="Roboto"/>
                <a:ea typeface="Roboto"/>
                <a:cs typeface="Roboto"/>
                <a:sym typeface="Roboto"/>
              </a:defRPr>
            </a:lvl1pPr>
            <a:lvl2pPr marR="0" lvl="1" algn="l" rtl="0">
              <a:spcBef>
                <a:spcPts val="600"/>
              </a:spcBef>
              <a:spcAft>
                <a:spcPts val="0"/>
              </a:spcAft>
              <a:buClr>
                <a:schemeClr val="dk1"/>
              </a:buClr>
              <a:buSzPts val="1800"/>
              <a:buFont typeface="Arial"/>
              <a:buChar char="•"/>
              <a:defRPr sz="1800" b="0" i="0" u="none" strike="noStrike" cap="none">
                <a:solidFill>
                  <a:schemeClr val="dk1"/>
                </a:solidFill>
                <a:latin typeface="Roboto"/>
                <a:ea typeface="Roboto"/>
                <a:cs typeface="Roboto"/>
                <a:sym typeface="Roboto"/>
              </a:defRPr>
            </a:lvl2pPr>
            <a:lvl3pPr marR="0" lvl="2" algn="l" rtl="0">
              <a:spcBef>
                <a:spcPts val="600"/>
              </a:spcBef>
              <a:spcAft>
                <a:spcPts val="0"/>
              </a:spcAft>
              <a:buClr>
                <a:schemeClr val="dk1"/>
              </a:buClr>
              <a:buSzPts val="1600"/>
              <a:buFont typeface="Merriweather Sans"/>
              <a:buChar char="−"/>
              <a:defRPr sz="1600" b="0" i="0" u="none" strike="noStrike" cap="none">
                <a:solidFill>
                  <a:schemeClr val="dk1"/>
                </a:solidFill>
                <a:latin typeface="Roboto"/>
                <a:ea typeface="Roboto"/>
                <a:cs typeface="Roboto"/>
                <a:sym typeface="Roboto"/>
              </a:defRPr>
            </a:lvl3pPr>
            <a:lvl4pPr marR="0" lvl="3" algn="l" rtl="0">
              <a:spcBef>
                <a:spcPts val="300"/>
              </a:spcBef>
              <a:spcAft>
                <a:spcPts val="0"/>
              </a:spcAft>
              <a:buClr>
                <a:schemeClr val="dk1"/>
              </a:buClr>
              <a:buSzPts val="1400"/>
              <a:buFont typeface="Arial"/>
              <a:buChar char="•"/>
              <a:defRPr sz="1400" b="0" i="0" u="none" strike="noStrike" cap="none">
                <a:solidFill>
                  <a:schemeClr val="dk1"/>
                </a:solidFill>
                <a:latin typeface="Roboto"/>
                <a:ea typeface="Roboto"/>
                <a:cs typeface="Roboto"/>
                <a:sym typeface="Roboto"/>
              </a:defRPr>
            </a:lvl4pPr>
            <a:lvl5pPr marR="0" lvl="4" algn="l" rtl="0">
              <a:spcBef>
                <a:spcPts val="300"/>
              </a:spcBef>
              <a:spcAft>
                <a:spcPts val="0"/>
              </a:spcAft>
              <a:buClr>
                <a:schemeClr val="dk1"/>
              </a:buClr>
              <a:buSzPts val="1200"/>
              <a:buFont typeface="Merriweather Sans"/>
              <a:buChar char="−"/>
              <a:defRPr sz="1200" b="0" i="0" u="none" strike="noStrike" cap="none">
                <a:solidFill>
                  <a:schemeClr val="dk1"/>
                </a:solidFill>
                <a:latin typeface="Roboto"/>
                <a:ea typeface="Roboto"/>
                <a:cs typeface="Roboto"/>
                <a:sym typeface="Roboto"/>
              </a:defRPr>
            </a:lvl5pPr>
            <a:lvl6pPr marR="0" lvl="5" algn="l" rtl="0">
              <a:spcBef>
                <a:spcPts val="533"/>
              </a:spcBef>
              <a:spcAft>
                <a:spcPts val="0"/>
              </a:spcAft>
              <a:buClr>
                <a:schemeClr val="dk1"/>
              </a:buClr>
              <a:buSzPts val="2666"/>
              <a:buFont typeface="Arial"/>
              <a:buChar char="•"/>
              <a:defRPr sz="2666" b="0" i="0" u="none" strike="noStrike" cap="none">
                <a:solidFill>
                  <a:schemeClr val="dk1"/>
                </a:solidFill>
                <a:latin typeface="Poppins Medium"/>
                <a:ea typeface="Poppins Medium"/>
                <a:cs typeface="Poppins Medium"/>
                <a:sym typeface="Poppins Medium"/>
              </a:defRPr>
            </a:lvl6pPr>
            <a:lvl7pPr marR="0" lvl="6" algn="l" rtl="0">
              <a:spcBef>
                <a:spcPts val="533"/>
              </a:spcBef>
              <a:spcAft>
                <a:spcPts val="0"/>
              </a:spcAft>
              <a:buClr>
                <a:schemeClr val="dk1"/>
              </a:buClr>
              <a:buSzPts val="2666"/>
              <a:buFont typeface="Arial"/>
              <a:buChar char="•"/>
              <a:defRPr sz="2666" b="0" i="0" u="none" strike="noStrike" cap="none">
                <a:solidFill>
                  <a:schemeClr val="dk1"/>
                </a:solidFill>
                <a:latin typeface="Poppins Medium"/>
                <a:ea typeface="Poppins Medium"/>
                <a:cs typeface="Poppins Medium"/>
                <a:sym typeface="Poppins Medium"/>
              </a:defRPr>
            </a:lvl7pPr>
            <a:lvl8pPr marR="0" lvl="7" algn="l" rtl="0">
              <a:spcBef>
                <a:spcPts val="533"/>
              </a:spcBef>
              <a:spcAft>
                <a:spcPts val="0"/>
              </a:spcAft>
              <a:buClr>
                <a:schemeClr val="dk1"/>
              </a:buClr>
              <a:buSzPts val="2666"/>
              <a:buFont typeface="Arial"/>
              <a:buChar char="•"/>
              <a:defRPr sz="2666" b="0" i="0" u="none" strike="noStrike" cap="none">
                <a:solidFill>
                  <a:schemeClr val="dk1"/>
                </a:solidFill>
                <a:latin typeface="Poppins Medium"/>
                <a:ea typeface="Poppins Medium"/>
                <a:cs typeface="Poppins Medium"/>
                <a:sym typeface="Poppins Medium"/>
              </a:defRPr>
            </a:lvl8pPr>
            <a:lvl9pPr marR="0" lvl="8" algn="l" rtl="0">
              <a:spcBef>
                <a:spcPts val="533"/>
              </a:spcBef>
              <a:spcAft>
                <a:spcPts val="0"/>
              </a:spcAft>
              <a:buClr>
                <a:schemeClr val="dk1"/>
              </a:buClr>
              <a:buSzPts val="2666"/>
              <a:buFont typeface="Arial"/>
              <a:buChar char="•"/>
              <a:defRPr sz="2666" b="0" i="0" u="none" strike="noStrike" cap="none">
                <a:solidFill>
                  <a:schemeClr val="dk1"/>
                </a:solidFill>
                <a:latin typeface="Poppins Medium"/>
                <a:ea typeface="Poppins Medium"/>
                <a:cs typeface="Poppins Medium"/>
                <a:sym typeface="Poppins Medium"/>
              </a:defRPr>
            </a:lvl9pPr>
          </a:lstStyle>
          <a:p>
            <a:endParaRPr/>
          </a:p>
        </p:txBody>
      </p:sp>
      <p:sp>
        <p:nvSpPr>
          <p:cNvPr id="668" name="Google Shape;668;p116"/>
          <p:cNvSpPr txBox="1">
            <a:spLocks noGrp="1"/>
          </p:cNvSpPr>
          <p:nvPr>
            <p:ph type="title"/>
          </p:nvPr>
        </p:nvSpPr>
        <p:spPr>
          <a:xfrm>
            <a:off x="455618" y="457200"/>
            <a:ext cx="5029201" cy="524400"/>
          </a:xfrm>
          <a:prstGeom prst="rect">
            <a:avLst/>
          </a:prstGeom>
          <a:noFill/>
          <a:ln>
            <a:noFill/>
          </a:ln>
        </p:spPr>
        <p:txBody>
          <a:bodyPr spcFirstLastPara="1" wrap="square" lIns="0" tIns="0" rIns="0" bIns="0" anchor="t" anchorCtr="0">
            <a:noAutofit/>
          </a:bodyPr>
          <a:lstStyle>
            <a:lvl1pPr lvl="0" algn="l" rtl="0">
              <a:lnSpc>
                <a:spcPct val="80000"/>
              </a:lnSpc>
              <a:spcBef>
                <a:spcPts val="0"/>
              </a:spcBef>
              <a:spcAft>
                <a:spcPts val="0"/>
              </a:spcAft>
              <a:buClr>
                <a:schemeClr val="lt1"/>
              </a:buClr>
              <a:buSzPts val="3200"/>
              <a:buFont typeface="Roboto Medium"/>
              <a:buNone/>
              <a:defRPr b="0">
                <a:solidFill>
                  <a:schemeClr val="lt1"/>
                </a:solidFill>
              </a:defRPr>
            </a:lvl1pPr>
            <a:lvl2pPr lvl="1" rtl="0">
              <a:spcBef>
                <a:spcPts val="0"/>
              </a:spcBef>
              <a:spcAft>
                <a:spcPts val="0"/>
              </a:spcAft>
              <a:buSzPts val="1400"/>
              <a:buNone/>
              <a:defRPr/>
            </a:lvl2pPr>
            <a:lvl3pPr lvl="2" rtl="0">
              <a:spcBef>
                <a:spcPts val="0"/>
              </a:spcBef>
              <a:spcAft>
                <a:spcPts val="0"/>
              </a:spcAft>
              <a:buSzPts val="1400"/>
              <a:buNone/>
              <a:defRPr/>
            </a:lvl3pPr>
            <a:lvl4pPr lvl="3" rtl="0">
              <a:spcBef>
                <a:spcPts val="0"/>
              </a:spcBef>
              <a:spcAft>
                <a:spcPts val="0"/>
              </a:spcAft>
              <a:buSzPts val="1400"/>
              <a:buNone/>
              <a:defRPr/>
            </a:lvl4pPr>
            <a:lvl5pPr lvl="4" rtl="0">
              <a:spcBef>
                <a:spcPts val="0"/>
              </a:spcBef>
              <a:spcAft>
                <a:spcPts val="0"/>
              </a:spcAft>
              <a:buSzPts val="1400"/>
              <a:buNone/>
              <a:defRPr/>
            </a:lvl5pPr>
            <a:lvl6pPr lvl="5" rtl="0">
              <a:spcBef>
                <a:spcPts val="0"/>
              </a:spcBef>
              <a:spcAft>
                <a:spcPts val="0"/>
              </a:spcAft>
              <a:buSzPts val="1400"/>
              <a:buNone/>
              <a:defRPr/>
            </a:lvl6pPr>
            <a:lvl7pPr lvl="6" rtl="0">
              <a:spcBef>
                <a:spcPts val="0"/>
              </a:spcBef>
              <a:spcAft>
                <a:spcPts val="0"/>
              </a:spcAft>
              <a:buSzPts val="1400"/>
              <a:buNone/>
              <a:defRPr/>
            </a:lvl7pPr>
            <a:lvl8pPr lvl="7" rtl="0">
              <a:spcBef>
                <a:spcPts val="0"/>
              </a:spcBef>
              <a:spcAft>
                <a:spcPts val="0"/>
              </a:spcAft>
              <a:buSzPts val="1400"/>
              <a:buNone/>
              <a:defRPr/>
            </a:lvl8pPr>
            <a:lvl9pPr lvl="8" rtl="0">
              <a:spcBef>
                <a:spcPts val="0"/>
              </a:spcBef>
              <a:spcAft>
                <a:spcPts val="0"/>
              </a:spcAft>
              <a:buSzPts val="1400"/>
              <a:buNone/>
              <a:defRPr/>
            </a:lvl9pPr>
          </a:lstStyle>
          <a:p>
            <a:endParaRPr/>
          </a:p>
        </p:txBody>
      </p:sp>
      <p:sp>
        <p:nvSpPr>
          <p:cNvPr id="669" name="Google Shape;669;p116"/>
          <p:cNvSpPr txBox="1">
            <a:spLocks noGrp="1"/>
          </p:cNvSpPr>
          <p:nvPr>
            <p:ph type="sldNum" idx="12"/>
          </p:nvPr>
        </p:nvSpPr>
        <p:spPr>
          <a:xfrm>
            <a:off x="11438849" y="6400800"/>
            <a:ext cx="294601" cy="228600"/>
          </a:xfrm>
          <a:prstGeom prst="rect">
            <a:avLst/>
          </a:prstGeom>
        </p:spPr>
        <p:txBody>
          <a:bodyPr spcFirstLastPara="1" wrap="square" lIns="0" tIns="0" rIns="0" bIns="0" anchor="b" anchorCtr="0">
            <a:noAutofit/>
          </a:bodyPr>
          <a:lstStyle>
            <a:lvl1pPr lvl="0" rtl="0">
              <a:buNone/>
              <a:defRPr sz="1000">
                <a:solidFill>
                  <a:schemeClr val="lt1"/>
                </a:solidFill>
              </a:defRPr>
            </a:lvl1pPr>
            <a:lvl2pPr lvl="1" rtl="0">
              <a:buNone/>
              <a:defRPr sz="1000">
                <a:solidFill>
                  <a:schemeClr val="lt1"/>
                </a:solidFill>
              </a:defRPr>
            </a:lvl2pPr>
            <a:lvl3pPr lvl="2" rtl="0">
              <a:buNone/>
              <a:defRPr sz="1000">
                <a:solidFill>
                  <a:schemeClr val="lt1"/>
                </a:solidFill>
              </a:defRPr>
            </a:lvl3pPr>
            <a:lvl4pPr lvl="3" rtl="0">
              <a:buNone/>
              <a:defRPr sz="1000">
                <a:solidFill>
                  <a:schemeClr val="lt1"/>
                </a:solidFill>
              </a:defRPr>
            </a:lvl4pPr>
            <a:lvl5pPr lvl="4" rtl="0">
              <a:buNone/>
              <a:defRPr sz="1000">
                <a:solidFill>
                  <a:schemeClr val="lt1"/>
                </a:solidFill>
              </a:defRPr>
            </a:lvl5pPr>
            <a:lvl6pPr lvl="5" rtl="0">
              <a:buNone/>
              <a:defRPr sz="1000">
                <a:solidFill>
                  <a:schemeClr val="lt1"/>
                </a:solidFill>
              </a:defRPr>
            </a:lvl6pPr>
            <a:lvl7pPr lvl="6" rtl="0">
              <a:buNone/>
              <a:defRPr sz="1000">
                <a:solidFill>
                  <a:schemeClr val="lt1"/>
                </a:solidFill>
              </a:defRPr>
            </a:lvl7pPr>
            <a:lvl8pPr lvl="7" rtl="0">
              <a:buNone/>
              <a:defRPr sz="1000">
                <a:solidFill>
                  <a:schemeClr val="lt1"/>
                </a:solidFill>
              </a:defRPr>
            </a:lvl8pPr>
            <a:lvl9pPr lvl="8" rtl="0">
              <a:buNone/>
              <a:defRPr sz="1000">
                <a:solidFill>
                  <a:schemeClr val="lt1"/>
                </a:solidFill>
              </a:defRPr>
            </a:lvl9pPr>
          </a:lstStyle>
          <a:p>
            <a:fld id="{00000000-1234-1234-1234-123412341234}" type="slidenum">
              <a:rPr lang="en" smtClean="0"/>
              <a:pPr/>
              <a:t>‹#›</a:t>
            </a:fld>
            <a:endParaRPr lang="en"/>
          </a:p>
        </p:txBody>
      </p:sp>
      <p:sp>
        <p:nvSpPr>
          <p:cNvPr id="670" name="Google Shape;670;p116"/>
          <p:cNvSpPr txBox="1">
            <a:spLocks noGrp="1"/>
          </p:cNvSpPr>
          <p:nvPr>
            <p:ph type="body" idx="1"/>
          </p:nvPr>
        </p:nvSpPr>
        <p:spPr>
          <a:xfrm>
            <a:off x="455675" y="2686375"/>
            <a:ext cx="5257800" cy="3257100"/>
          </a:xfrm>
          <a:prstGeom prst="rect">
            <a:avLst/>
          </a:prstGeom>
          <a:noFill/>
          <a:ln>
            <a:noFill/>
          </a:ln>
        </p:spPr>
        <p:txBody>
          <a:bodyPr spcFirstLastPara="1" wrap="square" lIns="0" tIns="0" rIns="0" bIns="0" anchor="t" anchorCtr="0">
            <a:noAutofit/>
          </a:bodyPr>
          <a:lstStyle>
            <a:lvl1pPr marL="457207" lvl="0" indent="-228604" algn="l" rtl="0">
              <a:spcBef>
                <a:spcPts val="1800"/>
              </a:spcBef>
              <a:spcAft>
                <a:spcPts val="0"/>
              </a:spcAft>
              <a:buClr>
                <a:schemeClr val="lt1"/>
              </a:buClr>
              <a:buSzPts val="2000"/>
              <a:buFont typeface="Roboto"/>
              <a:buNone/>
              <a:defRPr b="0" i="0">
                <a:solidFill>
                  <a:schemeClr val="lt1"/>
                </a:solidFill>
                <a:latin typeface="Roboto"/>
                <a:ea typeface="Roboto"/>
                <a:cs typeface="Roboto"/>
                <a:sym typeface="Roboto"/>
              </a:defRPr>
            </a:lvl1pPr>
            <a:lvl2pPr marL="914415" lvl="1" indent="-342906" algn="l" rtl="0">
              <a:spcBef>
                <a:spcPts val="600"/>
              </a:spcBef>
              <a:spcAft>
                <a:spcPts val="0"/>
              </a:spcAft>
              <a:buClr>
                <a:schemeClr val="lt1"/>
              </a:buClr>
              <a:buSzPts val="1800"/>
              <a:buChar char="•"/>
              <a:defRPr b="0" i="0">
                <a:solidFill>
                  <a:schemeClr val="lt1"/>
                </a:solidFill>
                <a:latin typeface="Roboto"/>
                <a:ea typeface="Roboto"/>
                <a:cs typeface="Roboto"/>
                <a:sym typeface="Roboto"/>
              </a:defRPr>
            </a:lvl2pPr>
            <a:lvl3pPr marL="1371622" lvl="2" indent="-330205" algn="l" rtl="0">
              <a:spcBef>
                <a:spcPts val="600"/>
              </a:spcBef>
              <a:spcAft>
                <a:spcPts val="0"/>
              </a:spcAft>
              <a:buClr>
                <a:schemeClr val="lt1"/>
              </a:buClr>
              <a:buSzPts val="1600"/>
              <a:buChar char="−"/>
              <a:defRPr b="0" i="0">
                <a:solidFill>
                  <a:schemeClr val="lt1"/>
                </a:solidFill>
                <a:latin typeface="Roboto"/>
                <a:ea typeface="Roboto"/>
                <a:cs typeface="Roboto"/>
                <a:sym typeface="Roboto"/>
              </a:defRPr>
            </a:lvl3pPr>
            <a:lvl4pPr marL="1828831" lvl="3" indent="-317506" algn="l" rtl="0">
              <a:spcBef>
                <a:spcPts val="300"/>
              </a:spcBef>
              <a:spcAft>
                <a:spcPts val="0"/>
              </a:spcAft>
              <a:buClr>
                <a:schemeClr val="lt1"/>
              </a:buClr>
              <a:buSzPts val="1400"/>
              <a:buChar char="•"/>
              <a:defRPr b="0" i="0">
                <a:solidFill>
                  <a:schemeClr val="lt1"/>
                </a:solidFill>
                <a:latin typeface="Roboto"/>
                <a:ea typeface="Roboto"/>
                <a:cs typeface="Roboto"/>
                <a:sym typeface="Roboto"/>
              </a:defRPr>
            </a:lvl4pPr>
            <a:lvl5pPr marL="2286038" lvl="4" indent="-304805" algn="l" rtl="0">
              <a:spcBef>
                <a:spcPts val="300"/>
              </a:spcBef>
              <a:spcAft>
                <a:spcPts val="0"/>
              </a:spcAft>
              <a:buClr>
                <a:schemeClr val="lt1"/>
              </a:buClr>
              <a:buSzPts val="1200"/>
              <a:buChar char="−"/>
              <a:defRPr b="0" i="0">
                <a:solidFill>
                  <a:schemeClr val="lt1"/>
                </a:solidFill>
                <a:latin typeface="Roboto"/>
                <a:ea typeface="Roboto"/>
                <a:cs typeface="Roboto"/>
                <a:sym typeface="Roboto"/>
              </a:defRPr>
            </a:lvl5pPr>
            <a:lvl6pPr marL="2743246" lvl="5" indent="-304805" algn="l" rtl="0">
              <a:spcBef>
                <a:spcPts val="360"/>
              </a:spcBef>
              <a:spcAft>
                <a:spcPts val="0"/>
              </a:spcAft>
              <a:buClr>
                <a:schemeClr val="lt1"/>
              </a:buClr>
              <a:buSzPts val="1200"/>
              <a:buFont typeface="Roboto"/>
              <a:buChar char="•"/>
              <a:defRPr sz="1200">
                <a:solidFill>
                  <a:schemeClr val="lt1"/>
                </a:solidFill>
                <a:latin typeface="Roboto"/>
                <a:ea typeface="Roboto"/>
                <a:cs typeface="Roboto"/>
                <a:sym typeface="Roboto"/>
              </a:defRPr>
            </a:lvl6pPr>
            <a:lvl7pPr marL="3200453" lvl="6" indent="-304805" algn="l" rtl="0">
              <a:spcBef>
                <a:spcPts val="360"/>
              </a:spcBef>
              <a:spcAft>
                <a:spcPts val="0"/>
              </a:spcAft>
              <a:buClr>
                <a:schemeClr val="lt1"/>
              </a:buClr>
              <a:buSzPts val="1200"/>
              <a:buFont typeface="Roboto"/>
              <a:buChar char="•"/>
              <a:defRPr sz="1200">
                <a:solidFill>
                  <a:schemeClr val="lt1"/>
                </a:solidFill>
                <a:latin typeface="Roboto"/>
                <a:ea typeface="Roboto"/>
                <a:cs typeface="Roboto"/>
                <a:sym typeface="Roboto"/>
              </a:defRPr>
            </a:lvl7pPr>
            <a:lvl8pPr marL="3657661" lvl="7" indent="-304805" algn="l" rtl="0">
              <a:spcBef>
                <a:spcPts val="360"/>
              </a:spcBef>
              <a:spcAft>
                <a:spcPts val="0"/>
              </a:spcAft>
              <a:buClr>
                <a:schemeClr val="lt1"/>
              </a:buClr>
              <a:buSzPts val="1200"/>
              <a:buFont typeface="Roboto"/>
              <a:buChar char="•"/>
              <a:defRPr sz="1200">
                <a:solidFill>
                  <a:schemeClr val="lt1"/>
                </a:solidFill>
                <a:latin typeface="Roboto"/>
                <a:ea typeface="Roboto"/>
                <a:cs typeface="Roboto"/>
                <a:sym typeface="Roboto"/>
              </a:defRPr>
            </a:lvl8pPr>
            <a:lvl9pPr marL="4114868" lvl="8" indent="-304805" algn="l" rtl="0">
              <a:spcBef>
                <a:spcPts val="360"/>
              </a:spcBef>
              <a:spcAft>
                <a:spcPts val="0"/>
              </a:spcAft>
              <a:buClr>
                <a:schemeClr val="lt1"/>
              </a:buClr>
              <a:buSzPts val="1200"/>
              <a:buFont typeface="Roboto"/>
              <a:buChar char="•"/>
              <a:defRPr sz="1200">
                <a:solidFill>
                  <a:schemeClr val="lt1"/>
                </a:solidFill>
                <a:latin typeface="Roboto"/>
                <a:ea typeface="Roboto"/>
                <a:cs typeface="Roboto"/>
                <a:sym typeface="Roboto"/>
              </a:defRPr>
            </a:lvl9pPr>
          </a:lstStyle>
          <a:p>
            <a:endParaRPr/>
          </a:p>
        </p:txBody>
      </p:sp>
      <p:pic>
        <p:nvPicPr>
          <p:cNvPr id="671" name="Google Shape;671;p116"/>
          <p:cNvPicPr preferRelativeResize="0"/>
          <p:nvPr/>
        </p:nvPicPr>
        <p:blipFill>
          <a:blip r:embed="rId2">
            <a:alphaModFix/>
          </a:blip>
          <a:stretch>
            <a:fillRect/>
          </a:stretch>
        </p:blipFill>
        <p:spPr>
          <a:xfrm>
            <a:off x="455626" y="6262542"/>
            <a:ext cx="685801" cy="352697"/>
          </a:xfrm>
          <a:prstGeom prst="rect">
            <a:avLst/>
          </a:prstGeom>
          <a:noFill/>
          <a:ln>
            <a:noFill/>
          </a:ln>
        </p:spPr>
      </p:pic>
      <p:sp>
        <p:nvSpPr>
          <p:cNvPr id="672" name="Google Shape;672;p116"/>
          <p:cNvSpPr txBox="1"/>
          <p:nvPr/>
        </p:nvSpPr>
        <p:spPr>
          <a:xfrm>
            <a:off x="8194350" y="6400800"/>
            <a:ext cx="3244500" cy="228600"/>
          </a:xfrm>
          <a:prstGeom prst="rect">
            <a:avLst/>
          </a:prstGeom>
          <a:noFill/>
          <a:ln>
            <a:noFill/>
          </a:ln>
        </p:spPr>
        <p:txBody>
          <a:bodyPr spcFirstLastPara="1" wrap="square" lIns="91426" tIns="91426" rIns="91426" bIns="91426" anchor="t" anchorCtr="0">
            <a:noAutofit/>
          </a:bodyPr>
          <a:lstStyle/>
          <a:p>
            <a:pPr marL="0" lvl="0" indent="0" algn="r" rtl="0">
              <a:spcBef>
                <a:spcPts val="0"/>
              </a:spcBef>
              <a:spcAft>
                <a:spcPts val="0"/>
              </a:spcAft>
              <a:buNone/>
            </a:pPr>
            <a:r>
              <a:rPr lang="en" sz="1000">
                <a:solidFill>
                  <a:srgbClr val="FFFFFF"/>
                </a:solidFill>
                <a:latin typeface="Roboto"/>
                <a:ea typeface="Roboto"/>
                <a:cs typeface="Roboto"/>
                <a:sym typeface="Roboto"/>
              </a:rPr>
              <a:t>Proprietary &amp; Confidential - For Internal Use Only</a:t>
            </a:r>
            <a:endParaRPr sz="1000">
              <a:solidFill>
                <a:srgbClr val="FFFFFF"/>
              </a:solidFill>
              <a:latin typeface="Roboto"/>
              <a:ea typeface="Roboto"/>
              <a:cs typeface="Roboto"/>
              <a:sym typeface="Roboto"/>
            </a:endParaRPr>
          </a:p>
        </p:txBody>
      </p:sp>
    </p:spTree>
  </p:cSld>
  <p:clrMapOvr>
    <a:masterClrMapping/>
  </p:clrMapOvr>
  <mc:AlternateContent xmlns:mc="http://schemas.openxmlformats.org/markup-compatibility/2006" xmlns:p14="http://schemas.microsoft.com/office/powerpoint/2010/main">
    <mc:Choice Requires="p14">
      <p:transition p14:dur="250">
        <p:fade/>
      </p:transition>
    </mc:Choice>
    <mc:Fallback xmlns:ahyp="http://schemas.microsoft.com/office/drawing/2018/hyperlinkcolor" xmlns:p15="http://schemas.microsoft.com/office/powerpoint/2012/main" xmlns:com="http://schemas.openxmlformats.org/drawingml/2006/compatibility" xmlns:pvml="urn:schemas-microsoft-com:office:powerpoint" xmlns:v="urn:schemas-microsoft-com:vml" xmlns:o="urn:schemas-microsoft-com:office:office" xmlns:dgm="http://schemas.openxmlformats.org/drawingml/2006/diagram" xmlns:c="http://schemas.openxmlformats.org/drawingml/2006/chart" xmlns:mv="urn:schemas-microsoft-com:mac:vml" xmlns="">
      <p:transition>
        <p:fade/>
      </p:transition>
    </mc:Fallback>
  </mc:AlternateContent>
</p:sldLayout>
</file>

<file path=ppt/slideLayouts/slideLayout111.xml><?xml version="1.0" encoding="utf-8"?>
<p:sldLayout xmlns:a="http://schemas.openxmlformats.org/drawingml/2006/main" xmlns:r="http://schemas.openxmlformats.org/officeDocument/2006/relationships" xmlns:p="http://schemas.openxmlformats.org/presentationml/2006/main" matchingName="NAVY Title">
  <p:cSld name="NAVY Title">
    <p:bg>
      <p:bgPr>
        <a:solidFill>
          <a:srgbClr val="030A14"/>
        </a:solidFill>
        <a:effectLst/>
      </p:bgPr>
    </p:bg>
    <p:spTree>
      <p:nvGrpSpPr>
        <p:cNvPr id="1" name="Shape 673"/>
        <p:cNvGrpSpPr/>
        <p:nvPr/>
      </p:nvGrpSpPr>
      <p:grpSpPr>
        <a:xfrm>
          <a:off x="0" y="0"/>
          <a:ext cx="0" cy="0"/>
          <a:chOff x="0" y="0"/>
          <a:chExt cx="0" cy="0"/>
        </a:xfrm>
      </p:grpSpPr>
      <p:sp>
        <p:nvSpPr>
          <p:cNvPr id="674" name="Google Shape;674;p117"/>
          <p:cNvSpPr txBox="1">
            <a:spLocks noGrp="1"/>
          </p:cNvSpPr>
          <p:nvPr>
            <p:ph type="title"/>
          </p:nvPr>
        </p:nvSpPr>
        <p:spPr>
          <a:xfrm>
            <a:off x="455617" y="460683"/>
            <a:ext cx="8915400" cy="524400"/>
          </a:xfrm>
          <a:prstGeom prst="rect">
            <a:avLst/>
          </a:prstGeom>
          <a:noFill/>
          <a:ln>
            <a:noFill/>
          </a:ln>
        </p:spPr>
        <p:txBody>
          <a:bodyPr spcFirstLastPara="1" wrap="square" lIns="0" tIns="0" rIns="0" bIns="0" anchor="t" anchorCtr="0">
            <a:noAutofit/>
          </a:bodyPr>
          <a:lstStyle>
            <a:lvl1pPr lvl="0" algn="l" rtl="0">
              <a:lnSpc>
                <a:spcPct val="80000"/>
              </a:lnSpc>
              <a:spcBef>
                <a:spcPts val="0"/>
              </a:spcBef>
              <a:spcAft>
                <a:spcPts val="0"/>
              </a:spcAft>
              <a:buClr>
                <a:schemeClr val="lt1"/>
              </a:buClr>
              <a:buSzPts val="3200"/>
              <a:buFont typeface="Roboto Medium"/>
              <a:buNone/>
              <a:defRPr>
                <a:solidFill>
                  <a:schemeClr val="lt1"/>
                </a:solidFill>
              </a:defRPr>
            </a:lvl1pPr>
            <a:lvl2pPr lvl="1" rtl="0">
              <a:spcBef>
                <a:spcPts val="0"/>
              </a:spcBef>
              <a:spcAft>
                <a:spcPts val="0"/>
              </a:spcAft>
              <a:buSzPts val="1400"/>
              <a:buNone/>
              <a:defRPr/>
            </a:lvl2pPr>
            <a:lvl3pPr lvl="2" rtl="0">
              <a:spcBef>
                <a:spcPts val="0"/>
              </a:spcBef>
              <a:spcAft>
                <a:spcPts val="0"/>
              </a:spcAft>
              <a:buSzPts val="1400"/>
              <a:buNone/>
              <a:defRPr/>
            </a:lvl3pPr>
            <a:lvl4pPr lvl="3" rtl="0">
              <a:spcBef>
                <a:spcPts val="0"/>
              </a:spcBef>
              <a:spcAft>
                <a:spcPts val="0"/>
              </a:spcAft>
              <a:buSzPts val="1400"/>
              <a:buNone/>
              <a:defRPr/>
            </a:lvl4pPr>
            <a:lvl5pPr lvl="4" rtl="0">
              <a:spcBef>
                <a:spcPts val="0"/>
              </a:spcBef>
              <a:spcAft>
                <a:spcPts val="0"/>
              </a:spcAft>
              <a:buSzPts val="1400"/>
              <a:buNone/>
              <a:defRPr/>
            </a:lvl5pPr>
            <a:lvl6pPr lvl="5" rtl="0">
              <a:spcBef>
                <a:spcPts val="0"/>
              </a:spcBef>
              <a:spcAft>
                <a:spcPts val="0"/>
              </a:spcAft>
              <a:buSzPts val="1400"/>
              <a:buNone/>
              <a:defRPr/>
            </a:lvl6pPr>
            <a:lvl7pPr lvl="6" rtl="0">
              <a:spcBef>
                <a:spcPts val="0"/>
              </a:spcBef>
              <a:spcAft>
                <a:spcPts val="0"/>
              </a:spcAft>
              <a:buSzPts val="1400"/>
              <a:buNone/>
              <a:defRPr/>
            </a:lvl7pPr>
            <a:lvl8pPr lvl="7" rtl="0">
              <a:spcBef>
                <a:spcPts val="0"/>
              </a:spcBef>
              <a:spcAft>
                <a:spcPts val="0"/>
              </a:spcAft>
              <a:buSzPts val="1400"/>
              <a:buNone/>
              <a:defRPr/>
            </a:lvl8pPr>
            <a:lvl9pPr lvl="8" rtl="0">
              <a:spcBef>
                <a:spcPts val="0"/>
              </a:spcBef>
              <a:spcAft>
                <a:spcPts val="0"/>
              </a:spcAft>
              <a:buSzPts val="1400"/>
              <a:buNone/>
              <a:defRPr/>
            </a:lvl9pPr>
          </a:lstStyle>
          <a:p>
            <a:endParaRPr/>
          </a:p>
        </p:txBody>
      </p:sp>
      <p:sp>
        <p:nvSpPr>
          <p:cNvPr id="675" name="Google Shape;675;p117"/>
          <p:cNvSpPr txBox="1">
            <a:spLocks noGrp="1"/>
          </p:cNvSpPr>
          <p:nvPr>
            <p:ph type="sldNum" idx="12"/>
          </p:nvPr>
        </p:nvSpPr>
        <p:spPr>
          <a:xfrm>
            <a:off x="11438849" y="6400800"/>
            <a:ext cx="294601" cy="228600"/>
          </a:xfrm>
          <a:prstGeom prst="rect">
            <a:avLst/>
          </a:prstGeom>
        </p:spPr>
        <p:txBody>
          <a:bodyPr spcFirstLastPara="1" wrap="square" lIns="0" tIns="0" rIns="0" bIns="0" anchor="b" anchorCtr="0">
            <a:noAutofit/>
          </a:bodyPr>
          <a:lstStyle>
            <a:lvl1pPr lvl="0" rtl="0">
              <a:buNone/>
              <a:defRPr sz="1000">
                <a:solidFill>
                  <a:schemeClr val="lt1"/>
                </a:solidFill>
              </a:defRPr>
            </a:lvl1pPr>
            <a:lvl2pPr lvl="1" rtl="0">
              <a:buNone/>
              <a:defRPr sz="1000">
                <a:solidFill>
                  <a:schemeClr val="lt1"/>
                </a:solidFill>
              </a:defRPr>
            </a:lvl2pPr>
            <a:lvl3pPr lvl="2" rtl="0">
              <a:buNone/>
              <a:defRPr sz="1000">
                <a:solidFill>
                  <a:schemeClr val="lt1"/>
                </a:solidFill>
              </a:defRPr>
            </a:lvl3pPr>
            <a:lvl4pPr lvl="3" rtl="0">
              <a:buNone/>
              <a:defRPr sz="1000">
                <a:solidFill>
                  <a:schemeClr val="lt1"/>
                </a:solidFill>
              </a:defRPr>
            </a:lvl4pPr>
            <a:lvl5pPr lvl="4" rtl="0">
              <a:buNone/>
              <a:defRPr sz="1000">
                <a:solidFill>
                  <a:schemeClr val="lt1"/>
                </a:solidFill>
              </a:defRPr>
            </a:lvl5pPr>
            <a:lvl6pPr lvl="5" rtl="0">
              <a:buNone/>
              <a:defRPr sz="1000">
                <a:solidFill>
                  <a:schemeClr val="lt1"/>
                </a:solidFill>
              </a:defRPr>
            </a:lvl6pPr>
            <a:lvl7pPr lvl="6" rtl="0">
              <a:buNone/>
              <a:defRPr sz="1000">
                <a:solidFill>
                  <a:schemeClr val="lt1"/>
                </a:solidFill>
              </a:defRPr>
            </a:lvl7pPr>
            <a:lvl8pPr lvl="7" rtl="0">
              <a:buNone/>
              <a:defRPr sz="1000">
                <a:solidFill>
                  <a:schemeClr val="lt1"/>
                </a:solidFill>
              </a:defRPr>
            </a:lvl8pPr>
            <a:lvl9pPr lvl="8" rtl="0">
              <a:buNone/>
              <a:defRPr sz="1000">
                <a:solidFill>
                  <a:schemeClr val="lt1"/>
                </a:solidFill>
              </a:defRPr>
            </a:lvl9pPr>
          </a:lstStyle>
          <a:p>
            <a:fld id="{00000000-1234-1234-1234-123412341234}" type="slidenum">
              <a:rPr lang="en" smtClean="0"/>
              <a:pPr/>
              <a:t>‹#›</a:t>
            </a:fld>
            <a:endParaRPr lang="en"/>
          </a:p>
        </p:txBody>
      </p:sp>
      <p:pic>
        <p:nvPicPr>
          <p:cNvPr id="676" name="Google Shape;676;p117"/>
          <p:cNvPicPr preferRelativeResize="0"/>
          <p:nvPr/>
        </p:nvPicPr>
        <p:blipFill>
          <a:blip r:embed="rId2">
            <a:alphaModFix/>
          </a:blip>
          <a:stretch>
            <a:fillRect/>
          </a:stretch>
        </p:blipFill>
        <p:spPr>
          <a:xfrm>
            <a:off x="455626" y="6262542"/>
            <a:ext cx="685801" cy="352697"/>
          </a:xfrm>
          <a:prstGeom prst="rect">
            <a:avLst/>
          </a:prstGeom>
          <a:noFill/>
          <a:ln>
            <a:noFill/>
          </a:ln>
        </p:spPr>
      </p:pic>
      <p:sp>
        <p:nvSpPr>
          <p:cNvPr id="677" name="Google Shape;677;p117"/>
          <p:cNvSpPr txBox="1"/>
          <p:nvPr/>
        </p:nvSpPr>
        <p:spPr>
          <a:xfrm>
            <a:off x="8194350" y="6400800"/>
            <a:ext cx="3244500" cy="228600"/>
          </a:xfrm>
          <a:prstGeom prst="rect">
            <a:avLst/>
          </a:prstGeom>
          <a:noFill/>
          <a:ln>
            <a:noFill/>
          </a:ln>
        </p:spPr>
        <p:txBody>
          <a:bodyPr spcFirstLastPara="1" wrap="square" lIns="91426" tIns="91426" rIns="91426" bIns="91426" anchor="t" anchorCtr="0">
            <a:noAutofit/>
          </a:bodyPr>
          <a:lstStyle/>
          <a:p>
            <a:pPr marL="0" lvl="0" indent="0" algn="r" rtl="0">
              <a:spcBef>
                <a:spcPts val="0"/>
              </a:spcBef>
              <a:spcAft>
                <a:spcPts val="0"/>
              </a:spcAft>
              <a:buNone/>
            </a:pPr>
            <a:r>
              <a:rPr lang="en" sz="1000">
                <a:solidFill>
                  <a:srgbClr val="FFFFFF"/>
                </a:solidFill>
                <a:latin typeface="Roboto"/>
                <a:ea typeface="Roboto"/>
                <a:cs typeface="Roboto"/>
                <a:sym typeface="Roboto"/>
              </a:rPr>
              <a:t>Proprietary &amp; Confidential - For Internal Use Only</a:t>
            </a:r>
            <a:endParaRPr sz="1000">
              <a:solidFill>
                <a:srgbClr val="FFFFFF"/>
              </a:solidFill>
              <a:latin typeface="Roboto"/>
              <a:ea typeface="Roboto"/>
              <a:cs typeface="Roboto"/>
              <a:sym typeface="Roboto"/>
            </a:endParaRPr>
          </a:p>
        </p:txBody>
      </p:sp>
    </p:spTree>
  </p:cSld>
  <p:clrMapOvr>
    <a:masterClrMapping/>
  </p:clrMapOvr>
  <mc:AlternateContent xmlns:mc="http://schemas.openxmlformats.org/markup-compatibility/2006" xmlns:p14="http://schemas.microsoft.com/office/powerpoint/2010/main">
    <mc:Choice Requires="p14">
      <p:transition p14:dur="250">
        <p:fade/>
      </p:transition>
    </mc:Choice>
    <mc:Fallback xmlns:ahyp="http://schemas.microsoft.com/office/drawing/2018/hyperlinkcolor" xmlns:p15="http://schemas.microsoft.com/office/powerpoint/2012/main" xmlns:com="http://schemas.openxmlformats.org/drawingml/2006/compatibility" xmlns:pvml="urn:schemas-microsoft-com:office:powerpoint" xmlns:v="urn:schemas-microsoft-com:vml" xmlns:o="urn:schemas-microsoft-com:office:office" xmlns:dgm="http://schemas.openxmlformats.org/drawingml/2006/diagram" xmlns:c="http://schemas.openxmlformats.org/drawingml/2006/chart" xmlns:mv="urn:schemas-microsoft-com:mac:vml" xmlns="">
      <p:transition>
        <p:fade/>
      </p:transition>
    </mc:Fallback>
  </mc:AlternateContent>
</p:sldLayout>
</file>

<file path=ppt/slideLayouts/slideLayout112.xml><?xml version="1.0" encoding="utf-8"?>
<p:sldLayout xmlns:a="http://schemas.openxmlformats.org/drawingml/2006/main" xmlns:r="http://schemas.openxmlformats.org/officeDocument/2006/relationships" xmlns:p="http://schemas.openxmlformats.org/presentationml/2006/main" matchingName="NAVY 1Col Subhead | Title | Text">
  <p:cSld name="NAVY 1Col Subhead | Title | Text">
    <p:bg>
      <p:bgPr>
        <a:solidFill>
          <a:srgbClr val="030A14"/>
        </a:solidFill>
        <a:effectLst/>
      </p:bgPr>
    </p:bg>
    <p:spTree>
      <p:nvGrpSpPr>
        <p:cNvPr id="1" name="Shape 678"/>
        <p:cNvGrpSpPr/>
        <p:nvPr/>
      </p:nvGrpSpPr>
      <p:grpSpPr>
        <a:xfrm>
          <a:off x="0" y="0"/>
          <a:ext cx="0" cy="0"/>
          <a:chOff x="0" y="0"/>
          <a:chExt cx="0" cy="0"/>
        </a:xfrm>
      </p:grpSpPr>
      <p:sp>
        <p:nvSpPr>
          <p:cNvPr id="679" name="Google Shape;679;p118"/>
          <p:cNvSpPr txBox="1">
            <a:spLocks noGrp="1"/>
          </p:cNvSpPr>
          <p:nvPr>
            <p:ph type="title"/>
          </p:nvPr>
        </p:nvSpPr>
        <p:spPr>
          <a:xfrm>
            <a:off x="455617" y="731520"/>
            <a:ext cx="8915400" cy="524400"/>
          </a:xfrm>
          <a:prstGeom prst="rect">
            <a:avLst/>
          </a:prstGeom>
          <a:noFill/>
          <a:ln>
            <a:noFill/>
          </a:ln>
        </p:spPr>
        <p:txBody>
          <a:bodyPr spcFirstLastPara="1" wrap="square" lIns="0" tIns="0" rIns="0" bIns="0" anchor="t" anchorCtr="0">
            <a:noAutofit/>
          </a:bodyPr>
          <a:lstStyle>
            <a:lvl1pPr lvl="0" algn="l" rtl="0">
              <a:lnSpc>
                <a:spcPct val="80000"/>
              </a:lnSpc>
              <a:spcBef>
                <a:spcPts val="0"/>
              </a:spcBef>
              <a:spcAft>
                <a:spcPts val="0"/>
              </a:spcAft>
              <a:buClr>
                <a:schemeClr val="lt1"/>
              </a:buClr>
              <a:buSzPts val="3200"/>
              <a:buFont typeface="Roboto Medium"/>
              <a:buNone/>
              <a:defRPr b="0">
                <a:solidFill>
                  <a:schemeClr val="lt1"/>
                </a:solidFill>
              </a:defRPr>
            </a:lvl1pPr>
            <a:lvl2pPr lvl="1" rtl="0">
              <a:spcBef>
                <a:spcPts val="0"/>
              </a:spcBef>
              <a:spcAft>
                <a:spcPts val="0"/>
              </a:spcAft>
              <a:buSzPts val="1400"/>
              <a:buNone/>
              <a:defRPr/>
            </a:lvl2pPr>
            <a:lvl3pPr lvl="2" rtl="0">
              <a:spcBef>
                <a:spcPts val="0"/>
              </a:spcBef>
              <a:spcAft>
                <a:spcPts val="0"/>
              </a:spcAft>
              <a:buSzPts val="1400"/>
              <a:buNone/>
              <a:defRPr/>
            </a:lvl3pPr>
            <a:lvl4pPr lvl="3" rtl="0">
              <a:spcBef>
                <a:spcPts val="0"/>
              </a:spcBef>
              <a:spcAft>
                <a:spcPts val="0"/>
              </a:spcAft>
              <a:buSzPts val="1400"/>
              <a:buNone/>
              <a:defRPr/>
            </a:lvl4pPr>
            <a:lvl5pPr lvl="4" rtl="0">
              <a:spcBef>
                <a:spcPts val="0"/>
              </a:spcBef>
              <a:spcAft>
                <a:spcPts val="0"/>
              </a:spcAft>
              <a:buSzPts val="1400"/>
              <a:buNone/>
              <a:defRPr/>
            </a:lvl5pPr>
            <a:lvl6pPr lvl="5" rtl="0">
              <a:spcBef>
                <a:spcPts val="0"/>
              </a:spcBef>
              <a:spcAft>
                <a:spcPts val="0"/>
              </a:spcAft>
              <a:buSzPts val="1400"/>
              <a:buNone/>
              <a:defRPr/>
            </a:lvl6pPr>
            <a:lvl7pPr lvl="6" rtl="0">
              <a:spcBef>
                <a:spcPts val="0"/>
              </a:spcBef>
              <a:spcAft>
                <a:spcPts val="0"/>
              </a:spcAft>
              <a:buSzPts val="1400"/>
              <a:buNone/>
              <a:defRPr/>
            </a:lvl7pPr>
            <a:lvl8pPr lvl="7" rtl="0">
              <a:spcBef>
                <a:spcPts val="0"/>
              </a:spcBef>
              <a:spcAft>
                <a:spcPts val="0"/>
              </a:spcAft>
              <a:buSzPts val="1400"/>
              <a:buNone/>
              <a:defRPr/>
            </a:lvl8pPr>
            <a:lvl9pPr lvl="8" rtl="0">
              <a:spcBef>
                <a:spcPts val="0"/>
              </a:spcBef>
              <a:spcAft>
                <a:spcPts val="0"/>
              </a:spcAft>
              <a:buSzPts val="1400"/>
              <a:buNone/>
              <a:defRPr/>
            </a:lvl9pPr>
          </a:lstStyle>
          <a:p>
            <a:endParaRPr/>
          </a:p>
        </p:txBody>
      </p:sp>
      <p:sp>
        <p:nvSpPr>
          <p:cNvPr id="680" name="Google Shape;680;p118"/>
          <p:cNvSpPr txBox="1">
            <a:spLocks noGrp="1"/>
          </p:cNvSpPr>
          <p:nvPr>
            <p:ph type="sldNum" idx="12"/>
          </p:nvPr>
        </p:nvSpPr>
        <p:spPr>
          <a:xfrm>
            <a:off x="11438849" y="6400800"/>
            <a:ext cx="294601" cy="228600"/>
          </a:xfrm>
          <a:prstGeom prst="rect">
            <a:avLst/>
          </a:prstGeom>
        </p:spPr>
        <p:txBody>
          <a:bodyPr spcFirstLastPara="1" wrap="square" lIns="0" tIns="0" rIns="0" bIns="0" anchor="b" anchorCtr="0">
            <a:noAutofit/>
          </a:bodyPr>
          <a:lstStyle>
            <a:lvl1pPr lvl="0" rtl="0">
              <a:buNone/>
              <a:defRPr sz="1000">
                <a:solidFill>
                  <a:schemeClr val="lt1"/>
                </a:solidFill>
              </a:defRPr>
            </a:lvl1pPr>
            <a:lvl2pPr lvl="1" rtl="0">
              <a:buNone/>
              <a:defRPr sz="1000">
                <a:solidFill>
                  <a:schemeClr val="lt1"/>
                </a:solidFill>
              </a:defRPr>
            </a:lvl2pPr>
            <a:lvl3pPr lvl="2" rtl="0">
              <a:buNone/>
              <a:defRPr sz="1000">
                <a:solidFill>
                  <a:schemeClr val="lt1"/>
                </a:solidFill>
              </a:defRPr>
            </a:lvl3pPr>
            <a:lvl4pPr lvl="3" rtl="0">
              <a:buNone/>
              <a:defRPr sz="1000">
                <a:solidFill>
                  <a:schemeClr val="lt1"/>
                </a:solidFill>
              </a:defRPr>
            </a:lvl4pPr>
            <a:lvl5pPr lvl="4" rtl="0">
              <a:buNone/>
              <a:defRPr sz="1000">
                <a:solidFill>
                  <a:schemeClr val="lt1"/>
                </a:solidFill>
              </a:defRPr>
            </a:lvl5pPr>
            <a:lvl6pPr lvl="5" rtl="0">
              <a:buNone/>
              <a:defRPr sz="1000">
                <a:solidFill>
                  <a:schemeClr val="lt1"/>
                </a:solidFill>
              </a:defRPr>
            </a:lvl6pPr>
            <a:lvl7pPr lvl="6" rtl="0">
              <a:buNone/>
              <a:defRPr sz="1000">
                <a:solidFill>
                  <a:schemeClr val="lt1"/>
                </a:solidFill>
              </a:defRPr>
            </a:lvl7pPr>
            <a:lvl8pPr lvl="7" rtl="0">
              <a:buNone/>
              <a:defRPr sz="1000">
                <a:solidFill>
                  <a:schemeClr val="lt1"/>
                </a:solidFill>
              </a:defRPr>
            </a:lvl8pPr>
            <a:lvl9pPr lvl="8" rtl="0">
              <a:buNone/>
              <a:defRPr sz="1000">
                <a:solidFill>
                  <a:schemeClr val="lt1"/>
                </a:solidFill>
              </a:defRPr>
            </a:lvl9pPr>
          </a:lstStyle>
          <a:p>
            <a:fld id="{00000000-1234-1234-1234-123412341234}" type="slidenum">
              <a:rPr lang="en" smtClean="0"/>
              <a:pPr/>
              <a:t>‹#›</a:t>
            </a:fld>
            <a:endParaRPr lang="en"/>
          </a:p>
        </p:txBody>
      </p:sp>
      <p:sp>
        <p:nvSpPr>
          <p:cNvPr id="681" name="Google Shape;681;p118"/>
          <p:cNvSpPr txBox="1">
            <a:spLocks noGrp="1"/>
          </p:cNvSpPr>
          <p:nvPr>
            <p:ph type="subTitle" idx="1"/>
          </p:nvPr>
        </p:nvSpPr>
        <p:spPr>
          <a:xfrm>
            <a:off x="455663" y="457200"/>
            <a:ext cx="8915400" cy="228600"/>
          </a:xfrm>
          <a:prstGeom prst="rect">
            <a:avLst/>
          </a:prstGeom>
        </p:spPr>
        <p:txBody>
          <a:bodyPr spcFirstLastPara="1" wrap="square" lIns="0" tIns="0" rIns="0" bIns="0" anchor="t" anchorCtr="0">
            <a:noAutofit/>
          </a:bodyPr>
          <a:lstStyle>
            <a:lvl1pPr lvl="0" rtl="0">
              <a:spcBef>
                <a:spcPts val="0"/>
              </a:spcBef>
              <a:spcAft>
                <a:spcPts val="0"/>
              </a:spcAft>
              <a:buClr>
                <a:schemeClr val="accent2"/>
              </a:buClr>
              <a:buSzPts val="1400"/>
              <a:buFont typeface="Roboto Medium"/>
              <a:buNone/>
              <a:defRPr sz="1400">
                <a:solidFill>
                  <a:schemeClr val="accent2"/>
                </a:solidFill>
                <a:latin typeface="Roboto Medium"/>
                <a:ea typeface="Roboto Medium"/>
                <a:cs typeface="Roboto Medium"/>
                <a:sym typeface="Roboto Medium"/>
              </a:defRPr>
            </a:lvl1pPr>
            <a:lvl2pPr lvl="1" rtl="0">
              <a:spcBef>
                <a:spcPts val="600"/>
              </a:spcBef>
              <a:spcAft>
                <a:spcPts val="0"/>
              </a:spcAft>
              <a:buClr>
                <a:schemeClr val="accent2"/>
              </a:buClr>
              <a:buSzPts val="1800"/>
              <a:buFont typeface="Roboto Medium"/>
              <a:buNone/>
              <a:defRPr>
                <a:solidFill>
                  <a:schemeClr val="accent2"/>
                </a:solidFill>
                <a:latin typeface="Roboto Medium"/>
                <a:ea typeface="Roboto Medium"/>
                <a:cs typeface="Roboto Medium"/>
                <a:sym typeface="Roboto Medium"/>
              </a:defRPr>
            </a:lvl2pPr>
            <a:lvl3pPr lvl="2" rtl="0">
              <a:spcBef>
                <a:spcPts val="600"/>
              </a:spcBef>
              <a:spcAft>
                <a:spcPts val="0"/>
              </a:spcAft>
              <a:buClr>
                <a:schemeClr val="accent2"/>
              </a:buClr>
              <a:buSzPts val="1600"/>
              <a:buFont typeface="Roboto Medium"/>
              <a:buNone/>
              <a:defRPr>
                <a:solidFill>
                  <a:schemeClr val="accent2"/>
                </a:solidFill>
                <a:latin typeface="Roboto Medium"/>
                <a:ea typeface="Roboto Medium"/>
                <a:cs typeface="Roboto Medium"/>
                <a:sym typeface="Roboto Medium"/>
              </a:defRPr>
            </a:lvl3pPr>
            <a:lvl4pPr lvl="3" rtl="0">
              <a:spcBef>
                <a:spcPts val="300"/>
              </a:spcBef>
              <a:spcAft>
                <a:spcPts val="0"/>
              </a:spcAft>
              <a:buClr>
                <a:schemeClr val="accent2"/>
              </a:buClr>
              <a:buSzPts val="1400"/>
              <a:buFont typeface="Roboto Medium"/>
              <a:buNone/>
              <a:defRPr>
                <a:solidFill>
                  <a:schemeClr val="accent2"/>
                </a:solidFill>
                <a:latin typeface="Roboto Medium"/>
                <a:ea typeface="Roboto Medium"/>
                <a:cs typeface="Roboto Medium"/>
                <a:sym typeface="Roboto Medium"/>
              </a:defRPr>
            </a:lvl4pPr>
            <a:lvl5pPr lvl="4" rtl="0">
              <a:spcBef>
                <a:spcPts val="300"/>
              </a:spcBef>
              <a:spcAft>
                <a:spcPts val="0"/>
              </a:spcAft>
              <a:buClr>
                <a:schemeClr val="accent2"/>
              </a:buClr>
              <a:buSzPts val="1200"/>
              <a:buFont typeface="Roboto Medium"/>
              <a:buNone/>
              <a:defRPr>
                <a:solidFill>
                  <a:schemeClr val="accent2"/>
                </a:solidFill>
                <a:latin typeface="Roboto Medium"/>
                <a:ea typeface="Roboto Medium"/>
                <a:cs typeface="Roboto Medium"/>
                <a:sym typeface="Roboto Medium"/>
              </a:defRPr>
            </a:lvl5pPr>
            <a:lvl6pPr lvl="5" rtl="0">
              <a:spcBef>
                <a:spcPts val="533"/>
              </a:spcBef>
              <a:spcAft>
                <a:spcPts val="0"/>
              </a:spcAft>
              <a:buClr>
                <a:schemeClr val="accent2"/>
              </a:buClr>
              <a:buSzPts val="2666"/>
              <a:buFont typeface="Roboto Medium"/>
              <a:buNone/>
              <a:defRPr>
                <a:solidFill>
                  <a:schemeClr val="accent2"/>
                </a:solidFill>
                <a:latin typeface="Roboto Medium"/>
                <a:ea typeface="Roboto Medium"/>
                <a:cs typeface="Roboto Medium"/>
                <a:sym typeface="Roboto Medium"/>
              </a:defRPr>
            </a:lvl6pPr>
            <a:lvl7pPr lvl="6" rtl="0">
              <a:spcBef>
                <a:spcPts val="533"/>
              </a:spcBef>
              <a:spcAft>
                <a:spcPts val="0"/>
              </a:spcAft>
              <a:buClr>
                <a:schemeClr val="accent2"/>
              </a:buClr>
              <a:buSzPts val="2666"/>
              <a:buFont typeface="Roboto Medium"/>
              <a:buNone/>
              <a:defRPr>
                <a:solidFill>
                  <a:schemeClr val="accent2"/>
                </a:solidFill>
                <a:latin typeface="Roboto Medium"/>
                <a:ea typeface="Roboto Medium"/>
                <a:cs typeface="Roboto Medium"/>
                <a:sym typeface="Roboto Medium"/>
              </a:defRPr>
            </a:lvl7pPr>
            <a:lvl8pPr lvl="7" rtl="0">
              <a:spcBef>
                <a:spcPts val="533"/>
              </a:spcBef>
              <a:spcAft>
                <a:spcPts val="0"/>
              </a:spcAft>
              <a:buClr>
                <a:schemeClr val="accent2"/>
              </a:buClr>
              <a:buSzPts val="2666"/>
              <a:buFont typeface="Roboto Medium"/>
              <a:buNone/>
              <a:defRPr>
                <a:solidFill>
                  <a:schemeClr val="accent2"/>
                </a:solidFill>
                <a:latin typeface="Roboto Medium"/>
                <a:ea typeface="Roboto Medium"/>
                <a:cs typeface="Roboto Medium"/>
                <a:sym typeface="Roboto Medium"/>
              </a:defRPr>
            </a:lvl8pPr>
            <a:lvl9pPr lvl="8" rtl="0">
              <a:spcBef>
                <a:spcPts val="533"/>
              </a:spcBef>
              <a:spcAft>
                <a:spcPts val="0"/>
              </a:spcAft>
              <a:buClr>
                <a:schemeClr val="accent2"/>
              </a:buClr>
              <a:buSzPts val="2666"/>
              <a:buFont typeface="Roboto Medium"/>
              <a:buNone/>
              <a:defRPr>
                <a:solidFill>
                  <a:schemeClr val="accent2"/>
                </a:solidFill>
                <a:latin typeface="Roboto Medium"/>
                <a:ea typeface="Roboto Medium"/>
                <a:cs typeface="Roboto Medium"/>
                <a:sym typeface="Roboto Medium"/>
              </a:defRPr>
            </a:lvl9pPr>
          </a:lstStyle>
          <a:p>
            <a:endParaRPr/>
          </a:p>
        </p:txBody>
      </p:sp>
      <p:sp>
        <p:nvSpPr>
          <p:cNvPr id="682" name="Google Shape;682;p118"/>
          <p:cNvSpPr txBox="1">
            <a:spLocks noGrp="1"/>
          </p:cNvSpPr>
          <p:nvPr>
            <p:ph type="body" idx="2"/>
          </p:nvPr>
        </p:nvSpPr>
        <p:spPr>
          <a:xfrm>
            <a:off x="455613" y="2686375"/>
            <a:ext cx="8915400" cy="3257100"/>
          </a:xfrm>
          <a:prstGeom prst="rect">
            <a:avLst/>
          </a:prstGeom>
          <a:noFill/>
          <a:ln>
            <a:noFill/>
          </a:ln>
        </p:spPr>
        <p:txBody>
          <a:bodyPr spcFirstLastPara="1" wrap="square" lIns="0" tIns="0" rIns="0" bIns="0" anchor="t" anchorCtr="0">
            <a:noAutofit/>
          </a:bodyPr>
          <a:lstStyle>
            <a:lvl1pPr marL="457207" lvl="0" indent="-228604" algn="l" rtl="0">
              <a:spcBef>
                <a:spcPts val="1800"/>
              </a:spcBef>
              <a:spcAft>
                <a:spcPts val="0"/>
              </a:spcAft>
              <a:buClr>
                <a:srgbClr val="FFFFFF"/>
              </a:buClr>
              <a:buSzPts val="2000"/>
              <a:buFont typeface="Roboto"/>
              <a:buNone/>
              <a:defRPr b="0" i="0">
                <a:solidFill>
                  <a:srgbClr val="FFFFFF"/>
                </a:solidFill>
                <a:latin typeface="Roboto"/>
                <a:ea typeface="Roboto"/>
                <a:cs typeface="Roboto"/>
                <a:sym typeface="Roboto"/>
              </a:defRPr>
            </a:lvl1pPr>
            <a:lvl2pPr marL="914415" lvl="1" indent="-342906" algn="l" rtl="0">
              <a:spcBef>
                <a:spcPts val="600"/>
              </a:spcBef>
              <a:spcAft>
                <a:spcPts val="0"/>
              </a:spcAft>
              <a:buClr>
                <a:srgbClr val="FFFFFF"/>
              </a:buClr>
              <a:buSzPts val="1800"/>
              <a:buChar char="•"/>
              <a:defRPr b="0" i="0">
                <a:solidFill>
                  <a:srgbClr val="FFFFFF"/>
                </a:solidFill>
                <a:latin typeface="Roboto"/>
                <a:ea typeface="Roboto"/>
                <a:cs typeface="Roboto"/>
                <a:sym typeface="Roboto"/>
              </a:defRPr>
            </a:lvl2pPr>
            <a:lvl3pPr marL="1371622" lvl="2" indent="-330205" algn="l" rtl="0">
              <a:spcBef>
                <a:spcPts val="600"/>
              </a:spcBef>
              <a:spcAft>
                <a:spcPts val="0"/>
              </a:spcAft>
              <a:buClr>
                <a:srgbClr val="FFFFFF"/>
              </a:buClr>
              <a:buSzPts val="1600"/>
              <a:buChar char="−"/>
              <a:defRPr b="0" i="0">
                <a:solidFill>
                  <a:srgbClr val="FFFFFF"/>
                </a:solidFill>
                <a:latin typeface="Roboto"/>
                <a:ea typeface="Roboto"/>
                <a:cs typeface="Roboto"/>
                <a:sym typeface="Roboto"/>
              </a:defRPr>
            </a:lvl3pPr>
            <a:lvl4pPr marL="1828831" lvl="3" indent="-317506" algn="l" rtl="0">
              <a:spcBef>
                <a:spcPts val="300"/>
              </a:spcBef>
              <a:spcAft>
                <a:spcPts val="0"/>
              </a:spcAft>
              <a:buClr>
                <a:srgbClr val="FFFFFF"/>
              </a:buClr>
              <a:buSzPts val="1400"/>
              <a:buChar char="•"/>
              <a:defRPr b="0" i="0">
                <a:solidFill>
                  <a:srgbClr val="FFFFFF"/>
                </a:solidFill>
                <a:latin typeface="Roboto"/>
                <a:ea typeface="Roboto"/>
                <a:cs typeface="Roboto"/>
                <a:sym typeface="Roboto"/>
              </a:defRPr>
            </a:lvl4pPr>
            <a:lvl5pPr marL="2286038" lvl="4" indent="-304805" algn="l" rtl="0">
              <a:spcBef>
                <a:spcPts val="300"/>
              </a:spcBef>
              <a:spcAft>
                <a:spcPts val="0"/>
              </a:spcAft>
              <a:buClr>
                <a:srgbClr val="FFFFFF"/>
              </a:buClr>
              <a:buSzPts val="1200"/>
              <a:buChar char="−"/>
              <a:defRPr b="0" i="0">
                <a:solidFill>
                  <a:srgbClr val="FFFFFF"/>
                </a:solidFill>
                <a:latin typeface="Roboto"/>
                <a:ea typeface="Roboto"/>
                <a:cs typeface="Roboto"/>
                <a:sym typeface="Roboto"/>
              </a:defRPr>
            </a:lvl5pPr>
            <a:lvl6pPr marL="2743246" lvl="5" indent="-304805" algn="l" rtl="0">
              <a:spcBef>
                <a:spcPts val="360"/>
              </a:spcBef>
              <a:spcAft>
                <a:spcPts val="0"/>
              </a:spcAft>
              <a:buClr>
                <a:srgbClr val="FFFFFF"/>
              </a:buClr>
              <a:buSzPts val="1200"/>
              <a:buFont typeface="Roboto"/>
              <a:buChar char="•"/>
              <a:defRPr sz="1200">
                <a:solidFill>
                  <a:srgbClr val="FFFFFF"/>
                </a:solidFill>
                <a:latin typeface="Roboto"/>
                <a:ea typeface="Roboto"/>
                <a:cs typeface="Roboto"/>
                <a:sym typeface="Roboto"/>
              </a:defRPr>
            </a:lvl6pPr>
            <a:lvl7pPr marL="3200453" lvl="6" indent="-304805" algn="l" rtl="0">
              <a:spcBef>
                <a:spcPts val="360"/>
              </a:spcBef>
              <a:spcAft>
                <a:spcPts val="0"/>
              </a:spcAft>
              <a:buClr>
                <a:srgbClr val="FFFFFF"/>
              </a:buClr>
              <a:buSzPts val="1200"/>
              <a:buFont typeface="Roboto"/>
              <a:buChar char="•"/>
              <a:defRPr sz="1200">
                <a:solidFill>
                  <a:srgbClr val="FFFFFF"/>
                </a:solidFill>
                <a:latin typeface="Roboto"/>
                <a:ea typeface="Roboto"/>
                <a:cs typeface="Roboto"/>
                <a:sym typeface="Roboto"/>
              </a:defRPr>
            </a:lvl7pPr>
            <a:lvl8pPr marL="3657661" lvl="7" indent="-304805" algn="l" rtl="0">
              <a:spcBef>
                <a:spcPts val="360"/>
              </a:spcBef>
              <a:spcAft>
                <a:spcPts val="0"/>
              </a:spcAft>
              <a:buClr>
                <a:srgbClr val="FFFFFF"/>
              </a:buClr>
              <a:buSzPts val="1200"/>
              <a:buFont typeface="Roboto"/>
              <a:buChar char="•"/>
              <a:defRPr sz="1200">
                <a:solidFill>
                  <a:srgbClr val="FFFFFF"/>
                </a:solidFill>
                <a:latin typeface="Roboto"/>
                <a:ea typeface="Roboto"/>
                <a:cs typeface="Roboto"/>
                <a:sym typeface="Roboto"/>
              </a:defRPr>
            </a:lvl8pPr>
            <a:lvl9pPr marL="4114868" lvl="8" indent="-304805" algn="l" rtl="0">
              <a:spcBef>
                <a:spcPts val="360"/>
              </a:spcBef>
              <a:spcAft>
                <a:spcPts val="0"/>
              </a:spcAft>
              <a:buClr>
                <a:srgbClr val="FFFFFF"/>
              </a:buClr>
              <a:buSzPts val="1200"/>
              <a:buFont typeface="Roboto"/>
              <a:buChar char="•"/>
              <a:defRPr sz="1200">
                <a:solidFill>
                  <a:srgbClr val="FFFFFF"/>
                </a:solidFill>
                <a:latin typeface="Roboto"/>
                <a:ea typeface="Roboto"/>
                <a:cs typeface="Roboto"/>
                <a:sym typeface="Roboto"/>
              </a:defRPr>
            </a:lvl9pPr>
          </a:lstStyle>
          <a:p>
            <a:endParaRPr/>
          </a:p>
        </p:txBody>
      </p:sp>
      <p:pic>
        <p:nvPicPr>
          <p:cNvPr id="683" name="Google Shape;683;p118"/>
          <p:cNvPicPr preferRelativeResize="0"/>
          <p:nvPr/>
        </p:nvPicPr>
        <p:blipFill>
          <a:blip r:embed="rId2">
            <a:alphaModFix/>
          </a:blip>
          <a:stretch>
            <a:fillRect/>
          </a:stretch>
        </p:blipFill>
        <p:spPr>
          <a:xfrm>
            <a:off x="455626" y="6262542"/>
            <a:ext cx="685801" cy="352697"/>
          </a:xfrm>
          <a:prstGeom prst="rect">
            <a:avLst/>
          </a:prstGeom>
          <a:noFill/>
          <a:ln>
            <a:noFill/>
          </a:ln>
        </p:spPr>
      </p:pic>
      <p:sp>
        <p:nvSpPr>
          <p:cNvPr id="684" name="Google Shape;684;p118"/>
          <p:cNvSpPr txBox="1"/>
          <p:nvPr/>
        </p:nvSpPr>
        <p:spPr>
          <a:xfrm>
            <a:off x="8194350" y="6400800"/>
            <a:ext cx="3244500" cy="228600"/>
          </a:xfrm>
          <a:prstGeom prst="rect">
            <a:avLst/>
          </a:prstGeom>
          <a:noFill/>
          <a:ln>
            <a:noFill/>
          </a:ln>
        </p:spPr>
        <p:txBody>
          <a:bodyPr spcFirstLastPara="1" wrap="square" lIns="91426" tIns="91426" rIns="91426" bIns="91426" anchor="t" anchorCtr="0">
            <a:noAutofit/>
          </a:bodyPr>
          <a:lstStyle/>
          <a:p>
            <a:pPr marL="0" lvl="0" indent="0" algn="r" rtl="0">
              <a:spcBef>
                <a:spcPts val="0"/>
              </a:spcBef>
              <a:spcAft>
                <a:spcPts val="0"/>
              </a:spcAft>
              <a:buNone/>
            </a:pPr>
            <a:r>
              <a:rPr lang="en" sz="1000">
                <a:solidFill>
                  <a:srgbClr val="FFFFFF"/>
                </a:solidFill>
                <a:latin typeface="Roboto"/>
                <a:ea typeface="Roboto"/>
                <a:cs typeface="Roboto"/>
                <a:sym typeface="Roboto"/>
              </a:rPr>
              <a:t>Proprietary &amp; Confidential - For Internal Use Only</a:t>
            </a:r>
            <a:endParaRPr sz="1000">
              <a:solidFill>
                <a:srgbClr val="FFFFFF"/>
              </a:solidFill>
              <a:latin typeface="Roboto"/>
              <a:ea typeface="Roboto"/>
              <a:cs typeface="Roboto"/>
              <a:sym typeface="Roboto"/>
            </a:endParaRPr>
          </a:p>
        </p:txBody>
      </p:sp>
    </p:spTree>
  </p:cSld>
  <p:clrMapOvr>
    <a:masterClrMapping/>
  </p:clrMapOvr>
  <mc:AlternateContent xmlns:mc="http://schemas.openxmlformats.org/markup-compatibility/2006" xmlns:p14="http://schemas.microsoft.com/office/powerpoint/2010/main">
    <mc:Choice Requires="p14">
      <p:transition p14:dur="250">
        <p:fade/>
      </p:transition>
    </mc:Choice>
    <mc:Fallback xmlns:ahyp="http://schemas.microsoft.com/office/drawing/2018/hyperlinkcolor" xmlns:p15="http://schemas.microsoft.com/office/powerpoint/2012/main" xmlns:com="http://schemas.openxmlformats.org/drawingml/2006/compatibility" xmlns:pvml="urn:schemas-microsoft-com:office:powerpoint" xmlns:v="urn:schemas-microsoft-com:vml" xmlns:o="urn:schemas-microsoft-com:office:office" xmlns:dgm="http://schemas.openxmlformats.org/drawingml/2006/diagram" xmlns:c="http://schemas.openxmlformats.org/drawingml/2006/chart" xmlns:mv="urn:schemas-microsoft-com:mac:vml" xmlns="">
      <p:transition>
        <p:fade/>
      </p:transition>
    </mc:Fallback>
  </mc:AlternateContent>
</p:sldLayout>
</file>

<file path=ppt/slideLayouts/slideLayout113.xml><?xml version="1.0" encoding="utf-8"?>
<p:sldLayout xmlns:a="http://schemas.openxmlformats.org/drawingml/2006/main" xmlns:r="http://schemas.openxmlformats.org/officeDocument/2006/relationships" xmlns:p="http://schemas.openxmlformats.org/presentationml/2006/main" matchingName="NAVY 2Col Subhead | Title | Text">
  <p:cSld name="NAVY 2Col Subhead | Title | Text">
    <p:bg>
      <p:bgPr>
        <a:solidFill>
          <a:srgbClr val="030A14"/>
        </a:solidFill>
        <a:effectLst/>
      </p:bgPr>
    </p:bg>
    <p:spTree>
      <p:nvGrpSpPr>
        <p:cNvPr id="1" name="Shape 685"/>
        <p:cNvGrpSpPr/>
        <p:nvPr/>
      </p:nvGrpSpPr>
      <p:grpSpPr>
        <a:xfrm>
          <a:off x="0" y="0"/>
          <a:ext cx="0" cy="0"/>
          <a:chOff x="0" y="0"/>
          <a:chExt cx="0" cy="0"/>
        </a:xfrm>
      </p:grpSpPr>
      <p:sp>
        <p:nvSpPr>
          <p:cNvPr id="686" name="Google Shape;686;p119"/>
          <p:cNvSpPr txBox="1">
            <a:spLocks noGrp="1"/>
          </p:cNvSpPr>
          <p:nvPr>
            <p:ph type="title"/>
          </p:nvPr>
        </p:nvSpPr>
        <p:spPr>
          <a:xfrm>
            <a:off x="455617" y="731520"/>
            <a:ext cx="8915400" cy="524400"/>
          </a:xfrm>
          <a:prstGeom prst="rect">
            <a:avLst/>
          </a:prstGeom>
          <a:noFill/>
          <a:ln>
            <a:noFill/>
          </a:ln>
        </p:spPr>
        <p:txBody>
          <a:bodyPr spcFirstLastPara="1" wrap="square" lIns="0" tIns="0" rIns="0" bIns="0" anchor="t" anchorCtr="0">
            <a:noAutofit/>
          </a:bodyPr>
          <a:lstStyle>
            <a:lvl1pPr lvl="0" algn="l" rtl="0">
              <a:lnSpc>
                <a:spcPct val="80000"/>
              </a:lnSpc>
              <a:spcBef>
                <a:spcPts val="0"/>
              </a:spcBef>
              <a:spcAft>
                <a:spcPts val="0"/>
              </a:spcAft>
              <a:buClr>
                <a:schemeClr val="lt1"/>
              </a:buClr>
              <a:buSzPts val="3200"/>
              <a:buFont typeface="Roboto Medium"/>
              <a:buNone/>
              <a:defRPr b="0">
                <a:solidFill>
                  <a:schemeClr val="lt1"/>
                </a:solidFill>
              </a:defRPr>
            </a:lvl1pPr>
            <a:lvl2pPr lvl="1" rtl="0">
              <a:spcBef>
                <a:spcPts val="0"/>
              </a:spcBef>
              <a:spcAft>
                <a:spcPts val="0"/>
              </a:spcAft>
              <a:buSzPts val="1400"/>
              <a:buNone/>
              <a:defRPr/>
            </a:lvl2pPr>
            <a:lvl3pPr lvl="2" rtl="0">
              <a:spcBef>
                <a:spcPts val="0"/>
              </a:spcBef>
              <a:spcAft>
                <a:spcPts val="0"/>
              </a:spcAft>
              <a:buSzPts val="1400"/>
              <a:buNone/>
              <a:defRPr/>
            </a:lvl3pPr>
            <a:lvl4pPr lvl="3" rtl="0">
              <a:spcBef>
                <a:spcPts val="0"/>
              </a:spcBef>
              <a:spcAft>
                <a:spcPts val="0"/>
              </a:spcAft>
              <a:buSzPts val="1400"/>
              <a:buNone/>
              <a:defRPr/>
            </a:lvl4pPr>
            <a:lvl5pPr lvl="4" rtl="0">
              <a:spcBef>
                <a:spcPts val="0"/>
              </a:spcBef>
              <a:spcAft>
                <a:spcPts val="0"/>
              </a:spcAft>
              <a:buSzPts val="1400"/>
              <a:buNone/>
              <a:defRPr/>
            </a:lvl5pPr>
            <a:lvl6pPr lvl="5" rtl="0">
              <a:spcBef>
                <a:spcPts val="0"/>
              </a:spcBef>
              <a:spcAft>
                <a:spcPts val="0"/>
              </a:spcAft>
              <a:buSzPts val="1400"/>
              <a:buNone/>
              <a:defRPr/>
            </a:lvl6pPr>
            <a:lvl7pPr lvl="6" rtl="0">
              <a:spcBef>
                <a:spcPts val="0"/>
              </a:spcBef>
              <a:spcAft>
                <a:spcPts val="0"/>
              </a:spcAft>
              <a:buSzPts val="1400"/>
              <a:buNone/>
              <a:defRPr/>
            </a:lvl7pPr>
            <a:lvl8pPr lvl="7" rtl="0">
              <a:spcBef>
                <a:spcPts val="0"/>
              </a:spcBef>
              <a:spcAft>
                <a:spcPts val="0"/>
              </a:spcAft>
              <a:buSzPts val="1400"/>
              <a:buNone/>
              <a:defRPr/>
            </a:lvl8pPr>
            <a:lvl9pPr lvl="8" rtl="0">
              <a:spcBef>
                <a:spcPts val="0"/>
              </a:spcBef>
              <a:spcAft>
                <a:spcPts val="0"/>
              </a:spcAft>
              <a:buSzPts val="1400"/>
              <a:buNone/>
              <a:defRPr/>
            </a:lvl9pPr>
          </a:lstStyle>
          <a:p>
            <a:endParaRPr/>
          </a:p>
        </p:txBody>
      </p:sp>
      <p:sp>
        <p:nvSpPr>
          <p:cNvPr id="687" name="Google Shape;687;p119"/>
          <p:cNvSpPr txBox="1">
            <a:spLocks noGrp="1"/>
          </p:cNvSpPr>
          <p:nvPr>
            <p:ph type="sldNum" idx="12"/>
          </p:nvPr>
        </p:nvSpPr>
        <p:spPr>
          <a:xfrm>
            <a:off x="11438849" y="6400800"/>
            <a:ext cx="294601" cy="228600"/>
          </a:xfrm>
          <a:prstGeom prst="rect">
            <a:avLst/>
          </a:prstGeom>
        </p:spPr>
        <p:txBody>
          <a:bodyPr spcFirstLastPara="1" wrap="square" lIns="0" tIns="0" rIns="0" bIns="0" anchor="b" anchorCtr="0">
            <a:noAutofit/>
          </a:bodyPr>
          <a:lstStyle>
            <a:lvl1pPr lvl="0" rtl="0">
              <a:buNone/>
              <a:defRPr sz="1000">
                <a:solidFill>
                  <a:schemeClr val="lt1"/>
                </a:solidFill>
              </a:defRPr>
            </a:lvl1pPr>
            <a:lvl2pPr lvl="1" rtl="0">
              <a:buNone/>
              <a:defRPr sz="1000">
                <a:solidFill>
                  <a:schemeClr val="lt1"/>
                </a:solidFill>
              </a:defRPr>
            </a:lvl2pPr>
            <a:lvl3pPr lvl="2" rtl="0">
              <a:buNone/>
              <a:defRPr sz="1000">
                <a:solidFill>
                  <a:schemeClr val="lt1"/>
                </a:solidFill>
              </a:defRPr>
            </a:lvl3pPr>
            <a:lvl4pPr lvl="3" rtl="0">
              <a:buNone/>
              <a:defRPr sz="1000">
                <a:solidFill>
                  <a:schemeClr val="lt1"/>
                </a:solidFill>
              </a:defRPr>
            </a:lvl4pPr>
            <a:lvl5pPr lvl="4" rtl="0">
              <a:buNone/>
              <a:defRPr sz="1000">
                <a:solidFill>
                  <a:schemeClr val="lt1"/>
                </a:solidFill>
              </a:defRPr>
            </a:lvl5pPr>
            <a:lvl6pPr lvl="5" rtl="0">
              <a:buNone/>
              <a:defRPr sz="1000">
                <a:solidFill>
                  <a:schemeClr val="lt1"/>
                </a:solidFill>
              </a:defRPr>
            </a:lvl6pPr>
            <a:lvl7pPr lvl="6" rtl="0">
              <a:buNone/>
              <a:defRPr sz="1000">
                <a:solidFill>
                  <a:schemeClr val="lt1"/>
                </a:solidFill>
              </a:defRPr>
            </a:lvl7pPr>
            <a:lvl8pPr lvl="7" rtl="0">
              <a:buNone/>
              <a:defRPr sz="1000">
                <a:solidFill>
                  <a:schemeClr val="lt1"/>
                </a:solidFill>
              </a:defRPr>
            </a:lvl8pPr>
            <a:lvl9pPr lvl="8" rtl="0">
              <a:buNone/>
              <a:defRPr sz="1000">
                <a:solidFill>
                  <a:schemeClr val="lt1"/>
                </a:solidFill>
              </a:defRPr>
            </a:lvl9pPr>
          </a:lstStyle>
          <a:p>
            <a:fld id="{00000000-1234-1234-1234-123412341234}" type="slidenum">
              <a:rPr lang="en" smtClean="0"/>
              <a:pPr/>
              <a:t>‹#›</a:t>
            </a:fld>
            <a:endParaRPr lang="en"/>
          </a:p>
        </p:txBody>
      </p:sp>
      <p:sp>
        <p:nvSpPr>
          <p:cNvPr id="688" name="Google Shape;688;p119"/>
          <p:cNvSpPr txBox="1">
            <a:spLocks noGrp="1"/>
          </p:cNvSpPr>
          <p:nvPr>
            <p:ph type="body" idx="1"/>
          </p:nvPr>
        </p:nvSpPr>
        <p:spPr>
          <a:xfrm>
            <a:off x="455625" y="2686375"/>
            <a:ext cx="5486400" cy="3257100"/>
          </a:xfrm>
          <a:prstGeom prst="rect">
            <a:avLst/>
          </a:prstGeom>
          <a:noFill/>
          <a:ln>
            <a:noFill/>
          </a:ln>
        </p:spPr>
        <p:txBody>
          <a:bodyPr spcFirstLastPara="1" wrap="square" lIns="0" tIns="0" rIns="0" bIns="0" anchor="t" anchorCtr="0">
            <a:noAutofit/>
          </a:bodyPr>
          <a:lstStyle>
            <a:lvl1pPr marL="457207" lvl="0" indent="-228604" algn="l" rtl="0">
              <a:spcBef>
                <a:spcPts val="1800"/>
              </a:spcBef>
              <a:spcAft>
                <a:spcPts val="0"/>
              </a:spcAft>
              <a:buClr>
                <a:schemeClr val="lt1"/>
              </a:buClr>
              <a:buSzPts val="2000"/>
              <a:buFont typeface="Roboto"/>
              <a:buNone/>
              <a:defRPr b="0" i="0">
                <a:solidFill>
                  <a:schemeClr val="lt1"/>
                </a:solidFill>
                <a:latin typeface="Roboto"/>
                <a:ea typeface="Roboto"/>
                <a:cs typeface="Roboto"/>
                <a:sym typeface="Roboto"/>
              </a:defRPr>
            </a:lvl1pPr>
            <a:lvl2pPr marL="914415" lvl="1" indent="-342906" algn="l" rtl="0">
              <a:spcBef>
                <a:spcPts val="600"/>
              </a:spcBef>
              <a:spcAft>
                <a:spcPts val="0"/>
              </a:spcAft>
              <a:buClr>
                <a:schemeClr val="lt1"/>
              </a:buClr>
              <a:buSzPts val="1800"/>
              <a:buChar char="•"/>
              <a:defRPr b="0" i="0">
                <a:solidFill>
                  <a:schemeClr val="lt1"/>
                </a:solidFill>
                <a:latin typeface="Roboto"/>
                <a:ea typeface="Roboto"/>
                <a:cs typeface="Roboto"/>
                <a:sym typeface="Roboto"/>
              </a:defRPr>
            </a:lvl2pPr>
            <a:lvl3pPr marL="1371622" lvl="2" indent="-330205" algn="l" rtl="0">
              <a:spcBef>
                <a:spcPts val="600"/>
              </a:spcBef>
              <a:spcAft>
                <a:spcPts val="0"/>
              </a:spcAft>
              <a:buClr>
                <a:schemeClr val="lt1"/>
              </a:buClr>
              <a:buSzPts val="1600"/>
              <a:buChar char="−"/>
              <a:defRPr b="0" i="0">
                <a:solidFill>
                  <a:schemeClr val="lt1"/>
                </a:solidFill>
                <a:latin typeface="Roboto"/>
                <a:ea typeface="Roboto"/>
                <a:cs typeface="Roboto"/>
                <a:sym typeface="Roboto"/>
              </a:defRPr>
            </a:lvl3pPr>
            <a:lvl4pPr marL="1828831" lvl="3" indent="-317506" algn="l" rtl="0">
              <a:spcBef>
                <a:spcPts val="300"/>
              </a:spcBef>
              <a:spcAft>
                <a:spcPts val="0"/>
              </a:spcAft>
              <a:buClr>
                <a:schemeClr val="lt1"/>
              </a:buClr>
              <a:buSzPts val="1400"/>
              <a:buChar char="•"/>
              <a:defRPr b="0" i="0">
                <a:solidFill>
                  <a:schemeClr val="lt1"/>
                </a:solidFill>
                <a:latin typeface="Roboto"/>
                <a:ea typeface="Roboto"/>
                <a:cs typeface="Roboto"/>
                <a:sym typeface="Roboto"/>
              </a:defRPr>
            </a:lvl4pPr>
            <a:lvl5pPr marL="2286038" lvl="4" indent="-304805" algn="l" rtl="0">
              <a:spcBef>
                <a:spcPts val="300"/>
              </a:spcBef>
              <a:spcAft>
                <a:spcPts val="0"/>
              </a:spcAft>
              <a:buClr>
                <a:schemeClr val="lt1"/>
              </a:buClr>
              <a:buSzPts val="1200"/>
              <a:buChar char="−"/>
              <a:defRPr b="0" i="0">
                <a:solidFill>
                  <a:schemeClr val="lt1"/>
                </a:solidFill>
                <a:latin typeface="Roboto"/>
                <a:ea typeface="Roboto"/>
                <a:cs typeface="Roboto"/>
                <a:sym typeface="Roboto"/>
              </a:defRPr>
            </a:lvl5pPr>
            <a:lvl6pPr marL="2743246" lvl="5" indent="-304805" algn="l" rtl="0">
              <a:spcBef>
                <a:spcPts val="360"/>
              </a:spcBef>
              <a:spcAft>
                <a:spcPts val="0"/>
              </a:spcAft>
              <a:buClr>
                <a:schemeClr val="lt1"/>
              </a:buClr>
              <a:buSzPts val="1200"/>
              <a:buFont typeface="Roboto"/>
              <a:buChar char="•"/>
              <a:defRPr sz="1200">
                <a:solidFill>
                  <a:schemeClr val="lt1"/>
                </a:solidFill>
                <a:latin typeface="Roboto"/>
                <a:ea typeface="Roboto"/>
                <a:cs typeface="Roboto"/>
                <a:sym typeface="Roboto"/>
              </a:defRPr>
            </a:lvl6pPr>
            <a:lvl7pPr marL="3200453" lvl="6" indent="-304805" algn="l" rtl="0">
              <a:spcBef>
                <a:spcPts val="360"/>
              </a:spcBef>
              <a:spcAft>
                <a:spcPts val="0"/>
              </a:spcAft>
              <a:buClr>
                <a:schemeClr val="lt1"/>
              </a:buClr>
              <a:buSzPts val="1200"/>
              <a:buFont typeface="Roboto"/>
              <a:buChar char="•"/>
              <a:defRPr sz="1200">
                <a:solidFill>
                  <a:schemeClr val="lt1"/>
                </a:solidFill>
                <a:latin typeface="Roboto"/>
                <a:ea typeface="Roboto"/>
                <a:cs typeface="Roboto"/>
                <a:sym typeface="Roboto"/>
              </a:defRPr>
            </a:lvl7pPr>
            <a:lvl8pPr marL="3657661" lvl="7" indent="-304805" algn="l" rtl="0">
              <a:spcBef>
                <a:spcPts val="360"/>
              </a:spcBef>
              <a:spcAft>
                <a:spcPts val="0"/>
              </a:spcAft>
              <a:buClr>
                <a:schemeClr val="lt1"/>
              </a:buClr>
              <a:buSzPts val="1200"/>
              <a:buFont typeface="Roboto"/>
              <a:buChar char="•"/>
              <a:defRPr sz="1200">
                <a:solidFill>
                  <a:schemeClr val="lt1"/>
                </a:solidFill>
                <a:latin typeface="Roboto"/>
                <a:ea typeface="Roboto"/>
                <a:cs typeface="Roboto"/>
                <a:sym typeface="Roboto"/>
              </a:defRPr>
            </a:lvl8pPr>
            <a:lvl9pPr marL="4114868" lvl="8" indent="-304805" algn="l" rtl="0">
              <a:spcBef>
                <a:spcPts val="360"/>
              </a:spcBef>
              <a:spcAft>
                <a:spcPts val="0"/>
              </a:spcAft>
              <a:buClr>
                <a:schemeClr val="lt1"/>
              </a:buClr>
              <a:buSzPts val="1200"/>
              <a:buFont typeface="Roboto"/>
              <a:buChar char="•"/>
              <a:defRPr sz="1200">
                <a:solidFill>
                  <a:schemeClr val="lt1"/>
                </a:solidFill>
                <a:latin typeface="Roboto"/>
                <a:ea typeface="Roboto"/>
                <a:cs typeface="Roboto"/>
                <a:sym typeface="Roboto"/>
              </a:defRPr>
            </a:lvl9pPr>
          </a:lstStyle>
          <a:p>
            <a:endParaRPr/>
          </a:p>
        </p:txBody>
      </p:sp>
      <p:sp>
        <p:nvSpPr>
          <p:cNvPr id="689" name="Google Shape;689;p119"/>
          <p:cNvSpPr txBox="1">
            <a:spLocks noGrp="1"/>
          </p:cNvSpPr>
          <p:nvPr>
            <p:ph type="body" idx="2"/>
          </p:nvPr>
        </p:nvSpPr>
        <p:spPr>
          <a:xfrm>
            <a:off x="6246950" y="2686375"/>
            <a:ext cx="5486400" cy="3257100"/>
          </a:xfrm>
          <a:prstGeom prst="rect">
            <a:avLst/>
          </a:prstGeom>
          <a:noFill/>
          <a:ln>
            <a:noFill/>
          </a:ln>
        </p:spPr>
        <p:txBody>
          <a:bodyPr spcFirstLastPara="1" wrap="square" lIns="0" tIns="0" rIns="0" bIns="0" anchor="t" anchorCtr="0">
            <a:noAutofit/>
          </a:bodyPr>
          <a:lstStyle>
            <a:lvl1pPr marL="457207" lvl="0" indent="-228604" algn="l" rtl="0">
              <a:spcBef>
                <a:spcPts val="1800"/>
              </a:spcBef>
              <a:spcAft>
                <a:spcPts val="0"/>
              </a:spcAft>
              <a:buClr>
                <a:schemeClr val="lt1"/>
              </a:buClr>
              <a:buSzPts val="2000"/>
              <a:buFont typeface="Roboto"/>
              <a:buNone/>
              <a:defRPr b="0" i="0">
                <a:solidFill>
                  <a:schemeClr val="lt1"/>
                </a:solidFill>
                <a:latin typeface="Roboto"/>
                <a:ea typeface="Roboto"/>
                <a:cs typeface="Roboto"/>
                <a:sym typeface="Roboto"/>
              </a:defRPr>
            </a:lvl1pPr>
            <a:lvl2pPr marL="914415" lvl="1" indent="-342906" algn="l" rtl="0">
              <a:spcBef>
                <a:spcPts val="600"/>
              </a:spcBef>
              <a:spcAft>
                <a:spcPts val="0"/>
              </a:spcAft>
              <a:buClr>
                <a:schemeClr val="lt1"/>
              </a:buClr>
              <a:buSzPts val="1800"/>
              <a:buChar char="•"/>
              <a:defRPr b="0" i="0">
                <a:solidFill>
                  <a:schemeClr val="lt1"/>
                </a:solidFill>
                <a:latin typeface="Roboto"/>
                <a:ea typeface="Roboto"/>
                <a:cs typeface="Roboto"/>
                <a:sym typeface="Roboto"/>
              </a:defRPr>
            </a:lvl2pPr>
            <a:lvl3pPr marL="1371622" lvl="2" indent="-330205" algn="l" rtl="0">
              <a:spcBef>
                <a:spcPts val="600"/>
              </a:spcBef>
              <a:spcAft>
                <a:spcPts val="0"/>
              </a:spcAft>
              <a:buClr>
                <a:schemeClr val="lt1"/>
              </a:buClr>
              <a:buSzPts val="1600"/>
              <a:buChar char="−"/>
              <a:defRPr b="0" i="0">
                <a:solidFill>
                  <a:schemeClr val="lt1"/>
                </a:solidFill>
                <a:latin typeface="Roboto"/>
                <a:ea typeface="Roboto"/>
                <a:cs typeface="Roboto"/>
                <a:sym typeface="Roboto"/>
              </a:defRPr>
            </a:lvl3pPr>
            <a:lvl4pPr marL="1828831" lvl="3" indent="-317506" algn="l" rtl="0">
              <a:spcBef>
                <a:spcPts val="300"/>
              </a:spcBef>
              <a:spcAft>
                <a:spcPts val="0"/>
              </a:spcAft>
              <a:buClr>
                <a:schemeClr val="lt1"/>
              </a:buClr>
              <a:buSzPts val="1400"/>
              <a:buChar char="•"/>
              <a:defRPr b="0" i="0">
                <a:solidFill>
                  <a:schemeClr val="lt1"/>
                </a:solidFill>
                <a:latin typeface="Roboto"/>
                <a:ea typeface="Roboto"/>
                <a:cs typeface="Roboto"/>
                <a:sym typeface="Roboto"/>
              </a:defRPr>
            </a:lvl4pPr>
            <a:lvl5pPr marL="2286038" lvl="4" indent="-304805" algn="l" rtl="0">
              <a:spcBef>
                <a:spcPts val="300"/>
              </a:spcBef>
              <a:spcAft>
                <a:spcPts val="0"/>
              </a:spcAft>
              <a:buClr>
                <a:schemeClr val="lt1"/>
              </a:buClr>
              <a:buSzPts val="1200"/>
              <a:buChar char="−"/>
              <a:defRPr b="0" i="0">
                <a:solidFill>
                  <a:schemeClr val="lt1"/>
                </a:solidFill>
                <a:latin typeface="Roboto"/>
                <a:ea typeface="Roboto"/>
                <a:cs typeface="Roboto"/>
                <a:sym typeface="Roboto"/>
              </a:defRPr>
            </a:lvl5pPr>
            <a:lvl6pPr marL="2743246" lvl="5" indent="-304805" algn="l" rtl="0">
              <a:spcBef>
                <a:spcPts val="360"/>
              </a:spcBef>
              <a:spcAft>
                <a:spcPts val="0"/>
              </a:spcAft>
              <a:buClr>
                <a:schemeClr val="lt1"/>
              </a:buClr>
              <a:buSzPts val="1200"/>
              <a:buFont typeface="Roboto"/>
              <a:buChar char="•"/>
              <a:defRPr sz="1200">
                <a:solidFill>
                  <a:schemeClr val="lt1"/>
                </a:solidFill>
                <a:latin typeface="Roboto"/>
                <a:ea typeface="Roboto"/>
                <a:cs typeface="Roboto"/>
                <a:sym typeface="Roboto"/>
              </a:defRPr>
            </a:lvl6pPr>
            <a:lvl7pPr marL="3200453" lvl="6" indent="-304805" algn="l" rtl="0">
              <a:spcBef>
                <a:spcPts val="360"/>
              </a:spcBef>
              <a:spcAft>
                <a:spcPts val="0"/>
              </a:spcAft>
              <a:buClr>
                <a:schemeClr val="lt1"/>
              </a:buClr>
              <a:buSzPts val="1200"/>
              <a:buFont typeface="Roboto"/>
              <a:buChar char="•"/>
              <a:defRPr sz="1200">
                <a:solidFill>
                  <a:schemeClr val="lt1"/>
                </a:solidFill>
                <a:latin typeface="Roboto"/>
                <a:ea typeface="Roboto"/>
                <a:cs typeface="Roboto"/>
                <a:sym typeface="Roboto"/>
              </a:defRPr>
            </a:lvl7pPr>
            <a:lvl8pPr marL="3657661" lvl="7" indent="-304805" algn="l" rtl="0">
              <a:spcBef>
                <a:spcPts val="360"/>
              </a:spcBef>
              <a:spcAft>
                <a:spcPts val="0"/>
              </a:spcAft>
              <a:buClr>
                <a:schemeClr val="lt1"/>
              </a:buClr>
              <a:buSzPts val="1200"/>
              <a:buFont typeface="Roboto"/>
              <a:buChar char="•"/>
              <a:defRPr sz="1200">
                <a:solidFill>
                  <a:schemeClr val="lt1"/>
                </a:solidFill>
                <a:latin typeface="Roboto"/>
                <a:ea typeface="Roboto"/>
                <a:cs typeface="Roboto"/>
                <a:sym typeface="Roboto"/>
              </a:defRPr>
            </a:lvl8pPr>
            <a:lvl9pPr marL="4114868" lvl="8" indent="-304805" algn="l" rtl="0">
              <a:spcBef>
                <a:spcPts val="360"/>
              </a:spcBef>
              <a:spcAft>
                <a:spcPts val="0"/>
              </a:spcAft>
              <a:buClr>
                <a:schemeClr val="lt1"/>
              </a:buClr>
              <a:buSzPts val="1200"/>
              <a:buFont typeface="Roboto"/>
              <a:buChar char="•"/>
              <a:defRPr sz="1200">
                <a:solidFill>
                  <a:schemeClr val="lt1"/>
                </a:solidFill>
                <a:latin typeface="Roboto"/>
                <a:ea typeface="Roboto"/>
                <a:cs typeface="Roboto"/>
                <a:sym typeface="Roboto"/>
              </a:defRPr>
            </a:lvl9pPr>
          </a:lstStyle>
          <a:p>
            <a:endParaRPr/>
          </a:p>
        </p:txBody>
      </p:sp>
      <p:sp>
        <p:nvSpPr>
          <p:cNvPr id="690" name="Google Shape;690;p119"/>
          <p:cNvSpPr txBox="1">
            <a:spLocks noGrp="1"/>
          </p:cNvSpPr>
          <p:nvPr>
            <p:ph type="subTitle" idx="3"/>
          </p:nvPr>
        </p:nvSpPr>
        <p:spPr>
          <a:xfrm>
            <a:off x="455663" y="457200"/>
            <a:ext cx="8915400" cy="228600"/>
          </a:xfrm>
          <a:prstGeom prst="rect">
            <a:avLst/>
          </a:prstGeom>
        </p:spPr>
        <p:txBody>
          <a:bodyPr spcFirstLastPara="1" wrap="square" lIns="0" tIns="0" rIns="0" bIns="0" anchor="t" anchorCtr="0">
            <a:noAutofit/>
          </a:bodyPr>
          <a:lstStyle>
            <a:lvl1pPr lvl="0" rtl="0">
              <a:spcBef>
                <a:spcPts val="0"/>
              </a:spcBef>
              <a:spcAft>
                <a:spcPts val="0"/>
              </a:spcAft>
              <a:buClr>
                <a:schemeClr val="accent2"/>
              </a:buClr>
              <a:buSzPts val="1400"/>
              <a:buFont typeface="Roboto Medium"/>
              <a:buNone/>
              <a:defRPr sz="1400">
                <a:solidFill>
                  <a:schemeClr val="accent2"/>
                </a:solidFill>
                <a:latin typeface="Roboto Medium"/>
                <a:ea typeface="Roboto Medium"/>
                <a:cs typeface="Roboto Medium"/>
                <a:sym typeface="Roboto Medium"/>
              </a:defRPr>
            </a:lvl1pPr>
            <a:lvl2pPr lvl="1" rtl="0">
              <a:spcBef>
                <a:spcPts val="600"/>
              </a:spcBef>
              <a:spcAft>
                <a:spcPts val="0"/>
              </a:spcAft>
              <a:buClr>
                <a:schemeClr val="accent2"/>
              </a:buClr>
              <a:buSzPts val="1800"/>
              <a:buFont typeface="Roboto Medium"/>
              <a:buNone/>
              <a:defRPr>
                <a:solidFill>
                  <a:schemeClr val="accent2"/>
                </a:solidFill>
                <a:latin typeface="Roboto Medium"/>
                <a:ea typeface="Roboto Medium"/>
                <a:cs typeface="Roboto Medium"/>
                <a:sym typeface="Roboto Medium"/>
              </a:defRPr>
            </a:lvl2pPr>
            <a:lvl3pPr lvl="2" rtl="0">
              <a:spcBef>
                <a:spcPts val="600"/>
              </a:spcBef>
              <a:spcAft>
                <a:spcPts val="0"/>
              </a:spcAft>
              <a:buClr>
                <a:schemeClr val="accent2"/>
              </a:buClr>
              <a:buSzPts val="1600"/>
              <a:buFont typeface="Roboto Medium"/>
              <a:buNone/>
              <a:defRPr>
                <a:solidFill>
                  <a:schemeClr val="accent2"/>
                </a:solidFill>
                <a:latin typeface="Roboto Medium"/>
                <a:ea typeface="Roboto Medium"/>
                <a:cs typeface="Roboto Medium"/>
                <a:sym typeface="Roboto Medium"/>
              </a:defRPr>
            </a:lvl3pPr>
            <a:lvl4pPr lvl="3" rtl="0">
              <a:spcBef>
                <a:spcPts val="300"/>
              </a:spcBef>
              <a:spcAft>
                <a:spcPts val="0"/>
              </a:spcAft>
              <a:buClr>
                <a:schemeClr val="accent2"/>
              </a:buClr>
              <a:buSzPts val="1400"/>
              <a:buFont typeface="Roboto Medium"/>
              <a:buNone/>
              <a:defRPr>
                <a:solidFill>
                  <a:schemeClr val="accent2"/>
                </a:solidFill>
                <a:latin typeface="Roboto Medium"/>
                <a:ea typeface="Roboto Medium"/>
                <a:cs typeface="Roboto Medium"/>
                <a:sym typeface="Roboto Medium"/>
              </a:defRPr>
            </a:lvl4pPr>
            <a:lvl5pPr lvl="4" rtl="0">
              <a:spcBef>
                <a:spcPts val="300"/>
              </a:spcBef>
              <a:spcAft>
                <a:spcPts val="0"/>
              </a:spcAft>
              <a:buClr>
                <a:schemeClr val="accent2"/>
              </a:buClr>
              <a:buSzPts val="1200"/>
              <a:buFont typeface="Roboto Medium"/>
              <a:buNone/>
              <a:defRPr>
                <a:solidFill>
                  <a:schemeClr val="accent2"/>
                </a:solidFill>
                <a:latin typeface="Roboto Medium"/>
                <a:ea typeface="Roboto Medium"/>
                <a:cs typeface="Roboto Medium"/>
                <a:sym typeface="Roboto Medium"/>
              </a:defRPr>
            </a:lvl5pPr>
            <a:lvl6pPr lvl="5" rtl="0">
              <a:spcBef>
                <a:spcPts val="533"/>
              </a:spcBef>
              <a:spcAft>
                <a:spcPts val="0"/>
              </a:spcAft>
              <a:buClr>
                <a:schemeClr val="accent2"/>
              </a:buClr>
              <a:buSzPts val="2666"/>
              <a:buFont typeface="Roboto Medium"/>
              <a:buNone/>
              <a:defRPr>
                <a:solidFill>
                  <a:schemeClr val="accent2"/>
                </a:solidFill>
                <a:latin typeface="Roboto Medium"/>
                <a:ea typeface="Roboto Medium"/>
                <a:cs typeface="Roboto Medium"/>
                <a:sym typeface="Roboto Medium"/>
              </a:defRPr>
            </a:lvl6pPr>
            <a:lvl7pPr lvl="6" rtl="0">
              <a:spcBef>
                <a:spcPts val="533"/>
              </a:spcBef>
              <a:spcAft>
                <a:spcPts val="0"/>
              </a:spcAft>
              <a:buClr>
                <a:schemeClr val="accent2"/>
              </a:buClr>
              <a:buSzPts val="2666"/>
              <a:buFont typeface="Roboto Medium"/>
              <a:buNone/>
              <a:defRPr>
                <a:solidFill>
                  <a:schemeClr val="accent2"/>
                </a:solidFill>
                <a:latin typeface="Roboto Medium"/>
                <a:ea typeface="Roboto Medium"/>
                <a:cs typeface="Roboto Medium"/>
                <a:sym typeface="Roboto Medium"/>
              </a:defRPr>
            </a:lvl7pPr>
            <a:lvl8pPr lvl="7" rtl="0">
              <a:spcBef>
                <a:spcPts val="533"/>
              </a:spcBef>
              <a:spcAft>
                <a:spcPts val="0"/>
              </a:spcAft>
              <a:buClr>
                <a:schemeClr val="accent2"/>
              </a:buClr>
              <a:buSzPts val="2666"/>
              <a:buFont typeface="Roboto Medium"/>
              <a:buNone/>
              <a:defRPr>
                <a:solidFill>
                  <a:schemeClr val="accent2"/>
                </a:solidFill>
                <a:latin typeface="Roboto Medium"/>
                <a:ea typeface="Roboto Medium"/>
                <a:cs typeface="Roboto Medium"/>
                <a:sym typeface="Roboto Medium"/>
              </a:defRPr>
            </a:lvl8pPr>
            <a:lvl9pPr lvl="8" rtl="0">
              <a:spcBef>
                <a:spcPts val="533"/>
              </a:spcBef>
              <a:spcAft>
                <a:spcPts val="0"/>
              </a:spcAft>
              <a:buClr>
                <a:schemeClr val="accent2"/>
              </a:buClr>
              <a:buSzPts val="2666"/>
              <a:buFont typeface="Roboto Medium"/>
              <a:buNone/>
              <a:defRPr>
                <a:solidFill>
                  <a:schemeClr val="accent2"/>
                </a:solidFill>
                <a:latin typeface="Roboto Medium"/>
                <a:ea typeface="Roboto Medium"/>
                <a:cs typeface="Roboto Medium"/>
                <a:sym typeface="Roboto Medium"/>
              </a:defRPr>
            </a:lvl9pPr>
          </a:lstStyle>
          <a:p>
            <a:endParaRPr/>
          </a:p>
        </p:txBody>
      </p:sp>
      <p:pic>
        <p:nvPicPr>
          <p:cNvPr id="691" name="Google Shape;691;p119"/>
          <p:cNvPicPr preferRelativeResize="0"/>
          <p:nvPr/>
        </p:nvPicPr>
        <p:blipFill>
          <a:blip r:embed="rId2">
            <a:alphaModFix/>
          </a:blip>
          <a:stretch>
            <a:fillRect/>
          </a:stretch>
        </p:blipFill>
        <p:spPr>
          <a:xfrm>
            <a:off x="455626" y="6262542"/>
            <a:ext cx="685801" cy="352697"/>
          </a:xfrm>
          <a:prstGeom prst="rect">
            <a:avLst/>
          </a:prstGeom>
          <a:noFill/>
          <a:ln>
            <a:noFill/>
          </a:ln>
        </p:spPr>
      </p:pic>
      <p:sp>
        <p:nvSpPr>
          <p:cNvPr id="692" name="Google Shape;692;p119"/>
          <p:cNvSpPr txBox="1"/>
          <p:nvPr/>
        </p:nvSpPr>
        <p:spPr>
          <a:xfrm>
            <a:off x="8194350" y="6400800"/>
            <a:ext cx="3244500" cy="228600"/>
          </a:xfrm>
          <a:prstGeom prst="rect">
            <a:avLst/>
          </a:prstGeom>
          <a:noFill/>
          <a:ln>
            <a:noFill/>
          </a:ln>
        </p:spPr>
        <p:txBody>
          <a:bodyPr spcFirstLastPara="1" wrap="square" lIns="91426" tIns="91426" rIns="91426" bIns="91426" anchor="t" anchorCtr="0">
            <a:noAutofit/>
          </a:bodyPr>
          <a:lstStyle/>
          <a:p>
            <a:pPr marL="0" lvl="0" indent="0" algn="r" rtl="0">
              <a:spcBef>
                <a:spcPts val="0"/>
              </a:spcBef>
              <a:spcAft>
                <a:spcPts val="0"/>
              </a:spcAft>
              <a:buNone/>
            </a:pPr>
            <a:r>
              <a:rPr lang="en" sz="1000">
                <a:solidFill>
                  <a:srgbClr val="FFFFFF"/>
                </a:solidFill>
                <a:latin typeface="Roboto"/>
                <a:ea typeface="Roboto"/>
                <a:cs typeface="Roboto"/>
                <a:sym typeface="Roboto"/>
              </a:rPr>
              <a:t>Proprietary &amp; Confidential - For Internal Use Only</a:t>
            </a:r>
            <a:endParaRPr sz="1000">
              <a:solidFill>
                <a:srgbClr val="FFFFFF"/>
              </a:solidFill>
              <a:latin typeface="Roboto"/>
              <a:ea typeface="Roboto"/>
              <a:cs typeface="Roboto"/>
              <a:sym typeface="Roboto"/>
            </a:endParaRPr>
          </a:p>
        </p:txBody>
      </p:sp>
    </p:spTree>
  </p:cSld>
  <p:clrMapOvr>
    <a:masterClrMapping/>
  </p:clrMapOvr>
  <mc:AlternateContent xmlns:mc="http://schemas.openxmlformats.org/markup-compatibility/2006" xmlns:p14="http://schemas.microsoft.com/office/powerpoint/2010/main">
    <mc:Choice Requires="p14">
      <p:transition p14:dur="250">
        <p:fade/>
      </p:transition>
    </mc:Choice>
    <mc:Fallback xmlns:ahyp="http://schemas.microsoft.com/office/drawing/2018/hyperlinkcolor" xmlns:p15="http://schemas.microsoft.com/office/powerpoint/2012/main" xmlns:com="http://schemas.openxmlformats.org/drawingml/2006/compatibility" xmlns:pvml="urn:schemas-microsoft-com:office:powerpoint" xmlns:v="urn:schemas-microsoft-com:vml" xmlns:o="urn:schemas-microsoft-com:office:office" xmlns:dgm="http://schemas.openxmlformats.org/drawingml/2006/diagram" xmlns:c="http://schemas.openxmlformats.org/drawingml/2006/chart" xmlns:mv="urn:schemas-microsoft-com:mac:vml" xmlns="">
      <p:transition>
        <p:fade/>
      </p:transition>
    </mc:Fallback>
  </mc:AlternateContent>
</p:sldLayout>
</file>

<file path=ppt/slideLayouts/slideLayout114.xml><?xml version="1.0" encoding="utf-8"?>
<p:sldLayout xmlns:a="http://schemas.openxmlformats.org/drawingml/2006/main" xmlns:r="http://schemas.openxmlformats.org/officeDocument/2006/relationships" xmlns:p="http://schemas.openxmlformats.org/presentationml/2006/main" matchingName="NAVY Subhead | Title | Text | Image">
  <p:cSld name="NAVY Subhead | Title | Text | Image">
    <p:bg>
      <p:bgPr>
        <a:solidFill>
          <a:srgbClr val="030A14"/>
        </a:solidFill>
        <a:effectLst/>
      </p:bgPr>
    </p:bg>
    <p:spTree>
      <p:nvGrpSpPr>
        <p:cNvPr id="1" name="Shape 693"/>
        <p:cNvGrpSpPr/>
        <p:nvPr/>
      </p:nvGrpSpPr>
      <p:grpSpPr>
        <a:xfrm>
          <a:off x="0" y="0"/>
          <a:ext cx="0" cy="0"/>
          <a:chOff x="0" y="0"/>
          <a:chExt cx="0" cy="0"/>
        </a:xfrm>
      </p:grpSpPr>
      <p:sp>
        <p:nvSpPr>
          <p:cNvPr id="694" name="Google Shape;694;p120"/>
          <p:cNvSpPr txBox="1">
            <a:spLocks noGrp="1"/>
          </p:cNvSpPr>
          <p:nvPr>
            <p:ph type="title"/>
          </p:nvPr>
        </p:nvSpPr>
        <p:spPr>
          <a:xfrm>
            <a:off x="455617" y="731520"/>
            <a:ext cx="8915400" cy="524400"/>
          </a:xfrm>
          <a:prstGeom prst="rect">
            <a:avLst/>
          </a:prstGeom>
          <a:noFill/>
          <a:ln>
            <a:noFill/>
          </a:ln>
        </p:spPr>
        <p:txBody>
          <a:bodyPr spcFirstLastPara="1" wrap="square" lIns="0" tIns="0" rIns="0" bIns="0" anchor="t" anchorCtr="0">
            <a:noAutofit/>
          </a:bodyPr>
          <a:lstStyle>
            <a:lvl1pPr lvl="0" algn="l" rtl="0">
              <a:lnSpc>
                <a:spcPct val="80000"/>
              </a:lnSpc>
              <a:spcBef>
                <a:spcPts val="0"/>
              </a:spcBef>
              <a:spcAft>
                <a:spcPts val="0"/>
              </a:spcAft>
              <a:buClr>
                <a:schemeClr val="lt1"/>
              </a:buClr>
              <a:buSzPts val="3200"/>
              <a:buFont typeface="Roboto Medium"/>
              <a:buNone/>
              <a:defRPr b="0">
                <a:solidFill>
                  <a:schemeClr val="lt1"/>
                </a:solidFill>
              </a:defRPr>
            </a:lvl1pPr>
            <a:lvl2pPr lvl="1" rtl="0">
              <a:spcBef>
                <a:spcPts val="0"/>
              </a:spcBef>
              <a:spcAft>
                <a:spcPts val="0"/>
              </a:spcAft>
              <a:buSzPts val="1400"/>
              <a:buNone/>
              <a:defRPr/>
            </a:lvl2pPr>
            <a:lvl3pPr lvl="2" rtl="0">
              <a:spcBef>
                <a:spcPts val="0"/>
              </a:spcBef>
              <a:spcAft>
                <a:spcPts val="0"/>
              </a:spcAft>
              <a:buSzPts val="1400"/>
              <a:buNone/>
              <a:defRPr/>
            </a:lvl3pPr>
            <a:lvl4pPr lvl="3" rtl="0">
              <a:spcBef>
                <a:spcPts val="0"/>
              </a:spcBef>
              <a:spcAft>
                <a:spcPts val="0"/>
              </a:spcAft>
              <a:buSzPts val="1400"/>
              <a:buNone/>
              <a:defRPr/>
            </a:lvl4pPr>
            <a:lvl5pPr lvl="4" rtl="0">
              <a:spcBef>
                <a:spcPts val="0"/>
              </a:spcBef>
              <a:spcAft>
                <a:spcPts val="0"/>
              </a:spcAft>
              <a:buSzPts val="1400"/>
              <a:buNone/>
              <a:defRPr/>
            </a:lvl5pPr>
            <a:lvl6pPr lvl="5" rtl="0">
              <a:spcBef>
                <a:spcPts val="0"/>
              </a:spcBef>
              <a:spcAft>
                <a:spcPts val="0"/>
              </a:spcAft>
              <a:buSzPts val="1400"/>
              <a:buNone/>
              <a:defRPr/>
            </a:lvl6pPr>
            <a:lvl7pPr lvl="6" rtl="0">
              <a:spcBef>
                <a:spcPts val="0"/>
              </a:spcBef>
              <a:spcAft>
                <a:spcPts val="0"/>
              </a:spcAft>
              <a:buSzPts val="1400"/>
              <a:buNone/>
              <a:defRPr/>
            </a:lvl7pPr>
            <a:lvl8pPr lvl="7" rtl="0">
              <a:spcBef>
                <a:spcPts val="0"/>
              </a:spcBef>
              <a:spcAft>
                <a:spcPts val="0"/>
              </a:spcAft>
              <a:buSzPts val="1400"/>
              <a:buNone/>
              <a:defRPr/>
            </a:lvl8pPr>
            <a:lvl9pPr lvl="8" rtl="0">
              <a:spcBef>
                <a:spcPts val="0"/>
              </a:spcBef>
              <a:spcAft>
                <a:spcPts val="0"/>
              </a:spcAft>
              <a:buSzPts val="1400"/>
              <a:buNone/>
              <a:defRPr/>
            </a:lvl9pPr>
          </a:lstStyle>
          <a:p>
            <a:endParaRPr/>
          </a:p>
        </p:txBody>
      </p:sp>
      <p:sp>
        <p:nvSpPr>
          <p:cNvPr id="695" name="Google Shape;695;p120"/>
          <p:cNvSpPr>
            <a:spLocks noGrp="1"/>
          </p:cNvSpPr>
          <p:nvPr>
            <p:ph type="pic" idx="2"/>
          </p:nvPr>
        </p:nvSpPr>
        <p:spPr>
          <a:xfrm>
            <a:off x="7389889" y="1371600"/>
            <a:ext cx="4343401" cy="4572000"/>
          </a:xfrm>
          <a:prstGeom prst="rect">
            <a:avLst/>
          </a:prstGeom>
          <a:solidFill>
            <a:srgbClr val="F2F2F2"/>
          </a:solidFill>
          <a:ln>
            <a:noFill/>
          </a:ln>
        </p:spPr>
        <p:txBody>
          <a:bodyPr spcFirstLastPara="1" wrap="square" lIns="0" tIns="0" rIns="0" bIns="0" anchor="ctr" anchorCtr="0">
            <a:noAutofit/>
          </a:bodyPr>
          <a:lstStyle>
            <a:lvl1pPr marR="0" lvl="0" algn="ctr" rtl="0">
              <a:spcBef>
                <a:spcPts val="1800"/>
              </a:spcBef>
              <a:spcAft>
                <a:spcPts val="0"/>
              </a:spcAft>
              <a:buClr>
                <a:srgbClr val="D8D8D8"/>
              </a:buClr>
              <a:buSzPts val="2000"/>
              <a:buFont typeface="Roboto"/>
              <a:buNone/>
              <a:defRPr sz="2000" b="0" i="0" u="none" strike="noStrike" cap="none">
                <a:solidFill>
                  <a:srgbClr val="D8D8D8"/>
                </a:solidFill>
                <a:latin typeface="Roboto"/>
                <a:ea typeface="Roboto"/>
                <a:cs typeface="Roboto"/>
                <a:sym typeface="Roboto"/>
              </a:defRPr>
            </a:lvl1pPr>
            <a:lvl2pPr marR="0" lvl="1" algn="l" rtl="0">
              <a:spcBef>
                <a:spcPts val="600"/>
              </a:spcBef>
              <a:spcAft>
                <a:spcPts val="0"/>
              </a:spcAft>
              <a:buClr>
                <a:schemeClr val="dk1"/>
              </a:buClr>
              <a:buSzPts val="1800"/>
              <a:buFont typeface="Arial"/>
              <a:buChar char="•"/>
              <a:defRPr sz="1800" b="0" i="0" u="none" strike="noStrike" cap="none">
                <a:solidFill>
                  <a:schemeClr val="dk1"/>
                </a:solidFill>
                <a:latin typeface="Roboto"/>
                <a:ea typeface="Roboto"/>
                <a:cs typeface="Roboto"/>
                <a:sym typeface="Roboto"/>
              </a:defRPr>
            </a:lvl2pPr>
            <a:lvl3pPr marR="0" lvl="2" algn="l" rtl="0">
              <a:spcBef>
                <a:spcPts val="600"/>
              </a:spcBef>
              <a:spcAft>
                <a:spcPts val="0"/>
              </a:spcAft>
              <a:buClr>
                <a:schemeClr val="dk1"/>
              </a:buClr>
              <a:buSzPts val="1600"/>
              <a:buFont typeface="Merriweather Sans"/>
              <a:buChar char="−"/>
              <a:defRPr sz="1600" b="0" i="0" u="none" strike="noStrike" cap="none">
                <a:solidFill>
                  <a:schemeClr val="dk1"/>
                </a:solidFill>
                <a:latin typeface="Roboto"/>
                <a:ea typeface="Roboto"/>
                <a:cs typeface="Roboto"/>
                <a:sym typeface="Roboto"/>
              </a:defRPr>
            </a:lvl3pPr>
            <a:lvl4pPr marR="0" lvl="3" algn="l" rtl="0">
              <a:spcBef>
                <a:spcPts val="300"/>
              </a:spcBef>
              <a:spcAft>
                <a:spcPts val="0"/>
              </a:spcAft>
              <a:buClr>
                <a:schemeClr val="dk1"/>
              </a:buClr>
              <a:buSzPts val="1400"/>
              <a:buFont typeface="Arial"/>
              <a:buChar char="•"/>
              <a:defRPr sz="1400" b="0" i="0" u="none" strike="noStrike" cap="none">
                <a:solidFill>
                  <a:schemeClr val="dk1"/>
                </a:solidFill>
                <a:latin typeface="Roboto"/>
                <a:ea typeface="Roboto"/>
                <a:cs typeface="Roboto"/>
                <a:sym typeface="Roboto"/>
              </a:defRPr>
            </a:lvl4pPr>
            <a:lvl5pPr marR="0" lvl="4" algn="l" rtl="0">
              <a:spcBef>
                <a:spcPts val="300"/>
              </a:spcBef>
              <a:spcAft>
                <a:spcPts val="0"/>
              </a:spcAft>
              <a:buClr>
                <a:schemeClr val="dk1"/>
              </a:buClr>
              <a:buSzPts val="1200"/>
              <a:buFont typeface="Merriweather Sans"/>
              <a:buChar char="−"/>
              <a:defRPr sz="1200" b="0" i="0" u="none" strike="noStrike" cap="none">
                <a:solidFill>
                  <a:schemeClr val="dk1"/>
                </a:solidFill>
                <a:latin typeface="Roboto"/>
                <a:ea typeface="Roboto"/>
                <a:cs typeface="Roboto"/>
                <a:sym typeface="Roboto"/>
              </a:defRPr>
            </a:lvl5pPr>
            <a:lvl6pPr marR="0" lvl="5" algn="l" rtl="0">
              <a:spcBef>
                <a:spcPts val="533"/>
              </a:spcBef>
              <a:spcAft>
                <a:spcPts val="0"/>
              </a:spcAft>
              <a:buClr>
                <a:schemeClr val="dk1"/>
              </a:buClr>
              <a:buSzPts val="2666"/>
              <a:buFont typeface="Arial"/>
              <a:buChar char="•"/>
              <a:defRPr sz="2666" b="0" i="0" u="none" strike="noStrike" cap="none">
                <a:solidFill>
                  <a:schemeClr val="dk1"/>
                </a:solidFill>
                <a:latin typeface="Poppins Medium"/>
                <a:ea typeface="Poppins Medium"/>
                <a:cs typeface="Poppins Medium"/>
                <a:sym typeface="Poppins Medium"/>
              </a:defRPr>
            </a:lvl6pPr>
            <a:lvl7pPr marR="0" lvl="6" algn="l" rtl="0">
              <a:spcBef>
                <a:spcPts val="533"/>
              </a:spcBef>
              <a:spcAft>
                <a:spcPts val="0"/>
              </a:spcAft>
              <a:buClr>
                <a:schemeClr val="dk1"/>
              </a:buClr>
              <a:buSzPts val="2666"/>
              <a:buFont typeface="Arial"/>
              <a:buChar char="•"/>
              <a:defRPr sz="2666" b="0" i="0" u="none" strike="noStrike" cap="none">
                <a:solidFill>
                  <a:schemeClr val="dk1"/>
                </a:solidFill>
                <a:latin typeface="Poppins Medium"/>
                <a:ea typeface="Poppins Medium"/>
                <a:cs typeface="Poppins Medium"/>
                <a:sym typeface="Poppins Medium"/>
              </a:defRPr>
            </a:lvl7pPr>
            <a:lvl8pPr marR="0" lvl="7" algn="l" rtl="0">
              <a:spcBef>
                <a:spcPts val="533"/>
              </a:spcBef>
              <a:spcAft>
                <a:spcPts val="0"/>
              </a:spcAft>
              <a:buClr>
                <a:schemeClr val="dk1"/>
              </a:buClr>
              <a:buSzPts val="2666"/>
              <a:buFont typeface="Arial"/>
              <a:buChar char="•"/>
              <a:defRPr sz="2666" b="0" i="0" u="none" strike="noStrike" cap="none">
                <a:solidFill>
                  <a:schemeClr val="dk1"/>
                </a:solidFill>
                <a:latin typeface="Poppins Medium"/>
                <a:ea typeface="Poppins Medium"/>
                <a:cs typeface="Poppins Medium"/>
                <a:sym typeface="Poppins Medium"/>
              </a:defRPr>
            </a:lvl8pPr>
            <a:lvl9pPr marR="0" lvl="8" algn="l" rtl="0">
              <a:spcBef>
                <a:spcPts val="533"/>
              </a:spcBef>
              <a:spcAft>
                <a:spcPts val="0"/>
              </a:spcAft>
              <a:buClr>
                <a:schemeClr val="dk1"/>
              </a:buClr>
              <a:buSzPts val="2666"/>
              <a:buFont typeface="Arial"/>
              <a:buChar char="•"/>
              <a:defRPr sz="2666" b="0" i="0" u="none" strike="noStrike" cap="none">
                <a:solidFill>
                  <a:schemeClr val="dk1"/>
                </a:solidFill>
                <a:latin typeface="Poppins Medium"/>
                <a:ea typeface="Poppins Medium"/>
                <a:cs typeface="Poppins Medium"/>
                <a:sym typeface="Poppins Medium"/>
              </a:defRPr>
            </a:lvl9pPr>
          </a:lstStyle>
          <a:p>
            <a:endParaRPr/>
          </a:p>
        </p:txBody>
      </p:sp>
      <p:sp>
        <p:nvSpPr>
          <p:cNvPr id="696" name="Google Shape;696;p120"/>
          <p:cNvSpPr txBox="1">
            <a:spLocks noGrp="1"/>
          </p:cNvSpPr>
          <p:nvPr>
            <p:ph type="sldNum" idx="12"/>
          </p:nvPr>
        </p:nvSpPr>
        <p:spPr>
          <a:xfrm>
            <a:off x="11438849" y="6400800"/>
            <a:ext cx="294601" cy="228600"/>
          </a:xfrm>
          <a:prstGeom prst="rect">
            <a:avLst/>
          </a:prstGeom>
        </p:spPr>
        <p:txBody>
          <a:bodyPr spcFirstLastPara="1" wrap="square" lIns="0" tIns="0" rIns="0" bIns="0" anchor="b" anchorCtr="0">
            <a:noAutofit/>
          </a:bodyPr>
          <a:lstStyle>
            <a:lvl1pPr lvl="0" rtl="0">
              <a:buNone/>
              <a:defRPr sz="1000">
                <a:solidFill>
                  <a:schemeClr val="lt1"/>
                </a:solidFill>
              </a:defRPr>
            </a:lvl1pPr>
            <a:lvl2pPr lvl="1" rtl="0">
              <a:buNone/>
              <a:defRPr sz="1000">
                <a:solidFill>
                  <a:schemeClr val="lt1"/>
                </a:solidFill>
              </a:defRPr>
            </a:lvl2pPr>
            <a:lvl3pPr lvl="2" rtl="0">
              <a:buNone/>
              <a:defRPr sz="1000">
                <a:solidFill>
                  <a:schemeClr val="lt1"/>
                </a:solidFill>
              </a:defRPr>
            </a:lvl3pPr>
            <a:lvl4pPr lvl="3" rtl="0">
              <a:buNone/>
              <a:defRPr sz="1000">
                <a:solidFill>
                  <a:schemeClr val="lt1"/>
                </a:solidFill>
              </a:defRPr>
            </a:lvl4pPr>
            <a:lvl5pPr lvl="4" rtl="0">
              <a:buNone/>
              <a:defRPr sz="1000">
                <a:solidFill>
                  <a:schemeClr val="lt1"/>
                </a:solidFill>
              </a:defRPr>
            </a:lvl5pPr>
            <a:lvl6pPr lvl="5" rtl="0">
              <a:buNone/>
              <a:defRPr sz="1000">
                <a:solidFill>
                  <a:schemeClr val="lt1"/>
                </a:solidFill>
              </a:defRPr>
            </a:lvl6pPr>
            <a:lvl7pPr lvl="6" rtl="0">
              <a:buNone/>
              <a:defRPr sz="1000">
                <a:solidFill>
                  <a:schemeClr val="lt1"/>
                </a:solidFill>
              </a:defRPr>
            </a:lvl7pPr>
            <a:lvl8pPr lvl="7" rtl="0">
              <a:buNone/>
              <a:defRPr sz="1000">
                <a:solidFill>
                  <a:schemeClr val="lt1"/>
                </a:solidFill>
              </a:defRPr>
            </a:lvl8pPr>
            <a:lvl9pPr lvl="8" rtl="0">
              <a:buNone/>
              <a:defRPr sz="1000">
                <a:solidFill>
                  <a:schemeClr val="lt1"/>
                </a:solidFill>
              </a:defRPr>
            </a:lvl9pPr>
          </a:lstStyle>
          <a:p>
            <a:fld id="{00000000-1234-1234-1234-123412341234}" type="slidenum">
              <a:rPr lang="en" smtClean="0"/>
              <a:pPr/>
              <a:t>‹#›</a:t>
            </a:fld>
            <a:endParaRPr lang="en"/>
          </a:p>
        </p:txBody>
      </p:sp>
      <p:sp>
        <p:nvSpPr>
          <p:cNvPr id="697" name="Google Shape;697;p120"/>
          <p:cNvSpPr txBox="1">
            <a:spLocks noGrp="1"/>
          </p:cNvSpPr>
          <p:nvPr>
            <p:ph type="subTitle" idx="1"/>
          </p:nvPr>
        </p:nvSpPr>
        <p:spPr>
          <a:xfrm>
            <a:off x="455663" y="457200"/>
            <a:ext cx="8915400" cy="228600"/>
          </a:xfrm>
          <a:prstGeom prst="rect">
            <a:avLst/>
          </a:prstGeom>
        </p:spPr>
        <p:txBody>
          <a:bodyPr spcFirstLastPara="1" wrap="square" lIns="0" tIns="0" rIns="0" bIns="0" anchor="t" anchorCtr="0">
            <a:noAutofit/>
          </a:bodyPr>
          <a:lstStyle>
            <a:lvl1pPr lvl="0" rtl="0">
              <a:spcBef>
                <a:spcPts val="0"/>
              </a:spcBef>
              <a:spcAft>
                <a:spcPts val="0"/>
              </a:spcAft>
              <a:buClr>
                <a:schemeClr val="accent2"/>
              </a:buClr>
              <a:buSzPts val="1400"/>
              <a:buFont typeface="Roboto Medium"/>
              <a:buNone/>
              <a:defRPr sz="1400">
                <a:solidFill>
                  <a:schemeClr val="accent2"/>
                </a:solidFill>
                <a:latin typeface="Roboto Medium"/>
                <a:ea typeface="Roboto Medium"/>
                <a:cs typeface="Roboto Medium"/>
                <a:sym typeface="Roboto Medium"/>
              </a:defRPr>
            </a:lvl1pPr>
            <a:lvl2pPr lvl="1" rtl="0">
              <a:spcBef>
                <a:spcPts val="600"/>
              </a:spcBef>
              <a:spcAft>
                <a:spcPts val="0"/>
              </a:spcAft>
              <a:buClr>
                <a:schemeClr val="accent2"/>
              </a:buClr>
              <a:buSzPts val="1800"/>
              <a:buFont typeface="Roboto Medium"/>
              <a:buNone/>
              <a:defRPr>
                <a:solidFill>
                  <a:schemeClr val="accent2"/>
                </a:solidFill>
                <a:latin typeface="Roboto Medium"/>
                <a:ea typeface="Roboto Medium"/>
                <a:cs typeface="Roboto Medium"/>
                <a:sym typeface="Roboto Medium"/>
              </a:defRPr>
            </a:lvl2pPr>
            <a:lvl3pPr lvl="2" rtl="0">
              <a:spcBef>
                <a:spcPts val="600"/>
              </a:spcBef>
              <a:spcAft>
                <a:spcPts val="0"/>
              </a:spcAft>
              <a:buClr>
                <a:schemeClr val="accent2"/>
              </a:buClr>
              <a:buSzPts val="1600"/>
              <a:buFont typeface="Roboto Medium"/>
              <a:buNone/>
              <a:defRPr>
                <a:solidFill>
                  <a:schemeClr val="accent2"/>
                </a:solidFill>
                <a:latin typeface="Roboto Medium"/>
                <a:ea typeface="Roboto Medium"/>
                <a:cs typeface="Roboto Medium"/>
                <a:sym typeface="Roboto Medium"/>
              </a:defRPr>
            </a:lvl3pPr>
            <a:lvl4pPr lvl="3" rtl="0">
              <a:spcBef>
                <a:spcPts val="300"/>
              </a:spcBef>
              <a:spcAft>
                <a:spcPts val="0"/>
              </a:spcAft>
              <a:buClr>
                <a:schemeClr val="accent2"/>
              </a:buClr>
              <a:buSzPts val="1400"/>
              <a:buFont typeface="Roboto Medium"/>
              <a:buNone/>
              <a:defRPr>
                <a:solidFill>
                  <a:schemeClr val="accent2"/>
                </a:solidFill>
                <a:latin typeface="Roboto Medium"/>
                <a:ea typeface="Roboto Medium"/>
                <a:cs typeface="Roboto Medium"/>
                <a:sym typeface="Roboto Medium"/>
              </a:defRPr>
            </a:lvl4pPr>
            <a:lvl5pPr lvl="4" rtl="0">
              <a:spcBef>
                <a:spcPts val="300"/>
              </a:spcBef>
              <a:spcAft>
                <a:spcPts val="0"/>
              </a:spcAft>
              <a:buClr>
                <a:schemeClr val="accent2"/>
              </a:buClr>
              <a:buSzPts val="1200"/>
              <a:buFont typeface="Roboto Medium"/>
              <a:buNone/>
              <a:defRPr>
                <a:solidFill>
                  <a:schemeClr val="accent2"/>
                </a:solidFill>
                <a:latin typeface="Roboto Medium"/>
                <a:ea typeface="Roboto Medium"/>
                <a:cs typeface="Roboto Medium"/>
                <a:sym typeface="Roboto Medium"/>
              </a:defRPr>
            </a:lvl5pPr>
            <a:lvl6pPr lvl="5" rtl="0">
              <a:spcBef>
                <a:spcPts val="533"/>
              </a:spcBef>
              <a:spcAft>
                <a:spcPts val="0"/>
              </a:spcAft>
              <a:buClr>
                <a:schemeClr val="accent2"/>
              </a:buClr>
              <a:buSzPts val="2666"/>
              <a:buFont typeface="Roboto Medium"/>
              <a:buNone/>
              <a:defRPr>
                <a:solidFill>
                  <a:schemeClr val="accent2"/>
                </a:solidFill>
                <a:latin typeface="Roboto Medium"/>
                <a:ea typeface="Roboto Medium"/>
                <a:cs typeface="Roboto Medium"/>
                <a:sym typeface="Roboto Medium"/>
              </a:defRPr>
            </a:lvl6pPr>
            <a:lvl7pPr lvl="6" rtl="0">
              <a:spcBef>
                <a:spcPts val="533"/>
              </a:spcBef>
              <a:spcAft>
                <a:spcPts val="0"/>
              </a:spcAft>
              <a:buClr>
                <a:schemeClr val="accent2"/>
              </a:buClr>
              <a:buSzPts val="2666"/>
              <a:buFont typeface="Roboto Medium"/>
              <a:buNone/>
              <a:defRPr>
                <a:solidFill>
                  <a:schemeClr val="accent2"/>
                </a:solidFill>
                <a:latin typeface="Roboto Medium"/>
                <a:ea typeface="Roboto Medium"/>
                <a:cs typeface="Roboto Medium"/>
                <a:sym typeface="Roboto Medium"/>
              </a:defRPr>
            </a:lvl7pPr>
            <a:lvl8pPr lvl="7" rtl="0">
              <a:spcBef>
                <a:spcPts val="533"/>
              </a:spcBef>
              <a:spcAft>
                <a:spcPts val="0"/>
              </a:spcAft>
              <a:buClr>
                <a:schemeClr val="accent2"/>
              </a:buClr>
              <a:buSzPts val="2666"/>
              <a:buFont typeface="Roboto Medium"/>
              <a:buNone/>
              <a:defRPr>
                <a:solidFill>
                  <a:schemeClr val="accent2"/>
                </a:solidFill>
                <a:latin typeface="Roboto Medium"/>
                <a:ea typeface="Roboto Medium"/>
                <a:cs typeface="Roboto Medium"/>
                <a:sym typeface="Roboto Medium"/>
              </a:defRPr>
            </a:lvl8pPr>
            <a:lvl9pPr lvl="8" rtl="0">
              <a:spcBef>
                <a:spcPts val="533"/>
              </a:spcBef>
              <a:spcAft>
                <a:spcPts val="0"/>
              </a:spcAft>
              <a:buClr>
                <a:schemeClr val="accent2"/>
              </a:buClr>
              <a:buSzPts val="2666"/>
              <a:buFont typeface="Roboto Medium"/>
              <a:buNone/>
              <a:defRPr>
                <a:solidFill>
                  <a:schemeClr val="accent2"/>
                </a:solidFill>
                <a:latin typeface="Roboto Medium"/>
                <a:ea typeface="Roboto Medium"/>
                <a:cs typeface="Roboto Medium"/>
                <a:sym typeface="Roboto Medium"/>
              </a:defRPr>
            </a:lvl9pPr>
          </a:lstStyle>
          <a:p>
            <a:endParaRPr/>
          </a:p>
        </p:txBody>
      </p:sp>
      <p:sp>
        <p:nvSpPr>
          <p:cNvPr id="698" name="Google Shape;698;p120"/>
          <p:cNvSpPr txBox="1">
            <a:spLocks noGrp="1"/>
          </p:cNvSpPr>
          <p:nvPr>
            <p:ph type="body" idx="3"/>
          </p:nvPr>
        </p:nvSpPr>
        <p:spPr>
          <a:xfrm>
            <a:off x="455625" y="2686375"/>
            <a:ext cx="5486400" cy="3257100"/>
          </a:xfrm>
          <a:prstGeom prst="rect">
            <a:avLst/>
          </a:prstGeom>
          <a:noFill/>
          <a:ln>
            <a:noFill/>
          </a:ln>
        </p:spPr>
        <p:txBody>
          <a:bodyPr spcFirstLastPara="1" wrap="square" lIns="0" tIns="0" rIns="0" bIns="0" anchor="t" anchorCtr="0">
            <a:noAutofit/>
          </a:bodyPr>
          <a:lstStyle>
            <a:lvl1pPr marL="457207" lvl="0" indent="-228604" algn="l" rtl="0">
              <a:spcBef>
                <a:spcPts val="1800"/>
              </a:spcBef>
              <a:spcAft>
                <a:spcPts val="0"/>
              </a:spcAft>
              <a:buClr>
                <a:schemeClr val="lt1"/>
              </a:buClr>
              <a:buSzPts val="2000"/>
              <a:buFont typeface="Roboto"/>
              <a:buNone/>
              <a:defRPr b="0" i="0">
                <a:solidFill>
                  <a:schemeClr val="lt1"/>
                </a:solidFill>
                <a:latin typeface="Roboto"/>
                <a:ea typeface="Roboto"/>
                <a:cs typeface="Roboto"/>
                <a:sym typeface="Roboto"/>
              </a:defRPr>
            </a:lvl1pPr>
            <a:lvl2pPr marL="914415" lvl="1" indent="-342906" algn="l" rtl="0">
              <a:spcBef>
                <a:spcPts val="600"/>
              </a:spcBef>
              <a:spcAft>
                <a:spcPts val="0"/>
              </a:spcAft>
              <a:buClr>
                <a:schemeClr val="lt1"/>
              </a:buClr>
              <a:buSzPts val="1800"/>
              <a:buChar char="•"/>
              <a:defRPr b="0" i="0">
                <a:solidFill>
                  <a:schemeClr val="lt1"/>
                </a:solidFill>
                <a:latin typeface="Roboto"/>
                <a:ea typeface="Roboto"/>
                <a:cs typeface="Roboto"/>
                <a:sym typeface="Roboto"/>
              </a:defRPr>
            </a:lvl2pPr>
            <a:lvl3pPr marL="1371622" lvl="2" indent="-330205" algn="l" rtl="0">
              <a:spcBef>
                <a:spcPts val="600"/>
              </a:spcBef>
              <a:spcAft>
                <a:spcPts val="0"/>
              </a:spcAft>
              <a:buClr>
                <a:schemeClr val="lt1"/>
              </a:buClr>
              <a:buSzPts val="1600"/>
              <a:buChar char="−"/>
              <a:defRPr b="0" i="0">
                <a:solidFill>
                  <a:schemeClr val="lt1"/>
                </a:solidFill>
                <a:latin typeface="Roboto"/>
                <a:ea typeface="Roboto"/>
                <a:cs typeface="Roboto"/>
                <a:sym typeface="Roboto"/>
              </a:defRPr>
            </a:lvl3pPr>
            <a:lvl4pPr marL="1828831" lvl="3" indent="-317506" algn="l" rtl="0">
              <a:spcBef>
                <a:spcPts val="300"/>
              </a:spcBef>
              <a:spcAft>
                <a:spcPts val="0"/>
              </a:spcAft>
              <a:buClr>
                <a:schemeClr val="lt1"/>
              </a:buClr>
              <a:buSzPts val="1400"/>
              <a:buChar char="•"/>
              <a:defRPr b="0" i="0">
                <a:solidFill>
                  <a:schemeClr val="lt1"/>
                </a:solidFill>
                <a:latin typeface="Roboto"/>
                <a:ea typeface="Roboto"/>
                <a:cs typeface="Roboto"/>
                <a:sym typeface="Roboto"/>
              </a:defRPr>
            </a:lvl4pPr>
            <a:lvl5pPr marL="2286038" lvl="4" indent="-304805" algn="l" rtl="0">
              <a:spcBef>
                <a:spcPts val="300"/>
              </a:spcBef>
              <a:spcAft>
                <a:spcPts val="0"/>
              </a:spcAft>
              <a:buClr>
                <a:schemeClr val="lt1"/>
              </a:buClr>
              <a:buSzPts val="1200"/>
              <a:buChar char="−"/>
              <a:defRPr b="0" i="0">
                <a:solidFill>
                  <a:schemeClr val="lt1"/>
                </a:solidFill>
                <a:latin typeface="Roboto"/>
                <a:ea typeface="Roboto"/>
                <a:cs typeface="Roboto"/>
                <a:sym typeface="Roboto"/>
              </a:defRPr>
            </a:lvl5pPr>
            <a:lvl6pPr marL="2743246" lvl="5" indent="-304805" algn="l" rtl="0">
              <a:spcBef>
                <a:spcPts val="360"/>
              </a:spcBef>
              <a:spcAft>
                <a:spcPts val="0"/>
              </a:spcAft>
              <a:buClr>
                <a:schemeClr val="lt1"/>
              </a:buClr>
              <a:buSzPts val="1200"/>
              <a:buFont typeface="Roboto"/>
              <a:buChar char="•"/>
              <a:defRPr sz="1200">
                <a:solidFill>
                  <a:schemeClr val="lt1"/>
                </a:solidFill>
                <a:latin typeface="Roboto"/>
                <a:ea typeface="Roboto"/>
                <a:cs typeface="Roboto"/>
                <a:sym typeface="Roboto"/>
              </a:defRPr>
            </a:lvl6pPr>
            <a:lvl7pPr marL="3200453" lvl="6" indent="-304805" algn="l" rtl="0">
              <a:spcBef>
                <a:spcPts val="360"/>
              </a:spcBef>
              <a:spcAft>
                <a:spcPts val="0"/>
              </a:spcAft>
              <a:buClr>
                <a:schemeClr val="lt1"/>
              </a:buClr>
              <a:buSzPts val="1200"/>
              <a:buFont typeface="Roboto"/>
              <a:buChar char="•"/>
              <a:defRPr sz="1200">
                <a:solidFill>
                  <a:schemeClr val="lt1"/>
                </a:solidFill>
                <a:latin typeface="Roboto"/>
                <a:ea typeface="Roboto"/>
                <a:cs typeface="Roboto"/>
                <a:sym typeface="Roboto"/>
              </a:defRPr>
            </a:lvl7pPr>
            <a:lvl8pPr marL="3657661" lvl="7" indent="-304805" algn="l" rtl="0">
              <a:spcBef>
                <a:spcPts val="360"/>
              </a:spcBef>
              <a:spcAft>
                <a:spcPts val="0"/>
              </a:spcAft>
              <a:buClr>
                <a:schemeClr val="lt1"/>
              </a:buClr>
              <a:buSzPts val="1200"/>
              <a:buFont typeface="Roboto"/>
              <a:buChar char="•"/>
              <a:defRPr sz="1200">
                <a:solidFill>
                  <a:schemeClr val="lt1"/>
                </a:solidFill>
                <a:latin typeface="Roboto"/>
                <a:ea typeface="Roboto"/>
                <a:cs typeface="Roboto"/>
                <a:sym typeface="Roboto"/>
              </a:defRPr>
            </a:lvl8pPr>
            <a:lvl9pPr marL="4114868" lvl="8" indent="-304805" algn="l" rtl="0">
              <a:spcBef>
                <a:spcPts val="360"/>
              </a:spcBef>
              <a:spcAft>
                <a:spcPts val="0"/>
              </a:spcAft>
              <a:buClr>
                <a:schemeClr val="lt1"/>
              </a:buClr>
              <a:buSzPts val="1200"/>
              <a:buFont typeface="Roboto"/>
              <a:buChar char="•"/>
              <a:defRPr sz="1200">
                <a:solidFill>
                  <a:schemeClr val="lt1"/>
                </a:solidFill>
                <a:latin typeface="Roboto"/>
                <a:ea typeface="Roboto"/>
                <a:cs typeface="Roboto"/>
                <a:sym typeface="Roboto"/>
              </a:defRPr>
            </a:lvl9pPr>
          </a:lstStyle>
          <a:p>
            <a:endParaRPr/>
          </a:p>
        </p:txBody>
      </p:sp>
      <p:pic>
        <p:nvPicPr>
          <p:cNvPr id="699" name="Google Shape;699;p120"/>
          <p:cNvPicPr preferRelativeResize="0"/>
          <p:nvPr/>
        </p:nvPicPr>
        <p:blipFill>
          <a:blip r:embed="rId2">
            <a:alphaModFix/>
          </a:blip>
          <a:stretch>
            <a:fillRect/>
          </a:stretch>
        </p:blipFill>
        <p:spPr>
          <a:xfrm>
            <a:off x="455626" y="6262542"/>
            <a:ext cx="685801" cy="352697"/>
          </a:xfrm>
          <a:prstGeom prst="rect">
            <a:avLst/>
          </a:prstGeom>
          <a:noFill/>
          <a:ln>
            <a:noFill/>
          </a:ln>
        </p:spPr>
      </p:pic>
      <p:sp>
        <p:nvSpPr>
          <p:cNvPr id="700" name="Google Shape;700;p120"/>
          <p:cNvSpPr txBox="1"/>
          <p:nvPr/>
        </p:nvSpPr>
        <p:spPr>
          <a:xfrm>
            <a:off x="8194350" y="6400800"/>
            <a:ext cx="3244500" cy="228600"/>
          </a:xfrm>
          <a:prstGeom prst="rect">
            <a:avLst/>
          </a:prstGeom>
          <a:noFill/>
          <a:ln>
            <a:noFill/>
          </a:ln>
        </p:spPr>
        <p:txBody>
          <a:bodyPr spcFirstLastPara="1" wrap="square" lIns="91426" tIns="91426" rIns="91426" bIns="91426" anchor="t" anchorCtr="0">
            <a:noAutofit/>
          </a:bodyPr>
          <a:lstStyle/>
          <a:p>
            <a:pPr marL="0" lvl="0" indent="0" algn="r" rtl="0">
              <a:spcBef>
                <a:spcPts val="0"/>
              </a:spcBef>
              <a:spcAft>
                <a:spcPts val="0"/>
              </a:spcAft>
              <a:buNone/>
            </a:pPr>
            <a:r>
              <a:rPr lang="en" sz="1000">
                <a:solidFill>
                  <a:srgbClr val="FFFFFF"/>
                </a:solidFill>
                <a:latin typeface="Roboto"/>
                <a:ea typeface="Roboto"/>
                <a:cs typeface="Roboto"/>
                <a:sym typeface="Roboto"/>
              </a:rPr>
              <a:t>Proprietary &amp; Confidential - For Internal Use Only</a:t>
            </a:r>
            <a:endParaRPr sz="1000">
              <a:solidFill>
                <a:srgbClr val="FFFFFF"/>
              </a:solidFill>
              <a:latin typeface="Roboto"/>
              <a:ea typeface="Roboto"/>
              <a:cs typeface="Roboto"/>
              <a:sym typeface="Roboto"/>
            </a:endParaRPr>
          </a:p>
        </p:txBody>
      </p:sp>
    </p:spTree>
  </p:cSld>
  <p:clrMapOvr>
    <a:masterClrMapping/>
  </p:clrMapOvr>
  <mc:AlternateContent xmlns:mc="http://schemas.openxmlformats.org/markup-compatibility/2006" xmlns:p14="http://schemas.microsoft.com/office/powerpoint/2010/main">
    <mc:Choice Requires="p14">
      <p:transition p14:dur="250">
        <p:fade/>
      </p:transition>
    </mc:Choice>
    <mc:Fallback xmlns:ahyp="http://schemas.microsoft.com/office/drawing/2018/hyperlinkcolor" xmlns:p15="http://schemas.microsoft.com/office/powerpoint/2012/main" xmlns:com="http://schemas.openxmlformats.org/drawingml/2006/compatibility" xmlns:pvml="urn:schemas-microsoft-com:office:powerpoint" xmlns:v="urn:schemas-microsoft-com:vml" xmlns:o="urn:schemas-microsoft-com:office:office" xmlns:dgm="http://schemas.openxmlformats.org/drawingml/2006/diagram" xmlns:c="http://schemas.openxmlformats.org/drawingml/2006/chart" xmlns:mv="urn:schemas-microsoft-com:mac:vml" xmlns="">
      <p:transition>
        <p:fade/>
      </p:transition>
    </mc:Fallback>
  </mc:AlternateContent>
</p:sldLayout>
</file>

<file path=ppt/slideLayouts/slideLayout115.xml><?xml version="1.0" encoding="utf-8"?>
<p:sldLayout xmlns:a="http://schemas.openxmlformats.org/drawingml/2006/main" xmlns:r="http://schemas.openxmlformats.org/officeDocument/2006/relationships" xmlns:p="http://schemas.openxmlformats.org/presentationml/2006/main" matchingName="NAVY Subhead | Title | Text | HP Image">
  <p:cSld name="NAVY Subhead | Title | Text | HP Image">
    <p:bg>
      <p:bgPr>
        <a:solidFill>
          <a:srgbClr val="030A14"/>
        </a:solidFill>
        <a:effectLst/>
      </p:bgPr>
    </p:bg>
    <p:spTree>
      <p:nvGrpSpPr>
        <p:cNvPr id="1" name="Shape 701"/>
        <p:cNvGrpSpPr/>
        <p:nvPr/>
      </p:nvGrpSpPr>
      <p:grpSpPr>
        <a:xfrm>
          <a:off x="0" y="0"/>
          <a:ext cx="0" cy="0"/>
          <a:chOff x="0" y="0"/>
          <a:chExt cx="0" cy="0"/>
        </a:xfrm>
      </p:grpSpPr>
      <p:sp>
        <p:nvSpPr>
          <p:cNvPr id="702" name="Google Shape;702;p121"/>
          <p:cNvSpPr>
            <a:spLocks noGrp="1"/>
          </p:cNvSpPr>
          <p:nvPr>
            <p:ph type="pic" idx="2"/>
          </p:nvPr>
        </p:nvSpPr>
        <p:spPr>
          <a:xfrm>
            <a:off x="6094473" y="0"/>
            <a:ext cx="6094500" cy="6858000"/>
          </a:xfrm>
          <a:prstGeom prst="rect">
            <a:avLst/>
          </a:prstGeom>
          <a:solidFill>
            <a:srgbClr val="F2F2F2"/>
          </a:solidFill>
          <a:ln>
            <a:noFill/>
          </a:ln>
        </p:spPr>
        <p:txBody>
          <a:bodyPr spcFirstLastPara="1" wrap="square" lIns="0" tIns="0" rIns="0" bIns="0" anchor="ctr" anchorCtr="0">
            <a:noAutofit/>
          </a:bodyPr>
          <a:lstStyle>
            <a:lvl1pPr marR="0" lvl="0" algn="ctr" rtl="0">
              <a:spcBef>
                <a:spcPts val="1800"/>
              </a:spcBef>
              <a:spcAft>
                <a:spcPts val="0"/>
              </a:spcAft>
              <a:buClr>
                <a:srgbClr val="D8D8D8"/>
              </a:buClr>
              <a:buSzPts val="2000"/>
              <a:buFont typeface="Roboto"/>
              <a:buNone/>
              <a:defRPr sz="2000" b="0" i="0" u="none" strike="noStrike" cap="none">
                <a:solidFill>
                  <a:srgbClr val="D8D8D8"/>
                </a:solidFill>
                <a:latin typeface="Roboto"/>
                <a:ea typeface="Roboto"/>
                <a:cs typeface="Roboto"/>
                <a:sym typeface="Roboto"/>
              </a:defRPr>
            </a:lvl1pPr>
            <a:lvl2pPr marR="0" lvl="1" algn="l" rtl="0">
              <a:spcBef>
                <a:spcPts val="600"/>
              </a:spcBef>
              <a:spcAft>
                <a:spcPts val="0"/>
              </a:spcAft>
              <a:buClr>
                <a:schemeClr val="dk1"/>
              </a:buClr>
              <a:buSzPts val="1800"/>
              <a:buFont typeface="Arial"/>
              <a:buChar char="•"/>
              <a:defRPr sz="1800" b="0" i="0" u="none" strike="noStrike" cap="none">
                <a:solidFill>
                  <a:schemeClr val="dk1"/>
                </a:solidFill>
                <a:latin typeface="Roboto"/>
                <a:ea typeface="Roboto"/>
                <a:cs typeface="Roboto"/>
                <a:sym typeface="Roboto"/>
              </a:defRPr>
            </a:lvl2pPr>
            <a:lvl3pPr marR="0" lvl="2" algn="l" rtl="0">
              <a:spcBef>
                <a:spcPts val="600"/>
              </a:spcBef>
              <a:spcAft>
                <a:spcPts val="0"/>
              </a:spcAft>
              <a:buClr>
                <a:schemeClr val="dk1"/>
              </a:buClr>
              <a:buSzPts val="1600"/>
              <a:buFont typeface="Merriweather Sans"/>
              <a:buChar char="−"/>
              <a:defRPr sz="1600" b="0" i="0" u="none" strike="noStrike" cap="none">
                <a:solidFill>
                  <a:schemeClr val="dk1"/>
                </a:solidFill>
                <a:latin typeface="Roboto"/>
                <a:ea typeface="Roboto"/>
                <a:cs typeface="Roboto"/>
                <a:sym typeface="Roboto"/>
              </a:defRPr>
            </a:lvl3pPr>
            <a:lvl4pPr marR="0" lvl="3" algn="l" rtl="0">
              <a:spcBef>
                <a:spcPts val="300"/>
              </a:spcBef>
              <a:spcAft>
                <a:spcPts val="0"/>
              </a:spcAft>
              <a:buClr>
                <a:schemeClr val="dk1"/>
              </a:buClr>
              <a:buSzPts val="1400"/>
              <a:buFont typeface="Arial"/>
              <a:buChar char="•"/>
              <a:defRPr sz="1400" b="0" i="0" u="none" strike="noStrike" cap="none">
                <a:solidFill>
                  <a:schemeClr val="dk1"/>
                </a:solidFill>
                <a:latin typeface="Roboto"/>
                <a:ea typeface="Roboto"/>
                <a:cs typeface="Roboto"/>
                <a:sym typeface="Roboto"/>
              </a:defRPr>
            </a:lvl4pPr>
            <a:lvl5pPr marR="0" lvl="4" algn="l" rtl="0">
              <a:spcBef>
                <a:spcPts val="300"/>
              </a:spcBef>
              <a:spcAft>
                <a:spcPts val="0"/>
              </a:spcAft>
              <a:buClr>
                <a:schemeClr val="dk1"/>
              </a:buClr>
              <a:buSzPts val="1200"/>
              <a:buFont typeface="Merriweather Sans"/>
              <a:buChar char="−"/>
              <a:defRPr sz="1200" b="0" i="0" u="none" strike="noStrike" cap="none">
                <a:solidFill>
                  <a:schemeClr val="dk1"/>
                </a:solidFill>
                <a:latin typeface="Roboto"/>
                <a:ea typeface="Roboto"/>
                <a:cs typeface="Roboto"/>
                <a:sym typeface="Roboto"/>
              </a:defRPr>
            </a:lvl5pPr>
            <a:lvl6pPr marR="0" lvl="5" algn="l" rtl="0">
              <a:spcBef>
                <a:spcPts val="533"/>
              </a:spcBef>
              <a:spcAft>
                <a:spcPts val="0"/>
              </a:spcAft>
              <a:buClr>
                <a:schemeClr val="dk1"/>
              </a:buClr>
              <a:buSzPts val="2666"/>
              <a:buFont typeface="Arial"/>
              <a:buChar char="•"/>
              <a:defRPr sz="2666" b="0" i="0" u="none" strike="noStrike" cap="none">
                <a:solidFill>
                  <a:schemeClr val="dk1"/>
                </a:solidFill>
                <a:latin typeface="Poppins Medium"/>
                <a:ea typeface="Poppins Medium"/>
                <a:cs typeface="Poppins Medium"/>
                <a:sym typeface="Poppins Medium"/>
              </a:defRPr>
            </a:lvl6pPr>
            <a:lvl7pPr marR="0" lvl="6" algn="l" rtl="0">
              <a:spcBef>
                <a:spcPts val="533"/>
              </a:spcBef>
              <a:spcAft>
                <a:spcPts val="0"/>
              </a:spcAft>
              <a:buClr>
                <a:schemeClr val="dk1"/>
              </a:buClr>
              <a:buSzPts val="2666"/>
              <a:buFont typeface="Arial"/>
              <a:buChar char="•"/>
              <a:defRPr sz="2666" b="0" i="0" u="none" strike="noStrike" cap="none">
                <a:solidFill>
                  <a:schemeClr val="dk1"/>
                </a:solidFill>
                <a:latin typeface="Poppins Medium"/>
                <a:ea typeface="Poppins Medium"/>
                <a:cs typeface="Poppins Medium"/>
                <a:sym typeface="Poppins Medium"/>
              </a:defRPr>
            </a:lvl7pPr>
            <a:lvl8pPr marR="0" lvl="7" algn="l" rtl="0">
              <a:spcBef>
                <a:spcPts val="533"/>
              </a:spcBef>
              <a:spcAft>
                <a:spcPts val="0"/>
              </a:spcAft>
              <a:buClr>
                <a:schemeClr val="dk1"/>
              </a:buClr>
              <a:buSzPts val="2666"/>
              <a:buFont typeface="Arial"/>
              <a:buChar char="•"/>
              <a:defRPr sz="2666" b="0" i="0" u="none" strike="noStrike" cap="none">
                <a:solidFill>
                  <a:schemeClr val="dk1"/>
                </a:solidFill>
                <a:latin typeface="Poppins Medium"/>
                <a:ea typeface="Poppins Medium"/>
                <a:cs typeface="Poppins Medium"/>
                <a:sym typeface="Poppins Medium"/>
              </a:defRPr>
            </a:lvl8pPr>
            <a:lvl9pPr marR="0" lvl="8" algn="l" rtl="0">
              <a:spcBef>
                <a:spcPts val="533"/>
              </a:spcBef>
              <a:spcAft>
                <a:spcPts val="0"/>
              </a:spcAft>
              <a:buClr>
                <a:schemeClr val="dk1"/>
              </a:buClr>
              <a:buSzPts val="2666"/>
              <a:buFont typeface="Arial"/>
              <a:buChar char="•"/>
              <a:defRPr sz="2666" b="0" i="0" u="none" strike="noStrike" cap="none">
                <a:solidFill>
                  <a:schemeClr val="dk1"/>
                </a:solidFill>
                <a:latin typeface="Poppins Medium"/>
                <a:ea typeface="Poppins Medium"/>
                <a:cs typeface="Poppins Medium"/>
                <a:sym typeface="Poppins Medium"/>
              </a:defRPr>
            </a:lvl9pPr>
          </a:lstStyle>
          <a:p>
            <a:endParaRPr/>
          </a:p>
        </p:txBody>
      </p:sp>
      <p:sp>
        <p:nvSpPr>
          <p:cNvPr id="703" name="Google Shape;703;p121"/>
          <p:cNvSpPr txBox="1">
            <a:spLocks noGrp="1"/>
          </p:cNvSpPr>
          <p:nvPr>
            <p:ph type="title"/>
          </p:nvPr>
        </p:nvSpPr>
        <p:spPr>
          <a:xfrm>
            <a:off x="455618" y="731520"/>
            <a:ext cx="5029201" cy="524400"/>
          </a:xfrm>
          <a:prstGeom prst="rect">
            <a:avLst/>
          </a:prstGeom>
          <a:noFill/>
          <a:ln>
            <a:noFill/>
          </a:ln>
        </p:spPr>
        <p:txBody>
          <a:bodyPr spcFirstLastPara="1" wrap="square" lIns="0" tIns="0" rIns="0" bIns="0" anchor="t" anchorCtr="0">
            <a:noAutofit/>
          </a:bodyPr>
          <a:lstStyle>
            <a:lvl1pPr lvl="0" algn="l" rtl="0">
              <a:lnSpc>
                <a:spcPct val="80000"/>
              </a:lnSpc>
              <a:spcBef>
                <a:spcPts val="0"/>
              </a:spcBef>
              <a:spcAft>
                <a:spcPts val="0"/>
              </a:spcAft>
              <a:buClr>
                <a:schemeClr val="lt1"/>
              </a:buClr>
              <a:buSzPts val="3200"/>
              <a:buFont typeface="Roboto Medium"/>
              <a:buNone/>
              <a:defRPr b="0">
                <a:solidFill>
                  <a:schemeClr val="lt1"/>
                </a:solidFill>
              </a:defRPr>
            </a:lvl1pPr>
            <a:lvl2pPr lvl="1" rtl="0">
              <a:spcBef>
                <a:spcPts val="0"/>
              </a:spcBef>
              <a:spcAft>
                <a:spcPts val="0"/>
              </a:spcAft>
              <a:buSzPts val="1400"/>
              <a:buNone/>
              <a:defRPr/>
            </a:lvl2pPr>
            <a:lvl3pPr lvl="2" rtl="0">
              <a:spcBef>
                <a:spcPts val="0"/>
              </a:spcBef>
              <a:spcAft>
                <a:spcPts val="0"/>
              </a:spcAft>
              <a:buSzPts val="1400"/>
              <a:buNone/>
              <a:defRPr/>
            </a:lvl3pPr>
            <a:lvl4pPr lvl="3" rtl="0">
              <a:spcBef>
                <a:spcPts val="0"/>
              </a:spcBef>
              <a:spcAft>
                <a:spcPts val="0"/>
              </a:spcAft>
              <a:buSzPts val="1400"/>
              <a:buNone/>
              <a:defRPr/>
            </a:lvl4pPr>
            <a:lvl5pPr lvl="4" rtl="0">
              <a:spcBef>
                <a:spcPts val="0"/>
              </a:spcBef>
              <a:spcAft>
                <a:spcPts val="0"/>
              </a:spcAft>
              <a:buSzPts val="1400"/>
              <a:buNone/>
              <a:defRPr/>
            </a:lvl5pPr>
            <a:lvl6pPr lvl="5" rtl="0">
              <a:spcBef>
                <a:spcPts val="0"/>
              </a:spcBef>
              <a:spcAft>
                <a:spcPts val="0"/>
              </a:spcAft>
              <a:buSzPts val="1400"/>
              <a:buNone/>
              <a:defRPr/>
            </a:lvl6pPr>
            <a:lvl7pPr lvl="6" rtl="0">
              <a:spcBef>
                <a:spcPts val="0"/>
              </a:spcBef>
              <a:spcAft>
                <a:spcPts val="0"/>
              </a:spcAft>
              <a:buSzPts val="1400"/>
              <a:buNone/>
              <a:defRPr/>
            </a:lvl7pPr>
            <a:lvl8pPr lvl="7" rtl="0">
              <a:spcBef>
                <a:spcPts val="0"/>
              </a:spcBef>
              <a:spcAft>
                <a:spcPts val="0"/>
              </a:spcAft>
              <a:buSzPts val="1400"/>
              <a:buNone/>
              <a:defRPr/>
            </a:lvl8pPr>
            <a:lvl9pPr lvl="8" rtl="0">
              <a:spcBef>
                <a:spcPts val="0"/>
              </a:spcBef>
              <a:spcAft>
                <a:spcPts val="0"/>
              </a:spcAft>
              <a:buSzPts val="1400"/>
              <a:buNone/>
              <a:defRPr/>
            </a:lvl9pPr>
          </a:lstStyle>
          <a:p>
            <a:endParaRPr/>
          </a:p>
        </p:txBody>
      </p:sp>
      <p:pic>
        <p:nvPicPr>
          <p:cNvPr id="704" name="Google Shape;704;p121" descr="A picture containing drawing&#10;&#10;Description automatically generated"/>
          <p:cNvPicPr preferRelativeResize="0"/>
          <p:nvPr/>
        </p:nvPicPr>
        <p:blipFill rotWithShape="1">
          <a:blip r:embed="rId2">
            <a:alphaModFix/>
          </a:blip>
          <a:srcRect b="31356"/>
          <a:stretch/>
        </p:blipFill>
        <p:spPr>
          <a:xfrm>
            <a:off x="455619" y="6277208"/>
            <a:ext cx="685804" cy="352192"/>
          </a:xfrm>
          <a:prstGeom prst="rect">
            <a:avLst/>
          </a:prstGeom>
          <a:noFill/>
          <a:ln>
            <a:noFill/>
          </a:ln>
        </p:spPr>
      </p:pic>
      <p:sp>
        <p:nvSpPr>
          <p:cNvPr id="705" name="Google Shape;705;p121"/>
          <p:cNvSpPr txBox="1">
            <a:spLocks noGrp="1"/>
          </p:cNvSpPr>
          <p:nvPr>
            <p:ph type="sldNum" idx="12"/>
          </p:nvPr>
        </p:nvSpPr>
        <p:spPr>
          <a:xfrm>
            <a:off x="11438849" y="6400800"/>
            <a:ext cx="294601" cy="228600"/>
          </a:xfrm>
          <a:prstGeom prst="rect">
            <a:avLst/>
          </a:prstGeom>
        </p:spPr>
        <p:txBody>
          <a:bodyPr spcFirstLastPara="1" wrap="square" lIns="0" tIns="0" rIns="0" bIns="0" anchor="b" anchorCtr="0">
            <a:noAutofit/>
          </a:bodyPr>
          <a:lstStyle>
            <a:lvl1pPr lvl="0" rtl="0">
              <a:buNone/>
              <a:defRPr sz="1000">
                <a:solidFill>
                  <a:schemeClr val="lt1"/>
                </a:solidFill>
              </a:defRPr>
            </a:lvl1pPr>
            <a:lvl2pPr lvl="1" rtl="0">
              <a:buNone/>
              <a:defRPr sz="1000">
                <a:solidFill>
                  <a:schemeClr val="lt1"/>
                </a:solidFill>
              </a:defRPr>
            </a:lvl2pPr>
            <a:lvl3pPr lvl="2" rtl="0">
              <a:buNone/>
              <a:defRPr sz="1000">
                <a:solidFill>
                  <a:schemeClr val="lt1"/>
                </a:solidFill>
              </a:defRPr>
            </a:lvl3pPr>
            <a:lvl4pPr lvl="3" rtl="0">
              <a:buNone/>
              <a:defRPr sz="1000">
                <a:solidFill>
                  <a:schemeClr val="lt1"/>
                </a:solidFill>
              </a:defRPr>
            </a:lvl4pPr>
            <a:lvl5pPr lvl="4" rtl="0">
              <a:buNone/>
              <a:defRPr sz="1000">
                <a:solidFill>
                  <a:schemeClr val="lt1"/>
                </a:solidFill>
              </a:defRPr>
            </a:lvl5pPr>
            <a:lvl6pPr lvl="5" rtl="0">
              <a:buNone/>
              <a:defRPr sz="1000">
                <a:solidFill>
                  <a:schemeClr val="lt1"/>
                </a:solidFill>
              </a:defRPr>
            </a:lvl6pPr>
            <a:lvl7pPr lvl="6" rtl="0">
              <a:buNone/>
              <a:defRPr sz="1000">
                <a:solidFill>
                  <a:schemeClr val="lt1"/>
                </a:solidFill>
              </a:defRPr>
            </a:lvl7pPr>
            <a:lvl8pPr lvl="7" rtl="0">
              <a:buNone/>
              <a:defRPr sz="1000">
                <a:solidFill>
                  <a:schemeClr val="lt1"/>
                </a:solidFill>
              </a:defRPr>
            </a:lvl8pPr>
            <a:lvl9pPr lvl="8" rtl="0">
              <a:buNone/>
              <a:defRPr sz="1000">
                <a:solidFill>
                  <a:schemeClr val="lt1"/>
                </a:solidFill>
              </a:defRPr>
            </a:lvl9pPr>
          </a:lstStyle>
          <a:p>
            <a:fld id="{00000000-1234-1234-1234-123412341234}" type="slidenum">
              <a:rPr lang="en" smtClean="0"/>
              <a:pPr/>
              <a:t>‹#›</a:t>
            </a:fld>
            <a:endParaRPr lang="en"/>
          </a:p>
        </p:txBody>
      </p:sp>
      <p:sp>
        <p:nvSpPr>
          <p:cNvPr id="706" name="Google Shape;706;p121"/>
          <p:cNvSpPr txBox="1">
            <a:spLocks noGrp="1"/>
          </p:cNvSpPr>
          <p:nvPr>
            <p:ph type="body" idx="1"/>
          </p:nvPr>
        </p:nvSpPr>
        <p:spPr>
          <a:xfrm>
            <a:off x="455675" y="2686375"/>
            <a:ext cx="5257800" cy="3257100"/>
          </a:xfrm>
          <a:prstGeom prst="rect">
            <a:avLst/>
          </a:prstGeom>
          <a:noFill/>
          <a:ln>
            <a:noFill/>
          </a:ln>
        </p:spPr>
        <p:txBody>
          <a:bodyPr spcFirstLastPara="1" wrap="square" lIns="0" tIns="0" rIns="0" bIns="0" anchor="t" anchorCtr="0">
            <a:noAutofit/>
          </a:bodyPr>
          <a:lstStyle>
            <a:lvl1pPr marL="457207" lvl="0" indent="-228604" algn="l" rtl="0">
              <a:spcBef>
                <a:spcPts val="1800"/>
              </a:spcBef>
              <a:spcAft>
                <a:spcPts val="0"/>
              </a:spcAft>
              <a:buClr>
                <a:schemeClr val="lt1"/>
              </a:buClr>
              <a:buSzPts val="2000"/>
              <a:buFont typeface="Roboto"/>
              <a:buNone/>
              <a:defRPr b="0" i="0">
                <a:solidFill>
                  <a:schemeClr val="lt1"/>
                </a:solidFill>
                <a:latin typeface="Roboto"/>
                <a:ea typeface="Roboto"/>
                <a:cs typeface="Roboto"/>
                <a:sym typeface="Roboto"/>
              </a:defRPr>
            </a:lvl1pPr>
            <a:lvl2pPr marL="914415" lvl="1" indent="-342906" algn="l" rtl="0">
              <a:spcBef>
                <a:spcPts val="600"/>
              </a:spcBef>
              <a:spcAft>
                <a:spcPts val="0"/>
              </a:spcAft>
              <a:buClr>
                <a:schemeClr val="lt1"/>
              </a:buClr>
              <a:buSzPts val="1800"/>
              <a:buChar char="•"/>
              <a:defRPr b="0" i="0">
                <a:solidFill>
                  <a:schemeClr val="lt1"/>
                </a:solidFill>
                <a:latin typeface="Roboto"/>
                <a:ea typeface="Roboto"/>
                <a:cs typeface="Roboto"/>
                <a:sym typeface="Roboto"/>
              </a:defRPr>
            </a:lvl2pPr>
            <a:lvl3pPr marL="1371622" lvl="2" indent="-330205" algn="l" rtl="0">
              <a:spcBef>
                <a:spcPts val="600"/>
              </a:spcBef>
              <a:spcAft>
                <a:spcPts val="0"/>
              </a:spcAft>
              <a:buClr>
                <a:schemeClr val="lt1"/>
              </a:buClr>
              <a:buSzPts val="1600"/>
              <a:buChar char="−"/>
              <a:defRPr b="0" i="0">
                <a:solidFill>
                  <a:schemeClr val="lt1"/>
                </a:solidFill>
                <a:latin typeface="Roboto"/>
                <a:ea typeface="Roboto"/>
                <a:cs typeface="Roboto"/>
                <a:sym typeface="Roboto"/>
              </a:defRPr>
            </a:lvl3pPr>
            <a:lvl4pPr marL="1828831" lvl="3" indent="-317506" algn="l" rtl="0">
              <a:spcBef>
                <a:spcPts val="300"/>
              </a:spcBef>
              <a:spcAft>
                <a:spcPts val="0"/>
              </a:spcAft>
              <a:buClr>
                <a:schemeClr val="lt1"/>
              </a:buClr>
              <a:buSzPts val="1400"/>
              <a:buChar char="•"/>
              <a:defRPr b="0" i="0">
                <a:solidFill>
                  <a:schemeClr val="lt1"/>
                </a:solidFill>
                <a:latin typeface="Roboto"/>
                <a:ea typeface="Roboto"/>
                <a:cs typeface="Roboto"/>
                <a:sym typeface="Roboto"/>
              </a:defRPr>
            </a:lvl4pPr>
            <a:lvl5pPr marL="2286038" lvl="4" indent="-304805" algn="l" rtl="0">
              <a:spcBef>
                <a:spcPts val="300"/>
              </a:spcBef>
              <a:spcAft>
                <a:spcPts val="0"/>
              </a:spcAft>
              <a:buClr>
                <a:schemeClr val="lt1"/>
              </a:buClr>
              <a:buSzPts val="1200"/>
              <a:buChar char="−"/>
              <a:defRPr b="0" i="0">
                <a:solidFill>
                  <a:schemeClr val="lt1"/>
                </a:solidFill>
                <a:latin typeface="Roboto"/>
                <a:ea typeface="Roboto"/>
                <a:cs typeface="Roboto"/>
                <a:sym typeface="Roboto"/>
              </a:defRPr>
            </a:lvl5pPr>
            <a:lvl6pPr marL="2743246" lvl="5" indent="-304805" algn="l" rtl="0">
              <a:spcBef>
                <a:spcPts val="360"/>
              </a:spcBef>
              <a:spcAft>
                <a:spcPts val="0"/>
              </a:spcAft>
              <a:buClr>
                <a:schemeClr val="lt1"/>
              </a:buClr>
              <a:buSzPts val="1200"/>
              <a:buFont typeface="Roboto"/>
              <a:buChar char="•"/>
              <a:defRPr sz="1200">
                <a:solidFill>
                  <a:schemeClr val="lt1"/>
                </a:solidFill>
                <a:latin typeface="Roboto"/>
                <a:ea typeface="Roboto"/>
                <a:cs typeface="Roboto"/>
                <a:sym typeface="Roboto"/>
              </a:defRPr>
            </a:lvl6pPr>
            <a:lvl7pPr marL="3200453" lvl="6" indent="-304805" algn="l" rtl="0">
              <a:spcBef>
                <a:spcPts val="360"/>
              </a:spcBef>
              <a:spcAft>
                <a:spcPts val="0"/>
              </a:spcAft>
              <a:buClr>
                <a:schemeClr val="lt1"/>
              </a:buClr>
              <a:buSzPts val="1200"/>
              <a:buFont typeface="Roboto"/>
              <a:buChar char="•"/>
              <a:defRPr sz="1200">
                <a:solidFill>
                  <a:schemeClr val="lt1"/>
                </a:solidFill>
                <a:latin typeface="Roboto"/>
                <a:ea typeface="Roboto"/>
                <a:cs typeface="Roboto"/>
                <a:sym typeface="Roboto"/>
              </a:defRPr>
            </a:lvl7pPr>
            <a:lvl8pPr marL="3657661" lvl="7" indent="-304805" algn="l" rtl="0">
              <a:spcBef>
                <a:spcPts val="360"/>
              </a:spcBef>
              <a:spcAft>
                <a:spcPts val="0"/>
              </a:spcAft>
              <a:buClr>
                <a:schemeClr val="lt1"/>
              </a:buClr>
              <a:buSzPts val="1200"/>
              <a:buFont typeface="Roboto"/>
              <a:buChar char="•"/>
              <a:defRPr sz="1200">
                <a:solidFill>
                  <a:schemeClr val="lt1"/>
                </a:solidFill>
                <a:latin typeface="Roboto"/>
                <a:ea typeface="Roboto"/>
                <a:cs typeface="Roboto"/>
                <a:sym typeface="Roboto"/>
              </a:defRPr>
            </a:lvl8pPr>
            <a:lvl9pPr marL="4114868" lvl="8" indent="-304805" algn="l" rtl="0">
              <a:spcBef>
                <a:spcPts val="360"/>
              </a:spcBef>
              <a:spcAft>
                <a:spcPts val="0"/>
              </a:spcAft>
              <a:buClr>
                <a:schemeClr val="lt1"/>
              </a:buClr>
              <a:buSzPts val="1200"/>
              <a:buFont typeface="Roboto"/>
              <a:buChar char="•"/>
              <a:defRPr sz="1200">
                <a:solidFill>
                  <a:schemeClr val="lt1"/>
                </a:solidFill>
                <a:latin typeface="Roboto"/>
                <a:ea typeface="Roboto"/>
                <a:cs typeface="Roboto"/>
                <a:sym typeface="Roboto"/>
              </a:defRPr>
            </a:lvl9pPr>
          </a:lstStyle>
          <a:p>
            <a:endParaRPr/>
          </a:p>
        </p:txBody>
      </p:sp>
      <p:sp>
        <p:nvSpPr>
          <p:cNvPr id="707" name="Google Shape;707;p121"/>
          <p:cNvSpPr txBox="1">
            <a:spLocks noGrp="1"/>
          </p:cNvSpPr>
          <p:nvPr>
            <p:ph type="subTitle" idx="3"/>
          </p:nvPr>
        </p:nvSpPr>
        <p:spPr>
          <a:xfrm>
            <a:off x="455663" y="457200"/>
            <a:ext cx="8915400" cy="228600"/>
          </a:xfrm>
          <a:prstGeom prst="rect">
            <a:avLst/>
          </a:prstGeom>
        </p:spPr>
        <p:txBody>
          <a:bodyPr spcFirstLastPara="1" wrap="square" lIns="0" tIns="0" rIns="0" bIns="0" anchor="t" anchorCtr="0">
            <a:noAutofit/>
          </a:bodyPr>
          <a:lstStyle>
            <a:lvl1pPr lvl="0" rtl="0">
              <a:spcBef>
                <a:spcPts val="0"/>
              </a:spcBef>
              <a:spcAft>
                <a:spcPts val="0"/>
              </a:spcAft>
              <a:buClr>
                <a:schemeClr val="accent2"/>
              </a:buClr>
              <a:buSzPts val="1400"/>
              <a:buFont typeface="Roboto Medium"/>
              <a:buNone/>
              <a:defRPr sz="1400">
                <a:solidFill>
                  <a:schemeClr val="accent2"/>
                </a:solidFill>
                <a:latin typeface="Roboto Medium"/>
                <a:ea typeface="Roboto Medium"/>
                <a:cs typeface="Roboto Medium"/>
                <a:sym typeface="Roboto Medium"/>
              </a:defRPr>
            </a:lvl1pPr>
            <a:lvl2pPr lvl="1" rtl="0">
              <a:spcBef>
                <a:spcPts val="600"/>
              </a:spcBef>
              <a:spcAft>
                <a:spcPts val="0"/>
              </a:spcAft>
              <a:buClr>
                <a:schemeClr val="accent2"/>
              </a:buClr>
              <a:buSzPts val="1800"/>
              <a:buFont typeface="Roboto Medium"/>
              <a:buNone/>
              <a:defRPr>
                <a:solidFill>
                  <a:schemeClr val="accent2"/>
                </a:solidFill>
                <a:latin typeface="Roboto Medium"/>
                <a:ea typeface="Roboto Medium"/>
                <a:cs typeface="Roboto Medium"/>
                <a:sym typeface="Roboto Medium"/>
              </a:defRPr>
            </a:lvl2pPr>
            <a:lvl3pPr lvl="2" rtl="0">
              <a:spcBef>
                <a:spcPts val="600"/>
              </a:spcBef>
              <a:spcAft>
                <a:spcPts val="0"/>
              </a:spcAft>
              <a:buClr>
                <a:schemeClr val="accent2"/>
              </a:buClr>
              <a:buSzPts val="1600"/>
              <a:buFont typeface="Roboto Medium"/>
              <a:buNone/>
              <a:defRPr>
                <a:solidFill>
                  <a:schemeClr val="accent2"/>
                </a:solidFill>
                <a:latin typeface="Roboto Medium"/>
                <a:ea typeface="Roboto Medium"/>
                <a:cs typeface="Roboto Medium"/>
                <a:sym typeface="Roboto Medium"/>
              </a:defRPr>
            </a:lvl3pPr>
            <a:lvl4pPr lvl="3" rtl="0">
              <a:spcBef>
                <a:spcPts val="300"/>
              </a:spcBef>
              <a:spcAft>
                <a:spcPts val="0"/>
              </a:spcAft>
              <a:buClr>
                <a:schemeClr val="accent2"/>
              </a:buClr>
              <a:buSzPts val="1400"/>
              <a:buFont typeface="Roboto Medium"/>
              <a:buNone/>
              <a:defRPr>
                <a:solidFill>
                  <a:schemeClr val="accent2"/>
                </a:solidFill>
                <a:latin typeface="Roboto Medium"/>
                <a:ea typeface="Roboto Medium"/>
                <a:cs typeface="Roboto Medium"/>
                <a:sym typeface="Roboto Medium"/>
              </a:defRPr>
            </a:lvl4pPr>
            <a:lvl5pPr lvl="4" rtl="0">
              <a:spcBef>
                <a:spcPts val="300"/>
              </a:spcBef>
              <a:spcAft>
                <a:spcPts val="0"/>
              </a:spcAft>
              <a:buClr>
                <a:schemeClr val="accent2"/>
              </a:buClr>
              <a:buSzPts val="1200"/>
              <a:buFont typeface="Roboto Medium"/>
              <a:buNone/>
              <a:defRPr>
                <a:solidFill>
                  <a:schemeClr val="accent2"/>
                </a:solidFill>
                <a:latin typeface="Roboto Medium"/>
                <a:ea typeface="Roboto Medium"/>
                <a:cs typeface="Roboto Medium"/>
                <a:sym typeface="Roboto Medium"/>
              </a:defRPr>
            </a:lvl5pPr>
            <a:lvl6pPr lvl="5" rtl="0">
              <a:spcBef>
                <a:spcPts val="533"/>
              </a:spcBef>
              <a:spcAft>
                <a:spcPts val="0"/>
              </a:spcAft>
              <a:buClr>
                <a:schemeClr val="accent2"/>
              </a:buClr>
              <a:buSzPts val="2666"/>
              <a:buFont typeface="Roboto Medium"/>
              <a:buNone/>
              <a:defRPr>
                <a:solidFill>
                  <a:schemeClr val="accent2"/>
                </a:solidFill>
                <a:latin typeface="Roboto Medium"/>
                <a:ea typeface="Roboto Medium"/>
                <a:cs typeface="Roboto Medium"/>
                <a:sym typeface="Roboto Medium"/>
              </a:defRPr>
            </a:lvl6pPr>
            <a:lvl7pPr lvl="6" rtl="0">
              <a:spcBef>
                <a:spcPts val="533"/>
              </a:spcBef>
              <a:spcAft>
                <a:spcPts val="0"/>
              </a:spcAft>
              <a:buClr>
                <a:schemeClr val="accent2"/>
              </a:buClr>
              <a:buSzPts val="2666"/>
              <a:buFont typeface="Roboto Medium"/>
              <a:buNone/>
              <a:defRPr>
                <a:solidFill>
                  <a:schemeClr val="accent2"/>
                </a:solidFill>
                <a:latin typeface="Roboto Medium"/>
                <a:ea typeface="Roboto Medium"/>
                <a:cs typeface="Roboto Medium"/>
                <a:sym typeface="Roboto Medium"/>
              </a:defRPr>
            </a:lvl7pPr>
            <a:lvl8pPr lvl="7" rtl="0">
              <a:spcBef>
                <a:spcPts val="533"/>
              </a:spcBef>
              <a:spcAft>
                <a:spcPts val="0"/>
              </a:spcAft>
              <a:buClr>
                <a:schemeClr val="accent2"/>
              </a:buClr>
              <a:buSzPts val="2666"/>
              <a:buFont typeface="Roboto Medium"/>
              <a:buNone/>
              <a:defRPr>
                <a:solidFill>
                  <a:schemeClr val="accent2"/>
                </a:solidFill>
                <a:latin typeface="Roboto Medium"/>
                <a:ea typeface="Roboto Medium"/>
                <a:cs typeface="Roboto Medium"/>
                <a:sym typeface="Roboto Medium"/>
              </a:defRPr>
            </a:lvl8pPr>
            <a:lvl9pPr lvl="8" rtl="0">
              <a:spcBef>
                <a:spcPts val="533"/>
              </a:spcBef>
              <a:spcAft>
                <a:spcPts val="0"/>
              </a:spcAft>
              <a:buClr>
                <a:schemeClr val="accent2"/>
              </a:buClr>
              <a:buSzPts val="2666"/>
              <a:buFont typeface="Roboto Medium"/>
              <a:buNone/>
              <a:defRPr>
                <a:solidFill>
                  <a:schemeClr val="accent2"/>
                </a:solidFill>
                <a:latin typeface="Roboto Medium"/>
                <a:ea typeface="Roboto Medium"/>
                <a:cs typeface="Roboto Medium"/>
                <a:sym typeface="Roboto Medium"/>
              </a:defRPr>
            </a:lvl9pPr>
          </a:lstStyle>
          <a:p>
            <a:endParaRPr/>
          </a:p>
        </p:txBody>
      </p:sp>
      <p:sp>
        <p:nvSpPr>
          <p:cNvPr id="708" name="Google Shape;708;p121"/>
          <p:cNvSpPr txBox="1"/>
          <p:nvPr/>
        </p:nvSpPr>
        <p:spPr>
          <a:xfrm>
            <a:off x="8194350" y="6400800"/>
            <a:ext cx="3244500" cy="228600"/>
          </a:xfrm>
          <a:prstGeom prst="rect">
            <a:avLst/>
          </a:prstGeom>
          <a:noFill/>
          <a:ln>
            <a:noFill/>
          </a:ln>
        </p:spPr>
        <p:txBody>
          <a:bodyPr spcFirstLastPara="1" wrap="square" lIns="91426" tIns="91426" rIns="91426" bIns="91426" anchor="t" anchorCtr="0">
            <a:noAutofit/>
          </a:bodyPr>
          <a:lstStyle/>
          <a:p>
            <a:pPr marL="0" lvl="0" indent="0" algn="r" rtl="0">
              <a:spcBef>
                <a:spcPts val="0"/>
              </a:spcBef>
              <a:spcAft>
                <a:spcPts val="0"/>
              </a:spcAft>
              <a:buNone/>
            </a:pPr>
            <a:r>
              <a:rPr lang="en" sz="1000">
                <a:solidFill>
                  <a:srgbClr val="FFFFFF"/>
                </a:solidFill>
                <a:latin typeface="Roboto"/>
                <a:ea typeface="Roboto"/>
                <a:cs typeface="Roboto"/>
                <a:sym typeface="Roboto"/>
              </a:rPr>
              <a:t>Proprietary &amp; Confidential - For Internal Use Only</a:t>
            </a:r>
            <a:endParaRPr sz="1000">
              <a:solidFill>
                <a:srgbClr val="FFFFFF"/>
              </a:solidFill>
              <a:latin typeface="Roboto"/>
              <a:ea typeface="Roboto"/>
              <a:cs typeface="Roboto"/>
              <a:sym typeface="Roboto"/>
            </a:endParaRPr>
          </a:p>
        </p:txBody>
      </p:sp>
    </p:spTree>
  </p:cSld>
  <p:clrMapOvr>
    <a:masterClrMapping/>
  </p:clrMapOvr>
  <mc:AlternateContent xmlns:mc="http://schemas.openxmlformats.org/markup-compatibility/2006" xmlns:p14="http://schemas.microsoft.com/office/powerpoint/2010/main">
    <mc:Choice Requires="p14">
      <p:transition p14:dur="250">
        <p:fade/>
      </p:transition>
    </mc:Choice>
    <mc:Fallback xmlns:ahyp="http://schemas.microsoft.com/office/drawing/2018/hyperlinkcolor" xmlns:p15="http://schemas.microsoft.com/office/powerpoint/2012/main" xmlns:com="http://schemas.openxmlformats.org/drawingml/2006/compatibility" xmlns:pvml="urn:schemas-microsoft-com:office:powerpoint" xmlns:v="urn:schemas-microsoft-com:vml" xmlns:o="urn:schemas-microsoft-com:office:office" xmlns:dgm="http://schemas.openxmlformats.org/drawingml/2006/diagram" xmlns:c="http://schemas.openxmlformats.org/drawingml/2006/chart" xmlns:mv="urn:schemas-microsoft-com:mac:vml" xmlns="">
      <p:transition>
        <p:fade/>
      </p:transition>
    </mc:Fallback>
  </mc:AlternateContent>
</p:sldLayout>
</file>

<file path=ppt/slideLayouts/slideLayout116.xml><?xml version="1.0" encoding="utf-8"?>
<p:sldLayout xmlns:a="http://schemas.openxmlformats.org/drawingml/2006/main" xmlns:r="http://schemas.openxmlformats.org/officeDocument/2006/relationships" xmlns:p="http://schemas.openxmlformats.org/presentationml/2006/main" matchingName="NAVY Subhead | Title">
  <p:cSld name="NAVY Subhead | Title">
    <p:bg>
      <p:bgPr>
        <a:solidFill>
          <a:srgbClr val="030A14"/>
        </a:solidFill>
        <a:effectLst/>
      </p:bgPr>
    </p:bg>
    <p:spTree>
      <p:nvGrpSpPr>
        <p:cNvPr id="1" name="Shape 709"/>
        <p:cNvGrpSpPr/>
        <p:nvPr/>
      </p:nvGrpSpPr>
      <p:grpSpPr>
        <a:xfrm>
          <a:off x="0" y="0"/>
          <a:ext cx="0" cy="0"/>
          <a:chOff x="0" y="0"/>
          <a:chExt cx="0" cy="0"/>
        </a:xfrm>
      </p:grpSpPr>
      <p:sp>
        <p:nvSpPr>
          <p:cNvPr id="710" name="Google Shape;710;p122"/>
          <p:cNvSpPr txBox="1">
            <a:spLocks noGrp="1"/>
          </p:cNvSpPr>
          <p:nvPr>
            <p:ph type="title"/>
          </p:nvPr>
        </p:nvSpPr>
        <p:spPr>
          <a:xfrm>
            <a:off x="455617" y="731520"/>
            <a:ext cx="8915400" cy="524400"/>
          </a:xfrm>
          <a:prstGeom prst="rect">
            <a:avLst/>
          </a:prstGeom>
          <a:noFill/>
          <a:ln>
            <a:noFill/>
          </a:ln>
        </p:spPr>
        <p:txBody>
          <a:bodyPr spcFirstLastPara="1" wrap="square" lIns="0" tIns="0" rIns="0" bIns="0" anchor="t" anchorCtr="0">
            <a:noAutofit/>
          </a:bodyPr>
          <a:lstStyle>
            <a:lvl1pPr lvl="0" algn="l" rtl="0">
              <a:lnSpc>
                <a:spcPct val="80000"/>
              </a:lnSpc>
              <a:spcBef>
                <a:spcPts val="0"/>
              </a:spcBef>
              <a:spcAft>
                <a:spcPts val="0"/>
              </a:spcAft>
              <a:buClr>
                <a:schemeClr val="lt1"/>
              </a:buClr>
              <a:buSzPts val="3200"/>
              <a:buFont typeface="Roboto Medium"/>
              <a:buNone/>
              <a:defRPr>
                <a:solidFill>
                  <a:schemeClr val="lt1"/>
                </a:solidFill>
              </a:defRPr>
            </a:lvl1pPr>
            <a:lvl2pPr lvl="1" rtl="0">
              <a:spcBef>
                <a:spcPts val="0"/>
              </a:spcBef>
              <a:spcAft>
                <a:spcPts val="0"/>
              </a:spcAft>
              <a:buSzPts val="1400"/>
              <a:buNone/>
              <a:defRPr/>
            </a:lvl2pPr>
            <a:lvl3pPr lvl="2" rtl="0">
              <a:spcBef>
                <a:spcPts val="0"/>
              </a:spcBef>
              <a:spcAft>
                <a:spcPts val="0"/>
              </a:spcAft>
              <a:buSzPts val="1400"/>
              <a:buNone/>
              <a:defRPr/>
            </a:lvl3pPr>
            <a:lvl4pPr lvl="3" rtl="0">
              <a:spcBef>
                <a:spcPts val="0"/>
              </a:spcBef>
              <a:spcAft>
                <a:spcPts val="0"/>
              </a:spcAft>
              <a:buSzPts val="1400"/>
              <a:buNone/>
              <a:defRPr/>
            </a:lvl4pPr>
            <a:lvl5pPr lvl="4" rtl="0">
              <a:spcBef>
                <a:spcPts val="0"/>
              </a:spcBef>
              <a:spcAft>
                <a:spcPts val="0"/>
              </a:spcAft>
              <a:buSzPts val="1400"/>
              <a:buNone/>
              <a:defRPr/>
            </a:lvl5pPr>
            <a:lvl6pPr lvl="5" rtl="0">
              <a:spcBef>
                <a:spcPts val="0"/>
              </a:spcBef>
              <a:spcAft>
                <a:spcPts val="0"/>
              </a:spcAft>
              <a:buSzPts val="1400"/>
              <a:buNone/>
              <a:defRPr/>
            </a:lvl6pPr>
            <a:lvl7pPr lvl="6" rtl="0">
              <a:spcBef>
                <a:spcPts val="0"/>
              </a:spcBef>
              <a:spcAft>
                <a:spcPts val="0"/>
              </a:spcAft>
              <a:buSzPts val="1400"/>
              <a:buNone/>
              <a:defRPr/>
            </a:lvl7pPr>
            <a:lvl8pPr lvl="7" rtl="0">
              <a:spcBef>
                <a:spcPts val="0"/>
              </a:spcBef>
              <a:spcAft>
                <a:spcPts val="0"/>
              </a:spcAft>
              <a:buSzPts val="1400"/>
              <a:buNone/>
              <a:defRPr/>
            </a:lvl8pPr>
            <a:lvl9pPr lvl="8" rtl="0">
              <a:spcBef>
                <a:spcPts val="0"/>
              </a:spcBef>
              <a:spcAft>
                <a:spcPts val="0"/>
              </a:spcAft>
              <a:buSzPts val="1400"/>
              <a:buNone/>
              <a:defRPr/>
            </a:lvl9pPr>
          </a:lstStyle>
          <a:p>
            <a:endParaRPr/>
          </a:p>
        </p:txBody>
      </p:sp>
      <p:sp>
        <p:nvSpPr>
          <p:cNvPr id="711" name="Google Shape;711;p122"/>
          <p:cNvSpPr txBox="1">
            <a:spLocks noGrp="1"/>
          </p:cNvSpPr>
          <p:nvPr>
            <p:ph type="sldNum" idx="12"/>
          </p:nvPr>
        </p:nvSpPr>
        <p:spPr>
          <a:xfrm>
            <a:off x="11438849" y="6400800"/>
            <a:ext cx="294601" cy="228600"/>
          </a:xfrm>
          <a:prstGeom prst="rect">
            <a:avLst/>
          </a:prstGeom>
        </p:spPr>
        <p:txBody>
          <a:bodyPr spcFirstLastPara="1" wrap="square" lIns="0" tIns="0" rIns="0" bIns="0" anchor="b" anchorCtr="0">
            <a:noAutofit/>
          </a:bodyPr>
          <a:lstStyle>
            <a:lvl1pPr lvl="0" rtl="0">
              <a:buNone/>
              <a:defRPr sz="1000">
                <a:solidFill>
                  <a:schemeClr val="lt1"/>
                </a:solidFill>
              </a:defRPr>
            </a:lvl1pPr>
            <a:lvl2pPr lvl="1" rtl="0">
              <a:buNone/>
              <a:defRPr sz="1000">
                <a:solidFill>
                  <a:schemeClr val="lt1"/>
                </a:solidFill>
              </a:defRPr>
            </a:lvl2pPr>
            <a:lvl3pPr lvl="2" rtl="0">
              <a:buNone/>
              <a:defRPr sz="1000">
                <a:solidFill>
                  <a:schemeClr val="lt1"/>
                </a:solidFill>
              </a:defRPr>
            </a:lvl3pPr>
            <a:lvl4pPr lvl="3" rtl="0">
              <a:buNone/>
              <a:defRPr sz="1000">
                <a:solidFill>
                  <a:schemeClr val="lt1"/>
                </a:solidFill>
              </a:defRPr>
            </a:lvl4pPr>
            <a:lvl5pPr lvl="4" rtl="0">
              <a:buNone/>
              <a:defRPr sz="1000">
                <a:solidFill>
                  <a:schemeClr val="lt1"/>
                </a:solidFill>
              </a:defRPr>
            </a:lvl5pPr>
            <a:lvl6pPr lvl="5" rtl="0">
              <a:buNone/>
              <a:defRPr sz="1000">
                <a:solidFill>
                  <a:schemeClr val="lt1"/>
                </a:solidFill>
              </a:defRPr>
            </a:lvl6pPr>
            <a:lvl7pPr lvl="6" rtl="0">
              <a:buNone/>
              <a:defRPr sz="1000">
                <a:solidFill>
                  <a:schemeClr val="lt1"/>
                </a:solidFill>
              </a:defRPr>
            </a:lvl7pPr>
            <a:lvl8pPr lvl="7" rtl="0">
              <a:buNone/>
              <a:defRPr sz="1000">
                <a:solidFill>
                  <a:schemeClr val="lt1"/>
                </a:solidFill>
              </a:defRPr>
            </a:lvl8pPr>
            <a:lvl9pPr lvl="8" rtl="0">
              <a:buNone/>
              <a:defRPr sz="1000">
                <a:solidFill>
                  <a:schemeClr val="lt1"/>
                </a:solidFill>
              </a:defRPr>
            </a:lvl9pPr>
          </a:lstStyle>
          <a:p>
            <a:fld id="{00000000-1234-1234-1234-123412341234}" type="slidenum">
              <a:rPr lang="en" smtClean="0"/>
              <a:pPr/>
              <a:t>‹#›</a:t>
            </a:fld>
            <a:endParaRPr lang="en"/>
          </a:p>
        </p:txBody>
      </p:sp>
      <p:sp>
        <p:nvSpPr>
          <p:cNvPr id="712" name="Google Shape;712;p122"/>
          <p:cNvSpPr txBox="1">
            <a:spLocks noGrp="1"/>
          </p:cNvSpPr>
          <p:nvPr>
            <p:ph type="subTitle" idx="1"/>
          </p:nvPr>
        </p:nvSpPr>
        <p:spPr>
          <a:xfrm>
            <a:off x="455663" y="457200"/>
            <a:ext cx="8915400" cy="228600"/>
          </a:xfrm>
          <a:prstGeom prst="rect">
            <a:avLst/>
          </a:prstGeom>
        </p:spPr>
        <p:txBody>
          <a:bodyPr spcFirstLastPara="1" wrap="square" lIns="0" tIns="0" rIns="0" bIns="0" anchor="t" anchorCtr="0">
            <a:noAutofit/>
          </a:bodyPr>
          <a:lstStyle>
            <a:lvl1pPr lvl="0" rtl="0">
              <a:spcBef>
                <a:spcPts val="0"/>
              </a:spcBef>
              <a:spcAft>
                <a:spcPts val="0"/>
              </a:spcAft>
              <a:buClr>
                <a:schemeClr val="accent2"/>
              </a:buClr>
              <a:buSzPts val="1400"/>
              <a:buFont typeface="Roboto Medium"/>
              <a:buNone/>
              <a:defRPr sz="1400">
                <a:solidFill>
                  <a:schemeClr val="accent2"/>
                </a:solidFill>
                <a:latin typeface="Roboto Medium"/>
                <a:ea typeface="Roboto Medium"/>
                <a:cs typeface="Roboto Medium"/>
                <a:sym typeface="Roboto Medium"/>
              </a:defRPr>
            </a:lvl1pPr>
            <a:lvl2pPr lvl="1" rtl="0">
              <a:spcBef>
                <a:spcPts val="600"/>
              </a:spcBef>
              <a:spcAft>
                <a:spcPts val="0"/>
              </a:spcAft>
              <a:buClr>
                <a:schemeClr val="accent2"/>
              </a:buClr>
              <a:buSzPts val="1800"/>
              <a:buFont typeface="Roboto Medium"/>
              <a:buNone/>
              <a:defRPr>
                <a:solidFill>
                  <a:schemeClr val="accent2"/>
                </a:solidFill>
                <a:latin typeface="Roboto Medium"/>
                <a:ea typeface="Roboto Medium"/>
                <a:cs typeface="Roboto Medium"/>
                <a:sym typeface="Roboto Medium"/>
              </a:defRPr>
            </a:lvl2pPr>
            <a:lvl3pPr lvl="2" rtl="0">
              <a:spcBef>
                <a:spcPts val="600"/>
              </a:spcBef>
              <a:spcAft>
                <a:spcPts val="0"/>
              </a:spcAft>
              <a:buClr>
                <a:schemeClr val="accent2"/>
              </a:buClr>
              <a:buSzPts val="1600"/>
              <a:buFont typeface="Roboto Medium"/>
              <a:buNone/>
              <a:defRPr>
                <a:solidFill>
                  <a:schemeClr val="accent2"/>
                </a:solidFill>
                <a:latin typeface="Roboto Medium"/>
                <a:ea typeface="Roboto Medium"/>
                <a:cs typeface="Roboto Medium"/>
                <a:sym typeface="Roboto Medium"/>
              </a:defRPr>
            </a:lvl3pPr>
            <a:lvl4pPr lvl="3" rtl="0">
              <a:spcBef>
                <a:spcPts val="300"/>
              </a:spcBef>
              <a:spcAft>
                <a:spcPts val="0"/>
              </a:spcAft>
              <a:buClr>
                <a:schemeClr val="accent2"/>
              </a:buClr>
              <a:buSzPts val="1400"/>
              <a:buFont typeface="Roboto Medium"/>
              <a:buNone/>
              <a:defRPr>
                <a:solidFill>
                  <a:schemeClr val="accent2"/>
                </a:solidFill>
                <a:latin typeface="Roboto Medium"/>
                <a:ea typeface="Roboto Medium"/>
                <a:cs typeface="Roboto Medium"/>
                <a:sym typeface="Roboto Medium"/>
              </a:defRPr>
            </a:lvl4pPr>
            <a:lvl5pPr lvl="4" rtl="0">
              <a:spcBef>
                <a:spcPts val="300"/>
              </a:spcBef>
              <a:spcAft>
                <a:spcPts val="0"/>
              </a:spcAft>
              <a:buClr>
                <a:schemeClr val="accent2"/>
              </a:buClr>
              <a:buSzPts val="1200"/>
              <a:buFont typeface="Roboto Medium"/>
              <a:buNone/>
              <a:defRPr>
                <a:solidFill>
                  <a:schemeClr val="accent2"/>
                </a:solidFill>
                <a:latin typeface="Roboto Medium"/>
                <a:ea typeface="Roboto Medium"/>
                <a:cs typeface="Roboto Medium"/>
                <a:sym typeface="Roboto Medium"/>
              </a:defRPr>
            </a:lvl5pPr>
            <a:lvl6pPr lvl="5" rtl="0">
              <a:spcBef>
                <a:spcPts val="533"/>
              </a:spcBef>
              <a:spcAft>
                <a:spcPts val="0"/>
              </a:spcAft>
              <a:buClr>
                <a:schemeClr val="accent2"/>
              </a:buClr>
              <a:buSzPts val="2666"/>
              <a:buFont typeface="Roboto Medium"/>
              <a:buNone/>
              <a:defRPr>
                <a:solidFill>
                  <a:schemeClr val="accent2"/>
                </a:solidFill>
                <a:latin typeface="Roboto Medium"/>
                <a:ea typeface="Roboto Medium"/>
                <a:cs typeface="Roboto Medium"/>
                <a:sym typeface="Roboto Medium"/>
              </a:defRPr>
            </a:lvl6pPr>
            <a:lvl7pPr lvl="6" rtl="0">
              <a:spcBef>
                <a:spcPts val="533"/>
              </a:spcBef>
              <a:spcAft>
                <a:spcPts val="0"/>
              </a:spcAft>
              <a:buClr>
                <a:schemeClr val="accent2"/>
              </a:buClr>
              <a:buSzPts val="2666"/>
              <a:buFont typeface="Roboto Medium"/>
              <a:buNone/>
              <a:defRPr>
                <a:solidFill>
                  <a:schemeClr val="accent2"/>
                </a:solidFill>
                <a:latin typeface="Roboto Medium"/>
                <a:ea typeface="Roboto Medium"/>
                <a:cs typeface="Roboto Medium"/>
                <a:sym typeface="Roboto Medium"/>
              </a:defRPr>
            </a:lvl7pPr>
            <a:lvl8pPr lvl="7" rtl="0">
              <a:spcBef>
                <a:spcPts val="533"/>
              </a:spcBef>
              <a:spcAft>
                <a:spcPts val="0"/>
              </a:spcAft>
              <a:buClr>
                <a:schemeClr val="accent2"/>
              </a:buClr>
              <a:buSzPts val="2666"/>
              <a:buFont typeface="Roboto Medium"/>
              <a:buNone/>
              <a:defRPr>
                <a:solidFill>
                  <a:schemeClr val="accent2"/>
                </a:solidFill>
                <a:latin typeface="Roboto Medium"/>
                <a:ea typeface="Roboto Medium"/>
                <a:cs typeface="Roboto Medium"/>
                <a:sym typeface="Roboto Medium"/>
              </a:defRPr>
            </a:lvl8pPr>
            <a:lvl9pPr lvl="8" rtl="0">
              <a:spcBef>
                <a:spcPts val="533"/>
              </a:spcBef>
              <a:spcAft>
                <a:spcPts val="0"/>
              </a:spcAft>
              <a:buClr>
                <a:schemeClr val="accent2"/>
              </a:buClr>
              <a:buSzPts val="2666"/>
              <a:buFont typeface="Roboto Medium"/>
              <a:buNone/>
              <a:defRPr>
                <a:solidFill>
                  <a:schemeClr val="accent2"/>
                </a:solidFill>
                <a:latin typeface="Roboto Medium"/>
                <a:ea typeface="Roboto Medium"/>
                <a:cs typeface="Roboto Medium"/>
                <a:sym typeface="Roboto Medium"/>
              </a:defRPr>
            </a:lvl9pPr>
          </a:lstStyle>
          <a:p>
            <a:endParaRPr/>
          </a:p>
        </p:txBody>
      </p:sp>
      <p:pic>
        <p:nvPicPr>
          <p:cNvPr id="713" name="Google Shape;713;p122"/>
          <p:cNvPicPr preferRelativeResize="0"/>
          <p:nvPr/>
        </p:nvPicPr>
        <p:blipFill>
          <a:blip r:embed="rId2">
            <a:alphaModFix/>
          </a:blip>
          <a:stretch>
            <a:fillRect/>
          </a:stretch>
        </p:blipFill>
        <p:spPr>
          <a:xfrm>
            <a:off x="455626" y="6262542"/>
            <a:ext cx="685801" cy="352697"/>
          </a:xfrm>
          <a:prstGeom prst="rect">
            <a:avLst/>
          </a:prstGeom>
          <a:noFill/>
          <a:ln>
            <a:noFill/>
          </a:ln>
        </p:spPr>
      </p:pic>
      <p:sp>
        <p:nvSpPr>
          <p:cNvPr id="714" name="Google Shape;714;p122"/>
          <p:cNvSpPr txBox="1"/>
          <p:nvPr/>
        </p:nvSpPr>
        <p:spPr>
          <a:xfrm>
            <a:off x="8194350" y="6400800"/>
            <a:ext cx="3244500" cy="228600"/>
          </a:xfrm>
          <a:prstGeom prst="rect">
            <a:avLst/>
          </a:prstGeom>
          <a:noFill/>
          <a:ln>
            <a:noFill/>
          </a:ln>
        </p:spPr>
        <p:txBody>
          <a:bodyPr spcFirstLastPara="1" wrap="square" lIns="91426" tIns="91426" rIns="91426" bIns="91426" anchor="t" anchorCtr="0">
            <a:noAutofit/>
          </a:bodyPr>
          <a:lstStyle/>
          <a:p>
            <a:pPr marL="0" lvl="0" indent="0" algn="r" rtl="0">
              <a:spcBef>
                <a:spcPts val="0"/>
              </a:spcBef>
              <a:spcAft>
                <a:spcPts val="0"/>
              </a:spcAft>
              <a:buNone/>
            </a:pPr>
            <a:r>
              <a:rPr lang="en" sz="1000">
                <a:solidFill>
                  <a:srgbClr val="FFFFFF"/>
                </a:solidFill>
                <a:latin typeface="Roboto"/>
                <a:ea typeface="Roboto"/>
                <a:cs typeface="Roboto"/>
                <a:sym typeface="Roboto"/>
              </a:rPr>
              <a:t>Proprietary &amp; Confidential - For Internal Use Only</a:t>
            </a:r>
            <a:endParaRPr sz="1000">
              <a:solidFill>
                <a:srgbClr val="FFFFFF"/>
              </a:solidFill>
              <a:latin typeface="Roboto"/>
              <a:ea typeface="Roboto"/>
              <a:cs typeface="Roboto"/>
              <a:sym typeface="Roboto"/>
            </a:endParaRPr>
          </a:p>
        </p:txBody>
      </p:sp>
    </p:spTree>
  </p:cSld>
  <p:clrMapOvr>
    <a:masterClrMapping/>
  </p:clrMapOvr>
  <mc:AlternateContent xmlns:mc="http://schemas.openxmlformats.org/markup-compatibility/2006" xmlns:p14="http://schemas.microsoft.com/office/powerpoint/2010/main">
    <mc:Choice Requires="p14">
      <p:transition p14:dur="250">
        <p:fade/>
      </p:transition>
    </mc:Choice>
    <mc:Fallback xmlns:ahyp="http://schemas.microsoft.com/office/drawing/2018/hyperlinkcolor" xmlns:p15="http://schemas.microsoft.com/office/powerpoint/2012/main" xmlns:com="http://schemas.openxmlformats.org/drawingml/2006/compatibility" xmlns:pvml="urn:schemas-microsoft-com:office:powerpoint" xmlns:v="urn:schemas-microsoft-com:vml" xmlns:o="urn:schemas-microsoft-com:office:office" xmlns:dgm="http://schemas.openxmlformats.org/drawingml/2006/diagram" xmlns:c="http://schemas.openxmlformats.org/drawingml/2006/chart" xmlns:mv="urn:schemas-microsoft-com:mac:vml" xmlns="">
      <p:transition>
        <p:fade/>
      </p:transition>
    </mc:Fallback>
  </mc:AlternateContent>
</p:sldLayout>
</file>

<file path=ppt/slideLayouts/slideLayout117.xml><?xml version="1.0" encoding="utf-8"?>
<p:sldLayout xmlns:a="http://schemas.openxmlformats.org/drawingml/2006/main" xmlns:r="http://schemas.openxmlformats.org/officeDocument/2006/relationships" xmlns:p="http://schemas.openxmlformats.org/presentationml/2006/main" matchingName="NAVY 1Col Title | Subhead | Text">
  <p:cSld name="NAVY 1Col Title | Subhead | Text">
    <p:bg>
      <p:bgPr>
        <a:solidFill>
          <a:srgbClr val="030A14"/>
        </a:solidFill>
        <a:effectLst/>
      </p:bgPr>
    </p:bg>
    <p:spTree>
      <p:nvGrpSpPr>
        <p:cNvPr id="1" name="Shape 715"/>
        <p:cNvGrpSpPr/>
        <p:nvPr/>
      </p:nvGrpSpPr>
      <p:grpSpPr>
        <a:xfrm>
          <a:off x="0" y="0"/>
          <a:ext cx="0" cy="0"/>
          <a:chOff x="0" y="0"/>
          <a:chExt cx="0" cy="0"/>
        </a:xfrm>
      </p:grpSpPr>
      <p:sp>
        <p:nvSpPr>
          <p:cNvPr id="716" name="Google Shape;716;p123"/>
          <p:cNvSpPr txBox="1">
            <a:spLocks noGrp="1"/>
          </p:cNvSpPr>
          <p:nvPr>
            <p:ph type="title"/>
          </p:nvPr>
        </p:nvSpPr>
        <p:spPr>
          <a:xfrm>
            <a:off x="455617" y="457200"/>
            <a:ext cx="8915400" cy="524400"/>
          </a:xfrm>
          <a:prstGeom prst="rect">
            <a:avLst/>
          </a:prstGeom>
          <a:noFill/>
          <a:ln>
            <a:noFill/>
          </a:ln>
        </p:spPr>
        <p:txBody>
          <a:bodyPr spcFirstLastPara="1" wrap="square" lIns="0" tIns="0" rIns="0" bIns="0" anchor="t" anchorCtr="0">
            <a:noAutofit/>
          </a:bodyPr>
          <a:lstStyle>
            <a:lvl1pPr lvl="0" algn="l" rtl="0">
              <a:lnSpc>
                <a:spcPct val="80000"/>
              </a:lnSpc>
              <a:spcBef>
                <a:spcPts val="0"/>
              </a:spcBef>
              <a:spcAft>
                <a:spcPts val="0"/>
              </a:spcAft>
              <a:buClr>
                <a:schemeClr val="lt1"/>
              </a:buClr>
              <a:buSzPts val="3200"/>
              <a:buFont typeface="Roboto Medium"/>
              <a:buNone/>
              <a:defRPr b="0">
                <a:solidFill>
                  <a:schemeClr val="lt1"/>
                </a:solidFill>
              </a:defRPr>
            </a:lvl1pPr>
            <a:lvl2pPr lvl="1" rtl="0">
              <a:spcBef>
                <a:spcPts val="0"/>
              </a:spcBef>
              <a:spcAft>
                <a:spcPts val="0"/>
              </a:spcAft>
              <a:buSzPts val="1400"/>
              <a:buNone/>
              <a:defRPr/>
            </a:lvl2pPr>
            <a:lvl3pPr lvl="2" rtl="0">
              <a:spcBef>
                <a:spcPts val="0"/>
              </a:spcBef>
              <a:spcAft>
                <a:spcPts val="0"/>
              </a:spcAft>
              <a:buSzPts val="1400"/>
              <a:buNone/>
              <a:defRPr/>
            </a:lvl3pPr>
            <a:lvl4pPr lvl="3" rtl="0">
              <a:spcBef>
                <a:spcPts val="0"/>
              </a:spcBef>
              <a:spcAft>
                <a:spcPts val="0"/>
              </a:spcAft>
              <a:buSzPts val="1400"/>
              <a:buNone/>
              <a:defRPr/>
            </a:lvl4pPr>
            <a:lvl5pPr lvl="4" rtl="0">
              <a:spcBef>
                <a:spcPts val="0"/>
              </a:spcBef>
              <a:spcAft>
                <a:spcPts val="0"/>
              </a:spcAft>
              <a:buSzPts val="1400"/>
              <a:buNone/>
              <a:defRPr/>
            </a:lvl5pPr>
            <a:lvl6pPr lvl="5" rtl="0">
              <a:spcBef>
                <a:spcPts val="0"/>
              </a:spcBef>
              <a:spcAft>
                <a:spcPts val="0"/>
              </a:spcAft>
              <a:buSzPts val="1400"/>
              <a:buNone/>
              <a:defRPr/>
            </a:lvl6pPr>
            <a:lvl7pPr lvl="6" rtl="0">
              <a:spcBef>
                <a:spcPts val="0"/>
              </a:spcBef>
              <a:spcAft>
                <a:spcPts val="0"/>
              </a:spcAft>
              <a:buSzPts val="1400"/>
              <a:buNone/>
              <a:defRPr/>
            </a:lvl7pPr>
            <a:lvl8pPr lvl="7" rtl="0">
              <a:spcBef>
                <a:spcPts val="0"/>
              </a:spcBef>
              <a:spcAft>
                <a:spcPts val="0"/>
              </a:spcAft>
              <a:buSzPts val="1400"/>
              <a:buNone/>
              <a:defRPr/>
            </a:lvl8pPr>
            <a:lvl9pPr lvl="8" rtl="0">
              <a:spcBef>
                <a:spcPts val="0"/>
              </a:spcBef>
              <a:spcAft>
                <a:spcPts val="0"/>
              </a:spcAft>
              <a:buSzPts val="1400"/>
              <a:buNone/>
              <a:defRPr/>
            </a:lvl9pPr>
          </a:lstStyle>
          <a:p>
            <a:endParaRPr/>
          </a:p>
        </p:txBody>
      </p:sp>
      <p:sp>
        <p:nvSpPr>
          <p:cNvPr id="717" name="Google Shape;717;p123"/>
          <p:cNvSpPr txBox="1">
            <a:spLocks noGrp="1"/>
          </p:cNvSpPr>
          <p:nvPr>
            <p:ph type="sldNum" idx="12"/>
          </p:nvPr>
        </p:nvSpPr>
        <p:spPr>
          <a:xfrm>
            <a:off x="11438849" y="6400800"/>
            <a:ext cx="294601" cy="228600"/>
          </a:xfrm>
          <a:prstGeom prst="rect">
            <a:avLst/>
          </a:prstGeom>
        </p:spPr>
        <p:txBody>
          <a:bodyPr spcFirstLastPara="1" wrap="square" lIns="0" tIns="0" rIns="0" bIns="0" anchor="b" anchorCtr="0">
            <a:noAutofit/>
          </a:bodyPr>
          <a:lstStyle>
            <a:lvl1pPr lvl="0" rtl="0">
              <a:buNone/>
              <a:defRPr sz="1000">
                <a:solidFill>
                  <a:schemeClr val="lt1"/>
                </a:solidFill>
              </a:defRPr>
            </a:lvl1pPr>
            <a:lvl2pPr lvl="1" rtl="0">
              <a:buNone/>
              <a:defRPr sz="1000">
                <a:solidFill>
                  <a:schemeClr val="lt1"/>
                </a:solidFill>
              </a:defRPr>
            </a:lvl2pPr>
            <a:lvl3pPr lvl="2" rtl="0">
              <a:buNone/>
              <a:defRPr sz="1000">
                <a:solidFill>
                  <a:schemeClr val="lt1"/>
                </a:solidFill>
              </a:defRPr>
            </a:lvl3pPr>
            <a:lvl4pPr lvl="3" rtl="0">
              <a:buNone/>
              <a:defRPr sz="1000">
                <a:solidFill>
                  <a:schemeClr val="lt1"/>
                </a:solidFill>
              </a:defRPr>
            </a:lvl4pPr>
            <a:lvl5pPr lvl="4" rtl="0">
              <a:buNone/>
              <a:defRPr sz="1000">
                <a:solidFill>
                  <a:schemeClr val="lt1"/>
                </a:solidFill>
              </a:defRPr>
            </a:lvl5pPr>
            <a:lvl6pPr lvl="5" rtl="0">
              <a:buNone/>
              <a:defRPr sz="1000">
                <a:solidFill>
                  <a:schemeClr val="lt1"/>
                </a:solidFill>
              </a:defRPr>
            </a:lvl6pPr>
            <a:lvl7pPr lvl="6" rtl="0">
              <a:buNone/>
              <a:defRPr sz="1000">
                <a:solidFill>
                  <a:schemeClr val="lt1"/>
                </a:solidFill>
              </a:defRPr>
            </a:lvl7pPr>
            <a:lvl8pPr lvl="7" rtl="0">
              <a:buNone/>
              <a:defRPr sz="1000">
                <a:solidFill>
                  <a:schemeClr val="lt1"/>
                </a:solidFill>
              </a:defRPr>
            </a:lvl8pPr>
            <a:lvl9pPr lvl="8" rtl="0">
              <a:buNone/>
              <a:defRPr sz="1000">
                <a:solidFill>
                  <a:schemeClr val="lt1"/>
                </a:solidFill>
              </a:defRPr>
            </a:lvl9pPr>
          </a:lstStyle>
          <a:p>
            <a:fld id="{00000000-1234-1234-1234-123412341234}" type="slidenum">
              <a:rPr lang="en" smtClean="0"/>
              <a:pPr/>
              <a:t>‹#›</a:t>
            </a:fld>
            <a:endParaRPr lang="en"/>
          </a:p>
        </p:txBody>
      </p:sp>
      <p:sp>
        <p:nvSpPr>
          <p:cNvPr id="718" name="Google Shape;718;p123"/>
          <p:cNvSpPr txBox="1">
            <a:spLocks noGrp="1"/>
          </p:cNvSpPr>
          <p:nvPr>
            <p:ph type="subTitle" idx="1"/>
          </p:nvPr>
        </p:nvSpPr>
        <p:spPr>
          <a:xfrm>
            <a:off x="455625" y="868680"/>
            <a:ext cx="7635001" cy="228600"/>
          </a:xfrm>
          <a:prstGeom prst="rect">
            <a:avLst/>
          </a:prstGeom>
        </p:spPr>
        <p:txBody>
          <a:bodyPr spcFirstLastPara="1" wrap="square" lIns="0" tIns="0" rIns="0" bIns="0" anchor="t" anchorCtr="0">
            <a:noAutofit/>
          </a:bodyPr>
          <a:lstStyle>
            <a:lvl1pPr lvl="0" rtl="0">
              <a:spcBef>
                <a:spcPts val="0"/>
              </a:spcBef>
              <a:spcAft>
                <a:spcPts val="0"/>
              </a:spcAft>
              <a:buClr>
                <a:schemeClr val="accent2"/>
              </a:buClr>
              <a:buSzPts val="1600"/>
              <a:buFont typeface="Roboto Medium"/>
              <a:buNone/>
              <a:defRPr sz="1600">
                <a:solidFill>
                  <a:schemeClr val="accent2"/>
                </a:solidFill>
                <a:latin typeface="Roboto Medium"/>
                <a:ea typeface="Roboto Medium"/>
                <a:cs typeface="Roboto Medium"/>
                <a:sym typeface="Roboto Medium"/>
              </a:defRPr>
            </a:lvl1pPr>
            <a:lvl2pPr lvl="1" rtl="0">
              <a:spcBef>
                <a:spcPts val="600"/>
              </a:spcBef>
              <a:spcAft>
                <a:spcPts val="0"/>
              </a:spcAft>
              <a:buClr>
                <a:schemeClr val="accent2"/>
              </a:buClr>
              <a:buSzPts val="1800"/>
              <a:buNone/>
              <a:defRPr>
                <a:solidFill>
                  <a:schemeClr val="accent2"/>
                </a:solidFill>
              </a:defRPr>
            </a:lvl2pPr>
            <a:lvl3pPr lvl="2" rtl="0">
              <a:spcBef>
                <a:spcPts val="600"/>
              </a:spcBef>
              <a:spcAft>
                <a:spcPts val="0"/>
              </a:spcAft>
              <a:buClr>
                <a:schemeClr val="accent2"/>
              </a:buClr>
              <a:buSzPts val="1600"/>
              <a:buNone/>
              <a:defRPr>
                <a:solidFill>
                  <a:schemeClr val="accent2"/>
                </a:solidFill>
              </a:defRPr>
            </a:lvl3pPr>
            <a:lvl4pPr lvl="3" rtl="0">
              <a:spcBef>
                <a:spcPts val="300"/>
              </a:spcBef>
              <a:spcAft>
                <a:spcPts val="0"/>
              </a:spcAft>
              <a:buClr>
                <a:schemeClr val="accent2"/>
              </a:buClr>
              <a:buSzPts val="1400"/>
              <a:buNone/>
              <a:defRPr>
                <a:solidFill>
                  <a:schemeClr val="accent2"/>
                </a:solidFill>
              </a:defRPr>
            </a:lvl4pPr>
            <a:lvl5pPr lvl="4" rtl="0">
              <a:spcBef>
                <a:spcPts val="300"/>
              </a:spcBef>
              <a:spcAft>
                <a:spcPts val="0"/>
              </a:spcAft>
              <a:buClr>
                <a:schemeClr val="accent2"/>
              </a:buClr>
              <a:buSzPts val="1200"/>
              <a:buNone/>
              <a:defRPr>
                <a:solidFill>
                  <a:schemeClr val="accent2"/>
                </a:solidFill>
              </a:defRPr>
            </a:lvl5pPr>
            <a:lvl6pPr lvl="5" rtl="0">
              <a:spcBef>
                <a:spcPts val="533"/>
              </a:spcBef>
              <a:spcAft>
                <a:spcPts val="0"/>
              </a:spcAft>
              <a:buClr>
                <a:schemeClr val="accent2"/>
              </a:buClr>
              <a:buSzPts val="2666"/>
              <a:buNone/>
              <a:defRPr>
                <a:solidFill>
                  <a:schemeClr val="accent2"/>
                </a:solidFill>
              </a:defRPr>
            </a:lvl6pPr>
            <a:lvl7pPr lvl="6" rtl="0">
              <a:spcBef>
                <a:spcPts val="533"/>
              </a:spcBef>
              <a:spcAft>
                <a:spcPts val="0"/>
              </a:spcAft>
              <a:buClr>
                <a:schemeClr val="accent2"/>
              </a:buClr>
              <a:buSzPts val="2666"/>
              <a:buNone/>
              <a:defRPr>
                <a:solidFill>
                  <a:schemeClr val="accent2"/>
                </a:solidFill>
              </a:defRPr>
            </a:lvl7pPr>
            <a:lvl8pPr lvl="7" rtl="0">
              <a:spcBef>
                <a:spcPts val="533"/>
              </a:spcBef>
              <a:spcAft>
                <a:spcPts val="0"/>
              </a:spcAft>
              <a:buClr>
                <a:schemeClr val="accent2"/>
              </a:buClr>
              <a:buSzPts val="2666"/>
              <a:buNone/>
              <a:defRPr>
                <a:solidFill>
                  <a:schemeClr val="accent2"/>
                </a:solidFill>
              </a:defRPr>
            </a:lvl8pPr>
            <a:lvl9pPr lvl="8" rtl="0">
              <a:spcBef>
                <a:spcPts val="533"/>
              </a:spcBef>
              <a:spcAft>
                <a:spcPts val="0"/>
              </a:spcAft>
              <a:buClr>
                <a:schemeClr val="accent2"/>
              </a:buClr>
              <a:buSzPts val="2666"/>
              <a:buNone/>
              <a:defRPr>
                <a:solidFill>
                  <a:schemeClr val="accent2"/>
                </a:solidFill>
              </a:defRPr>
            </a:lvl9pPr>
          </a:lstStyle>
          <a:p>
            <a:endParaRPr/>
          </a:p>
        </p:txBody>
      </p:sp>
      <p:sp>
        <p:nvSpPr>
          <p:cNvPr id="719" name="Google Shape;719;p123"/>
          <p:cNvSpPr txBox="1">
            <a:spLocks noGrp="1"/>
          </p:cNvSpPr>
          <p:nvPr>
            <p:ph type="body" idx="2"/>
          </p:nvPr>
        </p:nvSpPr>
        <p:spPr>
          <a:xfrm>
            <a:off x="455613" y="2686375"/>
            <a:ext cx="8915400" cy="3257100"/>
          </a:xfrm>
          <a:prstGeom prst="rect">
            <a:avLst/>
          </a:prstGeom>
          <a:noFill/>
          <a:ln>
            <a:noFill/>
          </a:ln>
        </p:spPr>
        <p:txBody>
          <a:bodyPr spcFirstLastPara="1" wrap="square" lIns="0" tIns="0" rIns="0" bIns="0" anchor="t" anchorCtr="0">
            <a:noAutofit/>
          </a:bodyPr>
          <a:lstStyle>
            <a:lvl1pPr marL="457207" lvl="0" indent="-228604" algn="l" rtl="0">
              <a:spcBef>
                <a:spcPts val="1800"/>
              </a:spcBef>
              <a:spcAft>
                <a:spcPts val="0"/>
              </a:spcAft>
              <a:buClr>
                <a:srgbClr val="FFFFFF"/>
              </a:buClr>
              <a:buSzPts val="2000"/>
              <a:buFont typeface="Roboto"/>
              <a:buNone/>
              <a:defRPr b="0" i="0">
                <a:solidFill>
                  <a:srgbClr val="FFFFFF"/>
                </a:solidFill>
                <a:latin typeface="Roboto"/>
                <a:ea typeface="Roboto"/>
                <a:cs typeface="Roboto"/>
                <a:sym typeface="Roboto"/>
              </a:defRPr>
            </a:lvl1pPr>
            <a:lvl2pPr marL="914415" lvl="1" indent="-342906" algn="l" rtl="0">
              <a:spcBef>
                <a:spcPts val="600"/>
              </a:spcBef>
              <a:spcAft>
                <a:spcPts val="0"/>
              </a:spcAft>
              <a:buClr>
                <a:srgbClr val="FFFFFF"/>
              </a:buClr>
              <a:buSzPts val="1800"/>
              <a:buChar char="•"/>
              <a:defRPr b="0" i="0">
                <a:solidFill>
                  <a:srgbClr val="FFFFFF"/>
                </a:solidFill>
                <a:latin typeface="Roboto"/>
                <a:ea typeface="Roboto"/>
                <a:cs typeface="Roboto"/>
                <a:sym typeface="Roboto"/>
              </a:defRPr>
            </a:lvl2pPr>
            <a:lvl3pPr marL="1371622" lvl="2" indent="-330205" algn="l" rtl="0">
              <a:spcBef>
                <a:spcPts val="600"/>
              </a:spcBef>
              <a:spcAft>
                <a:spcPts val="0"/>
              </a:spcAft>
              <a:buClr>
                <a:srgbClr val="FFFFFF"/>
              </a:buClr>
              <a:buSzPts val="1600"/>
              <a:buChar char="−"/>
              <a:defRPr b="0" i="0">
                <a:solidFill>
                  <a:srgbClr val="FFFFFF"/>
                </a:solidFill>
                <a:latin typeface="Roboto"/>
                <a:ea typeface="Roboto"/>
                <a:cs typeface="Roboto"/>
                <a:sym typeface="Roboto"/>
              </a:defRPr>
            </a:lvl3pPr>
            <a:lvl4pPr marL="1828831" lvl="3" indent="-317506" algn="l" rtl="0">
              <a:spcBef>
                <a:spcPts val="300"/>
              </a:spcBef>
              <a:spcAft>
                <a:spcPts val="0"/>
              </a:spcAft>
              <a:buClr>
                <a:srgbClr val="FFFFFF"/>
              </a:buClr>
              <a:buSzPts val="1400"/>
              <a:buChar char="•"/>
              <a:defRPr b="0" i="0">
                <a:solidFill>
                  <a:srgbClr val="FFFFFF"/>
                </a:solidFill>
                <a:latin typeface="Roboto"/>
                <a:ea typeface="Roboto"/>
                <a:cs typeface="Roboto"/>
                <a:sym typeface="Roboto"/>
              </a:defRPr>
            </a:lvl4pPr>
            <a:lvl5pPr marL="2286038" lvl="4" indent="-304805" algn="l" rtl="0">
              <a:spcBef>
                <a:spcPts val="300"/>
              </a:spcBef>
              <a:spcAft>
                <a:spcPts val="0"/>
              </a:spcAft>
              <a:buClr>
                <a:srgbClr val="FFFFFF"/>
              </a:buClr>
              <a:buSzPts val="1200"/>
              <a:buChar char="−"/>
              <a:defRPr b="0" i="0">
                <a:solidFill>
                  <a:srgbClr val="FFFFFF"/>
                </a:solidFill>
                <a:latin typeface="Roboto"/>
                <a:ea typeface="Roboto"/>
                <a:cs typeface="Roboto"/>
                <a:sym typeface="Roboto"/>
              </a:defRPr>
            </a:lvl5pPr>
            <a:lvl6pPr marL="2743246" lvl="5" indent="-304805" algn="l" rtl="0">
              <a:spcBef>
                <a:spcPts val="360"/>
              </a:spcBef>
              <a:spcAft>
                <a:spcPts val="0"/>
              </a:spcAft>
              <a:buClr>
                <a:srgbClr val="FFFFFF"/>
              </a:buClr>
              <a:buSzPts val="1200"/>
              <a:buFont typeface="Roboto"/>
              <a:buChar char="•"/>
              <a:defRPr sz="1200">
                <a:solidFill>
                  <a:srgbClr val="FFFFFF"/>
                </a:solidFill>
                <a:latin typeface="Roboto"/>
                <a:ea typeface="Roboto"/>
                <a:cs typeface="Roboto"/>
                <a:sym typeface="Roboto"/>
              </a:defRPr>
            </a:lvl6pPr>
            <a:lvl7pPr marL="3200453" lvl="6" indent="-304805" algn="l" rtl="0">
              <a:spcBef>
                <a:spcPts val="360"/>
              </a:spcBef>
              <a:spcAft>
                <a:spcPts val="0"/>
              </a:spcAft>
              <a:buClr>
                <a:srgbClr val="FFFFFF"/>
              </a:buClr>
              <a:buSzPts val="1200"/>
              <a:buFont typeface="Roboto"/>
              <a:buChar char="•"/>
              <a:defRPr sz="1200">
                <a:solidFill>
                  <a:srgbClr val="FFFFFF"/>
                </a:solidFill>
                <a:latin typeface="Roboto"/>
                <a:ea typeface="Roboto"/>
                <a:cs typeface="Roboto"/>
                <a:sym typeface="Roboto"/>
              </a:defRPr>
            </a:lvl7pPr>
            <a:lvl8pPr marL="3657661" lvl="7" indent="-304805" algn="l" rtl="0">
              <a:spcBef>
                <a:spcPts val="360"/>
              </a:spcBef>
              <a:spcAft>
                <a:spcPts val="0"/>
              </a:spcAft>
              <a:buClr>
                <a:srgbClr val="FFFFFF"/>
              </a:buClr>
              <a:buSzPts val="1200"/>
              <a:buFont typeface="Roboto"/>
              <a:buChar char="•"/>
              <a:defRPr sz="1200">
                <a:solidFill>
                  <a:srgbClr val="FFFFFF"/>
                </a:solidFill>
                <a:latin typeface="Roboto"/>
                <a:ea typeface="Roboto"/>
                <a:cs typeface="Roboto"/>
                <a:sym typeface="Roboto"/>
              </a:defRPr>
            </a:lvl8pPr>
            <a:lvl9pPr marL="4114868" lvl="8" indent="-304805" algn="l" rtl="0">
              <a:spcBef>
                <a:spcPts val="360"/>
              </a:spcBef>
              <a:spcAft>
                <a:spcPts val="0"/>
              </a:spcAft>
              <a:buClr>
                <a:srgbClr val="FFFFFF"/>
              </a:buClr>
              <a:buSzPts val="1200"/>
              <a:buFont typeface="Roboto"/>
              <a:buChar char="•"/>
              <a:defRPr sz="1200">
                <a:solidFill>
                  <a:srgbClr val="FFFFFF"/>
                </a:solidFill>
                <a:latin typeface="Roboto"/>
                <a:ea typeface="Roboto"/>
                <a:cs typeface="Roboto"/>
                <a:sym typeface="Roboto"/>
              </a:defRPr>
            </a:lvl9pPr>
          </a:lstStyle>
          <a:p>
            <a:endParaRPr/>
          </a:p>
        </p:txBody>
      </p:sp>
      <p:pic>
        <p:nvPicPr>
          <p:cNvPr id="720" name="Google Shape;720;p123"/>
          <p:cNvPicPr preferRelativeResize="0"/>
          <p:nvPr/>
        </p:nvPicPr>
        <p:blipFill>
          <a:blip r:embed="rId2">
            <a:alphaModFix/>
          </a:blip>
          <a:stretch>
            <a:fillRect/>
          </a:stretch>
        </p:blipFill>
        <p:spPr>
          <a:xfrm>
            <a:off x="455626" y="6262542"/>
            <a:ext cx="685801" cy="352697"/>
          </a:xfrm>
          <a:prstGeom prst="rect">
            <a:avLst/>
          </a:prstGeom>
          <a:noFill/>
          <a:ln>
            <a:noFill/>
          </a:ln>
        </p:spPr>
      </p:pic>
      <p:sp>
        <p:nvSpPr>
          <p:cNvPr id="721" name="Google Shape;721;p123"/>
          <p:cNvSpPr txBox="1"/>
          <p:nvPr/>
        </p:nvSpPr>
        <p:spPr>
          <a:xfrm>
            <a:off x="8194350" y="6400800"/>
            <a:ext cx="3244500" cy="228600"/>
          </a:xfrm>
          <a:prstGeom prst="rect">
            <a:avLst/>
          </a:prstGeom>
          <a:noFill/>
          <a:ln>
            <a:noFill/>
          </a:ln>
        </p:spPr>
        <p:txBody>
          <a:bodyPr spcFirstLastPara="1" wrap="square" lIns="91426" tIns="91426" rIns="91426" bIns="91426" anchor="t" anchorCtr="0">
            <a:noAutofit/>
          </a:bodyPr>
          <a:lstStyle/>
          <a:p>
            <a:pPr marL="0" lvl="0" indent="0" algn="r" rtl="0">
              <a:spcBef>
                <a:spcPts val="0"/>
              </a:spcBef>
              <a:spcAft>
                <a:spcPts val="0"/>
              </a:spcAft>
              <a:buNone/>
            </a:pPr>
            <a:r>
              <a:rPr lang="en" sz="1000">
                <a:solidFill>
                  <a:srgbClr val="FFFFFF"/>
                </a:solidFill>
                <a:latin typeface="Roboto"/>
                <a:ea typeface="Roboto"/>
                <a:cs typeface="Roboto"/>
                <a:sym typeface="Roboto"/>
              </a:rPr>
              <a:t>Proprietary &amp; Confidential - For Internal Use Only</a:t>
            </a:r>
            <a:endParaRPr sz="1000">
              <a:solidFill>
                <a:srgbClr val="FFFFFF"/>
              </a:solidFill>
              <a:latin typeface="Roboto"/>
              <a:ea typeface="Roboto"/>
              <a:cs typeface="Roboto"/>
              <a:sym typeface="Roboto"/>
            </a:endParaRPr>
          </a:p>
        </p:txBody>
      </p:sp>
    </p:spTree>
  </p:cSld>
  <p:clrMapOvr>
    <a:masterClrMapping/>
  </p:clrMapOvr>
  <mc:AlternateContent xmlns:mc="http://schemas.openxmlformats.org/markup-compatibility/2006" xmlns:p14="http://schemas.microsoft.com/office/powerpoint/2010/main">
    <mc:Choice Requires="p14">
      <p:transition p14:dur="250">
        <p:fade/>
      </p:transition>
    </mc:Choice>
    <mc:Fallback xmlns:ahyp="http://schemas.microsoft.com/office/drawing/2018/hyperlinkcolor" xmlns:p15="http://schemas.microsoft.com/office/powerpoint/2012/main" xmlns:com="http://schemas.openxmlformats.org/drawingml/2006/compatibility" xmlns:pvml="urn:schemas-microsoft-com:office:powerpoint" xmlns:v="urn:schemas-microsoft-com:vml" xmlns:o="urn:schemas-microsoft-com:office:office" xmlns:dgm="http://schemas.openxmlformats.org/drawingml/2006/diagram" xmlns:c="http://schemas.openxmlformats.org/drawingml/2006/chart" xmlns:mv="urn:schemas-microsoft-com:mac:vml" xmlns="">
      <p:transition>
        <p:fade/>
      </p:transition>
    </mc:Fallback>
  </mc:AlternateContent>
</p:sldLayout>
</file>

<file path=ppt/slideLayouts/slideLayout118.xml><?xml version="1.0" encoding="utf-8"?>
<p:sldLayout xmlns:a="http://schemas.openxmlformats.org/drawingml/2006/main" xmlns:r="http://schemas.openxmlformats.org/officeDocument/2006/relationships" xmlns:p="http://schemas.openxmlformats.org/presentationml/2006/main" matchingName="NAVY 2Col Title | Subhead | Text">
  <p:cSld name="NAVY 2Col Title | Subhead | Text">
    <p:bg>
      <p:bgPr>
        <a:solidFill>
          <a:srgbClr val="030A14"/>
        </a:solidFill>
        <a:effectLst/>
      </p:bgPr>
    </p:bg>
    <p:spTree>
      <p:nvGrpSpPr>
        <p:cNvPr id="1" name="Shape 722"/>
        <p:cNvGrpSpPr/>
        <p:nvPr/>
      </p:nvGrpSpPr>
      <p:grpSpPr>
        <a:xfrm>
          <a:off x="0" y="0"/>
          <a:ext cx="0" cy="0"/>
          <a:chOff x="0" y="0"/>
          <a:chExt cx="0" cy="0"/>
        </a:xfrm>
      </p:grpSpPr>
      <p:sp>
        <p:nvSpPr>
          <p:cNvPr id="723" name="Google Shape;723;p124"/>
          <p:cNvSpPr txBox="1">
            <a:spLocks noGrp="1"/>
          </p:cNvSpPr>
          <p:nvPr>
            <p:ph type="title"/>
          </p:nvPr>
        </p:nvSpPr>
        <p:spPr>
          <a:xfrm>
            <a:off x="455617" y="457200"/>
            <a:ext cx="8915400" cy="524400"/>
          </a:xfrm>
          <a:prstGeom prst="rect">
            <a:avLst/>
          </a:prstGeom>
          <a:noFill/>
          <a:ln>
            <a:noFill/>
          </a:ln>
        </p:spPr>
        <p:txBody>
          <a:bodyPr spcFirstLastPara="1" wrap="square" lIns="0" tIns="0" rIns="0" bIns="0" anchor="t" anchorCtr="0">
            <a:noAutofit/>
          </a:bodyPr>
          <a:lstStyle>
            <a:lvl1pPr lvl="0" algn="l" rtl="0">
              <a:lnSpc>
                <a:spcPct val="80000"/>
              </a:lnSpc>
              <a:spcBef>
                <a:spcPts val="0"/>
              </a:spcBef>
              <a:spcAft>
                <a:spcPts val="0"/>
              </a:spcAft>
              <a:buClr>
                <a:schemeClr val="lt1"/>
              </a:buClr>
              <a:buSzPts val="3200"/>
              <a:buFont typeface="Roboto Medium"/>
              <a:buNone/>
              <a:defRPr b="0">
                <a:solidFill>
                  <a:schemeClr val="lt1"/>
                </a:solidFill>
              </a:defRPr>
            </a:lvl1pPr>
            <a:lvl2pPr lvl="1" rtl="0">
              <a:spcBef>
                <a:spcPts val="0"/>
              </a:spcBef>
              <a:spcAft>
                <a:spcPts val="0"/>
              </a:spcAft>
              <a:buSzPts val="1400"/>
              <a:buNone/>
              <a:defRPr/>
            </a:lvl2pPr>
            <a:lvl3pPr lvl="2" rtl="0">
              <a:spcBef>
                <a:spcPts val="0"/>
              </a:spcBef>
              <a:spcAft>
                <a:spcPts val="0"/>
              </a:spcAft>
              <a:buSzPts val="1400"/>
              <a:buNone/>
              <a:defRPr/>
            </a:lvl3pPr>
            <a:lvl4pPr lvl="3" rtl="0">
              <a:spcBef>
                <a:spcPts val="0"/>
              </a:spcBef>
              <a:spcAft>
                <a:spcPts val="0"/>
              </a:spcAft>
              <a:buSzPts val="1400"/>
              <a:buNone/>
              <a:defRPr/>
            </a:lvl4pPr>
            <a:lvl5pPr lvl="4" rtl="0">
              <a:spcBef>
                <a:spcPts val="0"/>
              </a:spcBef>
              <a:spcAft>
                <a:spcPts val="0"/>
              </a:spcAft>
              <a:buSzPts val="1400"/>
              <a:buNone/>
              <a:defRPr/>
            </a:lvl5pPr>
            <a:lvl6pPr lvl="5" rtl="0">
              <a:spcBef>
                <a:spcPts val="0"/>
              </a:spcBef>
              <a:spcAft>
                <a:spcPts val="0"/>
              </a:spcAft>
              <a:buSzPts val="1400"/>
              <a:buNone/>
              <a:defRPr/>
            </a:lvl6pPr>
            <a:lvl7pPr lvl="6" rtl="0">
              <a:spcBef>
                <a:spcPts val="0"/>
              </a:spcBef>
              <a:spcAft>
                <a:spcPts val="0"/>
              </a:spcAft>
              <a:buSzPts val="1400"/>
              <a:buNone/>
              <a:defRPr/>
            </a:lvl7pPr>
            <a:lvl8pPr lvl="7" rtl="0">
              <a:spcBef>
                <a:spcPts val="0"/>
              </a:spcBef>
              <a:spcAft>
                <a:spcPts val="0"/>
              </a:spcAft>
              <a:buSzPts val="1400"/>
              <a:buNone/>
              <a:defRPr/>
            </a:lvl8pPr>
            <a:lvl9pPr lvl="8" rtl="0">
              <a:spcBef>
                <a:spcPts val="0"/>
              </a:spcBef>
              <a:spcAft>
                <a:spcPts val="0"/>
              </a:spcAft>
              <a:buSzPts val="1400"/>
              <a:buNone/>
              <a:defRPr/>
            </a:lvl9pPr>
          </a:lstStyle>
          <a:p>
            <a:endParaRPr/>
          </a:p>
        </p:txBody>
      </p:sp>
      <p:sp>
        <p:nvSpPr>
          <p:cNvPr id="724" name="Google Shape;724;p124"/>
          <p:cNvSpPr txBox="1">
            <a:spLocks noGrp="1"/>
          </p:cNvSpPr>
          <p:nvPr>
            <p:ph type="sldNum" idx="12"/>
          </p:nvPr>
        </p:nvSpPr>
        <p:spPr>
          <a:xfrm>
            <a:off x="11438849" y="6400800"/>
            <a:ext cx="294601" cy="228600"/>
          </a:xfrm>
          <a:prstGeom prst="rect">
            <a:avLst/>
          </a:prstGeom>
        </p:spPr>
        <p:txBody>
          <a:bodyPr spcFirstLastPara="1" wrap="square" lIns="0" tIns="0" rIns="0" bIns="0" anchor="b" anchorCtr="0">
            <a:noAutofit/>
          </a:bodyPr>
          <a:lstStyle>
            <a:lvl1pPr lvl="0" rtl="0">
              <a:buNone/>
              <a:defRPr sz="1000">
                <a:solidFill>
                  <a:schemeClr val="lt1"/>
                </a:solidFill>
              </a:defRPr>
            </a:lvl1pPr>
            <a:lvl2pPr lvl="1" rtl="0">
              <a:buNone/>
              <a:defRPr sz="1000">
                <a:solidFill>
                  <a:schemeClr val="lt1"/>
                </a:solidFill>
              </a:defRPr>
            </a:lvl2pPr>
            <a:lvl3pPr lvl="2" rtl="0">
              <a:buNone/>
              <a:defRPr sz="1000">
                <a:solidFill>
                  <a:schemeClr val="lt1"/>
                </a:solidFill>
              </a:defRPr>
            </a:lvl3pPr>
            <a:lvl4pPr lvl="3" rtl="0">
              <a:buNone/>
              <a:defRPr sz="1000">
                <a:solidFill>
                  <a:schemeClr val="lt1"/>
                </a:solidFill>
              </a:defRPr>
            </a:lvl4pPr>
            <a:lvl5pPr lvl="4" rtl="0">
              <a:buNone/>
              <a:defRPr sz="1000">
                <a:solidFill>
                  <a:schemeClr val="lt1"/>
                </a:solidFill>
              </a:defRPr>
            </a:lvl5pPr>
            <a:lvl6pPr lvl="5" rtl="0">
              <a:buNone/>
              <a:defRPr sz="1000">
                <a:solidFill>
                  <a:schemeClr val="lt1"/>
                </a:solidFill>
              </a:defRPr>
            </a:lvl6pPr>
            <a:lvl7pPr lvl="6" rtl="0">
              <a:buNone/>
              <a:defRPr sz="1000">
                <a:solidFill>
                  <a:schemeClr val="lt1"/>
                </a:solidFill>
              </a:defRPr>
            </a:lvl7pPr>
            <a:lvl8pPr lvl="7" rtl="0">
              <a:buNone/>
              <a:defRPr sz="1000">
                <a:solidFill>
                  <a:schemeClr val="lt1"/>
                </a:solidFill>
              </a:defRPr>
            </a:lvl8pPr>
            <a:lvl9pPr lvl="8" rtl="0">
              <a:buNone/>
              <a:defRPr sz="1000">
                <a:solidFill>
                  <a:schemeClr val="lt1"/>
                </a:solidFill>
              </a:defRPr>
            </a:lvl9pPr>
          </a:lstStyle>
          <a:p>
            <a:fld id="{00000000-1234-1234-1234-123412341234}" type="slidenum">
              <a:rPr lang="en" smtClean="0"/>
              <a:pPr/>
              <a:t>‹#›</a:t>
            </a:fld>
            <a:endParaRPr lang="en"/>
          </a:p>
        </p:txBody>
      </p:sp>
      <p:sp>
        <p:nvSpPr>
          <p:cNvPr id="725" name="Google Shape;725;p124"/>
          <p:cNvSpPr txBox="1">
            <a:spLocks noGrp="1"/>
          </p:cNvSpPr>
          <p:nvPr>
            <p:ph type="subTitle" idx="1"/>
          </p:nvPr>
        </p:nvSpPr>
        <p:spPr>
          <a:xfrm>
            <a:off x="455625" y="868680"/>
            <a:ext cx="7635001" cy="228600"/>
          </a:xfrm>
          <a:prstGeom prst="rect">
            <a:avLst/>
          </a:prstGeom>
        </p:spPr>
        <p:txBody>
          <a:bodyPr spcFirstLastPara="1" wrap="square" lIns="0" tIns="0" rIns="0" bIns="0" anchor="t" anchorCtr="0">
            <a:noAutofit/>
          </a:bodyPr>
          <a:lstStyle>
            <a:lvl1pPr lvl="0" rtl="0">
              <a:spcBef>
                <a:spcPts val="0"/>
              </a:spcBef>
              <a:spcAft>
                <a:spcPts val="0"/>
              </a:spcAft>
              <a:buClr>
                <a:schemeClr val="accent2"/>
              </a:buClr>
              <a:buSzPts val="1600"/>
              <a:buFont typeface="Roboto Medium"/>
              <a:buNone/>
              <a:defRPr sz="1600">
                <a:solidFill>
                  <a:schemeClr val="accent2"/>
                </a:solidFill>
                <a:latin typeface="Roboto Medium"/>
                <a:ea typeface="Roboto Medium"/>
                <a:cs typeface="Roboto Medium"/>
                <a:sym typeface="Roboto Medium"/>
              </a:defRPr>
            </a:lvl1pPr>
            <a:lvl2pPr lvl="1" rtl="0">
              <a:spcBef>
                <a:spcPts val="600"/>
              </a:spcBef>
              <a:spcAft>
                <a:spcPts val="0"/>
              </a:spcAft>
              <a:buClr>
                <a:schemeClr val="accent2"/>
              </a:buClr>
              <a:buSzPts val="1800"/>
              <a:buNone/>
              <a:defRPr>
                <a:solidFill>
                  <a:schemeClr val="accent2"/>
                </a:solidFill>
              </a:defRPr>
            </a:lvl2pPr>
            <a:lvl3pPr lvl="2" rtl="0">
              <a:spcBef>
                <a:spcPts val="600"/>
              </a:spcBef>
              <a:spcAft>
                <a:spcPts val="0"/>
              </a:spcAft>
              <a:buClr>
                <a:schemeClr val="accent2"/>
              </a:buClr>
              <a:buSzPts val="1600"/>
              <a:buNone/>
              <a:defRPr>
                <a:solidFill>
                  <a:schemeClr val="accent2"/>
                </a:solidFill>
              </a:defRPr>
            </a:lvl3pPr>
            <a:lvl4pPr lvl="3" rtl="0">
              <a:spcBef>
                <a:spcPts val="300"/>
              </a:spcBef>
              <a:spcAft>
                <a:spcPts val="0"/>
              </a:spcAft>
              <a:buClr>
                <a:schemeClr val="accent2"/>
              </a:buClr>
              <a:buSzPts val="1400"/>
              <a:buNone/>
              <a:defRPr>
                <a:solidFill>
                  <a:schemeClr val="accent2"/>
                </a:solidFill>
              </a:defRPr>
            </a:lvl4pPr>
            <a:lvl5pPr lvl="4" rtl="0">
              <a:spcBef>
                <a:spcPts val="300"/>
              </a:spcBef>
              <a:spcAft>
                <a:spcPts val="0"/>
              </a:spcAft>
              <a:buClr>
                <a:schemeClr val="accent2"/>
              </a:buClr>
              <a:buSzPts val="1200"/>
              <a:buNone/>
              <a:defRPr>
                <a:solidFill>
                  <a:schemeClr val="accent2"/>
                </a:solidFill>
              </a:defRPr>
            </a:lvl5pPr>
            <a:lvl6pPr lvl="5" rtl="0">
              <a:spcBef>
                <a:spcPts val="533"/>
              </a:spcBef>
              <a:spcAft>
                <a:spcPts val="0"/>
              </a:spcAft>
              <a:buClr>
                <a:schemeClr val="accent2"/>
              </a:buClr>
              <a:buSzPts val="2666"/>
              <a:buNone/>
              <a:defRPr>
                <a:solidFill>
                  <a:schemeClr val="accent2"/>
                </a:solidFill>
              </a:defRPr>
            </a:lvl6pPr>
            <a:lvl7pPr lvl="6" rtl="0">
              <a:spcBef>
                <a:spcPts val="533"/>
              </a:spcBef>
              <a:spcAft>
                <a:spcPts val="0"/>
              </a:spcAft>
              <a:buClr>
                <a:schemeClr val="accent2"/>
              </a:buClr>
              <a:buSzPts val="2666"/>
              <a:buNone/>
              <a:defRPr>
                <a:solidFill>
                  <a:schemeClr val="accent2"/>
                </a:solidFill>
              </a:defRPr>
            </a:lvl7pPr>
            <a:lvl8pPr lvl="7" rtl="0">
              <a:spcBef>
                <a:spcPts val="533"/>
              </a:spcBef>
              <a:spcAft>
                <a:spcPts val="0"/>
              </a:spcAft>
              <a:buClr>
                <a:schemeClr val="accent2"/>
              </a:buClr>
              <a:buSzPts val="2666"/>
              <a:buNone/>
              <a:defRPr>
                <a:solidFill>
                  <a:schemeClr val="accent2"/>
                </a:solidFill>
              </a:defRPr>
            </a:lvl8pPr>
            <a:lvl9pPr lvl="8" rtl="0">
              <a:spcBef>
                <a:spcPts val="533"/>
              </a:spcBef>
              <a:spcAft>
                <a:spcPts val="0"/>
              </a:spcAft>
              <a:buClr>
                <a:schemeClr val="accent2"/>
              </a:buClr>
              <a:buSzPts val="2666"/>
              <a:buNone/>
              <a:defRPr>
                <a:solidFill>
                  <a:schemeClr val="accent2"/>
                </a:solidFill>
              </a:defRPr>
            </a:lvl9pPr>
          </a:lstStyle>
          <a:p>
            <a:endParaRPr/>
          </a:p>
        </p:txBody>
      </p:sp>
      <p:sp>
        <p:nvSpPr>
          <p:cNvPr id="726" name="Google Shape;726;p124"/>
          <p:cNvSpPr txBox="1">
            <a:spLocks noGrp="1"/>
          </p:cNvSpPr>
          <p:nvPr>
            <p:ph type="body" idx="2"/>
          </p:nvPr>
        </p:nvSpPr>
        <p:spPr>
          <a:xfrm>
            <a:off x="455625" y="2686375"/>
            <a:ext cx="5486400" cy="3257100"/>
          </a:xfrm>
          <a:prstGeom prst="rect">
            <a:avLst/>
          </a:prstGeom>
          <a:noFill/>
          <a:ln>
            <a:noFill/>
          </a:ln>
        </p:spPr>
        <p:txBody>
          <a:bodyPr spcFirstLastPara="1" wrap="square" lIns="0" tIns="0" rIns="0" bIns="0" anchor="t" anchorCtr="0">
            <a:noAutofit/>
          </a:bodyPr>
          <a:lstStyle>
            <a:lvl1pPr marL="457207" lvl="0" indent="-228604" algn="l" rtl="0">
              <a:spcBef>
                <a:spcPts val="1800"/>
              </a:spcBef>
              <a:spcAft>
                <a:spcPts val="0"/>
              </a:spcAft>
              <a:buClr>
                <a:schemeClr val="lt1"/>
              </a:buClr>
              <a:buSzPts val="2000"/>
              <a:buFont typeface="Roboto"/>
              <a:buNone/>
              <a:defRPr b="0" i="0">
                <a:solidFill>
                  <a:schemeClr val="lt1"/>
                </a:solidFill>
                <a:latin typeface="Roboto"/>
                <a:ea typeface="Roboto"/>
                <a:cs typeface="Roboto"/>
                <a:sym typeface="Roboto"/>
              </a:defRPr>
            </a:lvl1pPr>
            <a:lvl2pPr marL="914415" lvl="1" indent="-342906" algn="l" rtl="0">
              <a:spcBef>
                <a:spcPts val="600"/>
              </a:spcBef>
              <a:spcAft>
                <a:spcPts val="0"/>
              </a:spcAft>
              <a:buClr>
                <a:schemeClr val="lt1"/>
              </a:buClr>
              <a:buSzPts val="1800"/>
              <a:buChar char="•"/>
              <a:defRPr b="0" i="0">
                <a:solidFill>
                  <a:schemeClr val="lt1"/>
                </a:solidFill>
                <a:latin typeface="Roboto"/>
                <a:ea typeface="Roboto"/>
                <a:cs typeface="Roboto"/>
                <a:sym typeface="Roboto"/>
              </a:defRPr>
            </a:lvl2pPr>
            <a:lvl3pPr marL="1371622" lvl="2" indent="-330205" algn="l" rtl="0">
              <a:spcBef>
                <a:spcPts val="600"/>
              </a:spcBef>
              <a:spcAft>
                <a:spcPts val="0"/>
              </a:spcAft>
              <a:buClr>
                <a:schemeClr val="lt1"/>
              </a:buClr>
              <a:buSzPts val="1600"/>
              <a:buChar char="−"/>
              <a:defRPr b="0" i="0">
                <a:solidFill>
                  <a:schemeClr val="lt1"/>
                </a:solidFill>
                <a:latin typeface="Roboto"/>
                <a:ea typeface="Roboto"/>
                <a:cs typeface="Roboto"/>
                <a:sym typeface="Roboto"/>
              </a:defRPr>
            </a:lvl3pPr>
            <a:lvl4pPr marL="1828831" lvl="3" indent="-317506" algn="l" rtl="0">
              <a:spcBef>
                <a:spcPts val="300"/>
              </a:spcBef>
              <a:spcAft>
                <a:spcPts val="0"/>
              </a:spcAft>
              <a:buClr>
                <a:schemeClr val="lt1"/>
              </a:buClr>
              <a:buSzPts val="1400"/>
              <a:buChar char="•"/>
              <a:defRPr b="0" i="0">
                <a:solidFill>
                  <a:schemeClr val="lt1"/>
                </a:solidFill>
                <a:latin typeface="Roboto"/>
                <a:ea typeface="Roboto"/>
                <a:cs typeface="Roboto"/>
                <a:sym typeface="Roboto"/>
              </a:defRPr>
            </a:lvl4pPr>
            <a:lvl5pPr marL="2286038" lvl="4" indent="-304805" algn="l" rtl="0">
              <a:spcBef>
                <a:spcPts val="300"/>
              </a:spcBef>
              <a:spcAft>
                <a:spcPts val="0"/>
              </a:spcAft>
              <a:buClr>
                <a:schemeClr val="lt1"/>
              </a:buClr>
              <a:buSzPts val="1200"/>
              <a:buChar char="−"/>
              <a:defRPr b="0" i="0">
                <a:solidFill>
                  <a:schemeClr val="lt1"/>
                </a:solidFill>
                <a:latin typeface="Roboto"/>
                <a:ea typeface="Roboto"/>
                <a:cs typeface="Roboto"/>
                <a:sym typeface="Roboto"/>
              </a:defRPr>
            </a:lvl5pPr>
            <a:lvl6pPr marL="2743246" lvl="5" indent="-304805" algn="l" rtl="0">
              <a:spcBef>
                <a:spcPts val="360"/>
              </a:spcBef>
              <a:spcAft>
                <a:spcPts val="0"/>
              </a:spcAft>
              <a:buClr>
                <a:schemeClr val="lt1"/>
              </a:buClr>
              <a:buSzPts val="1200"/>
              <a:buFont typeface="Roboto"/>
              <a:buChar char="•"/>
              <a:defRPr sz="1200">
                <a:solidFill>
                  <a:schemeClr val="lt1"/>
                </a:solidFill>
                <a:latin typeface="Roboto"/>
                <a:ea typeface="Roboto"/>
                <a:cs typeface="Roboto"/>
                <a:sym typeface="Roboto"/>
              </a:defRPr>
            </a:lvl6pPr>
            <a:lvl7pPr marL="3200453" lvl="6" indent="-304805" algn="l" rtl="0">
              <a:spcBef>
                <a:spcPts val="360"/>
              </a:spcBef>
              <a:spcAft>
                <a:spcPts val="0"/>
              </a:spcAft>
              <a:buClr>
                <a:schemeClr val="lt1"/>
              </a:buClr>
              <a:buSzPts val="1200"/>
              <a:buFont typeface="Roboto"/>
              <a:buChar char="•"/>
              <a:defRPr sz="1200">
                <a:solidFill>
                  <a:schemeClr val="lt1"/>
                </a:solidFill>
                <a:latin typeface="Roboto"/>
                <a:ea typeface="Roboto"/>
                <a:cs typeface="Roboto"/>
                <a:sym typeface="Roboto"/>
              </a:defRPr>
            </a:lvl7pPr>
            <a:lvl8pPr marL="3657661" lvl="7" indent="-304805" algn="l" rtl="0">
              <a:spcBef>
                <a:spcPts val="360"/>
              </a:spcBef>
              <a:spcAft>
                <a:spcPts val="0"/>
              </a:spcAft>
              <a:buClr>
                <a:schemeClr val="lt1"/>
              </a:buClr>
              <a:buSzPts val="1200"/>
              <a:buFont typeface="Roboto"/>
              <a:buChar char="•"/>
              <a:defRPr sz="1200">
                <a:solidFill>
                  <a:schemeClr val="lt1"/>
                </a:solidFill>
                <a:latin typeface="Roboto"/>
                <a:ea typeface="Roboto"/>
                <a:cs typeface="Roboto"/>
                <a:sym typeface="Roboto"/>
              </a:defRPr>
            </a:lvl8pPr>
            <a:lvl9pPr marL="4114868" lvl="8" indent="-304805" algn="l" rtl="0">
              <a:spcBef>
                <a:spcPts val="360"/>
              </a:spcBef>
              <a:spcAft>
                <a:spcPts val="0"/>
              </a:spcAft>
              <a:buClr>
                <a:schemeClr val="lt1"/>
              </a:buClr>
              <a:buSzPts val="1200"/>
              <a:buFont typeface="Roboto"/>
              <a:buChar char="•"/>
              <a:defRPr sz="1200">
                <a:solidFill>
                  <a:schemeClr val="lt1"/>
                </a:solidFill>
                <a:latin typeface="Roboto"/>
                <a:ea typeface="Roboto"/>
                <a:cs typeface="Roboto"/>
                <a:sym typeface="Roboto"/>
              </a:defRPr>
            </a:lvl9pPr>
          </a:lstStyle>
          <a:p>
            <a:endParaRPr/>
          </a:p>
        </p:txBody>
      </p:sp>
      <p:sp>
        <p:nvSpPr>
          <p:cNvPr id="727" name="Google Shape;727;p124"/>
          <p:cNvSpPr txBox="1">
            <a:spLocks noGrp="1"/>
          </p:cNvSpPr>
          <p:nvPr>
            <p:ph type="body" idx="3"/>
          </p:nvPr>
        </p:nvSpPr>
        <p:spPr>
          <a:xfrm>
            <a:off x="6246950" y="2686375"/>
            <a:ext cx="5486400" cy="3257100"/>
          </a:xfrm>
          <a:prstGeom prst="rect">
            <a:avLst/>
          </a:prstGeom>
          <a:noFill/>
          <a:ln>
            <a:noFill/>
          </a:ln>
        </p:spPr>
        <p:txBody>
          <a:bodyPr spcFirstLastPara="1" wrap="square" lIns="0" tIns="0" rIns="0" bIns="0" anchor="t" anchorCtr="0">
            <a:noAutofit/>
          </a:bodyPr>
          <a:lstStyle>
            <a:lvl1pPr marL="457207" lvl="0" indent="-228604" algn="l" rtl="0">
              <a:spcBef>
                <a:spcPts val="1800"/>
              </a:spcBef>
              <a:spcAft>
                <a:spcPts val="0"/>
              </a:spcAft>
              <a:buClr>
                <a:schemeClr val="lt1"/>
              </a:buClr>
              <a:buSzPts val="2000"/>
              <a:buFont typeface="Roboto"/>
              <a:buNone/>
              <a:defRPr b="0" i="0">
                <a:solidFill>
                  <a:schemeClr val="lt1"/>
                </a:solidFill>
                <a:latin typeface="Roboto"/>
                <a:ea typeface="Roboto"/>
                <a:cs typeface="Roboto"/>
                <a:sym typeface="Roboto"/>
              </a:defRPr>
            </a:lvl1pPr>
            <a:lvl2pPr marL="914415" lvl="1" indent="-342906" algn="l" rtl="0">
              <a:spcBef>
                <a:spcPts val="600"/>
              </a:spcBef>
              <a:spcAft>
                <a:spcPts val="0"/>
              </a:spcAft>
              <a:buClr>
                <a:schemeClr val="lt1"/>
              </a:buClr>
              <a:buSzPts val="1800"/>
              <a:buChar char="•"/>
              <a:defRPr b="0" i="0">
                <a:solidFill>
                  <a:schemeClr val="lt1"/>
                </a:solidFill>
                <a:latin typeface="Roboto"/>
                <a:ea typeface="Roboto"/>
                <a:cs typeface="Roboto"/>
                <a:sym typeface="Roboto"/>
              </a:defRPr>
            </a:lvl2pPr>
            <a:lvl3pPr marL="1371622" lvl="2" indent="-330205" algn="l" rtl="0">
              <a:spcBef>
                <a:spcPts val="600"/>
              </a:spcBef>
              <a:spcAft>
                <a:spcPts val="0"/>
              </a:spcAft>
              <a:buClr>
                <a:schemeClr val="lt1"/>
              </a:buClr>
              <a:buSzPts val="1600"/>
              <a:buChar char="−"/>
              <a:defRPr b="0" i="0">
                <a:solidFill>
                  <a:schemeClr val="lt1"/>
                </a:solidFill>
                <a:latin typeface="Roboto"/>
                <a:ea typeface="Roboto"/>
                <a:cs typeface="Roboto"/>
                <a:sym typeface="Roboto"/>
              </a:defRPr>
            </a:lvl3pPr>
            <a:lvl4pPr marL="1828831" lvl="3" indent="-317506" algn="l" rtl="0">
              <a:spcBef>
                <a:spcPts val="300"/>
              </a:spcBef>
              <a:spcAft>
                <a:spcPts val="0"/>
              </a:spcAft>
              <a:buClr>
                <a:schemeClr val="lt1"/>
              </a:buClr>
              <a:buSzPts val="1400"/>
              <a:buChar char="•"/>
              <a:defRPr b="0" i="0">
                <a:solidFill>
                  <a:schemeClr val="lt1"/>
                </a:solidFill>
                <a:latin typeface="Roboto"/>
                <a:ea typeface="Roboto"/>
                <a:cs typeface="Roboto"/>
                <a:sym typeface="Roboto"/>
              </a:defRPr>
            </a:lvl4pPr>
            <a:lvl5pPr marL="2286038" lvl="4" indent="-304805" algn="l" rtl="0">
              <a:spcBef>
                <a:spcPts val="300"/>
              </a:spcBef>
              <a:spcAft>
                <a:spcPts val="0"/>
              </a:spcAft>
              <a:buClr>
                <a:schemeClr val="lt1"/>
              </a:buClr>
              <a:buSzPts val="1200"/>
              <a:buChar char="−"/>
              <a:defRPr b="0" i="0">
                <a:solidFill>
                  <a:schemeClr val="lt1"/>
                </a:solidFill>
                <a:latin typeface="Roboto"/>
                <a:ea typeface="Roboto"/>
                <a:cs typeface="Roboto"/>
                <a:sym typeface="Roboto"/>
              </a:defRPr>
            </a:lvl5pPr>
            <a:lvl6pPr marL="2743246" lvl="5" indent="-304805" algn="l" rtl="0">
              <a:spcBef>
                <a:spcPts val="360"/>
              </a:spcBef>
              <a:spcAft>
                <a:spcPts val="0"/>
              </a:spcAft>
              <a:buClr>
                <a:schemeClr val="lt1"/>
              </a:buClr>
              <a:buSzPts val="1200"/>
              <a:buFont typeface="Roboto"/>
              <a:buChar char="•"/>
              <a:defRPr sz="1200">
                <a:solidFill>
                  <a:schemeClr val="lt1"/>
                </a:solidFill>
                <a:latin typeface="Roboto"/>
                <a:ea typeface="Roboto"/>
                <a:cs typeface="Roboto"/>
                <a:sym typeface="Roboto"/>
              </a:defRPr>
            </a:lvl6pPr>
            <a:lvl7pPr marL="3200453" lvl="6" indent="-304805" algn="l" rtl="0">
              <a:spcBef>
                <a:spcPts val="360"/>
              </a:spcBef>
              <a:spcAft>
                <a:spcPts val="0"/>
              </a:spcAft>
              <a:buClr>
                <a:schemeClr val="lt1"/>
              </a:buClr>
              <a:buSzPts val="1200"/>
              <a:buFont typeface="Roboto"/>
              <a:buChar char="•"/>
              <a:defRPr sz="1200">
                <a:solidFill>
                  <a:schemeClr val="lt1"/>
                </a:solidFill>
                <a:latin typeface="Roboto"/>
                <a:ea typeface="Roboto"/>
                <a:cs typeface="Roboto"/>
                <a:sym typeface="Roboto"/>
              </a:defRPr>
            </a:lvl7pPr>
            <a:lvl8pPr marL="3657661" lvl="7" indent="-304805" algn="l" rtl="0">
              <a:spcBef>
                <a:spcPts val="360"/>
              </a:spcBef>
              <a:spcAft>
                <a:spcPts val="0"/>
              </a:spcAft>
              <a:buClr>
                <a:schemeClr val="lt1"/>
              </a:buClr>
              <a:buSzPts val="1200"/>
              <a:buFont typeface="Roboto"/>
              <a:buChar char="•"/>
              <a:defRPr sz="1200">
                <a:solidFill>
                  <a:schemeClr val="lt1"/>
                </a:solidFill>
                <a:latin typeface="Roboto"/>
                <a:ea typeface="Roboto"/>
                <a:cs typeface="Roboto"/>
                <a:sym typeface="Roboto"/>
              </a:defRPr>
            </a:lvl8pPr>
            <a:lvl9pPr marL="4114868" lvl="8" indent="-304805" algn="l" rtl="0">
              <a:spcBef>
                <a:spcPts val="360"/>
              </a:spcBef>
              <a:spcAft>
                <a:spcPts val="0"/>
              </a:spcAft>
              <a:buClr>
                <a:schemeClr val="lt1"/>
              </a:buClr>
              <a:buSzPts val="1200"/>
              <a:buFont typeface="Roboto"/>
              <a:buChar char="•"/>
              <a:defRPr sz="1200">
                <a:solidFill>
                  <a:schemeClr val="lt1"/>
                </a:solidFill>
                <a:latin typeface="Roboto"/>
                <a:ea typeface="Roboto"/>
                <a:cs typeface="Roboto"/>
                <a:sym typeface="Roboto"/>
              </a:defRPr>
            </a:lvl9pPr>
          </a:lstStyle>
          <a:p>
            <a:endParaRPr/>
          </a:p>
        </p:txBody>
      </p:sp>
      <p:pic>
        <p:nvPicPr>
          <p:cNvPr id="728" name="Google Shape;728;p124"/>
          <p:cNvPicPr preferRelativeResize="0"/>
          <p:nvPr/>
        </p:nvPicPr>
        <p:blipFill>
          <a:blip r:embed="rId2">
            <a:alphaModFix/>
          </a:blip>
          <a:stretch>
            <a:fillRect/>
          </a:stretch>
        </p:blipFill>
        <p:spPr>
          <a:xfrm>
            <a:off x="455626" y="6262542"/>
            <a:ext cx="685801" cy="352697"/>
          </a:xfrm>
          <a:prstGeom prst="rect">
            <a:avLst/>
          </a:prstGeom>
          <a:noFill/>
          <a:ln>
            <a:noFill/>
          </a:ln>
        </p:spPr>
      </p:pic>
      <p:sp>
        <p:nvSpPr>
          <p:cNvPr id="729" name="Google Shape;729;p124"/>
          <p:cNvSpPr txBox="1"/>
          <p:nvPr/>
        </p:nvSpPr>
        <p:spPr>
          <a:xfrm>
            <a:off x="8194350" y="6400800"/>
            <a:ext cx="3244500" cy="228600"/>
          </a:xfrm>
          <a:prstGeom prst="rect">
            <a:avLst/>
          </a:prstGeom>
          <a:noFill/>
          <a:ln>
            <a:noFill/>
          </a:ln>
        </p:spPr>
        <p:txBody>
          <a:bodyPr spcFirstLastPara="1" wrap="square" lIns="91426" tIns="91426" rIns="91426" bIns="91426" anchor="t" anchorCtr="0">
            <a:noAutofit/>
          </a:bodyPr>
          <a:lstStyle/>
          <a:p>
            <a:pPr marL="0" lvl="0" indent="0" algn="r" rtl="0">
              <a:spcBef>
                <a:spcPts val="0"/>
              </a:spcBef>
              <a:spcAft>
                <a:spcPts val="0"/>
              </a:spcAft>
              <a:buNone/>
            </a:pPr>
            <a:r>
              <a:rPr lang="en" sz="1000">
                <a:solidFill>
                  <a:srgbClr val="FFFFFF"/>
                </a:solidFill>
                <a:latin typeface="Roboto"/>
                <a:ea typeface="Roboto"/>
                <a:cs typeface="Roboto"/>
                <a:sym typeface="Roboto"/>
              </a:rPr>
              <a:t>Proprietary &amp; Confidential - For Internal Use Only</a:t>
            </a:r>
            <a:endParaRPr sz="1000">
              <a:solidFill>
                <a:srgbClr val="FFFFFF"/>
              </a:solidFill>
              <a:latin typeface="Roboto"/>
              <a:ea typeface="Roboto"/>
              <a:cs typeface="Roboto"/>
              <a:sym typeface="Roboto"/>
            </a:endParaRPr>
          </a:p>
        </p:txBody>
      </p:sp>
    </p:spTree>
  </p:cSld>
  <p:clrMapOvr>
    <a:masterClrMapping/>
  </p:clrMapOvr>
  <mc:AlternateContent xmlns:mc="http://schemas.openxmlformats.org/markup-compatibility/2006" xmlns:p14="http://schemas.microsoft.com/office/powerpoint/2010/main">
    <mc:Choice Requires="p14">
      <p:transition p14:dur="250">
        <p:fade/>
      </p:transition>
    </mc:Choice>
    <mc:Fallback xmlns:ahyp="http://schemas.microsoft.com/office/drawing/2018/hyperlinkcolor" xmlns:p15="http://schemas.microsoft.com/office/powerpoint/2012/main" xmlns:com="http://schemas.openxmlformats.org/drawingml/2006/compatibility" xmlns:pvml="urn:schemas-microsoft-com:office:powerpoint" xmlns:v="urn:schemas-microsoft-com:vml" xmlns:o="urn:schemas-microsoft-com:office:office" xmlns:dgm="http://schemas.openxmlformats.org/drawingml/2006/diagram" xmlns:c="http://schemas.openxmlformats.org/drawingml/2006/chart" xmlns:mv="urn:schemas-microsoft-com:mac:vml" xmlns="">
      <p:transition>
        <p:fade/>
      </p:transition>
    </mc:Fallback>
  </mc:AlternateContent>
</p:sldLayout>
</file>

<file path=ppt/slideLayouts/slideLayout119.xml><?xml version="1.0" encoding="utf-8"?>
<p:sldLayout xmlns:a="http://schemas.openxmlformats.org/drawingml/2006/main" xmlns:r="http://schemas.openxmlformats.org/officeDocument/2006/relationships" xmlns:p="http://schemas.openxmlformats.org/presentationml/2006/main" matchingName="NAVY Title | Subhead">
  <p:cSld name="NAVY Title | Subhead">
    <p:bg>
      <p:bgPr>
        <a:solidFill>
          <a:srgbClr val="030A14"/>
        </a:solidFill>
        <a:effectLst/>
      </p:bgPr>
    </p:bg>
    <p:spTree>
      <p:nvGrpSpPr>
        <p:cNvPr id="1" name="Shape 730"/>
        <p:cNvGrpSpPr/>
        <p:nvPr/>
      </p:nvGrpSpPr>
      <p:grpSpPr>
        <a:xfrm>
          <a:off x="0" y="0"/>
          <a:ext cx="0" cy="0"/>
          <a:chOff x="0" y="0"/>
          <a:chExt cx="0" cy="0"/>
        </a:xfrm>
      </p:grpSpPr>
      <p:sp>
        <p:nvSpPr>
          <p:cNvPr id="731" name="Google Shape;731;p125"/>
          <p:cNvSpPr txBox="1">
            <a:spLocks noGrp="1"/>
          </p:cNvSpPr>
          <p:nvPr>
            <p:ph type="title"/>
          </p:nvPr>
        </p:nvSpPr>
        <p:spPr>
          <a:xfrm>
            <a:off x="455617" y="457200"/>
            <a:ext cx="8915400" cy="524400"/>
          </a:xfrm>
          <a:prstGeom prst="rect">
            <a:avLst/>
          </a:prstGeom>
          <a:noFill/>
          <a:ln>
            <a:noFill/>
          </a:ln>
        </p:spPr>
        <p:txBody>
          <a:bodyPr spcFirstLastPara="1" wrap="square" lIns="0" tIns="0" rIns="0" bIns="0" anchor="t" anchorCtr="0">
            <a:noAutofit/>
          </a:bodyPr>
          <a:lstStyle>
            <a:lvl1pPr lvl="0" algn="l" rtl="0">
              <a:lnSpc>
                <a:spcPct val="80000"/>
              </a:lnSpc>
              <a:spcBef>
                <a:spcPts val="0"/>
              </a:spcBef>
              <a:spcAft>
                <a:spcPts val="0"/>
              </a:spcAft>
              <a:buClr>
                <a:schemeClr val="lt1"/>
              </a:buClr>
              <a:buSzPts val="3200"/>
              <a:buFont typeface="Roboto Medium"/>
              <a:buNone/>
              <a:defRPr>
                <a:solidFill>
                  <a:schemeClr val="lt1"/>
                </a:solidFill>
              </a:defRPr>
            </a:lvl1pPr>
            <a:lvl2pPr lvl="1" rtl="0">
              <a:spcBef>
                <a:spcPts val="0"/>
              </a:spcBef>
              <a:spcAft>
                <a:spcPts val="0"/>
              </a:spcAft>
              <a:buSzPts val="1400"/>
              <a:buNone/>
              <a:defRPr/>
            </a:lvl2pPr>
            <a:lvl3pPr lvl="2" rtl="0">
              <a:spcBef>
                <a:spcPts val="0"/>
              </a:spcBef>
              <a:spcAft>
                <a:spcPts val="0"/>
              </a:spcAft>
              <a:buSzPts val="1400"/>
              <a:buNone/>
              <a:defRPr/>
            </a:lvl3pPr>
            <a:lvl4pPr lvl="3" rtl="0">
              <a:spcBef>
                <a:spcPts val="0"/>
              </a:spcBef>
              <a:spcAft>
                <a:spcPts val="0"/>
              </a:spcAft>
              <a:buSzPts val="1400"/>
              <a:buNone/>
              <a:defRPr/>
            </a:lvl4pPr>
            <a:lvl5pPr lvl="4" rtl="0">
              <a:spcBef>
                <a:spcPts val="0"/>
              </a:spcBef>
              <a:spcAft>
                <a:spcPts val="0"/>
              </a:spcAft>
              <a:buSzPts val="1400"/>
              <a:buNone/>
              <a:defRPr/>
            </a:lvl5pPr>
            <a:lvl6pPr lvl="5" rtl="0">
              <a:spcBef>
                <a:spcPts val="0"/>
              </a:spcBef>
              <a:spcAft>
                <a:spcPts val="0"/>
              </a:spcAft>
              <a:buSzPts val="1400"/>
              <a:buNone/>
              <a:defRPr/>
            </a:lvl6pPr>
            <a:lvl7pPr lvl="6" rtl="0">
              <a:spcBef>
                <a:spcPts val="0"/>
              </a:spcBef>
              <a:spcAft>
                <a:spcPts val="0"/>
              </a:spcAft>
              <a:buSzPts val="1400"/>
              <a:buNone/>
              <a:defRPr/>
            </a:lvl7pPr>
            <a:lvl8pPr lvl="7" rtl="0">
              <a:spcBef>
                <a:spcPts val="0"/>
              </a:spcBef>
              <a:spcAft>
                <a:spcPts val="0"/>
              </a:spcAft>
              <a:buSzPts val="1400"/>
              <a:buNone/>
              <a:defRPr/>
            </a:lvl8pPr>
            <a:lvl9pPr lvl="8" rtl="0">
              <a:spcBef>
                <a:spcPts val="0"/>
              </a:spcBef>
              <a:spcAft>
                <a:spcPts val="0"/>
              </a:spcAft>
              <a:buSzPts val="1400"/>
              <a:buNone/>
              <a:defRPr/>
            </a:lvl9pPr>
          </a:lstStyle>
          <a:p>
            <a:endParaRPr/>
          </a:p>
        </p:txBody>
      </p:sp>
      <p:sp>
        <p:nvSpPr>
          <p:cNvPr id="732" name="Google Shape;732;p125"/>
          <p:cNvSpPr txBox="1">
            <a:spLocks noGrp="1"/>
          </p:cNvSpPr>
          <p:nvPr>
            <p:ph type="sldNum" idx="12"/>
          </p:nvPr>
        </p:nvSpPr>
        <p:spPr>
          <a:xfrm>
            <a:off x="11438849" y="6400800"/>
            <a:ext cx="294601" cy="228600"/>
          </a:xfrm>
          <a:prstGeom prst="rect">
            <a:avLst/>
          </a:prstGeom>
        </p:spPr>
        <p:txBody>
          <a:bodyPr spcFirstLastPara="1" wrap="square" lIns="0" tIns="0" rIns="0" bIns="0" anchor="b" anchorCtr="0">
            <a:noAutofit/>
          </a:bodyPr>
          <a:lstStyle>
            <a:lvl1pPr lvl="0" rtl="0">
              <a:buNone/>
              <a:defRPr sz="1000">
                <a:solidFill>
                  <a:schemeClr val="lt1"/>
                </a:solidFill>
              </a:defRPr>
            </a:lvl1pPr>
            <a:lvl2pPr lvl="1" rtl="0">
              <a:buNone/>
              <a:defRPr sz="1000">
                <a:solidFill>
                  <a:schemeClr val="lt1"/>
                </a:solidFill>
              </a:defRPr>
            </a:lvl2pPr>
            <a:lvl3pPr lvl="2" rtl="0">
              <a:buNone/>
              <a:defRPr sz="1000">
                <a:solidFill>
                  <a:schemeClr val="lt1"/>
                </a:solidFill>
              </a:defRPr>
            </a:lvl3pPr>
            <a:lvl4pPr lvl="3" rtl="0">
              <a:buNone/>
              <a:defRPr sz="1000">
                <a:solidFill>
                  <a:schemeClr val="lt1"/>
                </a:solidFill>
              </a:defRPr>
            </a:lvl4pPr>
            <a:lvl5pPr lvl="4" rtl="0">
              <a:buNone/>
              <a:defRPr sz="1000">
                <a:solidFill>
                  <a:schemeClr val="lt1"/>
                </a:solidFill>
              </a:defRPr>
            </a:lvl5pPr>
            <a:lvl6pPr lvl="5" rtl="0">
              <a:buNone/>
              <a:defRPr sz="1000">
                <a:solidFill>
                  <a:schemeClr val="lt1"/>
                </a:solidFill>
              </a:defRPr>
            </a:lvl6pPr>
            <a:lvl7pPr lvl="6" rtl="0">
              <a:buNone/>
              <a:defRPr sz="1000">
                <a:solidFill>
                  <a:schemeClr val="lt1"/>
                </a:solidFill>
              </a:defRPr>
            </a:lvl7pPr>
            <a:lvl8pPr lvl="7" rtl="0">
              <a:buNone/>
              <a:defRPr sz="1000">
                <a:solidFill>
                  <a:schemeClr val="lt1"/>
                </a:solidFill>
              </a:defRPr>
            </a:lvl8pPr>
            <a:lvl9pPr lvl="8" rtl="0">
              <a:buNone/>
              <a:defRPr sz="1000">
                <a:solidFill>
                  <a:schemeClr val="lt1"/>
                </a:solidFill>
              </a:defRPr>
            </a:lvl9pPr>
          </a:lstStyle>
          <a:p>
            <a:fld id="{00000000-1234-1234-1234-123412341234}" type="slidenum">
              <a:rPr lang="en" smtClean="0"/>
              <a:pPr/>
              <a:t>‹#›</a:t>
            </a:fld>
            <a:endParaRPr lang="en"/>
          </a:p>
        </p:txBody>
      </p:sp>
      <p:sp>
        <p:nvSpPr>
          <p:cNvPr id="733" name="Google Shape;733;p125"/>
          <p:cNvSpPr txBox="1">
            <a:spLocks noGrp="1"/>
          </p:cNvSpPr>
          <p:nvPr>
            <p:ph type="subTitle" idx="1"/>
          </p:nvPr>
        </p:nvSpPr>
        <p:spPr>
          <a:xfrm>
            <a:off x="455625" y="868680"/>
            <a:ext cx="7635001" cy="228600"/>
          </a:xfrm>
          <a:prstGeom prst="rect">
            <a:avLst/>
          </a:prstGeom>
        </p:spPr>
        <p:txBody>
          <a:bodyPr spcFirstLastPara="1" wrap="square" lIns="0" tIns="0" rIns="0" bIns="0" anchor="t" anchorCtr="0">
            <a:noAutofit/>
          </a:bodyPr>
          <a:lstStyle>
            <a:lvl1pPr lvl="0" rtl="0">
              <a:spcBef>
                <a:spcPts val="0"/>
              </a:spcBef>
              <a:spcAft>
                <a:spcPts val="0"/>
              </a:spcAft>
              <a:buClr>
                <a:schemeClr val="accent2"/>
              </a:buClr>
              <a:buSzPts val="1600"/>
              <a:buFont typeface="Roboto Medium"/>
              <a:buNone/>
              <a:defRPr sz="1600">
                <a:solidFill>
                  <a:schemeClr val="accent2"/>
                </a:solidFill>
                <a:latin typeface="Roboto Medium"/>
                <a:ea typeface="Roboto Medium"/>
                <a:cs typeface="Roboto Medium"/>
                <a:sym typeface="Roboto Medium"/>
              </a:defRPr>
            </a:lvl1pPr>
            <a:lvl2pPr lvl="1" rtl="0">
              <a:spcBef>
                <a:spcPts val="600"/>
              </a:spcBef>
              <a:spcAft>
                <a:spcPts val="0"/>
              </a:spcAft>
              <a:buClr>
                <a:schemeClr val="accent2"/>
              </a:buClr>
              <a:buSzPts val="1800"/>
              <a:buNone/>
              <a:defRPr>
                <a:solidFill>
                  <a:schemeClr val="accent2"/>
                </a:solidFill>
              </a:defRPr>
            </a:lvl2pPr>
            <a:lvl3pPr lvl="2" rtl="0">
              <a:spcBef>
                <a:spcPts val="600"/>
              </a:spcBef>
              <a:spcAft>
                <a:spcPts val="0"/>
              </a:spcAft>
              <a:buClr>
                <a:schemeClr val="accent2"/>
              </a:buClr>
              <a:buSzPts val="1600"/>
              <a:buNone/>
              <a:defRPr>
                <a:solidFill>
                  <a:schemeClr val="accent2"/>
                </a:solidFill>
              </a:defRPr>
            </a:lvl3pPr>
            <a:lvl4pPr lvl="3" rtl="0">
              <a:spcBef>
                <a:spcPts val="300"/>
              </a:spcBef>
              <a:spcAft>
                <a:spcPts val="0"/>
              </a:spcAft>
              <a:buClr>
                <a:schemeClr val="accent2"/>
              </a:buClr>
              <a:buSzPts val="1400"/>
              <a:buNone/>
              <a:defRPr>
                <a:solidFill>
                  <a:schemeClr val="accent2"/>
                </a:solidFill>
              </a:defRPr>
            </a:lvl4pPr>
            <a:lvl5pPr lvl="4" rtl="0">
              <a:spcBef>
                <a:spcPts val="300"/>
              </a:spcBef>
              <a:spcAft>
                <a:spcPts val="0"/>
              </a:spcAft>
              <a:buClr>
                <a:schemeClr val="accent2"/>
              </a:buClr>
              <a:buSzPts val="1200"/>
              <a:buNone/>
              <a:defRPr>
                <a:solidFill>
                  <a:schemeClr val="accent2"/>
                </a:solidFill>
              </a:defRPr>
            </a:lvl5pPr>
            <a:lvl6pPr lvl="5" rtl="0">
              <a:spcBef>
                <a:spcPts val="533"/>
              </a:spcBef>
              <a:spcAft>
                <a:spcPts val="0"/>
              </a:spcAft>
              <a:buClr>
                <a:schemeClr val="accent2"/>
              </a:buClr>
              <a:buSzPts val="2666"/>
              <a:buNone/>
              <a:defRPr>
                <a:solidFill>
                  <a:schemeClr val="accent2"/>
                </a:solidFill>
              </a:defRPr>
            </a:lvl6pPr>
            <a:lvl7pPr lvl="6" rtl="0">
              <a:spcBef>
                <a:spcPts val="533"/>
              </a:spcBef>
              <a:spcAft>
                <a:spcPts val="0"/>
              </a:spcAft>
              <a:buClr>
                <a:schemeClr val="accent2"/>
              </a:buClr>
              <a:buSzPts val="2666"/>
              <a:buNone/>
              <a:defRPr>
                <a:solidFill>
                  <a:schemeClr val="accent2"/>
                </a:solidFill>
              </a:defRPr>
            </a:lvl7pPr>
            <a:lvl8pPr lvl="7" rtl="0">
              <a:spcBef>
                <a:spcPts val="533"/>
              </a:spcBef>
              <a:spcAft>
                <a:spcPts val="0"/>
              </a:spcAft>
              <a:buClr>
                <a:schemeClr val="accent2"/>
              </a:buClr>
              <a:buSzPts val="2666"/>
              <a:buNone/>
              <a:defRPr>
                <a:solidFill>
                  <a:schemeClr val="accent2"/>
                </a:solidFill>
              </a:defRPr>
            </a:lvl8pPr>
            <a:lvl9pPr lvl="8" rtl="0">
              <a:spcBef>
                <a:spcPts val="533"/>
              </a:spcBef>
              <a:spcAft>
                <a:spcPts val="0"/>
              </a:spcAft>
              <a:buClr>
                <a:schemeClr val="accent2"/>
              </a:buClr>
              <a:buSzPts val="2666"/>
              <a:buNone/>
              <a:defRPr>
                <a:solidFill>
                  <a:schemeClr val="accent2"/>
                </a:solidFill>
              </a:defRPr>
            </a:lvl9pPr>
          </a:lstStyle>
          <a:p>
            <a:endParaRPr/>
          </a:p>
        </p:txBody>
      </p:sp>
      <p:pic>
        <p:nvPicPr>
          <p:cNvPr id="734" name="Google Shape;734;p125"/>
          <p:cNvPicPr preferRelativeResize="0"/>
          <p:nvPr/>
        </p:nvPicPr>
        <p:blipFill>
          <a:blip r:embed="rId2">
            <a:alphaModFix/>
          </a:blip>
          <a:stretch>
            <a:fillRect/>
          </a:stretch>
        </p:blipFill>
        <p:spPr>
          <a:xfrm>
            <a:off x="455626" y="6262542"/>
            <a:ext cx="685801" cy="352697"/>
          </a:xfrm>
          <a:prstGeom prst="rect">
            <a:avLst/>
          </a:prstGeom>
          <a:noFill/>
          <a:ln>
            <a:noFill/>
          </a:ln>
        </p:spPr>
      </p:pic>
      <p:sp>
        <p:nvSpPr>
          <p:cNvPr id="735" name="Google Shape;735;p125"/>
          <p:cNvSpPr txBox="1"/>
          <p:nvPr/>
        </p:nvSpPr>
        <p:spPr>
          <a:xfrm>
            <a:off x="8194350" y="6400800"/>
            <a:ext cx="3244500" cy="228600"/>
          </a:xfrm>
          <a:prstGeom prst="rect">
            <a:avLst/>
          </a:prstGeom>
          <a:noFill/>
          <a:ln>
            <a:noFill/>
          </a:ln>
        </p:spPr>
        <p:txBody>
          <a:bodyPr spcFirstLastPara="1" wrap="square" lIns="91426" tIns="91426" rIns="91426" bIns="91426" anchor="t" anchorCtr="0">
            <a:noAutofit/>
          </a:bodyPr>
          <a:lstStyle/>
          <a:p>
            <a:pPr marL="0" lvl="0" indent="0" algn="r" rtl="0">
              <a:spcBef>
                <a:spcPts val="0"/>
              </a:spcBef>
              <a:spcAft>
                <a:spcPts val="0"/>
              </a:spcAft>
              <a:buNone/>
            </a:pPr>
            <a:r>
              <a:rPr lang="en" sz="1000">
                <a:solidFill>
                  <a:srgbClr val="FFFFFF"/>
                </a:solidFill>
                <a:latin typeface="Roboto"/>
                <a:ea typeface="Roboto"/>
                <a:cs typeface="Roboto"/>
                <a:sym typeface="Roboto"/>
              </a:rPr>
              <a:t>Proprietary &amp; Confidential - For Internal Use Only</a:t>
            </a:r>
            <a:endParaRPr sz="1000">
              <a:solidFill>
                <a:srgbClr val="FFFFFF"/>
              </a:solidFill>
              <a:latin typeface="Roboto"/>
              <a:ea typeface="Roboto"/>
              <a:cs typeface="Roboto"/>
              <a:sym typeface="Roboto"/>
            </a:endParaRPr>
          </a:p>
        </p:txBody>
      </p:sp>
    </p:spTree>
  </p:cSld>
  <p:clrMapOvr>
    <a:masterClrMapping/>
  </p:clrMapOvr>
  <mc:AlternateContent xmlns:mc="http://schemas.openxmlformats.org/markup-compatibility/2006" xmlns:p14="http://schemas.microsoft.com/office/powerpoint/2010/main">
    <mc:Choice Requires="p14">
      <p:transition p14:dur="250">
        <p:fade/>
      </p:transition>
    </mc:Choice>
    <mc:Fallback xmlns:ahyp="http://schemas.microsoft.com/office/drawing/2018/hyperlinkcolor" xmlns:p15="http://schemas.microsoft.com/office/powerpoint/2012/main" xmlns:com="http://schemas.openxmlformats.org/drawingml/2006/compatibility" xmlns:pvml="urn:schemas-microsoft-com:office:powerpoint" xmlns:v="urn:schemas-microsoft-com:vml" xmlns:o="urn:schemas-microsoft-com:office:office" xmlns:dgm="http://schemas.openxmlformats.org/drawingml/2006/diagram" xmlns:c="http://schemas.openxmlformats.org/drawingml/2006/chart" xmlns:mv="urn:schemas-microsoft-com:mac:vml" xmlns="">
      <p:transition>
        <p:fade/>
      </p:transition>
    </mc:Fallback>
  </mc:AlternateContent>
</p:sldLayout>
</file>

<file path=ppt/slideLayouts/slideLayout120.xml><?xml version="1.0" encoding="utf-8"?>
<p:sldLayout xmlns:a="http://schemas.openxmlformats.org/drawingml/2006/main" xmlns:r="http://schemas.openxmlformats.org/officeDocument/2006/relationships" xmlns:p="http://schemas.openxmlformats.org/presentationml/2006/main" matchingName="HYUNDAI  1Col Title | Text">
  <p:cSld name="HYUNDAI  1Col Title | Text">
    <p:bg>
      <p:bgPr>
        <a:solidFill>
          <a:schemeClr val="dk2"/>
        </a:solidFill>
        <a:effectLst/>
      </p:bgPr>
    </p:bg>
    <p:spTree>
      <p:nvGrpSpPr>
        <p:cNvPr id="1" name="Shape 736"/>
        <p:cNvGrpSpPr/>
        <p:nvPr/>
      </p:nvGrpSpPr>
      <p:grpSpPr>
        <a:xfrm>
          <a:off x="0" y="0"/>
          <a:ext cx="0" cy="0"/>
          <a:chOff x="0" y="0"/>
          <a:chExt cx="0" cy="0"/>
        </a:xfrm>
      </p:grpSpPr>
      <p:sp>
        <p:nvSpPr>
          <p:cNvPr id="737" name="Google Shape;737;p126"/>
          <p:cNvSpPr txBox="1">
            <a:spLocks noGrp="1"/>
          </p:cNvSpPr>
          <p:nvPr>
            <p:ph type="title"/>
          </p:nvPr>
        </p:nvSpPr>
        <p:spPr>
          <a:xfrm>
            <a:off x="455617" y="460683"/>
            <a:ext cx="8915400" cy="524400"/>
          </a:xfrm>
          <a:prstGeom prst="rect">
            <a:avLst/>
          </a:prstGeom>
          <a:noFill/>
          <a:ln>
            <a:noFill/>
          </a:ln>
        </p:spPr>
        <p:txBody>
          <a:bodyPr spcFirstLastPara="1" wrap="square" lIns="0" tIns="0" rIns="0" bIns="0" anchor="t" anchorCtr="0">
            <a:noAutofit/>
          </a:bodyPr>
          <a:lstStyle>
            <a:lvl1pPr lvl="0" algn="l" rtl="0">
              <a:lnSpc>
                <a:spcPct val="80000"/>
              </a:lnSpc>
              <a:spcBef>
                <a:spcPts val="0"/>
              </a:spcBef>
              <a:spcAft>
                <a:spcPts val="0"/>
              </a:spcAft>
              <a:buClr>
                <a:schemeClr val="lt1"/>
              </a:buClr>
              <a:buSzPts val="3200"/>
              <a:buFont typeface="Roboto Medium"/>
              <a:buNone/>
              <a:defRPr b="0">
                <a:solidFill>
                  <a:schemeClr val="lt1"/>
                </a:solidFill>
              </a:defRPr>
            </a:lvl1pPr>
            <a:lvl2pPr lvl="1" rtl="0">
              <a:spcBef>
                <a:spcPts val="0"/>
              </a:spcBef>
              <a:spcAft>
                <a:spcPts val="0"/>
              </a:spcAft>
              <a:buSzPts val="1400"/>
              <a:buNone/>
              <a:defRPr/>
            </a:lvl2pPr>
            <a:lvl3pPr lvl="2" rtl="0">
              <a:spcBef>
                <a:spcPts val="0"/>
              </a:spcBef>
              <a:spcAft>
                <a:spcPts val="0"/>
              </a:spcAft>
              <a:buSzPts val="1400"/>
              <a:buNone/>
              <a:defRPr/>
            </a:lvl3pPr>
            <a:lvl4pPr lvl="3" rtl="0">
              <a:spcBef>
                <a:spcPts val="0"/>
              </a:spcBef>
              <a:spcAft>
                <a:spcPts val="0"/>
              </a:spcAft>
              <a:buSzPts val="1400"/>
              <a:buNone/>
              <a:defRPr/>
            </a:lvl4pPr>
            <a:lvl5pPr lvl="4" rtl="0">
              <a:spcBef>
                <a:spcPts val="0"/>
              </a:spcBef>
              <a:spcAft>
                <a:spcPts val="0"/>
              </a:spcAft>
              <a:buSzPts val="1400"/>
              <a:buNone/>
              <a:defRPr/>
            </a:lvl5pPr>
            <a:lvl6pPr lvl="5" rtl="0">
              <a:spcBef>
                <a:spcPts val="0"/>
              </a:spcBef>
              <a:spcAft>
                <a:spcPts val="0"/>
              </a:spcAft>
              <a:buSzPts val="1400"/>
              <a:buNone/>
              <a:defRPr/>
            </a:lvl6pPr>
            <a:lvl7pPr lvl="6" rtl="0">
              <a:spcBef>
                <a:spcPts val="0"/>
              </a:spcBef>
              <a:spcAft>
                <a:spcPts val="0"/>
              </a:spcAft>
              <a:buSzPts val="1400"/>
              <a:buNone/>
              <a:defRPr/>
            </a:lvl7pPr>
            <a:lvl8pPr lvl="7" rtl="0">
              <a:spcBef>
                <a:spcPts val="0"/>
              </a:spcBef>
              <a:spcAft>
                <a:spcPts val="0"/>
              </a:spcAft>
              <a:buSzPts val="1400"/>
              <a:buNone/>
              <a:defRPr/>
            </a:lvl8pPr>
            <a:lvl9pPr lvl="8" rtl="0">
              <a:spcBef>
                <a:spcPts val="0"/>
              </a:spcBef>
              <a:spcAft>
                <a:spcPts val="0"/>
              </a:spcAft>
              <a:buSzPts val="1400"/>
              <a:buNone/>
              <a:defRPr/>
            </a:lvl9pPr>
          </a:lstStyle>
          <a:p>
            <a:endParaRPr/>
          </a:p>
        </p:txBody>
      </p:sp>
      <p:sp>
        <p:nvSpPr>
          <p:cNvPr id="738" name="Google Shape;738;p126"/>
          <p:cNvSpPr txBox="1">
            <a:spLocks noGrp="1"/>
          </p:cNvSpPr>
          <p:nvPr>
            <p:ph type="sldNum" idx="12"/>
          </p:nvPr>
        </p:nvSpPr>
        <p:spPr>
          <a:xfrm>
            <a:off x="11438849" y="6400800"/>
            <a:ext cx="294601" cy="228600"/>
          </a:xfrm>
          <a:prstGeom prst="rect">
            <a:avLst/>
          </a:prstGeom>
        </p:spPr>
        <p:txBody>
          <a:bodyPr spcFirstLastPara="1" wrap="square" lIns="0" tIns="0" rIns="0" bIns="0" anchor="b" anchorCtr="0">
            <a:noAutofit/>
          </a:bodyPr>
          <a:lstStyle>
            <a:lvl1pPr lvl="0" rtl="0">
              <a:buNone/>
              <a:defRPr sz="1000">
                <a:solidFill>
                  <a:schemeClr val="lt1"/>
                </a:solidFill>
              </a:defRPr>
            </a:lvl1pPr>
            <a:lvl2pPr lvl="1" rtl="0">
              <a:buNone/>
              <a:defRPr sz="1000">
                <a:solidFill>
                  <a:schemeClr val="lt1"/>
                </a:solidFill>
              </a:defRPr>
            </a:lvl2pPr>
            <a:lvl3pPr lvl="2" rtl="0">
              <a:buNone/>
              <a:defRPr sz="1000">
                <a:solidFill>
                  <a:schemeClr val="lt1"/>
                </a:solidFill>
              </a:defRPr>
            </a:lvl3pPr>
            <a:lvl4pPr lvl="3" rtl="0">
              <a:buNone/>
              <a:defRPr sz="1000">
                <a:solidFill>
                  <a:schemeClr val="lt1"/>
                </a:solidFill>
              </a:defRPr>
            </a:lvl4pPr>
            <a:lvl5pPr lvl="4" rtl="0">
              <a:buNone/>
              <a:defRPr sz="1000">
                <a:solidFill>
                  <a:schemeClr val="lt1"/>
                </a:solidFill>
              </a:defRPr>
            </a:lvl5pPr>
            <a:lvl6pPr lvl="5" rtl="0">
              <a:buNone/>
              <a:defRPr sz="1000">
                <a:solidFill>
                  <a:schemeClr val="lt1"/>
                </a:solidFill>
              </a:defRPr>
            </a:lvl6pPr>
            <a:lvl7pPr lvl="6" rtl="0">
              <a:buNone/>
              <a:defRPr sz="1000">
                <a:solidFill>
                  <a:schemeClr val="lt1"/>
                </a:solidFill>
              </a:defRPr>
            </a:lvl7pPr>
            <a:lvl8pPr lvl="7" rtl="0">
              <a:buNone/>
              <a:defRPr sz="1000">
                <a:solidFill>
                  <a:schemeClr val="lt1"/>
                </a:solidFill>
              </a:defRPr>
            </a:lvl8pPr>
            <a:lvl9pPr lvl="8" rtl="0">
              <a:buNone/>
              <a:defRPr sz="1000">
                <a:solidFill>
                  <a:schemeClr val="lt1"/>
                </a:solidFill>
              </a:defRPr>
            </a:lvl9pPr>
          </a:lstStyle>
          <a:p>
            <a:fld id="{00000000-1234-1234-1234-123412341234}" type="slidenum">
              <a:rPr lang="en" smtClean="0"/>
              <a:pPr/>
              <a:t>‹#›</a:t>
            </a:fld>
            <a:endParaRPr lang="en"/>
          </a:p>
        </p:txBody>
      </p:sp>
      <p:sp>
        <p:nvSpPr>
          <p:cNvPr id="739" name="Google Shape;739;p126"/>
          <p:cNvSpPr txBox="1">
            <a:spLocks noGrp="1"/>
          </p:cNvSpPr>
          <p:nvPr>
            <p:ph type="body" idx="1"/>
          </p:nvPr>
        </p:nvSpPr>
        <p:spPr>
          <a:xfrm>
            <a:off x="455613" y="2686375"/>
            <a:ext cx="8915400" cy="3257100"/>
          </a:xfrm>
          <a:prstGeom prst="rect">
            <a:avLst/>
          </a:prstGeom>
          <a:noFill/>
          <a:ln>
            <a:noFill/>
          </a:ln>
        </p:spPr>
        <p:txBody>
          <a:bodyPr spcFirstLastPara="1" wrap="square" lIns="0" tIns="0" rIns="0" bIns="0" anchor="t" anchorCtr="0">
            <a:noAutofit/>
          </a:bodyPr>
          <a:lstStyle>
            <a:lvl1pPr marL="457207" lvl="0" indent="-228604" algn="l" rtl="0">
              <a:spcBef>
                <a:spcPts val="1800"/>
              </a:spcBef>
              <a:spcAft>
                <a:spcPts val="0"/>
              </a:spcAft>
              <a:buClr>
                <a:srgbClr val="FFFFFF"/>
              </a:buClr>
              <a:buSzPts val="2000"/>
              <a:buFont typeface="Roboto"/>
              <a:buNone/>
              <a:defRPr b="0" i="0">
                <a:solidFill>
                  <a:srgbClr val="FFFFFF"/>
                </a:solidFill>
                <a:latin typeface="Roboto"/>
                <a:ea typeface="Roboto"/>
                <a:cs typeface="Roboto"/>
                <a:sym typeface="Roboto"/>
              </a:defRPr>
            </a:lvl1pPr>
            <a:lvl2pPr marL="914415" lvl="1" indent="-342906" algn="l" rtl="0">
              <a:spcBef>
                <a:spcPts val="600"/>
              </a:spcBef>
              <a:spcAft>
                <a:spcPts val="0"/>
              </a:spcAft>
              <a:buClr>
                <a:srgbClr val="FFFFFF"/>
              </a:buClr>
              <a:buSzPts val="1800"/>
              <a:buChar char="•"/>
              <a:defRPr b="0" i="0">
                <a:solidFill>
                  <a:srgbClr val="FFFFFF"/>
                </a:solidFill>
                <a:latin typeface="Roboto"/>
                <a:ea typeface="Roboto"/>
                <a:cs typeface="Roboto"/>
                <a:sym typeface="Roboto"/>
              </a:defRPr>
            </a:lvl2pPr>
            <a:lvl3pPr marL="1371622" lvl="2" indent="-330205" algn="l" rtl="0">
              <a:spcBef>
                <a:spcPts val="600"/>
              </a:spcBef>
              <a:spcAft>
                <a:spcPts val="0"/>
              </a:spcAft>
              <a:buClr>
                <a:srgbClr val="FFFFFF"/>
              </a:buClr>
              <a:buSzPts val="1600"/>
              <a:buChar char="−"/>
              <a:defRPr b="0" i="0">
                <a:solidFill>
                  <a:srgbClr val="FFFFFF"/>
                </a:solidFill>
                <a:latin typeface="Roboto"/>
                <a:ea typeface="Roboto"/>
                <a:cs typeface="Roboto"/>
                <a:sym typeface="Roboto"/>
              </a:defRPr>
            </a:lvl3pPr>
            <a:lvl4pPr marL="1828831" lvl="3" indent="-317506" algn="l" rtl="0">
              <a:spcBef>
                <a:spcPts val="300"/>
              </a:spcBef>
              <a:spcAft>
                <a:spcPts val="0"/>
              </a:spcAft>
              <a:buClr>
                <a:srgbClr val="FFFFFF"/>
              </a:buClr>
              <a:buSzPts val="1400"/>
              <a:buChar char="•"/>
              <a:defRPr b="0" i="0">
                <a:solidFill>
                  <a:srgbClr val="FFFFFF"/>
                </a:solidFill>
                <a:latin typeface="Roboto"/>
                <a:ea typeface="Roboto"/>
                <a:cs typeface="Roboto"/>
                <a:sym typeface="Roboto"/>
              </a:defRPr>
            </a:lvl4pPr>
            <a:lvl5pPr marL="2286038" lvl="4" indent="-304805" algn="l" rtl="0">
              <a:spcBef>
                <a:spcPts val="300"/>
              </a:spcBef>
              <a:spcAft>
                <a:spcPts val="0"/>
              </a:spcAft>
              <a:buClr>
                <a:srgbClr val="FFFFFF"/>
              </a:buClr>
              <a:buSzPts val="1200"/>
              <a:buChar char="−"/>
              <a:defRPr b="0" i="0">
                <a:solidFill>
                  <a:srgbClr val="FFFFFF"/>
                </a:solidFill>
                <a:latin typeface="Roboto"/>
                <a:ea typeface="Roboto"/>
                <a:cs typeface="Roboto"/>
                <a:sym typeface="Roboto"/>
              </a:defRPr>
            </a:lvl5pPr>
            <a:lvl6pPr marL="2743246" lvl="5" indent="-304805" algn="l" rtl="0">
              <a:spcBef>
                <a:spcPts val="360"/>
              </a:spcBef>
              <a:spcAft>
                <a:spcPts val="0"/>
              </a:spcAft>
              <a:buClr>
                <a:srgbClr val="FFFFFF"/>
              </a:buClr>
              <a:buSzPts val="1200"/>
              <a:buFont typeface="Roboto"/>
              <a:buChar char="•"/>
              <a:defRPr sz="1200">
                <a:solidFill>
                  <a:srgbClr val="FFFFFF"/>
                </a:solidFill>
                <a:latin typeface="Roboto"/>
                <a:ea typeface="Roboto"/>
                <a:cs typeface="Roboto"/>
                <a:sym typeface="Roboto"/>
              </a:defRPr>
            </a:lvl6pPr>
            <a:lvl7pPr marL="3200453" lvl="6" indent="-304805" algn="l" rtl="0">
              <a:spcBef>
                <a:spcPts val="360"/>
              </a:spcBef>
              <a:spcAft>
                <a:spcPts val="0"/>
              </a:spcAft>
              <a:buClr>
                <a:srgbClr val="FFFFFF"/>
              </a:buClr>
              <a:buSzPts val="1200"/>
              <a:buFont typeface="Roboto"/>
              <a:buChar char="•"/>
              <a:defRPr sz="1200">
                <a:solidFill>
                  <a:srgbClr val="FFFFFF"/>
                </a:solidFill>
                <a:latin typeface="Roboto"/>
                <a:ea typeface="Roboto"/>
                <a:cs typeface="Roboto"/>
                <a:sym typeface="Roboto"/>
              </a:defRPr>
            </a:lvl7pPr>
            <a:lvl8pPr marL="3657661" lvl="7" indent="-304805" algn="l" rtl="0">
              <a:spcBef>
                <a:spcPts val="360"/>
              </a:spcBef>
              <a:spcAft>
                <a:spcPts val="0"/>
              </a:spcAft>
              <a:buClr>
                <a:srgbClr val="FFFFFF"/>
              </a:buClr>
              <a:buSzPts val="1200"/>
              <a:buFont typeface="Roboto"/>
              <a:buChar char="•"/>
              <a:defRPr sz="1200">
                <a:solidFill>
                  <a:srgbClr val="FFFFFF"/>
                </a:solidFill>
                <a:latin typeface="Roboto"/>
                <a:ea typeface="Roboto"/>
                <a:cs typeface="Roboto"/>
                <a:sym typeface="Roboto"/>
              </a:defRPr>
            </a:lvl8pPr>
            <a:lvl9pPr marL="4114868" lvl="8" indent="-304805" algn="l" rtl="0">
              <a:spcBef>
                <a:spcPts val="360"/>
              </a:spcBef>
              <a:spcAft>
                <a:spcPts val="0"/>
              </a:spcAft>
              <a:buClr>
                <a:srgbClr val="FFFFFF"/>
              </a:buClr>
              <a:buSzPts val="1200"/>
              <a:buFont typeface="Roboto"/>
              <a:buChar char="•"/>
              <a:defRPr sz="1200">
                <a:solidFill>
                  <a:srgbClr val="FFFFFF"/>
                </a:solidFill>
                <a:latin typeface="Roboto"/>
                <a:ea typeface="Roboto"/>
                <a:cs typeface="Roboto"/>
                <a:sym typeface="Roboto"/>
              </a:defRPr>
            </a:lvl9pPr>
          </a:lstStyle>
          <a:p>
            <a:endParaRPr/>
          </a:p>
        </p:txBody>
      </p:sp>
      <p:pic>
        <p:nvPicPr>
          <p:cNvPr id="740" name="Google Shape;740;p126"/>
          <p:cNvPicPr preferRelativeResize="0"/>
          <p:nvPr/>
        </p:nvPicPr>
        <p:blipFill>
          <a:blip r:embed="rId2">
            <a:alphaModFix/>
          </a:blip>
          <a:stretch>
            <a:fillRect/>
          </a:stretch>
        </p:blipFill>
        <p:spPr>
          <a:xfrm>
            <a:off x="455626" y="6262542"/>
            <a:ext cx="685801" cy="352697"/>
          </a:xfrm>
          <a:prstGeom prst="rect">
            <a:avLst/>
          </a:prstGeom>
          <a:noFill/>
          <a:ln>
            <a:noFill/>
          </a:ln>
        </p:spPr>
      </p:pic>
      <p:sp>
        <p:nvSpPr>
          <p:cNvPr id="741" name="Google Shape;741;p126"/>
          <p:cNvSpPr txBox="1"/>
          <p:nvPr/>
        </p:nvSpPr>
        <p:spPr>
          <a:xfrm>
            <a:off x="8194350" y="6400800"/>
            <a:ext cx="3244500" cy="228600"/>
          </a:xfrm>
          <a:prstGeom prst="rect">
            <a:avLst/>
          </a:prstGeom>
          <a:noFill/>
          <a:ln>
            <a:noFill/>
          </a:ln>
        </p:spPr>
        <p:txBody>
          <a:bodyPr spcFirstLastPara="1" wrap="square" lIns="91426" tIns="91426" rIns="91426" bIns="91426" anchor="t" anchorCtr="0">
            <a:noAutofit/>
          </a:bodyPr>
          <a:lstStyle/>
          <a:p>
            <a:pPr marL="0" lvl="0" indent="0" algn="r" rtl="0">
              <a:spcBef>
                <a:spcPts val="0"/>
              </a:spcBef>
              <a:spcAft>
                <a:spcPts val="0"/>
              </a:spcAft>
              <a:buNone/>
            </a:pPr>
            <a:r>
              <a:rPr lang="en" sz="1000">
                <a:solidFill>
                  <a:srgbClr val="FFFFFF"/>
                </a:solidFill>
                <a:latin typeface="Roboto"/>
                <a:ea typeface="Roboto"/>
                <a:cs typeface="Roboto"/>
                <a:sym typeface="Roboto"/>
              </a:rPr>
              <a:t>Proprietary &amp; Confidential - For Internal Use Only</a:t>
            </a:r>
            <a:endParaRPr sz="1000">
              <a:solidFill>
                <a:srgbClr val="FFFFFF"/>
              </a:solidFill>
              <a:latin typeface="Roboto"/>
              <a:ea typeface="Roboto"/>
              <a:cs typeface="Roboto"/>
              <a:sym typeface="Roboto"/>
            </a:endParaRPr>
          </a:p>
        </p:txBody>
      </p:sp>
    </p:spTree>
  </p:cSld>
  <p:clrMapOvr>
    <a:masterClrMapping/>
  </p:clrMapOvr>
  <mc:AlternateContent xmlns:mc="http://schemas.openxmlformats.org/markup-compatibility/2006" xmlns:p14="http://schemas.microsoft.com/office/powerpoint/2010/main">
    <mc:Choice Requires="p14">
      <p:transition p14:dur="250">
        <p:fade/>
      </p:transition>
    </mc:Choice>
    <mc:Fallback xmlns:ahyp="http://schemas.microsoft.com/office/drawing/2018/hyperlinkcolor" xmlns:p15="http://schemas.microsoft.com/office/powerpoint/2012/main" xmlns:com="http://schemas.openxmlformats.org/drawingml/2006/compatibility" xmlns:pvml="urn:schemas-microsoft-com:office:powerpoint" xmlns:v="urn:schemas-microsoft-com:vml" xmlns:o="urn:schemas-microsoft-com:office:office" xmlns:dgm="http://schemas.openxmlformats.org/drawingml/2006/diagram" xmlns:c="http://schemas.openxmlformats.org/drawingml/2006/chart" xmlns:mv="urn:schemas-microsoft-com:mac:vml" xmlns="">
      <p:transition>
        <p:fade/>
      </p:transition>
    </mc:Fallback>
  </mc:AlternateContent>
</p:sldLayout>
</file>

<file path=ppt/slideLayouts/slideLayout121.xml><?xml version="1.0" encoding="utf-8"?>
<p:sldLayout xmlns:a="http://schemas.openxmlformats.org/drawingml/2006/main" xmlns:r="http://schemas.openxmlformats.org/officeDocument/2006/relationships" xmlns:p="http://schemas.openxmlformats.org/presentationml/2006/main" matchingName="HYUNDAI  2Col Title | Text">
  <p:cSld name="HYUNDAI  2Col Title | Text">
    <p:bg>
      <p:bgPr>
        <a:solidFill>
          <a:schemeClr val="dk2"/>
        </a:solidFill>
        <a:effectLst/>
      </p:bgPr>
    </p:bg>
    <p:spTree>
      <p:nvGrpSpPr>
        <p:cNvPr id="1" name="Shape 742"/>
        <p:cNvGrpSpPr/>
        <p:nvPr/>
      </p:nvGrpSpPr>
      <p:grpSpPr>
        <a:xfrm>
          <a:off x="0" y="0"/>
          <a:ext cx="0" cy="0"/>
          <a:chOff x="0" y="0"/>
          <a:chExt cx="0" cy="0"/>
        </a:xfrm>
      </p:grpSpPr>
      <p:sp>
        <p:nvSpPr>
          <p:cNvPr id="743" name="Google Shape;743;p127"/>
          <p:cNvSpPr txBox="1">
            <a:spLocks noGrp="1"/>
          </p:cNvSpPr>
          <p:nvPr>
            <p:ph type="title"/>
          </p:nvPr>
        </p:nvSpPr>
        <p:spPr>
          <a:xfrm>
            <a:off x="455617" y="460683"/>
            <a:ext cx="8915400" cy="524400"/>
          </a:xfrm>
          <a:prstGeom prst="rect">
            <a:avLst/>
          </a:prstGeom>
          <a:noFill/>
          <a:ln>
            <a:noFill/>
          </a:ln>
        </p:spPr>
        <p:txBody>
          <a:bodyPr spcFirstLastPara="1" wrap="square" lIns="0" tIns="0" rIns="0" bIns="0" anchor="t" anchorCtr="0">
            <a:noAutofit/>
          </a:bodyPr>
          <a:lstStyle>
            <a:lvl1pPr lvl="0" algn="l" rtl="0">
              <a:lnSpc>
                <a:spcPct val="80000"/>
              </a:lnSpc>
              <a:spcBef>
                <a:spcPts val="0"/>
              </a:spcBef>
              <a:spcAft>
                <a:spcPts val="0"/>
              </a:spcAft>
              <a:buClr>
                <a:schemeClr val="lt1"/>
              </a:buClr>
              <a:buSzPts val="3200"/>
              <a:buFont typeface="Roboto Medium"/>
              <a:buNone/>
              <a:defRPr b="0">
                <a:solidFill>
                  <a:schemeClr val="lt1"/>
                </a:solidFill>
              </a:defRPr>
            </a:lvl1pPr>
            <a:lvl2pPr lvl="1" rtl="0">
              <a:spcBef>
                <a:spcPts val="0"/>
              </a:spcBef>
              <a:spcAft>
                <a:spcPts val="0"/>
              </a:spcAft>
              <a:buSzPts val="1400"/>
              <a:buNone/>
              <a:defRPr/>
            </a:lvl2pPr>
            <a:lvl3pPr lvl="2" rtl="0">
              <a:spcBef>
                <a:spcPts val="0"/>
              </a:spcBef>
              <a:spcAft>
                <a:spcPts val="0"/>
              </a:spcAft>
              <a:buSzPts val="1400"/>
              <a:buNone/>
              <a:defRPr/>
            </a:lvl3pPr>
            <a:lvl4pPr lvl="3" rtl="0">
              <a:spcBef>
                <a:spcPts val="0"/>
              </a:spcBef>
              <a:spcAft>
                <a:spcPts val="0"/>
              </a:spcAft>
              <a:buSzPts val="1400"/>
              <a:buNone/>
              <a:defRPr/>
            </a:lvl4pPr>
            <a:lvl5pPr lvl="4" rtl="0">
              <a:spcBef>
                <a:spcPts val="0"/>
              </a:spcBef>
              <a:spcAft>
                <a:spcPts val="0"/>
              </a:spcAft>
              <a:buSzPts val="1400"/>
              <a:buNone/>
              <a:defRPr/>
            </a:lvl5pPr>
            <a:lvl6pPr lvl="5" rtl="0">
              <a:spcBef>
                <a:spcPts val="0"/>
              </a:spcBef>
              <a:spcAft>
                <a:spcPts val="0"/>
              </a:spcAft>
              <a:buSzPts val="1400"/>
              <a:buNone/>
              <a:defRPr/>
            </a:lvl6pPr>
            <a:lvl7pPr lvl="6" rtl="0">
              <a:spcBef>
                <a:spcPts val="0"/>
              </a:spcBef>
              <a:spcAft>
                <a:spcPts val="0"/>
              </a:spcAft>
              <a:buSzPts val="1400"/>
              <a:buNone/>
              <a:defRPr/>
            </a:lvl7pPr>
            <a:lvl8pPr lvl="7" rtl="0">
              <a:spcBef>
                <a:spcPts val="0"/>
              </a:spcBef>
              <a:spcAft>
                <a:spcPts val="0"/>
              </a:spcAft>
              <a:buSzPts val="1400"/>
              <a:buNone/>
              <a:defRPr/>
            </a:lvl8pPr>
            <a:lvl9pPr lvl="8" rtl="0">
              <a:spcBef>
                <a:spcPts val="0"/>
              </a:spcBef>
              <a:spcAft>
                <a:spcPts val="0"/>
              </a:spcAft>
              <a:buSzPts val="1400"/>
              <a:buNone/>
              <a:defRPr/>
            </a:lvl9pPr>
          </a:lstStyle>
          <a:p>
            <a:endParaRPr/>
          </a:p>
        </p:txBody>
      </p:sp>
      <p:sp>
        <p:nvSpPr>
          <p:cNvPr id="744" name="Google Shape;744;p127"/>
          <p:cNvSpPr txBox="1">
            <a:spLocks noGrp="1"/>
          </p:cNvSpPr>
          <p:nvPr>
            <p:ph type="sldNum" idx="12"/>
          </p:nvPr>
        </p:nvSpPr>
        <p:spPr>
          <a:xfrm>
            <a:off x="11438849" y="6400800"/>
            <a:ext cx="294601" cy="228600"/>
          </a:xfrm>
          <a:prstGeom prst="rect">
            <a:avLst/>
          </a:prstGeom>
        </p:spPr>
        <p:txBody>
          <a:bodyPr spcFirstLastPara="1" wrap="square" lIns="0" tIns="0" rIns="0" bIns="0" anchor="b" anchorCtr="0">
            <a:noAutofit/>
          </a:bodyPr>
          <a:lstStyle>
            <a:lvl1pPr lvl="0" rtl="0">
              <a:buNone/>
              <a:defRPr sz="1000">
                <a:solidFill>
                  <a:schemeClr val="lt1"/>
                </a:solidFill>
              </a:defRPr>
            </a:lvl1pPr>
            <a:lvl2pPr lvl="1" rtl="0">
              <a:buNone/>
              <a:defRPr sz="1000">
                <a:solidFill>
                  <a:schemeClr val="lt1"/>
                </a:solidFill>
              </a:defRPr>
            </a:lvl2pPr>
            <a:lvl3pPr lvl="2" rtl="0">
              <a:buNone/>
              <a:defRPr sz="1000">
                <a:solidFill>
                  <a:schemeClr val="lt1"/>
                </a:solidFill>
              </a:defRPr>
            </a:lvl3pPr>
            <a:lvl4pPr lvl="3" rtl="0">
              <a:buNone/>
              <a:defRPr sz="1000">
                <a:solidFill>
                  <a:schemeClr val="lt1"/>
                </a:solidFill>
              </a:defRPr>
            </a:lvl4pPr>
            <a:lvl5pPr lvl="4" rtl="0">
              <a:buNone/>
              <a:defRPr sz="1000">
                <a:solidFill>
                  <a:schemeClr val="lt1"/>
                </a:solidFill>
              </a:defRPr>
            </a:lvl5pPr>
            <a:lvl6pPr lvl="5" rtl="0">
              <a:buNone/>
              <a:defRPr sz="1000">
                <a:solidFill>
                  <a:schemeClr val="lt1"/>
                </a:solidFill>
              </a:defRPr>
            </a:lvl6pPr>
            <a:lvl7pPr lvl="6" rtl="0">
              <a:buNone/>
              <a:defRPr sz="1000">
                <a:solidFill>
                  <a:schemeClr val="lt1"/>
                </a:solidFill>
              </a:defRPr>
            </a:lvl7pPr>
            <a:lvl8pPr lvl="7" rtl="0">
              <a:buNone/>
              <a:defRPr sz="1000">
                <a:solidFill>
                  <a:schemeClr val="lt1"/>
                </a:solidFill>
              </a:defRPr>
            </a:lvl8pPr>
            <a:lvl9pPr lvl="8" rtl="0">
              <a:buNone/>
              <a:defRPr sz="1000">
                <a:solidFill>
                  <a:schemeClr val="lt1"/>
                </a:solidFill>
              </a:defRPr>
            </a:lvl9pPr>
          </a:lstStyle>
          <a:p>
            <a:fld id="{00000000-1234-1234-1234-123412341234}" type="slidenum">
              <a:rPr lang="en" smtClean="0"/>
              <a:pPr/>
              <a:t>‹#›</a:t>
            </a:fld>
            <a:endParaRPr lang="en"/>
          </a:p>
        </p:txBody>
      </p:sp>
      <p:sp>
        <p:nvSpPr>
          <p:cNvPr id="745" name="Google Shape;745;p127"/>
          <p:cNvSpPr txBox="1">
            <a:spLocks noGrp="1"/>
          </p:cNvSpPr>
          <p:nvPr>
            <p:ph type="body" idx="1"/>
          </p:nvPr>
        </p:nvSpPr>
        <p:spPr>
          <a:xfrm>
            <a:off x="455625" y="2686375"/>
            <a:ext cx="5486400" cy="3257100"/>
          </a:xfrm>
          <a:prstGeom prst="rect">
            <a:avLst/>
          </a:prstGeom>
          <a:noFill/>
          <a:ln>
            <a:noFill/>
          </a:ln>
        </p:spPr>
        <p:txBody>
          <a:bodyPr spcFirstLastPara="1" wrap="square" lIns="0" tIns="0" rIns="0" bIns="0" anchor="t" anchorCtr="0">
            <a:noAutofit/>
          </a:bodyPr>
          <a:lstStyle>
            <a:lvl1pPr marL="457207" lvl="0" indent="-228604" algn="l" rtl="0">
              <a:spcBef>
                <a:spcPts val="1800"/>
              </a:spcBef>
              <a:spcAft>
                <a:spcPts val="0"/>
              </a:spcAft>
              <a:buClr>
                <a:schemeClr val="lt1"/>
              </a:buClr>
              <a:buSzPts val="2000"/>
              <a:buFont typeface="Roboto"/>
              <a:buNone/>
              <a:defRPr b="0" i="0">
                <a:solidFill>
                  <a:schemeClr val="lt1"/>
                </a:solidFill>
                <a:latin typeface="Roboto"/>
                <a:ea typeface="Roboto"/>
                <a:cs typeface="Roboto"/>
                <a:sym typeface="Roboto"/>
              </a:defRPr>
            </a:lvl1pPr>
            <a:lvl2pPr marL="914415" lvl="1" indent="-342906" algn="l" rtl="0">
              <a:spcBef>
                <a:spcPts val="600"/>
              </a:spcBef>
              <a:spcAft>
                <a:spcPts val="0"/>
              </a:spcAft>
              <a:buClr>
                <a:schemeClr val="lt1"/>
              </a:buClr>
              <a:buSzPts val="1800"/>
              <a:buChar char="•"/>
              <a:defRPr b="0" i="0">
                <a:solidFill>
                  <a:schemeClr val="lt1"/>
                </a:solidFill>
                <a:latin typeface="Roboto"/>
                <a:ea typeface="Roboto"/>
                <a:cs typeface="Roboto"/>
                <a:sym typeface="Roboto"/>
              </a:defRPr>
            </a:lvl2pPr>
            <a:lvl3pPr marL="1371622" lvl="2" indent="-330205" algn="l" rtl="0">
              <a:spcBef>
                <a:spcPts val="600"/>
              </a:spcBef>
              <a:spcAft>
                <a:spcPts val="0"/>
              </a:spcAft>
              <a:buClr>
                <a:schemeClr val="lt1"/>
              </a:buClr>
              <a:buSzPts val="1600"/>
              <a:buChar char="−"/>
              <a:defRPr b="0" i="0">
                <a:solidFill>
                  <a:schemeClr val="lt1"/>
                </a:solidFill>
                <a:latin typeface="Roboto"/>
                <a:ea typeface="Roboto"/>
                <a:cs typeface="Roboto"/>
                <a:sym typeface="Roboto"/>
              </a:defRPr>
            </a:lvl3pPr>
            <a:lvl4pPr marL="1828831" lvl="3" indent="-317506" algn="l" rtl="0">
              <a:spcBef>
                <a:spcPts val="300"/>
              </a:spcBef>
              <a:spcAft>
                <a:spcPts val="0"/>
              </a:spcAft>
              <a:buClr>
                <a:schemeClr val="lt1"/>
              </a:buClr>
              <a:buSzPts val="1400"/>
              <a:buChar char="•"/>
              <a:defRPr b="0" i="0">
                <a:solidFill>
                  <a:schemeClr val="lt1"/>
                </a:solidFill>
                <a:latin typeface="Roboto"/>
                <a:ea typeface="Roboto"/>
                <a:cs typeface="Roboto"/>
                <a:sym typeface="Roboto"/>
              </a:defRPr>
            </a:lvl4pPr>
            <a:lvl5pPr marL="2286038" lvl="4" indent="-304805" algn="l" rtl="0">
              <a:spcBef>
                <a:spcPts val="300"/>
              </a:spcBef>
              <a:spcAft>
                <a:spcPts val="0"/>
              </a:spcAft>
              <a:buClr>
                <a:schemeClr val="lt1"/>
              </a:buClr>
              <a:buSzPts val="1200"/>
              <a:buChar char="−"/>
              <a:defRPr b="0" i="0">
                <a:solidFill>
                  <a:schemeClr val="lt1"/>
                </a:solidFill>
                <a:latin typeface="Roboto"/>
                <a:ea typeface="Roboto"/>
                <a:cs typeface="Roboto"/>
                <a:sym typeface="Roboto"/>
              </a:defRPr>
            </a:lvl5pPr>
            <a:lvl6pPr marL="2743246" lvl="5" indent="-304805" algn="l" rtl="0">
              <a:spcBef>
                <a:spcPts val="360"/>
              </a:spcBef>
              <a:spcAft>
                <a:spcPts val="0"/>
              </a:spcAft>
              <a:buClr>
                <a:schemeClr val="lt1"/>
              </a:buClr>
              <a:buSzPts val="1200"/>
              <a:buFont typeface="Roboto"/>
              <a:buChar char="•"/>
              <a:defRPr sz="1200">
                <a:solidFill>
                  <a:schemeClr val="lt1"/>
                </a:solidFill>
                <a:latin typeface="Roboto"/>
                <a:ea typeface="Roboto"/>
                <a:cs typeface="Roboto"/>
                <a:sym typeface="Roboto"/>
              </a:defRPr>
            </a:lvl6pPr>
            <a:lvl7pPr marL="3200453" lvl="6" indent="-304805" algn="l" rtl="0">
              <a:spcBef>
                <a:spcPts val="360"/>
              </a:spcBef>
              <a:spcAft>
                <a:spcPts val="0"/>
              </a:spcAft>
              <a:buClr>
                <a:schemeClr val="lt1"/>
              </a:buClr>
              <a:buSzPts val="1200"/>
              <a:buFont typeface="Roboto"/>
              <a:buChar char="•"/>
              <a:defRPr sz="1200">
                <a:solidFill>
                  <a:schemeClr val="lt1"/>
                </a:solidFill>
                <a:latin typeface="Roboto"/>
                <a:ea typeface="Roboto"/>
                <a:cs typeface="Roboto"/>
                <a:sym typeface="Roboto"/>
              </a:defRPr>
            </a:lvl7pPr>
            <a:lvl8pPr marL="3657661" lvl="7" indent="-304805" algn="l" rtl="0">
              <a:spcBef>
                <a:spcPts val="360"/>
              </a:spcBef>
              <a:spcAft>
                <a:spcPts val="0"/>
              </a:spcAft>
              <a:buClr>
                <a:schemeClr val="lt1"/>
              </a:buClr>
              <a:buSzPts val="1200"/>
              <a:buFont typeface="Roboto"/>
              <a:buChar char="•"/>
              <a:defRPr sz="1200">
                <a:solidFill>
                  <a:schemeClr val="lt1"/>
                </a:solidFill>
                <a:latin typeface="Roboto"/>
                <a:ea typeface="Roboto"/>
                <a:cs typeface="Roboto"/>
                <a:sym typeface="Roboto"/>
              </a:defRPr>
            </a:lvl8pPr>
            <a:lvl9pPr marL="4114868" lvl="8" indent="-304805" algn="l" rtl="0">
              <a:spcBef>
                <a:spcPts val="360"/>
              </a:spcBef>
              <a:spcAft>
                <a:spcPts val="0"/>
              </a:spcAft>
              <a:buClr>
                <a:schemeClr val="lt1"/>
              </a:buClr>
              <a:buSzPts val="1200"/>
              <a:buFont typeface="Roboto"/>
              <a:buChar char="•"/>
              <a:defRPr sz="1200">
                <a:solidFill>
                  <a:schemeClr val="lt1"/>
                </a:solidFill>
                <a:latin typeface="Roboto"/>
                <a:ea typeface="Roboto"/>
                <a:cs typeface="Roboto"/>
                <a:sym typeface="Roboto"/>
              </a:defRPr>
            </a:lvl9pPr>
          </a:lstStyle>
          <a:p>
            <a:endParaRPr/>
          </a:p>
        </p:txBody>
      </p:sp>
      <p:sp>
        <p:nvSpPr>
          <p:cNvPr id="746" name="Google Shape;746;p127"/>
          <p:cNvSpPr txBox="1">
            <a:spLocks noGrp="1"/>
          </p:cNvSpPr>
          <p:nvPr>
            <p:ph type="body" idx="2"/>
          </p:nvPr>
        </p:nvSpPr>
        <p:spPr>
          <a:xfrm>
            <a:off x="6246950" y="2686375"/>
            <a:ext cx="5486400" cy="3257100"/>
          </a:xfrm>
          <a:prstGeom prst="rect">
            <a:avLst/>
          </a:prstGeom>
          <a:noFill/>
          <a:ln>
            <a:noFill/>
          </a:ln>
        </p:spPr>
        <p:txBody>
          <a:bodyPr spcFirstLastPara="1" wrap="square" lIns="0" tIns="0" rIns="0" bIns="0" anchor="t" anchorCtr="0">
            <a:noAutofit/>
          </a:bodyPr>
          <a:lstStyle>
            <a:lvl1pPr marL="457207" lvl="0" indent="-228604" algn="l" rtl="0">
              <a:spcBef>
                <a:spcPts val="1800"/>
              </a:spcBef>
              <a:spcAft>
                <a:spcPts val="0"/>
              </a:spcAft>
              <a:buClr>
                <a:schemeClr val="lt1"/>
              </a:buClr>
              <a:buSzPts val="2000"/>
              <a:buFont typeface="Roboto"/>
              <a:buNone/>
              <a:defRPr b="0" i="0">
                <a:solidFill>
                  <a:schemeClr val="lt1"/>
                </a:solidFill>
                <a:latin typeface="Roboto"/>
                <a:ea typeface="Roboto"/>
                <a:cs typeface="Roboto"/>
                <a:sym typeface="Roboto"/>
              </a:defRPr>
            </a:lvl1pPr>
            <a:lvl2pPr marL="914415" lvl="1" indent="-342906" algn="l" rtl="0">
              <a:spcBef>
                <a:spcPts val="600"/>
              </a:spcBef>
              <a:spcAft>
                <a:spcPts val="0"/>
              </a:spcAft>
              <a:buClr>
                <a:schemeClr val="lt1"/>
              </a:buClr>
              <a:buSzPts val="1800"/>
              <a:buChar char="•"/>
              <a:defRPr b="0" i="0">
                <a:solidFill>
                  <a:schemeClr val="lt1"/>
                </a:solidFill>
                <a:latin typeface="Roboto"/>
                <a:ea typeface="Roboto"/>
                <a:cs typeface="Roboto"/>
                <a:sym typeface="Roboto"/>
              </a:defRPr>
            </a:lvl2pPr>
            <a:lvl3pPr marL="1371622" lvl="2" indent="-330205" algn="l" rtl="0">
              <a:spcBef>
                <a:spcPts val="600"/>
              </a:spcBef>
              <a:spcAft>
                <a:spcPts val="0"/>
              </a:spcAft>
              <a:buClr>
                <a:schemeClr val="lt1"/>
              </a:buClr>
              <a:buSzPts val="1600"/>
              <a:buChar char="−"/>
              <a:defRPr b="0" i="0">
                <a:solidFill>
                  <a:schemeClr val="lt1"/>
                </a:solidFill>
                <a:latin typeface="Roboto"/>
                <a:ea typeface="Roboto"/>
                <a:cs typeface="Roboto"/>
                <a:sym typeface="Roboto"/>
              </a:defRPr>
            </a:lvl3pPr>
            <a:lvl4pPr marL="1828831" lvl="3" indent="-317506" algn="l" rtl="0">
              <a:spcBef>
                <a:spcPts val="300"/>
              </a:spcBef>
              <a:spcAft>
                <a:spcPts val="0"/>
              </a:spcAft>
              <a:buClr>
                <a:schemeClr val="lt1"/>
              </a:buClr>
              <a:buSzPts val="1400"/>
              <a:buChar char="•"/>
              <a:defRPr b="0" i="0">
                <a:solidFill>
                  <a:schemeClr val="lt1"/>
                </a:solidFill>
                <a:latin typeface="Roboto"/>
                <a:ea typeface="Roboto"/>
                <a:cs typeface="Roboto"/>
                <a:sym typeface="Roboto"/>
              </a:defRPr>
            </a:lvl4pPr>
            <a:lvl5pPr marL="2286038" lvl="4" indent="-304805" algn="l" rtl="0">
              <a:spcBef>
                <a:spcPts val="300"/>
              </a:spcBef>
              <a:spcAft>
                <a:spcPts val="0"/>
              </a:spcAft>
              <a:buClr>
                <a:schemeClr val="lt1"/>
              </a:buClr>
              <a:buSzPts val="1200"/>
              <a:buChar char="−"/>
              <a:defRPr b="0" i="0">
                <a:solidFill>
                  <a:schemeClr val="lt1"/>
                </a:solidFill>
                <a:latin typeface="Roboto"/>
                <a:ea typeface="Roboto"/>
                <a:cs typeface="Roboto"/>
                <a:sym typeface="Roboto"/>
              </a:defRPr>
            </a:lvl5pPr>
            <a:lvl6pPr marL="2743246" lvl="5" indent="-304805" algn="l" rtl="0">
              <a:spcBef>
                <a:spcPts val="360"/>
              </a:spcBef>
              <a:spcAft>
                <a:spcPts val="0"/>
              </a:spcAft>
              <a:buClr>
                <a:schemeClr val="lt1"/>
              </a:buClr>
              <a:buSzPts val="1200"/>
              <a:buFont typeface="Roboto"/>
              <a:buChar char="•"/>
              <a:defRPr sz="1200">
                <a:solidFill>
                  <a:schemeClr val="lt1"/>
                </a:solidFill>
                <a:latin typeface="Roboto"/>
                <a:ea typeface="Roboto"/>
                <a:cs typeface="Roboto"/>
                <a:sym typeface="Roboto"/>
              </a:defRPr>
            </a:lvl6pPr>
            <a:lvl7pPr marL="3200453" lvl="6" indent="-304805" algn="l" rtl="0">
              <a:spcBef>
                <a:spcPts val="360"/>
              </a:spcBef>
              <a:spcAft>
                <a:spcPts val="0"/>
              </a:spcAft>
              <a:buClr>
                <a:schemeClr val="lt1"/>
              </a:buClr>
              <a:buSzPts val="1200"/>
              <a:buFont typeface="Roboto"/>
              <a:buChar char="•"/>
              <a:defRPr sz="1200">
                <a:solidFill>
                  <a:schemeClr val="lt1"/>
                </a:solidFill>
                <a:latin typeface="Roboto"/>
                <a:ea typeface="Roboto"/>
                <a:cs typeface="Roboto"/>
                <a:sym typeface="Roboto"/>
              </a:defRPr>
            </a:lvl7pPr>
            <a:lvl8pPr marL="3657661" lvl="7" indent="-304805" algn="l" rtl="0">
              <a:spcBef>
                <a:spcPts val="360"/>
              </a:spcBef>
              <a:spcAft>
                <a:spcPts val="0"/>
              </a:spcAft>
              <a:buClr>
                <a:schemeClr val="lt1"/>
              </a:buClr>
              <a:buSzPts val="1200"/>
              <a:buFont typeface="Roboto"/>
              <a:buChar char="•"/>
              <a:defRPr sz="1200">
                <a:solidFill>
                  <a:schemeClr val="lt1"/>
                </a:solidFill>
                <a:latin typeface="Roboto"/>
                <a:ea typeface="Roboto"/>
                <a:cs typeface="Roboto"/>
                <a:sym typeface="Roboto"/>
              </a:defRPr>
            </a:lvl8pPr>
            <a:lvl9pPr marL="4114868" lvl="8" indent="-304805" algn="l" rtl="0">
              <a:spcBef>
                <a:spcPts val="360"/>
              </a:spcBef>
              <a:spcAft>
                <a:spcPts val="0"/>
              </a:spcAft>
              <a:buClr>
                <a:schemeClr val="lt1"/>
              </a:buClr>
              <a:buSzPts val="1200"/>
              <a:buFont typeface="Roboto"/>
              <a:buChar char="•"/>
              <a:defRPr sz="1200">
                <a:solidFill>
                  <a:schemeClr val="lt1"/>
                </a:solidFill>
                <a:latin typeface="Roboto"/>
                <a:ea typeface="Roboto"/>
                <a:cs typeface="Roboto"/>
                <a:sym typeface="Roboto"/>
              </a:defRPr>
            </a:lvl9pPr>
          </a:lstStyle>
          <a:p>
            <a:endParaRPr/>
          </a:p>
        </p:txBody>
      </p:sp>
      <p:pic>
        <p:nvPicPr>
          <p:cNvPr id="747" name="Google Shape;747;p127"/>
          <p:cNvPicPr preferRelativeResize="0"/>
          <p:nvPr/>
        </p:nvPicPr>
        <p:blipFill>
          <a:blip r:embed="rId2">
            <a:alphaModFix/>
          </a:blip>
          <a:stretch>
            <a:fillRect/>
          </a:stretch>
        </p:blipFill>
        <p:spPr>
          <a:xfrm>
            <a:off x="455626" y="6262542"/>
            <a:ext cx="685801" cy="352697"/>
          </a:xfrm>
          <a:prstGeom prst="rect">
            <a:avLst/>
          </a:prstGeom>
          <a:noFill/>
          <a:ln>
            <a:noFill/>
          </a:ln>
        </p:spPr>
      </p:pic>
      <p:sp>
        <p:nvSpPr>
          <p:cNvPr id="748" name="Google Shape;748;p127"/>
          <p:cNvSpPr txBox="1"/>
          <p:nvPr/>
        </p:nvSpPr>
        <p:spPr>
          <a:xfrm>
            <a:off x="8194350" y="6400800"/>
            <a:ext cx="3244500" cy="228600"/>
          </a:xfrm>
          <a:prstGeom prst="rect">
            <a:avLst/>
          </a:prstGeom>
          <a:noFill/>
          <a:ln>
            <a:noFill/>
          </a:ln>
        </p:spPr>
        <p:txBody>
          <a:bodyPr spcFirstLastPara="1" wrap="square" lIns="91426" tIns="91426" rIns="91426" bIns="91426" anchor="t" anchorCtr="0">
            <a:noAutofit/>
          </a:bodyPr>
          <a:lstStyle/>
          <a:p>
            <a:pPr marL="0" lvl="0" indent="0" algn="r" rtl="0">
              <a:spcBef>
                <a:spcPts val="0"/>
              </a:spcBef>
              <a:spcAft>
                <a:spcPts val="0"/>
              </a:spcAft>
              <a:buNone/>
            </a:pPr>
            <a:r>
              <a:rPr lang="en" sz="1000">
                <a:solidFill>
                  <a:srgbClr val="FFFFFF"/>
                </a:solidFill>
                <a:latin typeface="Roboto"/>
                <a:ea typeface="Roboto"/>
                <a:cs typeface="Roboto"/>
                <a:sym typeface="Roboto"/>
              </a:rPr>
              <a:t>Proprietary &amp; Confidential - For Internal Use Only</a:t>
            </a:r>
            <a:endParaRPr sz="1000">
              <a:solidFill>
                <a:srgbClr val="FFFFFF"/>
              </a:solidFill>
              <a:latin typeface="Roboto"/>
              <a:ea typeface="Roboto"/>
              <a:cs typeface="Roboto"/>
              <a:sym typeface="Roboto"/>
            </a:endParaRPr>
          </a:p>
        </p:txBody>
      </p:sp>
    </p:spTree>
  </p:cSld>
  <p:clrMapOvr>
    <a:masterClrMapping/>
  </p:clrMapOvr>
  <mc:AlternateContent xmlns:mc="http://schemas.openxmlformats.org/markup-compatibility/2006" xmlns:p14="http://schemas.microsoft.com/office/powerpoint/2010/main">
    <mc:Choice Requires="p14">
      <p:transition p14:dur="250">
        <p:fade/>
      </p:transition>
    </mc:Choice>
    <mc:Fallback xmlns:ahyp="http://schemas.microsoft.com/office/drawing/2018/hyperlinkcolor" xmlns:p15="http://schemas.microsoft.com/office/powerpoint/2012/main" xmlns:com="http://schemas.openxmlformats.org/drawingml/2006/compatibility" xmlns:pvml="urn:schemas-microsoft-com:office:powerpoint" xmlns:v="urn:schemas-microsoft-com:vml" xmlns:o="urn:schemas-microsoft-com:office:office" xmlns:dgm="http://schemas.openxmlformats.org/drawingml/2006/diagram" xmlns:c="http://schemas.openxmlformats.org/drawingml/2006/chart" xmlns:mv="urn:schemas-microsoft-com:mac:vml" xmlns="">
      <p:transition>
        <p:fade/>
      </p:transition>
    </mc:Fallback>
  </mc:AlternateContent>
</p:sldLayout>
</file>

<file path=ppt/slideLayouts/slideLayout122.xml><?xml version="1.0" encoding="utf-8"?>
<p:sldLayout xmlns:a="http://schemas.openxmlformats.org/drawingml/2006/main" xmlns:r="http://schemas.openxmlformats.org/officeDocument/2006/relationships" xmlns:p="http://schemas.openxmlformats.org/presentationml/2006/main" matchingName="HYUNDAI Title | Text | Image">
  <p:cSld name="HYUNDAI Title | Text | Image">
    <p:bg>
      <p:bgPr>
        <a:solidFill>
          <a:schemeClr val="dk2"/>
        </a:solidFill>
        <a:effectLst/>
      </p:bgPr>
    </p:bg>
    <p:spTree>
      <p:nvGrpSpPr>
        <p:cNvPr id="1" name="Shape 749"/>
        <p:cNvGrpSpPr/>
        <p:nvPr/>
      </p:nvGrpSpPr>
      <p:grpSpPr>
        <a:xfrm>
          <a:off x="0" y="0"/>
          <a:ext cx="0" cy="0"/>
          <a:chOff x="0" y="0"/>
          <a:chExt cx="0" cy="0"/>
        </a:xfrm>
      </p:grpSpPr>
      <p:sp>
        <p:nvSpPr>
          <p:cNvPr id="750" name="Google Shape;750;p128"/>
          <p:cNvSpPr txBox="1">
            <a:spLocks noGrp="1"/>
          </p:cNvSpPr>
          <p:nvPr>
            <p:ph type="title"/>
          </p:nvPr>
        </p:nvSpPr>
        <p:spPr>
          <a:xfrm>
            <a:off x="455617" y="460683"/>
            <a:ext cx="8915400" cy="524400"/>
          </a:xfrm>
          <a:prstGeom prst="rect">
            <a:avLst/>
          </a:prstGeom>
          <a:noFill/>
          <a:ln>
            <a:noFill/>
          </a:ln>
        </p:spPr>
        <p:txBody>
          <a:bodyPr spcFirstLastPara="1" wrap="square" lIns="0" tIns="0" rIns="0" bIns="0" anchor="t" anchorCtr="0">
            <a:noAutofit/>
          </a:bodyPr>
          <a:lstStyle>
            <a:lvl1pPr lvl="0" algn="l" rtl="0">
              <a:lnSpc>
                <a:spcPct val="80000"/>
              </a:lnSpc>
              <a:spcBef>
                <a:spcPts val="0"/>
              </a:spcBef>
              <a:spcAft>
                <a:spcPts val="0"/>
              </a:spcAft>
              <a:buClr>
                <a:schemeClr val="lt1"/>
              </a:buClr>
              <a:buSzPts val="3200"/>
              <a:buFont typeface="Roboto Medium"/>
              <a:buNone/>
              <a:defRPr b="0">
                <a:solidFill>
                  <a:schemeClr val="lt1"/>
                </a:solidFill>
              </a:defRPr>
            </a:lvl1pPr>
            <a:lvl2pPr lvl="1" rtl="0">
              <a:spcBef>
                <a:spcPts val="0"/>
              </a:spcBef>
              <a:spcAft>
                <a:spcPts val="0"/>
              </a:spcAft>
              <a:buSzPts val="1400"/>
              <a:buNone/>
              <a:defRPr/>
            </a:lvl2pPr>
            <a:lvl3pPr lvl="2" rtl="0">
              <a:spcBef>
                <a:spcPts val="0"/>
              </a:spcBef>
              <a:spcAft>
                <a:spcPts val="0"/>
              </a:spcAft>
              <a:buSzPts val="1400"/>
              <a:buNone/>
              <a:defRPr/>
            </a:lvl3pPr>
            <a:lvl4pPr lvl="3" rtl="0">
              <a:spcBef>
                <a:spcPts val="0"/>
              </a:spcBef>
              <a:spcAft>
                <a:spcPts val="0"/>
              </a:spcAft>
              <a:buSzPts val="1400"/>
              <a:buNone/>
              <a:defRPr/>
            </a:lvl4pPr>
            <a:lvl5pPr lvl="4" rtl="0">
              <a:spcBef>
                <a:spcPts val="0"/>
              </a:spcBef>
              <a:spcAft>
                <a:spcPts val="0"/>
              </a:spcAft>
              <a:buSzPts val="1400"/>
              <a:buNone/>
              <a:defRPr/>
            </a:lvl5pPr>
            <a:lvl6pPr lvl="5" rtl="0">
              <a:spcBef>
                <a:spcPts val="0"/>
              </a:spcBef>
              <a:spcAft>
                <a:spcPts val="0"/>
              </a:spcAft>
              <a:buSzPts val="1400"/>
              <a:buNone/>
              <a:defRPr/>
            </a:lvl6pPr>
            <a:lvl7pPr lvl="6" rtl="0">
              <a:spcBef>
                <a:spcPts val="0"/>
              </a:spcBef>
              <a:spcAft>
                <a:spcPts val="0"/>
              </a:spcAft>
              <a:buSzPts val="1400"/>
              <a:buNone/>
              <a:defRPr/>
            </a:lvl7pPr>
            <a:lvl8pPr lvl="7" rtl="0">
              <a:spcBef>
                <a:spcPts val="0"/>
              </a:spcBef>
              <a:spcAft>
                <a:spcPts val="0"/>
              </a:spcAft>
              <a:buSzPts val="1400"/>
              <a:buNone/>
              <a:defRPr/>
            </a:lvl8pPr>
            <a:lvl9pPr lvl="8" rtl="0">
              <a:spcBef>
                <a:spcPts val="0"/>
              </a:spcBef>
              <a:spcAft>
                <a:spcPts val="0"/>
              </a:spcAft>
              <a:buSzPts val="1400"/>
              <a:buNone/>
              <a:defRPr/>
            </a:lvl9pPr>
          </a:lstStyle>
          <a:p>
            <a:endParaRPr/>
          </a:p>
        </p:txBody>
      </p:sp>
      <p:sp>
        <p:nvSpPr>
          <p:cNvPr id="751" name="Google Shape;751;p128"/>
          <p:cNvSpPr>
            <a:spLocks noGrp="1"/>
          </p:cNvSpPr>
          <p:nvPr>
            <p:ph type="pic" idx="2"/>
          </p:nvPr>
        </p:nvSpPr>
        <p:spPr>
          <a:xfrm>
            <a:off x="7389889" y="1371600"/>
            <a:ext cx="4343401" cy="4572000"/>
          </a:xfrm>
          <a:prstGeom prst="rect">
            <a:avLst/>
          </a:prstGeom>
          <a:solidFill>
            <a:srgbClr val="F2F2F2"/>
          </a:solidFill>
          <a:ln>
            <a:noFill/>
          </a:ln>
        </p:spPr>
        <p:txBody>
          <a:bodyPr spcFirstLastPara="1" wrap="square" lIns="0" tIns="0" rIns="0" bIns="0" anchor="ctr" anchorCtr="0">
            <a:noAutofit/>
          </a:bodyPr>
          <a:lstStyle>
            <a:lvl1pPr marR="0" lvl="0" algn="ctr" rtl="0">
              <a:spcBef>
                <a:spcPts val="1800"/>
              </a:spcBef>
              <a:spcAft>
                <a:spcPts val="0"/>
              </a:spcAft>
              <a:buClr>
                <a:schemeClr val="lt1"/>
              </a:buClr>
              <a:buSzPts val="2000"/>
              <a:buFont typeface="Roboto"/>
              <a:buNone/>
              <a:defRPr sz="2000" b="0" i="0" u="none" strike="noStrike" cap="none">
                <a:solidFill>
                  <a:schemeClr val="lt1"/>
                </a:solidFill>
                <a:latin typeface="Roboto"/>
                <a:ea typeface="Roboto"/>
                <a:cs typeface="Roboto"/>
                <a:sym typeface="Roboto"/>
              </a:defRPr>
            </a:lvl1pPr>
            <a:lvl2pPr marR="0" lvl="1" algn="l" rtl="0">
              <a:spcBef>
                <a:spcPts val="600"/>
              </a:spcBef>
              <a:spcAft>
                <a:spcPts val="0"/>
              </a:spcAft>
              <a:buClr>
                <a:schemeClr val="dk1"/>
              </a:buClr>
              <a:buSzPts val="1800"/>
              <a:buFont typeface="Arial"/>
              <a:buChar char="•"/>
              <a:defRPr sz="1800" b="0" i="0" u="none" strike="noStrike" cap="none">
                <a:solidFill>
                  <a:schemeClr val="dk1"/>
                </a:solidFill>
                <a:latin typeface="Roboto"/>
                <a:ea typeface="Roboto"/>
                <a:cs typeface="Roboto"/>
                <a:sym typeface="Roboto"/>
              </a:defRPr>
            </a:lvl2pPr>
            <a:lvl3pPr marR="0" lvl="2" algn="l" rtl="0">
              <a:spcBef>
                <a:spcPts val="600"/>
              </a:spcBef>
              <a:spcAft>
                <a:spcPts val="0"/>
              </a:spcAft>
              <a:buClr>
                <a:schemeClr val="dk1"/>
              </a:buClr>
              <a:buSzPts val="1600"/>
              <a:buFont typeface="Merriweather Sans"/>
              <a:buChar char="−"/>
              <a:defRPr sz="1600" b="0" i="0" u="none" strike="noStrike" cap="none">
                <a:solidFill>
                  <a:schemeClr val="dk1"/>
                </a:solidFill>
                <a:latin typeface="Roboto"/>
                <a:ea typeface="Roboto"/>
                <a:cs typeface="Roboto"/>
                <a:sym typeface="Roboto"/>
              </a:defRPr>
            </a:lvl3pPr>
            <a:lvl4pPr marR="0" lvl="3" algn="l" rtl="0">
              <a:spcBef>
                <a:spcPts val="300"/>
              </a:spcBef>
              <a:spcAft>
                <a:spcPts val="0"/>
              </a:spcAft>
              <a:buClr>
                <a:schemeClr val="dk1"/>
              </a:buClr>
              <a:buSzPts val="1400"/>
              <a:buFont typeface="Arial"/>
              <a:buChar char="•"/>
              <a:defRPr sz="1400" b="0" i="0" u="none" strike="noStrike" cap="none">
                <a:solidFill>
                  <a:schemeClr val="dk1"/>
                </a:solidFill>
                <a:latin typeface="Roboto"/>
                <a:ea typeface="Roboto"/>
                <a:cs typeface="Roboto"/>
                <a:sym typeface="Roboto"/>
              </a:defRPr>
            </a:lvl4pPr>
            <a:lvl5pPr marR="0" lvl="4" algn="l" rtl="0">
              <a:spcBef>
                <a:spcPts val="300"/>
              </a:spcBef>
              <a:spcAft>
                <a:spcPts val="0"/>
              </a:spcAft>
              <a:buClr>
                <a:schemeClr val="dk1"/>
              </a:buClr>
              <a:buSzPts val="1200"/>
              <a:buFont typeface="Merriweather Sans"/>
              <a:buChar char="−"/>
              <a:defRPr sz="1200" b="0" i="0" u="none" strike="noStrike" cap="none">
                <a:solidFill>
                  <a:schemeClr val="dk1"/>
                </a:solidFill>
                <a:latin typeface="Roboto"/>
                <a:ea typeface="Roboto"/>
                <a:cs typeface="Roboto"/>
                <a:sym typeface="Roboto"/>
              </a:defRPr>
            </a:lvl5pPr>
            <a:lvl6pPr marR="0" lvl="5" algn="l" rtl="0">
              <a:spcBef>
                <a:spcPts val="533"/>
              </a:spcBef>
              <a:spcAft>
                <a:spcPts val="0"/>
              </a:spcAft>
              <a:buClr>
                <a:schemeClr val="dk1"/>
              </a:buClr>
              <a:buSzPts val="2666"/>
              <a:buFont typeface="Arial"/>
              <a:buChar char="•"/>
              <a:defRPr sz="2666" b="0" i="0" u="none" strike="noStrike" cap="none">
                <a:solidFill>
                  <a:schemeClr val="dk1"/>
                </a:solidFill>
                <a:latin typeface="Poppins Medium"/>
                <a:ea typeface="Poppins Medium"/>
                <a:cs typeface="Poppins Medium"/>
                <a:sym typeface="Poppins Medium"/>
              </a:defRPr>
            </a:lvl6pPr>
            <a:lvl7pPr marR="0" lvl="6" algn="l" rtl="0">
              <a:spcBef>
                <a:spcPts val="533"/>
              </a:spcBef>
              <a:spcAft>
                <a:spcPts val="0"/>
              </a:spcAft>
              <a:buClr>
                <a:schemeClr val="dk1"/>
              </a:buClr>
              <a:buSzPts val="2666"/>
              <a:buFont typeface="Arial"/>
              <a:buChar char="•"/>
              <a:defRPr sz="2666" b="0" i="0" u="none" strike="noStrike" cap="none">
                <a:solidFill>
                  <a:schemeClr val="dk1"/>
                </a:solidFill>
                <a:latin typeface="Poppins Medium"/>
                <a:ea typeface="Poppins Medium"/>
                <a:cs typeface="Poppins Medium"/>
                <a:sym typeface="Poppins Medium"/>
              </a:defRPr>
            </a:lvl7pPr>
            <a:lvl8pPr marR="0" lvl="7" algn="l" rtl="0">
              <a:spcBef>
                <a:spcPts val="533"/>
              </a:spcBef>
              <a:spcAft>
                <a:spcPts val="0"/>
              </a:spcAft>
              <a:buClr>
                <a:schemeClr val="dk1"/>
              </a:buClr>
              <a:buSzPts val="2666"/>
              <a:buFont typeface="Arial"/>
              <a:buChar char="•"/>
              <a:defRPr sz="2666" b="0" i="0" u="none" strike="noStrike" cap="none">
                <a:solidFill>
                  <a:schemeClr val="dk1"/>
                </a:solidFill>
                <a:latin typeface="Poppins Medium"/>
                <a:ea typeface="Poppins Medium"/>
                <a:cs typeface="Poppins Medium"/>
                <a:sym typeface="Poppins Medium"/>
              </a:defRPr>
            </a:lvl8pPr>
            <a:lvl9pPr marR="0" lvl="8" algn="l" rtl="0">
              <a:spcBef>
                <a:spcPts val="533"/>
              </a:spcBef>
              <a:spcAft>
                <a:spcPts val="0"/>
              </a:spcAft>
              <a:buClr>
                <a:schemeClr val="dk1"/>
              </a:buClr>
              <a:buSzPts val="2666"/>
              <a:buFont typeface="Arial"/>
              <a:buChar char="•"/>
              <a:defRPr sz="2666" b="0" i="0" u="none" strike="noStrike" cap="none">
                <a:solidFill>
                  <a:schemeClr val="dk1"/>
                </a:solidFill>
                <a:latin typeface="Poppins Medium"/>
                <a:ea typeface="Poppins Medium"/>
                <a:cs typeface="Poppins Medium"/>
                <a:sym typeface="Poppins Medium"/>
              </a:defRPr>
            </a:lvl9pPr>
          </a:lstStyle>
          <a:p>
            <a:endParaRPr/>
          </a:p>
        </p:txBody>
      </p:sp>
      <p:sp>
        <p:nvSpPr>
          <p:cNvPr id="752" name="Google Shape;752;p128"/>
          <p:cNvSpPr txBox="1">
            <a:spLocks noGrp="1"/>
          </p:cNvSpPr>
          <p:nvPr>
            <p:ph type="sldNum" idx="12"/>
          </p:nvPr>
        </p:nvSpPr>
        <p:spPr>
          <a:xfrm>
            <a:off x="11438849" y="6400800"/>
            <a:ext cx="294601" cy="228600"/>
          </a:xfrm>
          <a:prstGeom prst="rect">
            <a:avLst/>
          </a:prstGeom>
        </p:spPr>
        <p:txBody>
          <a:bodyPr spcFirstLastPara="1" wrap="square" lIns="0" tIns="0" rIns="0" bIns="0" anchor="b" anchorCtr="0">
            <a:noAutofit/>
          </a:bodyPr>
          <a:lstStyle>
            <a:lvl1pPr lvl="0" rtl="0">
              <a:buNone/>
              <a:defRPr sz="1000">
                <a:solidFill>
                  <a:schemeClr val="lt1"/>
                </a:solidFill>
              </a:defRPr>
            </a:lvl1pPr>
            <a:lvl2pPr lvl="1" rtl="0">
              <a:buNone/>
              <a:defRPr sz="1000">
                <a:solidFill>
                  <a:schemeClr val="lt1"/>
                </a:solidFill>
              </a:defRPr>
            </a:lvl2pPr>
            <a:lvl3pPr lvl="2" rtl="0">
              <a:buNone/>
              <a:defRPr sz="1000">
                <a:solidFill>
                  <a:schemeClr val="lt1"/>
                </a:solidFill>
              </a:defRPr>
            </a:lvl3pPr>
            <a:lvl4pPr lvl="3" rtl="0">
              <a:buNone/>
              <a:defRPr sz="1000">
                <a:solidFill>
                  <a:schemeClr val="lt1"/>
                </a:solidFill>
              </a:defRPr>
            </a:lvl4pPr>
            <a:lvl5pPr lvl="4" rtl="0">
              <a:buNone/>
              <a:defRPr sz="1000">
                <a:solidFill>
                  <a:schemeClr val="lt1"/>
                </a:solidFill>
              </a:defRPr>
            </a:lvl5pPr>
            <a:lvl6pPr lvl="5" rtl="0">
              <a:buNone/>
              <a:defRPr sz="1000">
                <a:solidFill>
                  <a:schemeClr val="lt1"/>
                </a:solidFill>
              </a:defRPr>
            </a:lvl6pPr>
            <a:lvl7pPr lvl="6" rtl="0">
              <a:buNone/>
              <a:defRPr sz="1000">
                <a:solidFill>
                  <a:schemeClr val="lt1"/>
                </a:solidFill>
              </a:defRPr>
            </a:lvl7pPr>
            <a:lvl8pPr lvl="7" rtl="0">
              <a:buNone/>
              <a:defRPr sz="1000">
                <a:solidFill>
                  <a:schemeClr val="lt1"/>
                </a:solidFill>
              </a:defRPr>
            </a:lvl8pPr>
            <a:lvl9pPr lvl="8" rtl="0">
              <a:buNone/>
              <a:defRPr sz="1000">
                <a:solidFill>
                  <a:schemeClr val="lt1"/>
                </a:solidFill>
              </a:defRPr>
            </a:lvl9pPr>
          </a:lstStyle>
          <a:p>
            <a:fld id="{00000000-1234-1234-1234-123412341234}" type="slidenum">
              <a:rPr lang="en" smtClean="0"/>
              <a:pPr/>
              <a:t>‹#›</a:t>
            </a:fld>
            <a:endParaRPr lang="en"/>
          </a:p>
        </p:txBody>
      </p:sp>
      <p:sp>
        <p:nvSpPr>
          <p:cNvPr id="753" name="Google Shape;753;p128"/>
          <p:cNvSpPr txBox="1">
            <a:spLocks noGrp="1"/>
          </p:cNvSpPr>
          <p:nvPr>
            <p:ph type="body" idx="1"/>
          </p:nvPr>
        </p:nvSpPr>
        <p:spPr>
          <a:xfrm>
            <a:off x="455625" y="2686375"/>
            <a:ext cx="5486400" cy="3257100"/>
          </a:xfrm>
          <a:prstGeom prst="rect">
            <a:avLst/>
          </a:prstGeom>
          <a:noFill/>
          <a:ln>
            <a:noFill/>
          </a:ln>
        </p:spPr>
        <p:txBody>
          <a:bodyPr spcFirstLastPara="1" wrap="square" lIns="0" tIns="0" rIns="0" bIns="0" anchor="t" anchorCtr="0">
            <a:noAutofit/>
          </a:bodyPr>
          <a:lstStyle>
            <a:lvl1pPr marL="457207" lvl="0" indent="-228604" algn="l" rtl="0">
              <a:spcBef>
                <a:spcPts val="1800"/>
              </a:spcBef>
              <a:spcAft>
                <a:spcPts val="0"/>
              </a:spcAft>
              <a:buClr>
                <a:schemeClr val="lt1"/>
              </a:buClr>
              <a:buSzPts val="2000"/>
              <a:buFont typeface="Roboto"/>
              <a:buNone/>
              <a:defRPr b="0" i="0">
                <a:solidFill>
                  <a:schemeClr val="lt1"/>
                </a:solidFill>
                <a:latin typeface="Roboto"/>
                <a:ea typeface="Roboto"/>
                <a:cs typeface="Roboto"/>
                <a:sym typeface="Roboto"/>
              </a:defRPr>
            </a:lvl1pPr>
            <a:lvl2pPr marL="914415" lvl="1" indent="-342906" algn="l" rtl="0">
              <a:spcBef>
                <a:spcPts val="600"/>
              </a:spcBef>
              <a:spcAft>
                <a:spcPts val="0"/>
              </a:spcAft>
              <a:buClr>
                <a:schemeClr val="lt1"/>
              </a:buClr>
              <a:buSzPts val="1800"/>
              <a:buChar char="•"/>
              <a:defRPr b="0" i="0">
                <a:solidFill>
                  <a:schemeClr val="lt1"/>
                </a:solidFill>
                <a:latin typeface="Roboto"/>
                <a:ea typeface="Roboto"/>
                <a:cs typeface="Roboto"/>
                <a:sym typeface="Roboto"/>
              </a:defRPr>
            </a:lvl2pPr>
            <a:lvl3pPr marL="1371622" lvl="2" indent="-330205" algn="l" rtl="0">
              <a:spcBef>
                <a:spcPts val="600"/>
              </a:spcBef>
              <a:spcAft>
                <a:spcPts val="0"/>
              </a:spcAft>
              <a:buClr>
                <a:schemeClr val="lt1"/>
              </a:buClr>
              <a:buSzPts val="1600"/>
              <a:buChar char="−"/>
              <a:defRPr b="0" i="0">
                <a:solidFill>
                  <a:schemeClr val="lt1"/>
                </a:solidFill>
                <a:latin typeface="Roboto"/>
                <a:ea typeface="Roboto"/>
                <a:cs typeface="Roboto"/>
                <a:sym typeface="Roboto"/>
              </a:defRPr>
            </a:lvl3pPr>
            <a:lvl4pPr marL="1828831" lvl="3" indent="-317506" algn="l" rtl="0">
              <a:spcBef>
                <a:spcPts val="300"/>
              </a:spcBef>
              <a:spcAft>
                <a:spcPts val="0"/>
              </a:spcAft>
              <a:buClr>
                <a:schemeClr val="lt1"/>
              </a:buClr>
              <a:buSzPts val="1400"/>
              <a:buChar char="•"/>
              <a:defRPr b="0" i="0">
                <a:solidFill>
                  <a:schemeClr val="lt1"/>
                </a:solidFill>
                <a:latin typeface="Roboto"/>
                <a:ea typeface="Roboto"/>
                <a:cs typeface="Roboto"/>
                <a:sym typeface="Roboto"/>
              </a:defRPr>
            </a:lvl4pPr>
            <a:lvl5pPr marL="2286038" lvl="4" indent="-304805" algn="l" rtl="0">
              <a:spcBef>
                <a:spcPts val="300"/>
              </a:spcBef>
              <a:spcAft>
                <a:spcPts val="0"/>
              </a:spcAft>
              <a:buClr>
                <a:schemeClr val="lt1"/>
              </a:buClr>
              <a:buSzPts val="1200"/>
              <a:buChar char="−"/>
              <a:defRPr b="0" i="0">
                <a:solidFill>
                  <a:schemeClr val="lt1"/>
                </a:solidFill>
                <a:latin typeface="Roboto"/>
                <a:ea typeface="Roboto"/>
                <a:cs typeface="Roboto"/>
                <a:sym typeface="Roboto"/>
              </a:defRPr>
            </a:lvl5pPr>
            <a:lvl6pPr marL="2743246" lvl="5" indent="-304805" algn="l" rtl="0">
              <a:spcBef>
                <a:spcPts val="360"/>
              </a:spcBef>
              <a:spcAft>
                <a:spcPts val="0"/>
              </a:spcAft>
              <a:buClr>
                <a:schemeClr val="lt1"/>
              </a:buClr>
              <a:buSzPts val="1200"/>
              <a:buFont typeface="Roboto"/>
              <a:buChar char="•"/>
              <a:defRPr sz="1200">
                <a:solidFill>
                  <a:schemeClr val="lt1"/>
                </a:solidFill>
                <a:latin typeface="Roboto"/>
                <a:ea typeface="Roboto"/>
                <a:cs typeface="Roboto"/>
                <a:sym typeface="Roboto"/>
              </a:defRPr>
            </a:lvl6pPr>
            <a:lvl7pPr marL="3200453" lvl="6" indent="-304805" algn="l" rtl="0">
              <a:spcBef>
                <a:spcPts val="360"/>
              </a:spcBef>
              <a:spcAft>
                <a:spcPts val="0"/>
              </a:spcAft>
              <a:buClr>
                <a:schemeClr val="lt1"/>
              </a:buClr>
              <a:buSzPts val="1200"/>
              <a:buFont typeface="Roboto"/>
              <a:buChar char="•"/>
              <a:defRPr sz="1200">
                <a:solidFill>
                  <a:schemeClr val="lt1"/>
                </a:solidFill>
                <a:latin typeface="Roboto"/>
                <a:ea typeface="Roboto"/>
                <a:cs typeface="Roboto"/>
                <a:sym typeface="Roboto"/>
              </a:defRPr>
            </a:lvl7pPr>
            <a:lvl8pPr marL="3657661" lvl="7" indent="-304805" algn="l" rtl="0">
              <a:spcBef>
                <a:spcPts val="360"/>
              </a:spcBef>
              <a:spcAft>
                <a:spcPts val="0"/>
              </a:spcAft>
              <a:buClr>
                <a:schemeClr val="lt1"/>
              </a:buClr>
              <a:buSzPts val="1200"/>
              <a:buFont typeface="Roboto"/>
              <a:buChar char="•"/>
              <a:defRPr sz="1200">
                <a:solidFill>
                  <a:schemeClr val="lt1"/>
                </a:solidFill>
                <a:latin typeface="Roboto"/>
                <a:ea typeface="Roboto"/>
                <a:cs typeface="Roboto"/>
                <a:sym typeface="Roboto"/>
              </a:defRPr>
            </a:lvl8pPr>
            <a:lvl9pPr marL="4114868" lvl="8" indent="-304805" algn="l" rtl="0">
              <a:spcBef>
                <a:spcPts val="360"/>
              </a:spcBef>
              <a:spcAft>
                <a:spcPts val="0"/>
              </a:spcAft>
              <a:buClr>
                <a:schemeClr val="lt1"/>
              </a:buClr>
              <a:buSzPts val="1200"/>
              <a:buFont typeface="Roboto"/>
              <a:buChar char="•"/>
              <a:defRPr sz="1200">
                <a:solidFill>
                  <a:schemeClr val="lt1"/>
                </a:solidFill>
                <a:latin typeface="Roboto"/>
                <a:ea typeface="Roboto"/>
                <a:cs typeface="Roboto"/>
                <a:sym typeface="Roboto"/>
              </a:defRPr>
            </a:lvl9pPr>
          </a:lstStyle>
          <a:p>
            <a:endParaRPr/>
          </a:p>
        </p:txBody>
      </p:sp>
      <p:pic>
        <p:nvPicPr>
          <p:cNvPr id="754" name="Google Shape;754;p128"/>
          <p:cNvPicPr preferRelativeResize="0"/>
          <p:nvPr/>
        </p:nvPicPr>
        <p:blipFill>
          <a:blip r:embed="rId2">
            <a:alphaModFix/>
          </a:blip>
          <a:stretch>
            <a:fillRect/>
          </a:stretch>
        </p:blipFill>
        <p:spPr>
          <a:xfrm>
            <a:off x="455626" y="6262542"/>
            <a:ext cx="685801" cy="352697"/>
          </a:xfrm>
          <a:prstGeom prst="rect">
            <a:avLst/>
          </a:prstGeom>
          <a:noFill/>
          <a:ln>
            <a:noFill/>
          </a:ln>
        </p:spPr>
      </p:pic>
      <p:sp>
        <p:nvSpPr>
          <p:cNvPr id="755" name="Google Shape;755;p128"/>
          <p:cNvSpPr txBox="1"/>
          <p:nvPr/>
        </p:nvSpPr>
        <p:spPr>
          <a:xfrm>
            <a:off x="8194350" y="6400800"/>
            <a:ext cx="3244500" cy="228600"/>
          </a:xfrm>
          <a:prstGeom prst="rect">
            <a:avLst/>
          </a:prstGeom>
          <a:noFill/>
          <a:ln>
            <a:noFill/>
          </a:ln>
        </p:spPr>
        <p:txBody>
          <a:bodyPr spcFirstLastPara="1" wrap="square" lIns="91426" tIns="91426" rIns="91426" bIns="91426" anchor="t" anchorCtr="0">
            <a:noAutofit/>
          </a:bodyPr>
          <a:lstStyle/>
          <a:p>
            <a:pPr marL="0" lvl="0" indent="0" algn="r" rtl="0">
              <a:spcBef>
                <a:spcPts val="0"/>
              </a:spcBef>
              <a:spcAft>
                <a:spcPts val="0"/>
              </a:spcAft>
              <a:buNone/>
            </a:pPr>
            <a:r>
              <a:rPr lang="en" sz="1000">
                <a:solidFill>
                  <a:srgbClr val="FFFFFF"/>
                </a:solidFill>
                <a:latin typeface="Roboto"/>
                <a:ea typeface="Roboto"/>
                <a:cs typeface="Roboto"/>
                <a:sym typeface="Roboto"/>
              </a:rPr>
              <a:t>Proprietary &amp; Confidential - For Internal Use Only</a:t>
            </a:r>
            <a:endParaRPr sz="1000">
              <a:solidFill>
                <a:srgbClr val="FFFFFF"/>
              </a:solidFill>
              <a:latin typeface="Roboto"/>
              <a:ea typeface="Roboto"/>
              <a:cs typeface="Roboto"/>
              <a:sym typeface="Roboto"/>
            </a:endParaRPr>
          </a:p>
        </p:txBody>
      </p:sp>
    </p:spTree>
  </p:cSld>
  <p:clrMapOvr>
    <a:masterClrMapping/>
  </p:clrMapOvr>
  <mc:AlternateContent xmlns:mc="http://schemas.openxmlformats.org/markup-compatibility/2006" xmlns:p14="http://schemas.microsoft.com/office/powerpoint/2010/main">
    <mc:Choice Requires="p14">
      <p:transition p14:dur="250">
        <p:fade/>
      </p:transition>
    </mc:Choice>
    <mc:Fallback xmlns:ahyp="http://schemas.microsoft.com/office/drawing/2018/hyperlinkcolor" xmlns:p15="http://schemas.microsoft.com/office/powerpoint/2012/main" xmlns:com="http://schemas.openxmlformats.org/drawingml/2006/compatibility" xmlns:pvml="urn:schemas-microsoft-com:office:powerpoint" xmlns:v="urn:schemas-microsoft-com:vml" xmlns:o="urn:schemas-microsoft-com:office:office" xmlns:dgm="http://schemas.openxmlformats.org/drawingml/2006/diagram" xmlns:c="http://schemas.openxmlformats.org/drawingml/2006/chart" xmlns:mv="urn:schemas-microsoft-com:mac:vml" xmlns="">
      <p:transition>
        <p:fade/>
      </p:transition>
    </mc:Fallback>
  </mc:AlternateContent>
</p:sldLayout>
</file>

<file path=ppt/slideLayouts/slideLayout123.xml><?xml version="1.0" encoding="utf-8"?>
<p:sldLayout xmlns:a="http://schemas.openxmlformats.org/drawingml/2006/main" xmlns:r="http://schemas.openxmlformats.org/officeDocument/2006/relationships" xmlns:p="http://schemas.openxmlformats.org/presentationml/2006/main" matchingName="HYUNDAI  Title | Text | HP Image">
  <p:cSld name="HYUNDAI  Title | Text | HP Image">
    <p:bg>
      <p:bgPr>
        <a:solidFill>
          <a:schemeClr val="dk2"/>
        </a:solidFill>
        <a:effectLst/>
      </p:bgPr>
    </p:bg>
    <p:spTree>
      <p:nvGrpSpPr>
        <p:cNvPr id="1" name="Shape 756"/>
        <p:cNvGrpSpPr/>
        <p:nvPr/>
      </p:nvGrpSpPr>
      <p:grpSpPr>
        <a:xfrm>
          <a:off x="0" y="0"/>
          <a:ext cx="0" cy="0"/>
          <a:chOff x="0" y="0"/>
          <a:chExt cx="0" cy="0"/>
        </a:xfrm>
      </p:grpSpPr>
      <p:sp>
        <p:nvSpPr>
          <p:cNvPr id="757" name="Google Shape;757;p129"/>
          <p:cNvSpPr>
            <a:spLocks noGrp="1"/>
          </p:cNvSpPr>
          <p:nvPr>
            <p:ph type="pic" idx="2"/>
          </p:nvPr>
        </p:nvSpPr>
        <p:spPr>
          <a:xfrm>
            <a:off x="6094473" y="0"/>
            <a:ext cx="6094500" cy="6858000"/>
          </a:xfrm>
          <a:prstGeom prst="rect">
            <a:avLst/>
          </a:prstGeom>
          <a:solidFill>
            <a:srgbClr val="F2F2F2"/>
          </a:solidFill>
          <a:ln>
            <a:noFill/>
          </a:ln>
        </p:spPr>
        <p:txBody>
          <a:bodyPr spcFirstLastPara="1" wrap="square" lIns="0" tIns="0" rIns="0" bIns="0" anchor="ctr" anchorCtr="0">
            <a:noAutofit/>
          </a:bodyPr>
          <a:lstStyle>
            <a:lvl1pPr marR="0" lvl="0" algn="ctr" rtl="0">
              <a:spcBef>
                <a:spcPts val="1800"/>
              </a:spcBef>
              <a:spcAft>
                <a:spcPts val="0"/>
              </a:spcAft>
              <a:buClr>
                <a:schemeClr val="lt1"/>
              </a:buClr>
              <a:buSzPts val="2000"/>
              <a:buFont typeface="Roboto"/>
              <a:buNone/>
              <a:defRPr sz="2000" b="0" i="0" u="none" strike="noStrike" cap="none">
                <a:solidFill>
                  <a:schemeClr val="lt1"/>
                </a:solidFill>
                <a:latin typeface="Roboto"/>
                <a:ea typeface="Roboto"/>
                <a:cs typeface="Roboto"/>
                <a:sym typeface="Roboto"/>
              </a:defRPr>
            </a:lvl1pPr>
            <a:lvl2pPr marR="0" lvl="1" algn="l" rtl="0">
              <a:spcBef>
                <a:spcPts val="600"/>
              </a:spcBef>
              <a:spcAft>
                <a:spcPts val="0"/>
              </a:spcAft>
              <a:buClr>
                <a:schemeClr val="dk1"/>
              </a:buClr>
              <a:buSzPts val="1800"/>
              <a:buFont typeface="Arial"/>
              <a:buChar char="•"/>
              <a:defRPr sz="1800" b="0" i="0" u="none" strike="noStrike" cap="none">
                <a:solidFill>
                  <a:schemeClr val="dk1"/>
                </a:solidFill>
                <a:latin typeface="Roboto"/>
                <a:ea typeface="Roboto"/>
                <a:cs typeface="Roboto"/>
                <a:sym typeface="Roboto"/>
              </a:defRPr>
            </a:lvl2pPr>
            <a:lvl3pPr marR="0" lvl="2" algn="l" rtl="0">
              <a:spcBef>
                <a:spcPts val="600"/>
              </a:spcBef>
              <a:spcAft>
                <a:spcPts val="0"/>
              </a:spcAft>
              <a:buClr>
                <a:schemeClr val="dk1"/>
              </a:buClr>
              <a:buSzPts val="1600"/>
              <a:buFont typeface="Merriweather Sans"/>
              <a:buChar char="−"/>
              <a:defRPr sz="1600" b="0" i="0" u="none" strike="noStrike" cap="none">
                <a:solidFill>
                  <a:schemeClr val="dk1"/>
                </a:solidFill>
                <a:latin typeface="Roboto"/>
                <a:ea typeface="Roboto"/>
                <a:cs typeface="Roboto"/>
                <a:sym typeface="Roboto"/>
              </a:defRPr>
            </a:lvl3pPr>
            <a:lvl4pPr marR="0" lvl="3" algn="l" rtl="0">
              <a:spcBef>
                <a:spcPts val="300"/>
              </a:spcBef>
              <a:spcAft>
                <a:spcPts val="0"/>
              </a:spcAft>
              <a:buClr>
                <a:schemeClr val="dk1"/>
              </a:buClr>
              <a:buSzPts val="1400"/>
              <a:buFont typeface="Arial"/>
              <a:buChar char="•"/>
              <a:defRPr sz="1400" b="0" i="0" u="none" strike="noStrike" cap="none">
                <a:solidFill>
                  <a:schemeClr val="dk1"/>
                </a:solidFill>
                <a:latin typeface="Roboto"/>
                <a:ea typeface="Roboto"/>
                <a:cs typeface="Roboto"/>
                <a:sym typeface="Roboto"/>
              </a:defRPr>
            </a:lvl4pPr>
            <a:lvl5pPr marR="0" lvl="4" algn="l" rtl="0">
              <a:spcBef>
                <a:spcPts val="300"/>
              </a:spcBef>
              <a:spcAft>
                <a:spcPts val="0"/>
              </a:spcAft>
              <a:buClr>
                <a:schemeClr val="dk1"/>
              </a:buClr>
              <a:buSzPts val="1200"/>
              <a:buFont typeface="Merriweather Sans"/>
              <a:buChar char="−"/>
              <a:defRPr sz="1200" b="0" i="0" u="none" strike="noStrike" cap="none">
                <a:solidFill>
                  <a:schemeClr val="dk1"/>
                </a:solidFill>
                <a:latin typeface="Roboto"/>
                <a:ea typeface="Roboto"/>
                <a:cs typeface="Roboto"/>
                <a:sym typeface="Roboto"/>
              </a:defRPr>
            </a:lvl5pPr>
            <a:lvl6pPr marR="0" lvl="5" algn="l" rtl="0">
              <a:spcBef>
                <a:spcPts val="533"/>
              </a:spcBef>
              <a:spcAft>
                <a:spcPts val="0"/>
              </a:spcAft>
              <a:buClr>
                <a:schemeClr val="dk1"/>
              </a:buClr>
              <a:buSzPts val="2666"/>
              <a:buFont typeface="Arial"/>
              <a:buChar char="•"/>
              <a:defRPr sz="2666" b="0" i="0" u="none" strike="noStrike" cap="none">
                <a:solidFill>
                  <a:schemeClr val="dk1"/>
                </a:solidFill>
                <a:latin typeface="Poppins Medium"/>
                <a:ea typeface="Poppins Medium"/>
                <a:cs typeface="Poppins Medium"/>
                <a:sym typeface="Poppins Medium"/>
              </a:defRPr>
            </a:lvl6pPr>
            <a:lvl7pPr marR="0" lvl="6" algn="l" rtl="0">
              <a:spcBef>
                <a:spcPts val="533"/>
              </a:spcBef>
              <a:spcAft>
                <a:spcPts val="0"/>
              </a:spcAft>
              <a:buClr>
                <a:schemeClr val="dk1"/>
              </a:buClr>
              <a:buSzPts val="2666"/>
              <a:buFont typeface="Arial"/>
              <a:buChar char="•"/>
              <a:defRPr sz="2666" b="0" i="0" u="none" strike="noStrike" cap="none">
                <a:solidFill>
                  <a:schemeClr val="dk1"/>
                </a:solidFill>
                <a:latin typeface="Poppins Medium"/>
                <a:ea typeface="Poppins Medium"/>
                <a:cs typeface="Poppins Medium"/>
                <a:sym typeface="Poppins Medium"/>
              </a:defRPr>
            </a:lvl7pPr>
            <a:lvl8pPr marR="0" lvl="7" algn="l" rtl="0">
              <a:spcBef>
                <a:spcPts val="533"/>
              </a:spcBef>
              <a:spcAft>
                <a:spcPts val="0"/>
              </a:spcAft>
              <a:buClr>
                <a:schemeClr val="dk1"/>
              </a:buClr>
              <a:buSzPts val="2666"/>
              <a:buFont typeface="Arial"/>
              <a:buChar char="•"/>
              <a:defRPr sz="2666" b="0" i="0" u="none" strike="noStrike" cap="none">
                <a:solidFill>
                  <a:schemeClr val="dk1"/>
                </a:solidFill>
                <a:latin typeface="Poppins Medium"/>
                <a:ea typeface="Poppins Medium"/>
                <a:cs typeface="Poppins Medium"/>
                <a:sym typeface="Poppins Medium"/>
              </a:defRPr>
            </a:lvl8pPr>
            <a:lvl9pPr marR="0" lvl="8" algn="l" rtl="0">
              <a:spcBef>
                <a:spcPts val="533"/>
              </a:spcBef>
              <a:spcAft>
                <a:spcPts val="0"/>
              </a:spcAft>
              <a:buClr>
                <a:schemeClr val="dk1"/>
              </a:buClr>
              <a:buSzPts val="2666"/>
              <a:buFont typeface="Arial"/>
              <a:buChar char="•"/>
              <a:defRPr sz="2666" b="0" i="0" u="none" strike="noStrike" cap="none">
                <a:solidFill>
                  <a:schemeClr val="dk1"/>
                </a:solidFill>
                <a:latin typeface="Poppins Medium"/>
                <a:ea typeface="Poppins Medium"/>
                <a:cs typeface="Poppins Medium"/>
                <a:sym typeface="Poppins Medium"/>
              </a:defRPr>
            </a:lvl9pPr>
          </a:lstStyle>
          <a:p>
            <a:endParaRPr/>
          </a:p>
        </p:txBody>
      </p:sp>
      <p:sp>
        <p:nvSpPr>
          <p:cNvPr id="758" name="Google Shape;758;p129"/>
          <p:cNvSpPr txBox="1">
            <a:spLocks noGrp="1"/>
          </p:cNvSpPr>
          <p:nvPr>
            <p:ph type="title"/>
          </p:nvPr>
        </p:nvSpPr>
        <p:spPr>
          <a:xfrm>
            <a:off x="455618" y="457200"/>
            <a:ext cx="5029201" cy="524400"/>
          </a:xfrm>
          <a:prstGeom prst="rect">
            <a:avLst/>
          </a:prstGeom>
          <a:noFill/>
          <a:ln>
            <a:noFill/>
          </a:ln>
        </p:spPr>
        <p:txBody>
          <a:bodyPr spcFirstLastPara="1" wrap="square" lIns="0" tIns="0" rIns="0" bIns="0" anchor="t" anchorCtr="0">
            <a:noAutofit/>
          </a:bodyPr>
          <a:lstStyle>
            <a:lvl1pPr lvl="0" algn="l" rtl="0">
              <a:lnSpc>
                <a:spcPct val="80000"/>
              </a:lnSpc>
              <a:spcBef>
                <a:spcPts val="0"/>
              </a:spcBef>
              <a:spcAft>
                <a:spcPts val="0"/>
              </a:spcAft>
              <a:buClr>
                <a:schemeClr val="lt1"/>
              </a:buClr>
              <a:buSzPts val="3200"/>
              <a:buFont typeface="Roboto Medium"/>
              <a:buNone/>
              <a:defRPr b="0">
                <a:solidFill>
                  <a:schemeClr val="lt1"/>
                </a:solidFill>
              </a:defRPr>
            </a:lvl1pPr>
            <a:lvl2pPr lvl="1" rtl="0">
              <a:spcBef>
                <a:spcPts val="0"/>
              </a:spcBef>
              <a:spcAft>
                <a:spcPts val="0"/>
              </a:spcAft>
              <a:buSzPts val="1400"/>
              <a:buNone/>
              <a:defRPr/>
            </a:lvl2pPr>
            <a:lvl3pPr lvl="2" rtl="0">
              <a:spcBef>
                <a:spcPts val="0"/>
              </a:spcBef>
              <a:spcAft>
                <a:spcPts val="0"/>
              </a:spcAft>
              <a:buSzPts val="1400"/>
              <a:buNone/>
              <a:defRPr/>
            </a:lvl3pPr>
            <a:lvl4pPr lvl="3" rtl="0">
              <a:spcBef>
                <a:spcPts val="0"/>
              </a:spcBef>
              <a:spcAft>
                <a:spcPts val="0"/>
              </a:spcAft>
              <a:buSzPts val="1400"/>
              <a:buNone/>
              <a:defRPr/>
            </a:lvl4pPr>
            <a:lvl5pPr lvl="4" rtl="0">
              <a:spcBef>
                <a:spcPts val="0"/>
              </a:spcBef>
              <a:spcAft>
                <a:spcPts val="0"/>
              </a:spcAft>
              <a:buSzPts val="1400"/>
              <a:buNone/>
              <a:defRPr/>
            </a:lvl5pPr>
            <a:lvl6pPr lvl="5" rtl="0">
              <a:spcBef>
                <a:spcPts val="0"/>
              </a:spcBef>
              <a:spcAft>
                <a:spcPts val="0"/>
              </a:spcAft>
              <a:buSzPts val="1400"/>
              <a:buNone/>
              <a:defRPr/>
            </a:lvl6pPr>
            <a:lvl7pPr lvl="6" rtl="0">
              <a:spcBef>
                <a:spcPts val="0"/>
              </a:spcBef>
              <a:spcAft>
                <a:spcPts val="0"/>
              </a:spcAft>
              <a:buSzPts val="1400"/>
              <a:buNone/>
              <a:defRPr/>
            </a:lvl7pPr>
            <a:lvl8pPr lvl="7" rtl="0">
              <a:spcBef>
                <a:spcPts val="0"/>
              </a:spcBef>
              <a:spcAft>
                <a:spcPts val="0"/>
              </a:spcAft>
              <a:buSzPts val="1400"/>
              <a:buNone/>
              <a:defRPr/>
            </a:lvl8pPr>
            <a:lvl9pPr lvl="8" rtl="0">
              <a:spcBef>
                <a:spcPts val="0"/>
              </a:spcBef>
              <a:spcAft>
                <a:spcPts val="0"/>
              </a:spcAft>
              <a:buSzPts val="1400"/>
              <a:buNone/>
              <a:defRPr/>
            </a:lvl9pPr>
          </a:lstStyle>
          <a:p>
            <a:endParaRPr/>
          </a:p>
        </p:txBody>
      </p:sp>
      <p:sp>
        <p:nvSpPr>
          <p:cNvPr id="759" name="Google Shape;759;p129"/>
          <p:cNvSpPr txBox="1">
            <a:spLocks noGrp="1"/>
          </p:cNvSpPr>
          <p:nvPr>
            <p:ph type="sldNum" idx="12"/>
          </p:nvPr>
        </p:nvSpPr>
        <p:spPr>
          <a:xfrm>
            <a:off x="11438849" y="6400800"/>
            <a:ext cx="294601" cy="228600"/>
          </a:xfrm>
          <a:prstGeom prst="rect">
            <a:avLst/>
          </a:prstGeom>
        </p:spPr>
        <p:txBody>
          <a:bodyPr spcFirstLastPara="1" wrap="square" lIns="0" tIns="0" rIns="0" bIns="0" anchor="b" anchorCtr="0">
            <a:noAutofit/>
          </a:bodyPr>
          <a:lstStyle>
            <a:lvl1pPr lvl="0" rtl="0">
              <a:buNone/>
              <a:defRPr sz="1000">
                <a:solidFill>
                  <a:schemeClr val="lt1"/>
                </a:solidFill>
              </a:defRPr>
            </a:lvl1pPr>
            <a:lvl2pPr lvl="1" rtl="0">
              <a:buNone/>
              <a:defRPr sz="1000">
                <a:solidFill>
                  <a:schemeClr val="lt1"/>
                </a:solidFill>
              </a:defRPr>
            </a:lvl2pPr>
            <a:lvl3pPr lvl="2" rtl="0">
              <a:buNone/>
              <a:defRPr sz="1000">
                <a:solidFill>
                  <a:schemeClr val="lt1"/>
                </a:solidFill>
              </a:defRPr>
            </a:lvl3pPr>
            <a:lvl4pPr lvl="3" rtl="0">
              <a:buNone/>
              <a:defRPr sz="1000">
                <a:solidFill>
                  <a:schemeClr val="lt1"/>
                </a:solidFill>
              </a:defRPr>
            </a:lvl4pPr>
            <a:lvl5pPr lvl="4" rtl="0">
              <a:buNone/>
              <a:defRPr sz="1000">
                <a:solidFill>
                  <a:schemeClr val="lt1"/>
                </a:solidFill>
              </a:defRPr>
            </a:lvl5pPr>
            <a:lvl6pPr lvl="5" rtl="0">
              <a:buNone/>
              <a:defRPr sz="1000">
                <a:solidFill>
                  <a:schemeClr val="lt1"/>
                </a:solidFill>
              </a:defRPr>
            </a:lvl6pPr>
            <a:lvl7pPr lvl="6" rtl="0">
              <a:buNone/>
              <a:defRPr sz="1000">
                <a:solidFill>
                  <a:schemeClr val="lt1"/>
                </a:solidFill>
              </a:defRPr>
            </a:lvl7pPr>
            <a:lvl8pPr lvl="7" rtl="0">
              <a:buNone/>
              <a:defRPr sz="1000">
                <a:solidFill>
                  <a:schemeClr val="lt1"/>
                </a:solidFill>
              </a:defRPr>
            </a:lvl8pPr>
            <a:lvl9pPr lvl="8" rtl="0">
              <a:buNone/>
              <a:defRPr sz="1000">
                <a:solidFill>
                  <a:schemeClr val="lt1"/>
                </a:solidFill>
              </a:defRPr>
            </a:lvl9pPr>
          </a:lstStyle>
          <a:p>
            <a:fld id="{00000000-1234-1234-1234-123412341234}" type="slidenum">
              <a:rPr lang="en" smtClean="0"/>
              <a:pPr/>
              <a:t>‹#›</a:t>
            </a:fld>
            <a:endParaRPr lang="en"/>
          </a:p>
        </p:txBody>
      </p:sp>
      <p:sp>
        <p:nvSpPr>
          <p:cNvPr id="760" name="Google Shape;760;p129"/>
          <p:cNvSpPr txBox="1">
            <a:spLocks noGrp="1"/>
          </p:cNvSpPr>
          <p:nvPr>
            <p:ph type="body" idx="1"/>
          </p:nvPr>
        </p:nvSpPr>
        <p:spPr>
          <a:xfrm>
            <a:off x="455675" y="2686375"/>
            <a:ext cx="5257800" cy="3257100"/>
          </a:xfrm>
          <a:prstGeom prst="rect">
            <a:avLst/>
          </a:prstGeom>
          <a:noFill/>
          <a:ln>
            <a:noFill/>
          </a:ln>
        </p:spPr>
        <p:txBody>
          <a:bodyPr spcFirstLastPara="1" wrap="square" lIns="0" tIns="0" rIns="0" bIns="0" anchor="t" anchorCtr="0">
            <a:noAutofit/>
          </a:bodyPr>
          <a:lstStyle>
            <a:lvl1pPr marL="457207" lvl="0" indent="-228604" algn="l" rtl="0">
              <a:spcBef>
                <a:spcPts val="1800"/>
              </a:spcBef>
              <a:spcAft>
                <a:spcPts val="0"/>
              </a:spcAft>
              <a:buClr>
                <a:schemeClr val="lt1"/>
              </a:buClr>
              <a:buSzPts val="2000"/>
              <a:buFont typeface="Roboto"/>
              <a:buNone/>
              <a:defRPr b="0" i="0">
                <a:solidFill>
                  <a:schemeClr val="lt1"/>
                </a:solidFill>
                <a:latin typeface="Roboto"/>
                <a:ea typeface="Roboto"/>
                <a:cs typeface="Roboto"/>
                <a:sym typeface="Roboto"/>
              </a:defRPr>
            </a:lvl1pPr>
            <a:lvl2pPr marL="914415" lvl="1" indent="-342906" algn="l" rtl="0">
              <a:spcBef>
                <a:spcPts val="600"/>
              </a:spcBef>
              <a:spcAft>
                <a:spcPts val="0"/>
              </a:spcAft>
              <a:buClr>
                <a:schemeClr val="lt1"/>
              </a:buClr>
              <a:buSzPts val="1800"/>
              <a:buChar char="•"/>
              <a:defRPr b="0" i="0">
                <a:solidFill>
                  <a:schemeClr val="lt1"/>
                </a:solidFill>
                <a:latin typeface="Roboto"/>
                <a:ea typeface="Roboto"/>
                <a:cs typeface="Roboto"/>
                <a:sym typeface="Roboto"/>
              </a:defRPr>
            </a:lvl2pPr>
            <a:lvl3pPr marL="1371622" lvl="2" indent="-330205" algn="l" rtl="0">
              <a:spcBef>
                <a:spcPts val="600"/>
              </a:spcBef>
              <a:spcAft>
                <a:spcPts val="0"/>
              </a:spcAft>
              <a:buClr>
                <a:schemeClr val="lt1"/>
              </a:buClr>
              <a:buSzPts val="1600"/>
              <a:buChar char="−"/>
              <a:defRPr b="0" i="0">
                <a:solidFill>
                  <a:schemeClr val="lt1"/>
                </a:solidFill>
                <a:latin typeface="Roboto"/>
                <a:ea typeface="Roboto"/>
                <a:cs typeface="Roboto"/>
                <a:sym typeface="Roboto"/>
              </a:defRPr>
            </a:lvl3pPr>
            <a:lvl4pPr marL="1828831" lvl="3" indent="-317506" algn="l" rtl="0">
              <a:spcBef>
                <a:spcPts val="300"/>
              </a:spcBef>
              <a:spcAft>
                <a:spcPts val="0"/>
              </a:spcAft>
              <a:buClr>
                <a:schemeClr val="lt1"/>
              </a:buClr>
              <a:buSzPts val="1400"/>
              <a:buChar char="•"/>
              <a:defRPr b="0" i="0">
                <a:solidFill>
                  <a:schemeClr val="lt1"/>
                </a:solidFill>
                <a:latin typeface="Roboto"/>
                <a:ea typeface="Roboto"/>
                <a:cs typeface="Roboto"/>
                <a:sym typeface="Roboto"/>
              </a:defRPr>
            </a:lvl4pPr>
            <a:lvl5pPr marL="2286038" lvl="4" indent="-304805" algn="l" rtl="0">
              <a:spcBef>
                <a:spcPts val="300"/>
              </a:spcBef>
              <a:spcAft>
                <a:spcPts val="0"/>
              </a:spcAft>
              <a:buClr>
                <a:schemeClr val="lt1"/>
              </a:buClr>
              <a:buSzPts val="1200"/>
              <a:buChar char="−"/>
              <a:defRPr b="0" i="0">
                <a:solidFill>
                  <a:schemeClr val="lt1"/>
                </a:solidFill>
                <a:latin typeface="Roboto"/>
                <a:ea typeface="Roboto"/>
                <a:cs typeface="Roboto"/>
                <a:sym typeface="Roboto"/>
              </a:defRPr>
            </a:lvl5pPr>
            <a:lvl6pPr marL="2743246" lvl="5" indent="-304805" algn="l" rtl="0">
              <a:spcBef>
                <a:spcPts val="360"/>
              </a:spcBef>
              <a:spcAft>
                <a:spcPts val="0"/>
              </a:spcAft>
              <a:buClr>
                <a:schemeClr val="lt1"/>
              </a:buClr>
              <a:buSzPts val="1200"/>
              <a:buFont typeface="Roboto"/>
              <a:buChar char="•"/>
              <a:defRPr sz="1200">
                <a:solidFill>
                  <a:schemeClr val="lt1"/>
                </a:solidFill>
                <a:latin typeface="Roboto"/>
                <a:ea typeface="Roboto"/>
                <a:cs typeface="Roboto"/>
                <a:sym typeface="Roboto"/>
              </a:defRPr>
            </a:lvl6pPr>
            <a:lvl7pPr marL="3200453" lvl="6" indent="-304805" algn="l" rtl="0">
              <a:spcBef>
                <a:spcPts val="360"/>
              </a:spcBef>
              <a:spcAft>
                <a:spcPts val="0"/>
              </a:spcAft>
              <a:buClr>
                <a:schemeClr val="lt1"/>
              </a:buClr>
              <a:buSzPts val="1200"/>
              <a:buFont typeface="Roboto"/>
              <a:buChar char="•"/>
              <a:defRPr sz="1200">
                <a:solidFill>
                  <a:schemeClr val="lt1"/>
                </a:solidFill>
                <a:latin typeface="Roboto"/>
                <a:ea typeface="Roboto"/>
                <a:cs typeface="Roboto"/>
                <a:sym typeface="Roboto"/>
              </a:defRPr>
            </a:lvl7pPr>
            <a:lvl8pPr marL="3657661" lvl="7" indent="-304805" algn="l" rtl="0">
              <a:spcBef>
                <a:spcPts val="360"/>
              </a:spcBef>
              <a:spcAft>
                <a:spcPts val="0"/>
              </a:spcAft>
              <a:buClr>
                <a:schemeClr val="lt1"/>
              </a:buClr>
              <a:buSzPts val="1200"/>
              <a:buFont typeface="Roboto"/>
              <a:buChar char="•"/>
              <a:defRPr sz="1200">
                <a:solidFill>
                  <a:schemeClr val="lt1"/>
                </a:solidFill>
                <a:latin typeface="Roboto"/>
                <a:ea typeface="Roboto"/>
                <a:cs typeface="Roboto"/>
                <a:sym typeface="Roboto"/>
              </a:defRPr>
            </a:lvl8pPr>
            <a:lvl9pPr marL="4114868" lvl="8" indent="-304805" algn="l" rtl="0">
              <a:spcBef>
                <a:spcPts val="360"/>
              </a:spcBef>
              <a:spcAft>
                <a:spcPts val="0"/>
              </a:spcAft>
              <a:buClr>
                <a:schemeClr val="lt1"/>
              </a:buClr>
              <a:buSzPts val="1200"/>
              <a:buFont typeface="Roboto"/>
              <a:buChar char="•"/>
              <a:defRPr sz="1200">
                <a:solidFill>
                  <a:schemeClr val="lt1"/>
                </a:solidFill>
                <a:latin typeface="Roboto"/>
                <a:ea typeface="Roboto"/>
                <a:cs typeface="Roboto"/>
                <a:sym typeface="Roboto"/>
              </a:defRPr>
            </a:lvl9pPr>
          </a:lstStyle>
          <a:p>
            <a:endParaRPr/>
          </a:p>
        </p:txBody>
      </p:sp>
      <p:pic>
        <p:nvPicPr>
          <p:cNvPr id="761" name="Google Shape;761;p129"/>
          <p:cNvPicPr preferRelativeResize="0"/>
          <p:nvPr/>
        </p:nvPicPr>
        <p:blipFill>
          <a:blip r:embed="rId2">
            <a:alphaModFix/>
          </a:blip>
          <a:stretch>
            <a:fillRect/>
          </a:stretch>
        </p:blipFill>
        <p:spPr>
          <a:xfrm>
            <a:off x="455626" y="6262542"/>
            <a:ext cx="685801" cy="352697"/>
          </a:xfrm>
          <a:prstGeom prst="rect">
            <a:avLst/>
          </a:prstGeom>
          <a:noFill/>
          <a:ln>
            <a:noFill/>
          </a:ln>
        </p:spPr>
      </p:pic>
      <p:sp>
        <p:nvSpPr>
          <p:cNvPr id="762" name="Google Shape;762;p129"/>
          <p:cNvSpPr txBox="1"/>
          <p:nvPr/>
        </p:nvSpPr>
        <p:spPr>
          <a:xfrm>
            <a:off x="8194350" y="6400800"/>
            <a:ext cx="3244500" cy="228600"/>
          </a:xfrm>
          <a:prstGeom prst="rect">
            <a:avLst/>
          </a:prstGeom>
          <a:noFill/>
          <a:ln>
            <a:noFill/>
          </a:ln>
        </p:spPr>
        <p:txBody>
          <a:bodyPr spcFirstLastPara="1" wrap="square" lIns="91426" tIns="91426" rIns="91426" bIns="91426" anchor="t" anchorCtr="0">
            <a:noAutofit/>
          </a:bodyPr>
          <a:lstStyle/>
          <a:p>
            <a:pPr marL="0" lvl="0" indent="0" algn="r" rtl="0">
              <a:spcBef>
                <a:spcPts val="0"/>
              </a:spcBef>
              <a:spcAft>
                <a:spcPts val="0"/>
              </a:spcAft>
              <a:buNone/>
            </a:pPr>
            <a:r>
              <a:rPr lang="en" sz="1000">
                <a:solidFill>
                  <a:srgbClr val="FFFFFF"/>
                </a:solidFill>
                <a:latin typeface="Roboto"/>
                <a:ea typeface="Roboto"/>
                <a:cs typeface="Roboto"/>
                <a:sym typeface="Roboto"/>
              </a:rPr>
              <a:t>Proprietary &amp; Confidential - For Internal Use Only</a:t>
            </a:r>
            <a:endParaRPr sz="1000">
              <a:solidFill>
                <a:srgbClr val="FFFFFF"/>
              </a:solidFill>
              <a:latin typeface="Roboto"/>
              <a:ea typeface="Roboto"/>
              <a:cs typeface="Roboto"/>
              <a:sym typeface="Roboto"/>
            </a:endParaRPr>
          </a:p>
        </p:txBody>
      </p:sp>
    </p:spTree>
  </p:cSld>
  <p:clrMapOvr>
    <a:masterClrMapping/>
  </p:clrMapOvr>
  <mc:AlternateContent xmlns:mc="http://schemas.openxmlformats.org/markup-compatibility/2006" xmlns:p14="http://schemas.microsoft.com/office/powerpoint/2010/main">
    <mc:Choice Requires="p14">
      <p:transition p14:dur="250">
        <p:fade/>
      </p:transition>
    </mc:Choice>
    <mc:Fallback xmlns:ahyp="http://schemas.microsoft.com/office/drawing/2018/hyperlinkcolor" xmlns:p15="http://schemas.microsoft.com/office/powerpoint/2012/main" xmlns:com="http://schemas.openxmlformats.org/drawingml/2006/compatibility" xmlns:pvml="urn:schemas-microsoft-com:office:powerpoint" xmlns:v="urn:schemas-microsoft-com:vml" xmlns:o="urn:schemas-microsoft-com:office:office" xmlns:dgm="http://schemas.openxmlformats.org/drawingml/2006/diagram" xmlns:c="http://schemas.openxmlformats.org/drawingml/2006/chart" xmlns:mv="urn:schemas-microsoft-com:mac:vml" xmlns="">
      <p:transition>
        <p:fade/>
      </p:transition>
    </mc:Fallback>
  </mc:AlternateContent>
</p:sldLayout>
</file>

<file path=ppt/slideLayouts/slideLayout124.xml><?xml version="1.0" encoding="utf-8"?>
<p:sldLayout xmlns:a="http://schemas.openxmlformats.org/drawingml/2006/main" xmlns:r="http://schemas.openxmlformats.org/officeDocument/2006/relationships" xmlns:p="http://schemas.openxmlformats.org/presentationml/2006/main" matchingName="HYUNDAI  Title">
  <p:cSld name="HYUNDAI  Title">
    <p:bg>
      <p:bgPr>
        <a:solidFill>
          <a:schemeClr val="dk2"/>
        </a:solidFill>
        <a:effectLst/>
      </p:bgPr>
    </p:bg>
    <p:spTree>
      <p:nvGrpSpPr>
        <p:cNvPr id="1" name="Shape 763"/>
        <p:cNvGrpSpPr/>
        <p:nvPr/>
      </p:nvGrpSpPr>
      <p:grpSpPr>
        <a:xfrm>
          <a:off x="0" y="0"/>
          <a:ext cx="0" cy="0"/>
          <a:chOff x="0" y="0"/>
          <a:chExt cx="0" cy="0"/>
        </a:xfrm>
      </p:grpSpPr>
      <p:sp>
        <p:nvSpPr>
          <p:cNvPr id="764" name="Google Shape;764;p130"/>
          <p:cNvSpPr txBox="1">
            <a:spLocks noGrp="1"/>
          </p:cNvSpPr>
          <p:nvPr>
            <p:ph type="title"/>
          </p:nvPr>
        </p:nvSpPr>
        <p:spPr>
          <a:xfrm>
            <a:off x="455617" y="460683"/>
            <a:ext cx="8915400" cy="524400"/>
          </a:xfrm>
          <a:prstGeom prst="rect">
            <a:avLst/>
          </a:prstGeom>
          <a:noFill/>
          <a:ln>
            <a:noFill/>
          </a:ln>
        </p:spPr>
        <p:txBody>
          <a:bodyPr spcFirstLastPara="1" wrap="square" lIns="0" tIns="0" rIns="0" bIns="0" anchor="t" anchorCtr="0">
            <a:noAutofit/>
          </a:bodyPr>
          <a:lstStyle>
            <a:lvl1pPr lvl="0" algn="l" rtl="0">
              <a:lnSpc>
                <a:spcPct val="80000"/>
              </a:lnSpc>
              <a:spcBef>
                <a:spcPts val="0"/>
              </a:spcBef>
              <a:spcAft>
                <a:spcPts val="0"/>
              </a:spcAft>
              <a:buClr>
                <a:schemeClr val="lt1"/>
              </a:buClr>
              <a:buSzPts val="3200"/>
              <a:buFont typeface="Roboto Medium"/>
              <a:buNone/>
              <a:defRPr>
                <a:solidFill>
                  <a:schemeClr val="lt1"/>
                </a:solidFill>
              </a:defRPr>
            </a:lvl1pPr>
            <a:lvl2pPr lvl="1" rtl="0">
              <a:spcBef>
                <a:spcPts val="0"/>
              </a:spcBef>
              <a:spcAft>
                <a:spcPts val="0"/>
              </a:spcAft>
              <a:buSzPts val="1400"/>
              <a:buNone/>
              <a:defRPr/>
            </a:lvl2pPr>
            <a:lvl3pPr lvl="2" rtl="0">
              <a:spcBef>
                <a:spcPts val="0"/>
              </a:spcBef>
              <a:spcAft>
                <a:spcPts val="0"/>
              </a:spcAft>
              <a:buSzPts val="1400"/>
              <a:buNone/>
              <a:defRPr/>
            </a:lvl3pPr>
            <a:lvl4pPr lvl="3" rtl="0">
              <a:spcBef>
                <a:spcPts val="0"/>
              </a:spcBef>
              <a:spcAft>
                <a:spcPts val="0"/>
              </a:spcAft>
              <a:buSzPts val="1400"/>
              <a:buNone/>
              <a:defRPr/>
            </a:lvl4pPr>
            <a:lvl5pPr lvl="4" rtl="0">
              <a:spcBef>
                <a:spcPts val="0"/>
              </a:spcBef>
              <a:spcAft>
                <a:spcPts val="0"/>
              </a:spcAft>
              <a:buSzPts val="1400"/>
              <a:buNone/>
              <a:defRPr/>
            </a:lvl5pPr>
            <a:lvl6pPr lvl="5" rtl="0">
              <a:spcBef>
                <a:spcPts val="0"/>
              </a:spcBef>
              <a:spcAft>
                <a:spcPts val="0"/>
              </a:spcAft>
              <a:buSzPts val="1400"/>
              <a:buNone/>
              <a:defRPr/>
            </a:lvl6pPr>
            <a:lvl7pPr lvl="6" rtl="0">
              <a:spcBef>
                <a:spcPts val="0"/>
              </a:spcBef>
              <a:spcAft>
                <a:spcPts val="0"/>
              </a:spcAft>
              <a:buSzPts val="1400"/>
              <a:buNone/>
              <a:defRPr/>
            </a:lvl7pPr>
            <a:lvl8pPr lvl="7" rtl="0">
              <a:spcBef>
                <a:spcPts val="0"/>
              </a:spcBef>
              <a:spcAft>
                <a:spcPts val="0"/>
              </a:spcAft>
              <a:buSzPts val="1400"/>
              <a:buNone/>
              <a:defRPr/>
            </a:lvl8pPr>
            <a:lvl9pPr lvl="8" rtl="0">
              <a:spcBef>
                <a:spcPts val="0"/>
              </a:spcBef>
              <a:spcAft>
                <a:spcPts val="0"/>
              </a:spcAft>
              <a:buSzPts val="1400"/>
              <a:buNone/>
              <a:defRPr/>
            </a:lvl9pPr>
          </a:lstStyle>
          <a:p>
            <a:endParaRPr/>
          </a:p>
        </p:txBody>
      </p:sp>
      <p:sp>
        <p:nvSpPr>
          <p:cNvPr id="765" name="Google Shape;765;p130"/>
          <p:cNvSpPr txBox="1">
            <a:spLocks noGrp="1"/>
          </p:cNvSpPr>
          <p:nvPr>
            <p:ph type="sldNum" idx="12"/>
          </p:nvPr>
        </p:nvSpPr>
        <p:spPr>
          <a:xfrm>
            <a:off x="11438849" y="6400800"/>
            <a:ext cx="294601" cy="228600"/>
          </a:xfrm>
          <a:prstGeom prst="rect">
            <a:avLst/>
          </a:prstGeom>
        </p:spPr>
        <p:txBody>
          <a:bodyPr spcFirstLastPara="1" wrap="square" lIns="0" tIns="0" rIns="0" bIns="0" anchor="b" anchorCtr="0">
            <a:noAutofit/>
          </a:bodyPr>
          <a:lstStyle>
            <a:lvl1pPr lvl="0" rtl="0">
              <a:buNone/>
              <a:defRPr sz="1000">
                <a:solidFill>
                  <a:schemeClr val="lt1"/>
                </a:solidFill>
              </a:defRPr>
            </a:lvl1pPr>
            <a:lvl2pPr lvl="1" rtl="0">
              <a:buNone/>
              <a:defRPr sz="1000">
                <a:solidFill>
                  <a:schemeClr val="lt1"/>
                </a:solidFill>
              </a:defRPr>
            </a:lvl2pPr>
            <a:lvl3pPr lvl="2" rtl="0">
              <a:buNone/>
              <a:defRPr sz="1000">
                <a:solidFill>
                  <a:schemeClr val="lt1"/>
                </a:solidFill>
              </a:defRPr>
            </a:lvl3pPr>
            <a:lvl4pPr lvl="3" rtl="0">
              <a:buNone/>
              <a:defRPr sz="1000">
                <a:solidFill>
                  <a:schemeClr val="lt1"/>
                </a:solidFill>
              </a:defRPr>
            </a:lvl4pPr>
            <a:lvl5pPr lvl="4" rtl="0">
              <a:buNone/>
              <a:defRPr sz="1000">
                <a:solidFill>
                  <a:schemeClr val="lt1"/>
                </a:solidFill>
              </a:defRPr>
            </a:lvl5pPr>
            <a:lvl6pPr lvl="5" rtl="0">
              <a:buNone/>
              <a:defRPr sz="1000">
                <a:solidFill>
                  <a:schemeClr val="lt1"/>
                </a:solidFill>
              </a:defRPr>
            </a:lvl6pPr>
            <a:lvl7pPr lvl="6" rtl="0">
              <a:buNone/>
              <a:defRPr sz="1000">
                <a:solidFill>
                  <a:schemeClr val="lt1"/>
                </a:solidFill>
              </a:defRPr>
            </a:lvl7pPr>
            <a:lvl8pPr lvl="7" rtl="0">
              <a:buNone/>
              <a:defRPr sz="1000">
                <a:solidFill>
                  <a:schemeClr val="lt1"/>
                </a:solidFill>
              </a:defRPr>
            </a:lvl8pPr>
            <a:lvl9pPr lvl="8" rtl="0">
              <a:buNone/>
              <a:defRPr sz="1000">
                <a:solidFill>
                  <a:schemeClr val="lt1"/>
                </a:solidFill>
              </a:defRPr>
            </a:lvl9pPr>
          </a:lstStyle>
          <a:p>
            <a:fld id="{00000000-1234-1234-1234-123412341234}" type="slidenum">
              <a:rPr lang="en" smtClean="0"/>
              <a:pPr/>
              <a:t>‹#›</a:t>
            </a:fld>
            <a:endParaRPr lang="en"/>
          </a:p>
        </p:txBody>
      </p:sp>
      <p:pic>
        <p:nvPicPr>
          <p:cNvPr id="766" name="Google Shape;766;p130"/>
          <p:cNvPicPr preferRelativeResize="0"/>
          <p:nvPr/>
        </p:nvPicPr>
        <p:blipFill>
          <a:blip r:embed="rId2">
            <a:alphaModFix/>
          </a:blip>
          <a:stretch>
            <a:fillRect/>
          </a:stretch>
        </p:blipFill>
        <p:spPr>
          <a:xfrm>
            <a:off x="455626" y="6262542"/>
            <a:ext cx="685801" cy="352697"/>
          </a:xfrm>
          <a:prstGeom prst="rect">
            <a:avLst/>
          </a:prstGeom>
          <a:noFill/>
          <a:ln>
            <a:noFill/>
          </a:ln>
        </p:spPr>
      </p:pic>
      <p:sp>
        <p:nvSpPr>
          <p:cNvPr id="767" name="Google Shape;767;p130"/>
          <p:cNvSpPr txBox="1"/>
          <p:nvPr/>
        </p:nvSpPr>
        <p:spPr>
          <a:xfrm>
            <a:off x="8194350" y="6400800"/>
            <a:ext cx="3244500" cy="228600"/>
          </a:xfrm>
          <a:prstGeom prst="rect">
            <a:avLst/>
          </a:prstGeom>
          <a:noFill/>
          <a:ln>
            <a:noFill/>
          </a:ln>
        </p:spPr>
        <p:txBody>
          <a:bodyPr spcFirstLastPara="1" wrap="square" lIns="91426" tIns="91426" rIns="91426" bIns="91426" anchor="t" anchorCtr="0">
            <a:noAutofit/>
          </a:bodyPr>
          <a:lstStyle/>
          <a:p>
            <a:pPr marL="0" lvl="0" indent="0" algn="r" rtl="0">
              <a:spcBef>
                <a:spcPts val="0"/>
              </a:spcBef>
              <a:spcAft>
                <a:spcPts val="0"/>
              </a:spcAft>
              <a:buNone/>
            </a:pPr>
            <a:r>
              <a:rPr lang="en" sz="1000">
                <a:solidFill>
                  <a:srgbClr val="FFFFFF"/>
                </a:solidFill>
                <a:latin typeface="Roboto"/>
                <a:ea typeface="Roboto"/>
                <a:cs typeface="Roboto"/>
                <a:sym typeface="Roboto"/>
              </a:rPr>
              <a:t>Proprietary &amp; Confidential - For Internal Use Only</a:t>
            </a:r>
            <a:endParaRPr sz="1000">
              <a:solidFill>
                <a:srgbClr val="FFFFFF"/>
              </a:solidFill>
              <a:latin typeface="Roboto"/>
              <a:ea typeface="Roboto"/>
              <a:cs typeface="Roboto"/>
              <a:sym typeface="Roboto"/>
            </a:endParaRPr>
          </a:p>
        </p:txBody>
      </p:sp>
    </p:spTree>
  </p:cSld>
  <p:clrMapOvr>
    <a:masterClrMapping/>
  </p:clrMapOvr>
  <mc:AlternateContent xmlns:mc="http://schemas.openxmlformats.org/markup-compatibility/2006" xmlns:p14="http://schemas.microsoft.com/office/powerpoint/2010/main">
    <mc:Choice Requires="p14">
      <p:transition p14:dur="250">
        <p:fade/>
      </p:transition>
    </mc:Choice>
    <mc:Fallback xmlns:ahyp="http://schemas.microsoft.com/office/drawing/2018/hyperlinkcolor" xmlns:p15="http://schemas.microsoft.com/office/powerpoint/2012/main" xmlns:com="http://schemas.openxmlformats.org/drawingml/2006/compatibility" xmlns:pvml="urn:schemas-microsoft-com:office:powerpoint" xmlns:v="urn:schemas-microsoft-com:vml" xmlns:o="urn:schemas-microsoft-com:office:office" xmlns:dgm="http://schemas.openxmlformats.org/drawingml/2006/diagram" xmlns:c="http://schemas.openxmlformats.org/drawingml/2006/chart" xmlns:mv="urn:schemas-microsoft-com:mac:vml" xmlns="">
      <p:transition>
        <p:fade/>
      </p:transition>
    </mc:Fallback>
  </mc:AlternateContent>
</p:sldLayout>
</file>

<file path=ppt/slideLayouts/slideLayout125.xml><?xml version="1.0" encoding="utf-8"?>
<p:sldLayout xmlns:a="http://schemas.openxmlformats.org/drawingml/2006/main" xmlns:r="http://schemas.openxmlformats.org/officeDocument/2006/relationships" xmlns:p="http://schemas.openxmlformats.org/presentationml/2006/main" matchingName="HYUNDAI  1Col Subhead | Title | Text">
  <p:cSld name="HYUNDAI  1Col Subhead | Title | Text">
    <p:bg>
      <p:bgPr>
        <a:solidFill>
          <a:schemeClr val="dk2"/>
        </a:solidFill>
        <a:effectLst/>
      </p:bgPr>
    </p:bg>
    <p:spTree>
      <p:nvGrpSpPr>
        <p:cNvPr id="1" name="Shape 768"/>
        <p:cNvGrpSpPr/>
        <p:nvPr/>
      </p:nvGrpSpPr>
      <p:grpSpPr>
        <a:xfrm>
          <a:off x="0" y="0"/>
          <a:ext cx="0" cy="0"/>
          <a:chOff x="0" y="0"/>
          <a:chExt cx="0" cy="0"/>
        </a:xfrm>
      </p:grpSpPr>
      <p:sp>
        <p:nvSpPr>
          <p:cNvPr id="769" name="Google Shape;769;p131"/>
          <p:cNvSpPr txBox="1">
            <a:spLocks noGrp="1"/>
          </p:cNvSpPr>
          <p:nvPr>
            <p:ph type="title"/>
          </p:nvPr>
        </p:nvSpPr>
        <p:spPr>
          <a:xfrm>
            <a:off x="455617" y="731520"/>
            <a:ext cx="8915400" cy="524400"/>
          </a:xfrm>
          <a:prstGeom prst="rect">
            <a:avLst/>
          </a:prstGeom>
          <a:noFill/>
          <a:ln>
            <a:noFill/>
          </a:ln>
        </p:spPr>
        <p:txBody>
          <a:bodyPr spcFirstLastPara="1" wrap="square" lIns="0" tIns="0" rIns="0" bIns="0" anchor="t" anchorCtr="0">
            <a:noAutofit/>
          </a:bodyPr>
          <a:lstStyle>
            <a:lvl1pPr lvl="0" algn="l" rtl="0">
              <a:lnSpc>
                <a:spcPct val="80000"/>
              </a:lnSpc>
              <a:spcBef>
                <a:spcPts val="0"/>
              </a:spcBef>
              <a:spcAft>
                <a:spcPts val="0"/>
              </a:spcAft>
              <a:buClr>
                <a:schemeClr val="lt1"/>
              </a:buClr>
              <a:buSzPts val="3200"/>
              <a:buFont typeface="Roboto Medium"/>
              <a:buNone/>
              <a:defRPr b="0">
                <a:solidFill>
                  <a:schemeClr val="lt1"/>
                </a:solidFill>
              </a:defRPr>
            </a:lvl1pPr>
            <a:lvl2pPr lvl="1" rtl="0">
              <a:spcBef>
                <a:spcPts val="0"/>
              </a:spcBef>
              <a:spcAft>
                <a:spcPts val="0"/>
              </a:spcAft>
              <a:buSzPts val="1400"/>
              <a:buNone/>
              <a:defRPr/>
            </a:lvl2pPr>
            <a:lvl3pPr lvl="2" rtl="0">
              <a:spcBef>
                <a:spcPts val="0"/>
              </a:spcBef>
              <a:spcAft>
                <a:spcPts val="0"/>
              </a:spcAft>
              <a:buSzPts val="1400"/>
              <a:buNone/>
              <a:defRPr/>
            </a:lvl3pPr>
            <a:lvl4pPr lvl="3" rtl="0">
              <a:spcBef>
                <a:spcPts val="0"/>
              </a:spcBef>
              <a:spcAft>
                <a:spcPts val="0"/>
              </a:spcAft>
              <a:buSzPts val="1400"/>
              <a:buNone/>
              <a:defRPr/>
            </a:lvl4pPr>
            <a:lvl5pPr lvl="4" rtl="0">
              <a:spcBef>
                <a:spcPts val="0"/>
              </a:spcBef>
              <a:spcAft>
                <a:spcPts val="0"/>
              </a:spcAft>
              <a:buSzPts val="1400"/>
              <a:buNone/>
              <a:defRPr/>
            </a:lvl5pPr>
            <a:lvl6pPr lvl="5" rtl="0">
              <a:spcBef>
                <a:spcPts val="0"/>
              </a:spcBef>
              <a:spcAft>
                <a:spcPts val="0"/>
              </a:spcAft>
              <a:buSzPts val="1400"/>
              <a:buNone/>
              <a:defRPr/>
            </a:lvl6pPr>
            <a:lvl7pPr lvl="6" rtl="0">
              <a:spcBef>
                <a:spcPts val="0"/>
              </a:spcBef>
              <a:spcAft>
                <a:spcPts val="0"/>
              </a:spcAft>
              <a:buSzPts val="1400"/>
              <a:buNone/>
              <a:defRPr/>
            </a:lvl7pPr>
            <a:lvl8pPr lvl="7" rtl="0">
              <a:spcBef>
                <a:spcPts val="0"/>
              </a:spcBef>
              <a:spcAft>
                <a:spcPts val="0"/>
              </a:spcAft>
              <a:buSzPts val="1400"/>
              <a:buNone/>
              <a:defRPr/>
            </a:lvl8pPr>
            <a:lvl9pPr lvl="8" rtl="0">
              <a:spcBef>
                <a:spcPts val="0"/>
              </a:spcBef>
              <a:spcAft>
                <a:spcPts val="0"/>
              </a:spcAft>
              <a:buSzPts val="1400"/>
              <a:buNone/>
              <a:defRPr/>
            </a:lvl9pPr>
          </a:lstStyle>
          <a:p>
            <a:endParaRPr/>
          </a:p>
        </p:txBody>
      </p:sp>
      <p:sp>
        <p:nvSpPr>
          <p:cNvPr id="770" name="Google Shape;770;p131"/>
          <p:cNvSpPr txBox="1">
            <a:spLocks noGrp="1"/>
          </p:cNvSpPr>
          <p:nvPr>
            <p:ph type="sldNum" idx="12"/>
          </p:nvPr>
        </p:nvSpPr>
        <p:spPr>
          <a:xfrm>
            <a:off x="11438849" y="6400800"/>
            <a:ext cx="294601" cy="228600"/>
          </a:xfrm>
          <a:prstGeom prst="rect">
            <a:avLst/>
          </a:prstGeom>
        </p:spPr>
        <p:txBody>
          <a:bodyPr spcFirstLastPara="1" wrap="square" lIns="0" tIns="0" rIns="0" bIns="0" anchor="b" anchorCtr="0">
            <a:noAutofit/>
          </a:bodyPr>
          <a:lstStyle>
            <a:lvl1pPr lvl="0" rtl="0">
              <a:buNone/>
              <a:defRPr sz="1000">
                <a:solidFill>
                  <a:schemeClr val="lt1"/>
                </a:solidFill>
              </a:defRPr>
            </a:lvl1pPr>
            <a:lvl2pPr lvl="1" rtl="0">
              <a:buNone/>
              <a:defRPr sz="1000">
                <a:solidFill>
                  <a:schemeClr val="lt1"/>
                </a:solidFill>
              </a:defRPr>
            </a:lvl2pPr>
            <a:lvl3pPr lvl="2" rtl="0">
              <a:buNone/>
              <a:defRPr sz="1000">
                <a:solidFill>
                  <a:schemeClr val="lt1"/>
                </a:solidFill>
              </a:defRPr>
            </a:lvl3pPr>
            <a:lvl4pPr lvl="3" rtl="0">
              <a:buNone/>
              <a:defRPr sz="1000">
                <a:solidFill>
                  <a:schemeClr val="lt1"/>
                </a:solidFill>
              </a:defRPr>
            </a:lvl4pPr>
            <a:lvl5pPr lvl="4" rtl="0">
              <a:buNone/>
              <a:defRPr sz="1000">
                <a:solidFill>
                  <a:schemeClr val="lt1"/>
                </a:solidFill>
              </a:defRPr>
            </a:lvl5pPr>
            <a:lvl6pPr lvl="5" rtl="0">
              <a:buNone/>
              <a:defRPr sz="1000">
                <a:solidFill>
                  <a:schemeClr val="lt1"/>
                </a:solidFill>
              </a:defRPr>
            </a:lvl6pPr>
            <a:lvl7pPr lvl="6" rtl="0">
              <a:buNone/>
              <a:defRPr sz="1000">
                <a:solidFill>
                  <a:schemeClr val="lt1"/>
                </a:solidFill>
              </a:defRPr>
            </a:lvl7pPr>
            <a:lvl8pPr lvl="7" rtl="0">
              <a:buNone/>
              <a:defRPr sz="1000">
                <a:solidFill>
                  <a:schemeClr val="lt1"/>
                </a:solidFill>
              </a:defRPr>
            </a:lvl8pPr>
            <a:lvl9pPr lvl="8" rtl="0">
              <a:buNone/>
              <a:defRPr sz="1000">
                <a:solidFill>
                  <a:schemeClr val="lt1"/>
                </a:solidFill>
              </a:defRPr>
            </a:lvl9pPr>
          </a:lstStyle>
          <a:p>
            <a:fld id="{00000000-1234-1234-1234-123412341234}" type="slidenum">
              <a:rPr lang="en" smtClean="0"/>
              <a:pPr/>
              <a:t>‹#›</a:t>
            </a:fld>
            <a:endParaRPr lang="en"/>
          </a:p>
        </p:txBody>
      </p:sp>
      <p:sp>
        <p:nvSpPr>
          <p:cNvPr id="771" name="Google Shape;771;p131"/>
          <p:cNvSpPr txBox="1">
            <a:spLocks noGrp="1"/>
          </p:cNvSpPr>
          <p:nvPr>
            <p:ph type="subTitle" idx="1"/>
          </p:nvPr>
        </p:nvSpPr>
        <p:spPr>
          <a:xfrm>
            <a:off x="455663" y="457200"/>
            <a:ext cx="8915400" cy="228600"/>
          </a:xfrm>
          <a:prstGeom prst="rect">
            <a:avLst/>
          </a:prstGeom>
        </p:spPr>
        <p:txBody>
          <a:bodyPr spcFirstLastPara="1" wrap="square" lIns="0" tIns="0" rIns="0" bIns="0" anchor="t" anchorCtr="0">
            <a:noAutofit/>
          </a:bodyPr>
          <a:lstStyle>
            <a:lvl1pPr lvl="0" rtl="0">
              <a:spcBef>
                <a:spcPts val="0"/>
              </a:spcBef>
              <a:spcAft>
                <a:spcPts val="0"/>
              </a:spcAft>
              <a:buClr>
                <a:schemeClr val="accent2"/>
              </a:buClr>
              <a:buSzPts val="1400"/>
              <a:buFont typeface="Roboto Medium"/>
              <a:buNone/>
              <a:defRPr sz="1400">
                <a:solidFill>
                  <a:schemeClr val="accent2"/>
                </a:solidFill>
                <a:latin typeface="Roboto Medium"/>
                <a:ea typeface="Roboto Medium"/>
                <a:cs typeface="Roboto Medium"/>
                <a:sym typeface="Roboto Medium"/>
              </a:defRPr>
            </a:lvl1pPr>
            <a:lvl2pPr lvl="1" rtl="0">
              <a:spcBef>
                <a:spcPts val="600"/>
              </a:spcBef>
              <a:spcAft>
                <a:spcPts val="0"/>
              </a:spcAft>
              <a:buClr>
                <a:schemeClr val="accent2"/>
              </a:buClr>
              <a:buSzPts val="1800"/>
              <a:buFont typeface="Roboto Medium"/>
              <a:buNone/>
              <a:defRPr>
                <a:solidFill>
                  <a:schemeClr val="accent2"/>
                </a:solidFill>
                <a:latin typeface="Roboto Medium"/>
                <a:ea typeface="Roboto Medium"/>
                <a:cs typeface="Roboto Medium"/>
                <a:sym typeface="Roboto Medium"/>
              </a:defRPr>
            </a:lvl2pPr>
            <a:lvl3pPr lvl="2" rtl="0">
              <a:spcBef>
                <a:spcPts val="600"/>
              </a:spcBef>
              <a:spcAft>
                <a:spcPts val="0"/>
              </a:spcAft>
              <a:buClr>
                <a:schemeClr val="accent2"/>
              </a:buClr>
              <a:buSzPts val="1600"/>
              <a:buFont typeface="Roboto Medium"/>
              <a:buNone/>
              <a:defRPr>
                <a:solidFill>
                  <a:schemeClr val="accent2"/>
                </a:solidFill>
                <a:latin typeface="Roboto Medium"/>
                <a:ea typeface="Roboto Medium"/>
                <a:cs typeface="Roboto Medium"/>
                <a:sym typeface="Roboto Medium"/>
              </a:defRPr>
            </a:lvl3pPr>
            <a:lvl4pPr lvl="3" rtl="0">
              <a:spcBef>
                <a:spcPts val="300"/>
              </a:spcBef>
              <a:spcAft>
                <a:spcPts val="0"/>
              </a:spcAft>
              <a:buClr>
                <a:schemeClr val="accent2"/>
              </a:buClr>
              <a:buSzPts val="1400"/>
              <a:buFont typeface="Roboto Medium"/>
              <a:buNone/>
              <a:defRPr>
                <a:solidFill>
                  <a:schemeClr val="accent2"/>
                </a:solidFill>
                <a:latin typeface="Roboto Medium"/>
                <a:ea typeface="Roboto Medium"/>
                <a:cs typeface="Roboto Medium"/>
                <a:sym typeface="Roboto Medium"/>
              </a:defRPr>
            </a:lvl4pPr>
            <a:lvl5pPr lvl="4" rtl="0">
              <a:spcBef>
                <a:spcPts val="300"/>
              </a:spcBef>
              <a:spcAft>
                <a:spcPts val="0"/>
              </a:spcAft>
              <a:buClr>
                <a:schemeClr val="accent2"/>
              </a:buClr>
              <a:buSzPts val="1200"/>
              <a:buFont typeface="Roboto Medium"/>
              <a:buNone/>
              <a:defRPr>
                <a:solidFill>
                  <a:schemeClr val="accent2"/>
                </a:solidFill>
                <a:latin typeface="Roboto Medium"/>
                <a:ea typeface="Roboto Medium"/>
                <a:cs typeface="Roboto Medium"/>
                <a:sym typeface="Roboto Medium"/>
              </a:defRPr>
            </a:lvl5pPr>
            <a:lvl6pPr lvl="5" rtl="0">
              <a:spcBef>
                <a:spcPts val="533"/>
              </a:spcBef>
              <a:spcAft>
                <a:spcPts val="0"/>
              </a:spcAft>
              <a:buClr>
                <a:schemeClr val="accent2"/>
              </a:buClr>
              <a:buSzPts val="2666"/>
              <a:buFont typeface="Roboto Medium"/>
              <a:buNone/>
              <a:defRPr>
                <a:solidFill>
                  <a:schemeClr val="accent2"/>
                </a:solidFill>
                <a:latin typeface="Roboto Medium"/>
                <a:ea typeface="Roboto Medium"/>
                <a:cs typeface="Roboto Medium"/>
                <a:sym typeface="Roboto Medium"/>
              </a:defRPr>
            </a:lvl6pPr>
            <a:lvl7pPr lvl="6" rtl="0">
              <a:spcBef>
                <a:spcPts val="533"/>
              </a:spcBef>
              <a:spcAft>
                <a:spcPts val="0"/>
              </a:spcAft>
              <a:buClr>
                <a:schemeClr val="accent2"/>
              </a:buClr>
              <a:buSzPts val="2666"/>
              <a:buFont typeface="Roboto Medium"/>
              <a:buNone/>
              <a:defRPr>
                <a:solidFill>
                  <a:schemeClr val="accent2"/>
                </a:solidFill>
                <a:latin typeface="Roboto Medium"/>
                <a:ea typeface="Roboto Medium"/>
                <a:cs typeface="Roboto Medium"/>
                <a:sym typeface="Roboto Medium"/>
              </a:defRPr>
            </a:lvl7pPr>
            <a:lvl8pPr lvl="7" rtl="0">
              <a:spcBef>
                <a:spcPts val="533"/>
              </a:spcBef>
              <a:spcAft>
                <a:spcPts val="0"/>
              </a:spcAft>
              <a:buClr>
                <a:schemeClr val="accent2"/>
              </a:buClr>
              <a:buSzPts val="2666"/>
              <a:buFont typeface="Roboto Medium"/>
              <a:buNone/>
              <a:defRPr>
                <a:solidFill>
                  <a:schemeClr val="accent2"/>
                </a:solidFill>
                <a:latin typeface="Roboto Medium"/>
                <a:ea typeface="Roboto Medium"/>
                <a:cs typeface="Roboto Medium"/>
                <a:sym typeface="Roboto Medium"/>
              </a:defRPr>
            </a:lvl8pPr>
            <a:lvl9pPr lvl="8" rtl="0">
              <a:spcBef>
                <a:spcPts val="533"/>
              </a:spcBef>
              <a:spcAft>
                <a:spcPts val="0"/>
              </a:spcAft>
              <a:buClr>
                <a:schemeClr val="accent2"/>
              </a:buClr>
              <a:buSzPts val="2666"/>
              <a:buFont typeface="Roboto Medium"/>
              <a:buNone/>
              <a:defRPr>
                <a:solidFill>
                  <a:schemeClr val="accent2"/>
                </a:solidFill>
                <a:latin typeface="Roboto Medium"/>
                <a:ea typeface="Roboto Medium"/>
                <a:cs typeface="Roboto Medium"/>
                <a:sym typeface="Roboto Medium"/>
              </a:defRPr>
            </a:lvl9pPr>
          </a:lstStyle>
          <a:p>
            <a:endParaRPr/>
          </a:p>
        </p:txBody>
      </p:sp>
      <p:sp>
        <p:nvSpPr>
          <p:cNvPr id="772" name="Google Shape;772;p131"/>
          <p:cNvSpPr txBox="1">
            <a:spLocks noGrp="1"/>
          </p:cNvSpPr>
          <p:nvPr>
            <p:ph type="body" idx="2"/>
          </p:nvPr>
        </p:nvSpPr>
        <p:spPr>
          <a:xfrm>
            <a:off x="455613" y="2686375"/>
            <a:ext cx="8915400" cy="3257100"/>
          </a:xfrm>
          <a:prstGeom prst="rect">
            <a:avLst/>
          </a:prstGeom>
          <a:noFill/>
          <a:ln>
            <a:noFill/>
          </a:ln>
        </p:spPr>
        <p:txBody>
          <a:bodyPr spcFirstLastPara="1" wrap="square" lIns="0" tIns="0" rIns="0" bIns="0" anchor="t" anchorCtr="0">
            <a:noAutofit/>
          </a:bodyPr>
          <a:lstStyle>
            <a:lvl1pPr marL="457207" lvl="0" indent="-228604" algn="l" rtl="0">
              <a:spcBef>
                <a:spcPts val="1800"/>
              </a:spcBef>
              <a:spcAft>
                <a:spcPts val="0"/>
              </a:spcAft>
              <a:buClr>
                <a:srgbClr val="FFFFFF"/>
              </a:buClr>
              <a:buSzPts val="2000"/>
              <a:buFont typeface="Roboto"/>
              <a:buNone/>
              <a:defRPr b="0" i="0">
                <a:solidFill>
                  <a:srgbClr val="FFFFFF"/>
                </a:solidFill>
                <a:latin typeface="Roboto"/>
                <a:ea typeface="Roboto"/>
                <a:cs typeface="Roboto"/>
                <a:sym typeface="Roboto"/>
              </a:defRPr>
            </a:lvl1pPr>
            <a:lvl2pPr marL="914415" lvl="1" indent="-342906" algn="l" rtl="0">
              <a:spcBef>
                <a:spcPts val="600"/>
              </a:spcBef>
              <a:spcAft>
                <a:spcPts val="0"/>
              </a:spcAft>
              <a:buClr>
                <a:srgbClr val="FFFFFF"/>
              </a:buClr>
              <a:buSzPts val="1800"/>
              <a:buChar char="•"/>
              <a:defRPr b="0" i="0">
                <a:solidFill>
                  <a:srgbClr val="FFFFFF"/>
                </a:solidFill>
                <a:latin typeface="Roboto"/>
                <a:ea typeface="Roboto"/>
                <a:cs typeface="Roboto"/>
                <a:sym typeface="Roboto"/>
              </a:defRPr>
            </a:lvl2pPr>
            <a:lvl3pPr marL="1371622" lvl="2" indent="-330205" algn="l" rtl="0">
              <a:spcBef>
                <a:spcPts val="600"/>
              </a:spcBef>
              <a:spcAft>
                <a:spcPts val="0"/>
              </a:spcAft>
              <a:buClr>
                <a:srgbClr val="FFFFFF"/>
              </a:buClr>
              <a:buSzPts val="1600"/>
              <a:buChar char="−"/>
              <a:defRPr b="0" i="0">
                <a:solidFill>
                  <a:srgbClr val="FFFFFF"/>
                </a:solidFill>
                <a:latin typeface="Roboto"/>
                <a:ea typeface="Roboto"/>
                <a:cs typeface="Roboto"/>
                <a:sym typeface="Roboto"/>
              </a:defRPr>
            </a:lvl3pPr>
            <a:lvl4pPr marL="1828831" lvl="3" indent="-317506" algn="l" rtl="0">
              <a:spcBef>
                <a:spcPts val="300"/>
              </a:spcBef>
              <a:spcAft>
                <a:spcPts val="0"/>
              </a:spcAft>
              <a:buClr>
                <a:srgbClr val="FFFFFF"/>
              </a:buClr>
              <a:buSzPts val="1400"/>
              <a:buChar char="•"/>
              <a:defRPr b="0" i="0">
                <a:solidFill>
                  <a:srgbClr val="FFFFFF"/>
                </a:solidFill>
                <a:latin typeface="Roboto"/>
                <a:ea typeface="Roboto"/>
                <a:cs typeface="Roboto"/>
                <a:sym typeface="Roboto"/>
              </a:defRPr>
            </a:lvl4pPr>
            <a:lvl5pPr marL="2286038" lvl="4" indent="-304805" algn="l" rtl="0">
              <a:spcBef>
                <a:spcPts val="300"/>
              </a:spcBef>
              <a:spcAft>
                <a:spcPts val="0"/>
              </a:spcAft>
              <a:buClr>
                <a:srgbClr val="FFFFFF"/>
              </a:buClr>
              <a:buSzPts val="1200"/>
              <a:buChar char="−"/>
              <a:defRPr b="0" i="0">
                <a:solidFill>
                  <a:srgbClr val="FFFFFF"/>
                </a:solidFill>
                <a:latin typeface="Roboto"/>
                <a:ea typeface="Roboto"/>
                <a:cs typeface="Roboto"/>
                <a:sym typeface="Roboto"/>
              </a:defRPr>
            </a:lvl5pPr>
            <a:lvl6pPr marL="2743246" lvl="5" indent="-304805" algn="l" rtl="0">
              <a:spcBef>
                <a:spcPts val="360"/>
              </a:spcBef>
              <a:spcAft>
                <a:spcPts val="0"/>
              </a:spcAft>
              <a:buClr>
                <a:srgbClr val="FFFFFF"/>
              </a:buClr>
              <a:buSzPts val="1200"/>
              <a:buFont typeface="Roboto"/>
              <a:buChar char="•"/>
              <a:defRPr sz="1200">
                <a:solidFill>
                  <a:srgbClr val="FFFFFF"/>
                </a:solidFill>
                <a:latin typeface="Roboto"/>
                <a:ea typeface="Roboto"/>
                <a:cs typeface="Roboto"/>
                <a:sym typeface="Roboto"/>
              </a:defRPr>
            </a:lvl6pPr>
            <a:lvl7pPr marL="3200453" lvl="6" indent="-304805" algn="l" rtl="0">
              <a:spcBef>
                <a:spcPts val="360"/>
              </a:spcBef>
              <a:spcAft>
                <a:spcPts val="0"/>
              </a:spcAft>
              <a:buClr>
                <a:srgbClr val="FFFFFF"/>
              </a:buClr>
              <a:buSzPts val="1200"/>
              <a:buFont typeface="Roboto"/>
              <a:buChar char="•"/>
              <a:defRPr sz="1200">
                <a:solidFill>
                  <a:srgbClr val="FFFFFF"/>
                </a:solidFill>
                <a:latin typeface="Roboto"/>
                <a:ea typeface="Roboto"/>
                <a:cs typeface="Roboto"/>
                <a:sym typeface="Roboto"/>
              </a:defRPr>
            </a:lvl7pPr>
            <a:lvl8pPr marL="3657661" lvl="7" indent="-304805" algn="l" rtl="0">
              <a:spcBef>
                <a:spcPts val="360"/>
              </a:spcBef>
              <a:spcAft>
                <a:spcPts val="0"/>
              </a:spcAft>
              <a:buClr>
                <a:srgbClr val="FFFFFF"/>
              </a:buClr>
              <a:buSzPts val="1200"/>
              <a:buFont typeface="Roboto"/>
              <a:buChar char="•"/>
              <a:defRPr sz="1200">
                <a:solidFill>
                  <a:srgbClr val="FFFFFF"/>
                </a:solidFill>
                <a:latin typeface="Roboto"/>
                <a:ea typeface="Roboto"/>
                <a:cs typeface="Roboto"/>
                <a:sym typeface="Roboto"/>
              </a:defRPr>
            </a:lvl8pPr>
            <a:lvl9pPr marL="4114868" lvl="8" indent="-304805" algn="l" rtl="0">
              <a:spcBef>
                <a:spcPts val="360"/>
              </a:spcBef>
              <a:spcAft>
                <a:spcPts val="0"/>
              </a:spcAft>
              <a:buClr>
                <a:srgbClr val="FFFFFF"/>
              </a:buClr>
              <a:buSzPts val="1200"/>
              <a:buFont typeface="Roboto"/>
              <a:buChar char="•"/>
              <a:defRPr sz="1200">
                <a:solidFill>
                  <a:srgbClr val="FFFFFF"/>
                </a:solidFill>
                <a:latin typeface="Roboto"/>
                <a:ea typeface="Roboto"/>
                <a:cs typeface="Roboto"/>
                <a:sym typeface="Roboto"/>
              </a:defRPr>
            </a:lvl9pPr>
          </a:lstStyle>
          <a:p>
            <a:endParaRPr/>
          </a:p>
        </p:txBody>
      </p:sp>
      <p:pic>
        <p:nvPicPr>
          <p:cNvPr id="773" name="Google Shape;773;p131"/>
          <p:cNvPicPr preferRelativeResize="0"/>
          <p:nvPr/>
        </p:nvPicPr>
        <p:blipFill>
          <a:blip r:embed="rId2">
            <a:alphaModFix/>
          </a:blip>
          <a:stretch>
            <a:fillRect/>
          </a:stretch>
        </p:blipFill>
        <p:spPr>
          <a:xfrm>
            <a:off x="455626" y="6262542"/>
            <a:ext cx="685801" cy="352697"/>
          </a:xfrm>
          <a:prstGeom prst="rect">
            <a:avLst/>
          </a:prstGeom>
          <a:noFill/>
          <a:ln>
            <a:noFill/>
          </a:ln>
        </p:spPr>
      </p:pic>
      <p:sp>
        <p:nvSpPr>
          <p:cNvPr id="774" name="Google Shape;774;p131"/>
          <p:cNvSpPr txBox="1"/>
          <p:nvPr/>
        </p:nvSpPr>
        <p:spPr>
          <a:xfrm>
            <a:off x="8194350" y="6400800"/>
            <a:ext cx="3244500" cy="228600"/>
          </a:xfrm>
          <a:prstGeom prst="rect">
            <a:avLst/>
          </a:prstGeom>
          <a:noFill/>
          <a:ln>
            <a:noFill/>
          </a:ln>
        </p:spPr>
        <p:txBody>
          <a:bodyPr spcFirstLastPara="1" wrap="square" lIns="91426" tIns="91426" rIns="91426" bIns="91426" anchor="t" anchorCtr="0">
            <a:noAutofit/>
          </a:bodyPr>
          <a:lstStyle/>
          <a:p>
            <a:pPr marL="0" lvl="0" indent="0" algn="r" rtl="0">
              <a:spcBef>
                <a:spcPts val="0"/>
              </a:spcBef>
              <a:spcAft>
                <a:spcPts val="0"/>
              </a:spcAft>
              <a:buNone/>
            </a:pPr>
            <a:r>
              <a:rPr lang="en" sz="1000">
                <a:solidFill>
                  <a:srgbClr val="FFFFFF"/>
                </a:solidFill>
                <a:latin typeface="Roboto"/>
                <a:ea typeface="Roboto"/>
                <a:cs typeface="Roboto"/>
                <a:sym typeface="Roboto"/>
              </a:rPr>
              <a:t>Proprietary &amp; Confidential - For Internal Use Only</a:t>
            </a:r>
            <a:endParaRPr sz="1000">
              <a:solidFill>
                <a:srgbClr val="FFFFFF"/>
              </a:solidFill>
              <a:latin typeface="Roboto"/>
              <a:ea typeface="Roboto"/>
              <a:cs typeface="Roboto"/>
              <a:sym typeface="Roboto"/>
            </a:endParaRPr>
          </a:p>
        </p:txBody>
      </p:sp>
    </p:spTree>
  </p:cSld>
  <p:clrMapOvr>
    <a:masterClrMapping/>
  </p:clrMapOvr>
  <mc:AlternateContent xmlns:mc="http://schemas.openxmlformats.org/markup-compatibility/2006" xmlns:p14="http://schemas.microsoft.com/office/powerpoint/2010/main">
    <mc:Choice Requires="p14">
      <p:transition p14:dur="250">
        <p:fade/>
      </p:transition>
    </mc:Choice>
    <mc:Fallback xmlns:ahyp="http://schemas.microsoft.com/office/drawing/2018/hyperlinkcolor" xmlns:p15="http://schemas.microsoft.com/office/powerpoint/2012/main" xmlns:com="http://schemas.openxmlformats.org/drawingml/2006/compatibility" xmlns:pvml="urn:schemas-microsoft-com:office:powerpoint" xmlns:v="urn:schemas-microsoft-com:vml" xmlns:o="urn:schemas-microsoft-com:office:office" xmlns:dgm="http://schemas.openxmlformats.org/drawingml/2006/diagram" xmlns:c="http://schemas.openxmlformats.org/drawingml/2006/chart" xmlns:mv="urn:schemas-microsoft-com:mac:vml" xmlns="">
      <p:transition>
        <p:fade/>
      </p:transition>
    </mc:Fallback>
  </mc:AlternateContent>
</p:sldLayout>
</file>

<file path=ppt/slideLayouts/slideLayout126.xml><?xml version="1.0" encoding="utf-8"?>
<p:sldLayout xmlns:a="http://schemas.openxmlformats.org/drawingml/2006/main" xmlns:r="http://schemas.openxmlformats.org/officeDocument/2006/relationships" xmlns:p="http://schemas.openxmlformats.org/presentationml/2006/main" matchingName="HYUNDAI 2Col Subhead | Title | Text">
  <p:cSld name="HYUNDAI 2Col Subhead | Title | Text">
    <p:bg>
      <p:bgPr>
        <a:solidFill>
          <a:schemeClr val="dk2"/>
        </a:solidFill>
        <a:effectLst/>
      </p:bgPr>
    </p:bg>
    <p:spTree>
      <p:nvGrpSpPr>
        <p:cNvPr id="1" name="Shape 775"/>
        <p:cNvGrpSpPr/>
        <p:nvPr/>
      </p:nvGrpSpPr>
      <p:grpSpPr>
        <a:xfrm>
          <a:off x="0" y="0"/>
          <a:ext cx="0" cy="0"/>
          <a:chOff x="0" y="0"/>
          <a:chExt cx="0" cy="0"/>
        </a:xfrm>
      </p:grpSpPr>
      <p:sp>
        <p:nvSpPr>
          <p:cNvPr id="776" name="Google Shape;776;p132"/>
          <p:cNvSpPr txBox="1">
            <a:spLocks noGrp="1"/>
          </p:cNvSpPr>
          <p:nvPr>
            <p:ph type="title"/>
          </p:nvPr>
        </p:nvSpPr>
        <p:spPr>
          <a:xfrm>
            <a:off x="455617" y="731520"/>
            <a:ext cx="8915400" cy="524400"/>
          </a:xfrm>
          <a:prstGeom prst="rect">
            <a:avLst/>
          </a:prstGeom>
          <a:noFill/>
          <a:ln>
            <a:noFill/>
          </a:ln>
        </p:spPr>
        <p:txBody>
          <a:bodyPr spcFirstLastPara="1" wrap="square" lIns="0" tIns="0" rIns="0" bIns="0" anchor="t" anchorCtr="0">
            <a:noAutofit/>
          </a:bodyPr>
          <a:lstStyle>
            <a:lvl1pPr lvl="0" algn="l" rtl="0">
              <a:lnSpc>
                <a:spcPct val="80000"/>
              </a:lnSpc>
              <a:spcBef>
                <a:spcPts val="0"/>
              </a:spcBef>
              <a:spcAft>
                <a:spcPts val="0"/>
              </a:spcAft>
              <a:buClr>
                <a:schemeClr val="lt1"/>
              </a:buClr>
              <a:buSzPts val="3200"/>
              <a:buFont typeface="Roboto Medium"/>
              <a:buNone/>
              <a:defRPr b="0">
                <a:solidFill>
                  <a:schemeClr val="lt1"/>
                </a:solidFill>
              </a:defRPr>
            </a:lvl1pPr>
            <a:lvl2pPr lvl="1" rtl="0">
              <a:spcBef>
                <a:spcPts val="0"/>
              </a:spcBef>
              <a:spcAft>
                <a:spcPts val="0"/>
              </a:spcAft>
              <a:buSzPts val="1400"/>
              <a:buNone/>
              <a:defRPr/>
            </a:lvl2pPr>
            <a:lvl3pPr lvl="2" rtl="0">
              <a:spcBef>
                <a:spcPts val="0"/>
              </a:spcBef>
              <a:spcAft>
                <a:spcPts val="0"/>
              </a:spcAft>
              <a:buSzPts val="1400"/>
              <a:buNone/>
              <a:defRPr/>
            </a:lvl3pPr>
            <a:lvl4pPr lvl="3" rtl="0">
              <a:spcBef>
                <a:spcPts val="0"/>
              </a:spcBef>
              <a:spcAft>
                <a:spcPts val="0"/>
              </a:spcAft>
              <a:buSzPts val="1400"/>
              <a:buNone/>
              <a:defRPr/>
            </a:lvl4pPr>
            <a:lvl5pPr lvl="4" rtl="0">
              <a:spcBef>
                <a:spcPts val="0"/>
              </a:spcBef>
              <a:spcAft>
                <a:spcPts val="0"/>
              </a:spcAft>
              <a:buSzPts val="1400"/>
              <a:buNone/>
              <a:defRPr/>
            </a:lvl5pPr>
            <a:lvl6pPr lvl="5" rtl="0">
              <a:spcBef>
                <a:spcPts val="0"/>
              </a:spcBef>
              <a:spcAft>
                <a:spcPts val="0"/>
              </a:spcAft>
              <a:buSzPts val="1400"/>
              <a:buNone/>
              <a:defRPr/>
            </a:lvl6pPr>
            <a:lvl7pPr lvl="6" rtl="0">
              <a:spcBef>
                <a:spcPts val="0"/>
              </a:spcBef>
              <a:spcAft>
                <a:spcPts val="0"/>
              </a:spcAft>
              <a:buSzPts val="1400"/>
              <a:buNone/>
              <a:defRPr/>
            </a:lvl7pPr>
            <a:lvl8pPr lvl="7" rtl="0">
              <a:spcBef>
                <a:spcPts val="0"/>
              </a:spcBef>
              <a:spcAft>
                <a:spcPts val="0"/>
              </a:spcAft>
              <a:buSzPts val="1400"/>
              <a:buNone/>
              <a:defRPr/>
            </a:lvl8pPr>
            <a:lvl9pPr lvl="8" rtl="0">
              <a:spcBef>
                <a:spcPts val="0"/>
              </a:spcBef>
              <a:spcAft>
                <a:spcPts val="0"/>
              </a:spcAft>
              <a:buSzPts val="1400"/>
              <a:buNone/>
              <a:defRPr/>
            </a:lvl9pPr>
          </a:lstStyle>
          <a:p>
            <a:endParaRPr/>
          </a:p>
        </p:txBody>
      </p:sp>
      <p:sp>
        <p:nvSpPr>
          <p:cNvPr id="777" name="Google Shape;777;p132"/>
          <p:cNvSpPr txBox="1">
            <a:spLocks noGrp="1"/>
          </p:cNvSpPr>
          <p:nvPr>
            <p:ph type="sldNum" idx="12"/>
          </p:nvPr>
        </p:nvSpPr>
        <p:spPr>
          <a:xfrm>
            <a:off x="11438849" y="6400800"/>
            <a:ext cx="294601" cy="228600"/>
          </a:xfrm>
          <a:prstGeom prst="rect">
            <a:avLst/>
          </a:prstGeom>
        </p:spPr>
        <p:txBody>
          <a:bodyPr spcFirstLastPara="1" wrap="square" lIns="0" tIns="0" rIns="0" bIns="0" anchor="b" anchorCtr="0">
            <a:noAutofit/>
          </a:bodyPr>
          <a:lstStyle>
            <a:lvl1pPr lvl="0" rtl="0">
              <a:buNone/>
              <a:defRPr sz="1000">
                <a:solidFill>
                  <a:schemeClr val="lt1"/>
                </a:solidFill>
              </a:defRPr>
            </a:lvl1pPr>
            <a:lvl2pPr lvl="1" rtl="0">
              <a:buNone/>
              <a:defRPr sz="1000">
                <a:solidFill>
                  <a:schemeClr val="lt1"/>
                </a:solidFill>
              </a:defRPr>
            </a:lvl2pPr>
            <a:lvl3pPr lvl="2" rtl="0">
              <a:buNone/>
              <a:defRPr sz="1000">
                <a:solidFill>
                  <a:schemeClr val="lt1"/>
                </a:solidFill>
              </a:defRPr>
            </a:lvl3pPr>
            <a:lvl4pPr lvl="3" rtl="0">
              <a:buNone/>
              <a:defRPr sz="1000">
                <a:solidFill>
                  <a:schemeClr val="lt1"/>
                </a:solidFill>
              </a:defRPr>
            </a:lvl4pPr>
            <a:lvl5pPr lvl="4" rtl="0">
              <a:buNone/>
              <a:defRPr sz="1000">
                <a:solidFill>
                  <a:schemeClr val="lt1"/>
                </a:solidFill>
              </a:defRPr>
            </a:lvl5pPr>
            <a:lvl6pPr lvl="5" rtl="0">
              <a:buNone/>
              <a:defRPr sz="1000">
                <a:solidFill>
                  <a:schemeClr val="lt1"/>
                </a:solidFill>
              </a:defRPr>
            </a:lvl6pPr>
            <a:lvl7pPr lvl="6" rtl="0">
              <a:buNone/>
              <a:defRPr sz="1000">
                <a:solidFill>
                  <a:schemeClr val="lt1"/>
                </a:solidFill>
              </a:defRPr>
            </a:lvl7pPr>
            <a:lvl8pPr lvl="7" rtl="0">
              <a:buNone/>
              <a:defRPr sz="1000">
                <a:solidFill>
                  <a:schemeClr val="lt1"/>
                </a:solidFill>
              </a:defRPr>
            </a:lvl8pPr>
            <a:lvl9pPr lvl="8" rtl="0">
              <a:buNone/>
              <a:defRPr sz="1000">
                <a:solidFill>
                  <a:schemeClr val="lt1"/>
                </a:solidFill>
              </a:defRPr>
            </a:lvl9pPr>
          </a:lstStyle>
          <a:p>
            <a:fld id="{00000000-1234-1234-1234-123412341234}" type="slidenum">
              <a:rPr lang="en" smtClean="0"/>
              <a:pPr/>
              <a:t>‹#›</a:t>
            </a:fld>
            <a:endParaRPr lang="en"/>
          </a:p>
        </p:txBody>
      </p:sp>
      <p:sp>
        <p:nvSpPr>
          <p:cNvPr id="778" name="Google Shape;778;p132"/>
          <p:cNvSpPr txBox="1">
            <a:spLocks noGrp="1"/>
          </p:cNvSpPr>
          <p:nvPr>
            <p:ph type="subTitle" idx="1"/>
          </p:nvPr>
        </p:nvSpPr>
        <p:spPr>
          <a:xfrm>
            <a:off x="455663" y="457200"/>
            <a:ext cx="8915400" cy="228600"/>
          </a:xfrm>
          <a:prstGeom prst="rect">
            <a:avLst/>
          </a:prstGeom>
        </p:spPr>
        <p:txBody>
          <a:bodyPr spcFirstLastPara="1" wrap="square" lIns="0" tIns="0" rIns="0" bIns="0" anchor="t" anchorCtr="0">
            <a:noAutofit/>
          </a:bodyPr>
          <a:lstStyle>
            <a:lvl1pPr lvl="0" rtl="0">
              <a:spcBef>
                <a:spcPts val="0"/>
              </a:spcBef>
              <a:spcAft>
                <a:spcPts val="0"/>
              </a:spcAft>
              <a:buClr>
                <a:schemeClr val="accent2"/>
              </a:buClr>
              <a:buSzPts val="1400"/>
              <a:buFont typeface="Roboto Medium"/>
              <a:buNone/>
              <a:defRPr sz="1400">
                <a:solidFill>
                  <a:schemeClr val="accent2"/>
                </a:solidFill>
                <a:latin typeface="Roboto Medium"/>
                <a:ea typeface="Roboto Medium"/>
                <a:cs typeface="Roboto Medium"/>
                <a:sym typeface="Roboto Medium"/>
              </a:defRPr>
            </a:lvl1pPr>
            <a:lvl2pPr lvl="1" rtl="0">
              <a:spcBef>
                <a:spcPts val="600"/>
              </a:spcBef>
              <a:spcAft>
                <a:spcPts val="0"/>
              </a:spcAft>
              <a:buClr>
                <a:schemeClr val="accent2"/>
              </a:buClr>
              <a:buSzPts val="1800"/>
              <a:buFont typeface="Roboto Medium"/>
              <a:buNone/>
              <a:defRPr>
                <a:solidFill>
                  <a:schemeClr val="accent2"/>
                </a:solidFill>
                <a:latin typeface="Roboto Medium"/>
                <a:ea typeface="Roboto Medium"/>
                <a:cs typeface="Roboto Medium"/>
                <a:sym typeface="Roboto Medium"/>
              </a:defRPr>
            </a:lvl2pPr>
            <a:lvl3pPr lvl="2" rtl="0">
              <a:spcBef>
                <a:spcPts val="600"/>
              </a:spcBef>
              <a:spcAft>
                <a:spcPts val="0"/>
              </a:spcAft>
              <a:buClr>
                <a:schemeClr val="accent2"/>
              </a:buClr>
              <a:buSzPts val="1600"/>
              <a:buFont typeface="Roboto Medium"/>
              <a:buNone/>
              <a:defRPr>
                <a:solidFill>
                  <a:schemeClr val="accent2"/>
                </a:solidFill>
                <a:latin typeface="Roboto Medium"/>
                <a:ea typeface="Roboto Medium"/>
                <a:cs typeface="Roboto Medium"/>
                <a:sym typeface="Roboto Medium"/>
              </a:defRPr>
            </a:lvl3pPr>
            <a:lvl4pPr lvl="3" rtl="0">
              <a:spcBef>
                <a:spcPts val="300"/>
              </a:spcBef>
              <a:spcAft>
                <a:spcPts val="0"/>
              </a:spcAft>
              <a:buClr>
                <a:schemeClr val="accent2"/>
              </a:buClr>
              <a:buSzPts val="1400"/>
              <a:buFont typeface="Roboto Medium"/>
              <a:buNone/>
              <a:defRPr>
                <a:solidFill>
                  <a:schemeClr val="accent2"/>
                </a:solidFill>
                <a:latin typeface="Roboto Medium"/>
                <a:ea typeface="Roboto Medium"/>
                <a:cs typeface="Roboto Medium"/>
                <a:sym typeface="Roboto Medium"/>
              </a:defRPr>
            </a:lvl4pPr>
            <a:lvl5pPr lvl="4" rtl="0">
              <a:spcBef>
                <a:spcPts val="300"/>
              </a:spcBef>
              <a:spcAft>
                <a:spcPts val="0"/>
              </a:spcAft>
              <a:buClr>
                <a:schemeClr val="accent2"/>
              </a:buClr>
              <a:buSzPts val="1200"/>
              <a:buFont typeface="Roboto Medium"/>
              <a:buNone/>
              <a:defRPr>
                <a:solidFill>
                  <a:schemeClr val="accent2"/>
                </a:solidFill>
                <a:latin typeface="Roboto Medium"/>
                <a:ea typeface="Roboto Medium"/>
                <a:cs typeface="Roboto Medium"/>
                <a:sym typeface="Roboto Medium"/>
              </a:defRPr>
            </a:lvl5pPr>
            <a:lvl6pPr lvl="5" rtl="0">
              <a:spcBef>
                <a:spcPts val="533"/>
              </a:spcBef>
              <a:spcAft>
                <a:spcPts val="0"/>
              </a:spcAft>
              <a:buClr>
                <a:schemeClr val="accent2"/>
              </a:buClr>
              <a:buSzPts val="2666"/>
              <a:buFont typeface="Roboto Medium"/>
              <a:buNone/>
              <a:defRPr>
                <a:solidFill>
                  <a:schemeClr val="accent2"/>
                </a:solidFill>
                <a:latin typeface="Roboto Medium"/>
                <a:ea typeface="Roboto Medium"/>
                <a:cs typeface="Roboto Medium"/>
                <a:sym typeface="Roboto Medium"/>
              </a:defRPr>
            </a:lvl6pPr>
            <a:lvl7pPr lvl="6" rtl="0">
              <a:spcBef>
                <a:spcPts val="533"/>
              </a:spcBef>
              <a:spcAft>
                <a:spcPts val="0"/>
              </a:spcAft>
              <a:buClr>
                <a:schemeClr val="accent2"/>
              </a:buClr>
              <a:buSzPts val="2666"/>
              <a:buFont typeface="Roboto Medium"/>
              <a:buNone/>
              <a:defRPr>
                <a:solidFill>
                  <a:schemeClr val="accent2"/>
                </a:solidFill>
                <a:latin typeface="Roboto Medium"/>
                <a:ea typeface="Roboto Medium"/>
                <a:cs typeface="Roboto Medium"/>
                <a:sym typeface="Roboto Medium"/>
              </a:defRPr>
            </a:lvl7pPr>
            <a:lvl8pPr lvl="7" rtl="0">
              <a:spcBef>
                <a:spcPts val="533"/>
              </a:spcBef>
              <a:spcAft>
                <a:spcPts val="0"/>
              </a:spcAft>
              <a:buClr>
                <a:schemeClr val="accent2"/>
              </a:buClr>
              <a:buSzPts val="2666"/>
              <a:buFont typeface="Roboto Medium"/>
              <a:buNone/>
              <a:defRPr>
                <a:solidFill>
                  <a:schemeClr val="accent2"/>
                </a:solidFill>
                <a:latin typeface="Roboto Medium"/>
                <a:ea typeface="Roboto Medium"/>
                <a:cs typeface="Roboto Medium"/>
                <a:sym typeface="Roboto Medium"/>
              </a:defRPr>
            </a:lvl8pPr>
            <a:lvl9pPr lvl="8" rtl="0">
              <a:spcBef>
                <a:spcPts val="533"/>
              </a:spcBef>
              <a:spcAft>
                <a:spcPts val="0"/>
              </a:spcAft>
              <a:buClr>
                <a:schemeClr val="accent2"/>
              </a:buClr>
              <a:buSzPts val="2666"/>
              <a:buFont typeface="Roboto Medium"/>
              <a:buNone/>
              <a:defRPr>
                <a:solidFill>
                  <a:schemeClr val="accent2"/>
                </a:solidFill>
                <a:latin typeface="Roboto Medium"/>
                <a:ea typeface="Roboto Medium"/>
                <a:cs typeface="Roboto Medium"/>
                <a:sym typeface="Roboto Medium"/>
              </a:defRPr>
            </a:lvl9pPr>
          </a:lstStyle>
          <a:p>
            <a:endParaRPr/>
          </a:p>
        </p:txBody>
      </p:sp>
      <p:sp>
        <p:nvSpPr>
          <p:cNvPr id="779" name="Google Shape;779;p132"/>
          <p:cNvSpPr txBox="1">
            <a:spLocks noGrp="1"/>
          </p:cNvSpPr>
          <p:nvPr>
            <p:ph type="body" idx="2"/>
          </p:nvPr>
        </p:nvSpPr>
        <p:spPr>
          <a:xfrm>
            <a:off x="455625" y="2686375"/>
            <a:ext cx="5486400" cy="3257100"/>
          </a:xfrm>
          <a:prstGeom prst="rect">
            <a:avLst/>
          </a:prstGeom>
          <a:noFill/>
          <a:ln>
            <a:noFill/>
          </a:ln>
        </p:spPr>
        <p:txBody>
          <a:bodyPr spcFirstLastPara="1" wrap="square" lIns="0" tIns="0" rIns="0" bIns="0" anchor="t" anchorCtr="0">
            <a:noAutofit/>
          </a:bodyPr>
          <a:lstStyle>
            <a:lvl1pPr marL="457207" lvl="0" indent="-228604" algn="l" rtl="0">
              <a:spcBef>
                <a:spcPts val="1800"/>
              </a:spcBef>
              <a:spcAft>
                <a:spcPts val="0"/>
              </a:spcAft>
              <a:buClr>
                <a:schemeClr val="lt1"/>
              </a:buClr>
              <a:buSzPts val="2000"/>
              <a:buFont typeface="Roboto"/>
              <a:buNone/>
              <a:defRPr b="0" i="0">
                <a:solidFill>
                  <a:schemeClr val="lt1"/>
                </a:solidFill>
                <a:latin typeface="Roboto"/>
                <a:ea typeface="Roboto"/>
                <a:cs typeface="Roboto"/>
                <a:sym typeface="Roboto"/>
              </a:defRPr>
            </a:lvl1pPr>
            <a:lvl2pPr marL="914415" lvl="1" indent="-342906" algn="l" rtl="0">
              <a:spcBef>
                <a:spcPts val="600"/>
              </a:spcBef>
              <a:spcAft>
                <a:spcPts val="0"/>
              </a:spcAft>
              <a:buClr>
                <a:schemeClr val="lt1"/>
              </a:buClr>
              <a:buSzPts val="1800"/>
              <a:buChar char="•"/>
              <a:defRPr b="0" i="0">
                <a:solidFill>
                  <a:schemeClr val="lt1"/>
                </a:solidFill>
                <a:latin typeface="Roboto"/>
                <a:ea typeface="Roboto"/>
                <a:cs typeface="Roboto"/>
                <a:sym typeface="Roboto"/>
              </a:defRPr>
            </a:lvl2pPr>
            <a:lvl3pPr marL="1371622" lvl="2" indent="-330205" algn="l" rtl="0">
              <a:spcBef>
                <a:spcPts val="600"/>
              </a:spcBef>
              <a:spcAft>
                <a:spcPts val="0"/>
              </a:spcAft>
              <a:buClr>
                <a:schemeClr val="lt1"/>
              </a:buClr>
              <a:buSzPts val="1600"/>
              <a:buChar char="−"/>
              <a:defRPr b="0" i="0">
                <a:solidFill>
                  <a:schemeClr val="lt1"/>
                </a:solidFill>
                <a:latin typeface="Roboto"/>
                <a:ea typeface="Roboto"/>
                <a:cs typeface="Roboto"/>
                <a:sym typeface="Roboto"/>
              </a:defRPr>
            </a:lvl3pPr>
            <a:lvl4pPr marL="1828831" lvl="3" indent="-317506" algn="l" rtl="0">
              <a:spcBef>
                <a:spcPts val="300"/>
              </a:spcBef>
              <a:spcAft>
                <a:spcPts val="0"/>
              </a:spcAft>
              <a:buClr>
                <a:schemeClr val="lt1"/>
              </a:buClr>
              <a:buSzPts val="1400"/>
              <a:buChar char="•"/>
              <a:defRPr b="0" i="0">
                <a:solidFill>
                  <a:schemeClr val="lt1"/>
                </a:solidFill>
                <a:latin typeface="Roboto"/>
                <a:ea typeface="Roboto"/>
                <a:cs typeface="Roboto"/>
                <a:sym typeface="Roboto"/>
              </a:defRPr>
            </a:lvl4pPr>
            <a:lvl5pPr marL="2286038" lvl="4" indent="-304805" algn="l" rtl="0">
              <a:spcBef>
                <a:spcPts val="300"/>
              </a:spcBef>
              <a:spcAft>
                <a:spcPts val="0"/>
              </a:spcAft>
              <a:buClr>
                <a:schemeClr val="lt1"/>
              </a:buClr>
              <a:buSzPts val="1200"/>
              <a:buChar char="−"/>
              <a:defRPr b="0" i="0">
                <a:solidFill>
                  <a:schemeClr val="lt1"/>
                </a:solidFill>
                <a:latin typeface="Roboto"/>
                <a:ea typeface="Roboto"/>
                <a:cs typeface="Roboto"/>
                <a:sym typeface="Roboto"/>
              </a:defRPr>
            </a:lvl5pPr>
            <a:lvl6pPr marL="2743246" lvl="5" indent="-304805" algn="l" rtl="0">
              <a:spcBef>
                <a:spcPts val="360"/>
              </a:spcBef>
              <a:spcAft>
                <a:spcPts val="0"/>
              </a:spcAft>
              <a:buClr>
                <a:schemeClr val="lt1"/>
              </a:buClr>
              <a:buSzPts val="1200"/>
              <a:buFont typeface="Roboto"/>
              <a:buChar char="•"/>
              <a:defRPr sz="1200">
                <a:solidFill>
                  <a:schemeClr val="lt1"/>
                </a:solidFill>
                <a:latin typeface="Roboto"/>
                <a:ea typeface="Roboto"/>
                <a:cs typeface="Roboto"/>
                <a:sym typeface="Roboto"/>
              </a:defRPr>
            </a:lvl6pPr>
            <a:lvl7pPr marL="3200453" lvl="6" indent="-304805" algn="l" rtl="0">
              <a:spcBef>
                <a:spcPts val="360"/>
              </a:spcBef>
              <a:spcAft>
                <a:spcPts val="0"/>
              </a:spcAft>
              <a:buClr>
                <a:schemeClr val="lt1"/>
              </a:buClr>
              <a:buSzPts val="1200"/>
              <a:buFont typeface="Roboto"/>
              <a:buChar char="•"/>
              <a:defRPr sz="1200">
                <a:solidFill>
                  <a:schemeClr val="lt1"/>
                </a:solidFill>
                <a:latin typeface="Roboto"/>
                <a:ea typeface="Roboto"/>
                <a:cs typeface="Roboto"/>
                <a:sym typeface="Roboto"/>
              </a:defRPr>
            </a:lvl7pPr>
            <a:lvl8pPr marL="3657661" lvl="7" indent="-304805" algn="l" rtl="0">
              <a:spcBef>
                <a:spcPts val="360"/>
              </a:spcBef>
              <a:spcAft>
                <a:spcPts val="0"/>
              </a:spcAft>
              <a:buClr>
                <a:schemeClr val="lt1"/>
              </a:buClr>
              <a:buSzPts val="1200"/>
              <a:buFont typeface="Roboto"/>
              <a:buChar char="•"/>
              <a:defRPr sz="1200">
                <a:solidFill>
                  <a:schemeClr val="lt1"/>
                </a:solidFill>
                <a:latin typeface="Roboto"/>
                <a:ea typeface="Roboto"/>
                <a:cs typeface="Roboto"/>
                <a:sym typeface="Roboto"/>
              </a:defRPr>
            </a:lvl8pPr>
            <a:lvl9pPr marL="4114868" lvl="8" indent="-304805" algn="l" rtl="0">
              <a:spcBef>
                <a:spcPts val="360"/>
              </a:spcBef>
              <a:spcAft>
                <a:spcPts val="0"/>
              </a:spcAft>
              <a:buClr>
                <a:schemeClr val="lt1"/>
              </a:buClr>
              <a:buSzPts val="1200"/>
              <a:buFont typeface="Roboto"/>
              <a:buChar char="•"/>
              <a:defRPr sz="1200">
                <a:solidFill>
                  <a:schemeClr val="lt1"/>
                </a:solidFill>
                <a:latin typeface="Roboto"/>
                <a:ea typeface="Roboto"/>
                <a:cs typeface="Roboto"/>
                <a:sym typeface="Roboto"/>
              </a:defRPr>
            </a:lvl9pPr>
          </a:lstStyle>
          <a:p>
            <a:endParaRPr/>
          </a:p>
        </p:txBody>
      </p:sp>
      <p:sp>
        <p:nvSpPr>
          <p:cNvPr id="780" name="Google Shape;780;p132"/>
          <p:cNvSpPr txBox="1">
            <a:spLocks noGrp="1"/>
          </p:cNvSpPr>
          <p:nvPr>
            <p:ph type="body" idx="3"/>
          </p:nvPr>
        </p:nvSpPr>
        <p:spPr>
          <a:xfrm>
            <a:off x="6246950" y="2686375"/>
            <a:ext cx="5486400" cy="3257100"/>
          </a:xfrm>
          <a:prstGeom prst="rect">
            <a:avLst/>
          </a:prstGeom>
          <a:noFill/>
          <a:ln>
            <a:noFill/>
          </a:ln>
        </p:spPr>
        <p:txBody>
          <a:bodyPr spcFirstLastPara="1" wrap="square" lIns="0" tIns="0" rIns="0" bIns="0" anchor="t" anchorCtr="0">
            <a:noAutofit/>
          </a:bodyPr>
          <a:lstStyle>
            <a:lvl1pPr marL="457207" lvl="0" indent="-228604" algn="l" rtl="0">
              <a:spcBef>
                <a:spcPts val="1800"/>
              </a:spcBef>
              <a:spcAft>
                <a:spcPts val="0"/>
              </a:spcAft>
              <a:buClr>
                <a:schemeClr val="lt1"/>
              </a:buClr>
              <a:buSzPts val="2000"/>
              <a:buFont typeface="Roboto"/>
              <a:buNone/>
              <a:defRPr b="0" i="0">
                <a:solidFill>
                  <a:schemeClr val="lt1"/>
                </a:solidFill>
                <a:latin typeface="Roboto"/>
                <a:ea typeface="Roboto"/>
                <a:cs typeface="Roboto"/>
                <a:sym typeface="Roboto"/>
              </a:defRPr>
            </a:lvl1pPr>
            <a:lvl2pPr marL="914415" lvl="1" indent="-342906" algn="l" rtl="0">
              <a:spcBef>
                <a:spcPts val="600"/>
              </a:spcBef>
              <a:spcAft>
                <a:spcPts val="0"/>
              </a:spcAft>
              <a:buClr>
                <a:schemeClr val="lt1"/>
              </a:buClr>
              <a:buSzPts val="1800"/>
              <a:buChar char="•"/>
              <a:defRPr b="0" i="0">
                <a:solidFill>
                  <a:schemeClr val="lt1"/>
                </a:solidFill>
                <a:latin typeface="Roboto"/>
                <a:ea typeface="Roboto"/>
                <a:cs typeface="Roboto"/>
                <a:sym typeface="Roboto"/>
              </a:defRPr>
            </a:lvl2pPr>
            <a:lvl3pPr marL="1371622" lvl="2" indent="-330205" algn="l" rtl="0">
              <a:spcBef>
                <a:spcPts val="600"/>
              </a:spcBef>
              <a:spcAft>
                <a:spcPts val="0"/>
              </a:spcAft>
              <a:buClr>
                <a:schemeClr val="lt1"/>
              </a:buClr>
              <a:buSzPts val="1600"/>
              <a:buChar char="−"/>
              <a:defRPr b="0" i="0">
                <a:solidFill>
                  <a:schemeClr val="lt1"/>
                </a:solidFill>
                <a:latin typeface="Roboto"/>
                <a:ea typeface="Roboto"/>
                <a:cs typeface="Roboto"/>
                <a:sym typeface="Roboto"/>
              </a:defRPr>
            </a:lvl3pPr>
            <a:lvl4pPr marL="1828831" lvl="3" indent="-317506" algn="l" rtl="0">
              <a:spcBef>
                <a:spcPts val="300"/>
              </a:spcBef>
              <a:spcAft>
                <a:spcPts val="0"/>
              </a:spcAft>
              <a:buClr>
                <a:schemeClr val="lt1"/>
              </a:buClr>
              <a:buSzPts val="1400"/>
              <a:buChar char="•"/>
              <a:defRPr b="0" i="0">
                <a:solidFill>
                  <a:schemeClr val="lt1"/>
                </a:solidFill>
                <a:latin typeface="Roboto"/>
                <a:ea typeface="Roboto"/>
                <a:cs typeface="Roboto"/>
                <a:sym typeface="Roboto"/>
              </a:defRPr>
            </a:lvl4pPr>
            <a:lvl5pPr marL="2286038" lvl="4" indent="-304805" algn="l" rtl="0">
              <a:spcBef>
                <a:spcPts val="300"/>
              </a:spcBef>
              <a:spcAft>
                <a:spcPts val="0"/>
              </a:spcAft>
              <a:buClr>
                <a:schemeClr val="lt1"/>
              </a:buClr>
              <a:buSzPts val="1200"/>
              <a:buChar char="−"/>
              <a:defRPr b="0" i="0">
                <a:solidFill>
                  <a:schemeClr val="lt1"/>
                </a:solidFill>
                <a:latin typeface="Roboto"/>
                <a:ea typeface="Roboto"/>
                <a:cs typeface="Roboto"/>
                <a:sym typeface="Roboto"/>
              </a:defRPr>
            </a:lvl5pPr>
            <a:lvl6pPr marL="2743246" lvl="5" indent="-304805" algn="l" rtl="0">
              <a:spcBef>
                <a:spcPts val="360"/>
              </a:spcBef>
              <a:spcAft>
                <a:spcPts val="0"/>
              </a:spcAft>
              <a:buClr>
                <a:schemeClr val="lt1"/>
              </a:buClr>
              <a:buSzPts val="1200"/>
              <a:buFont typeface="Roboto"/>
              <a:buChar char="•"/>
              <a:defRPr sz="1200">
                <a:solidFill>
                  <a:schemeClr val="lt1"/>
                </a:solidFill>
                <a:latin typeface="Roboto"/>
                <a:ea typeface="Roboto"/>
                <a:cs typeface="Roboto"/>
                <a:sym typeface="Roboto"/>
              </a:defRPr>
            </a:lvl6pPr>
            <a:lvl7pPr marL="3200453" lvl="6" indent="-304805" algn="l" rtl="0">
              <a:spcBef>
                <a:spcPts val="360"/>
              </a:spcBef>
              <a:spcAft>
                <a:spcPts val="0"/>
              </a:spcAft>
              <a:buClr>
                <a:schemeClr val="lt1"/>
              </a:buClr>
              <a:buSzPts val="1200"/>
              <a:buFont typeface="Roboto"/>
              <a:buChar char="•"/>
              <a:defRPr sz="1200">
                <a:solidFill>
                  <a:schemeClr val="lt1"/>
                </a:solidFill>
                <a:latin typeface="Roboto"/>
                <a:ea typeface="Roboto"/>
                <a:cs typeface="Roboto"/>
                <a:sym typeface="Roboto"/>
              </a:defRPr>
            </a:lvl7pPr>
            <a:lvl8pPr marL="3657661" lvl="7" indent="-304805" algn="l" rtl="0">
              <a:spcBef>
                <a:spcPts val="360"/>
              </a:spcBef>
              <a:spcAft>
                <a:spcPts val="0"/>
              </a:spcAft>
              <a:buClr>
                <a:schemeClr val="lt1"/>
              </a:buClr>
              <a:buSzPts val="1200"/>
              <a:buFont typeface="Roboto"/>
              <a:buChar char="•"/>
              <a:defRPr sz="1200">
                <a:solidFill>
                  <a:schemeClr val="lt1"/>
                </a:solidFill>
                <a:latin typeface="Roboto"/>
                <a:ea typeface="Roboto"/>
                <a:cs typeface="Roboto"/>
                <a:sym typeface="Roboto"/>
              </a:defRPr>
            </a:lvl8pPr>
            <a:lvl9pPr marL="4114868" lvl="8" indent="-304805" algn="l" rtl="0">
              <a:spcBef>
                <a:spcPts val="360"/>
              </a:spcBef>
              <a:spcAft>
                <a:spcPts val="0"/>
              </a:spcAft>
              <a:buClr>
                <a:schemeClr val="lt1"/>
              </a:buClr>
              <a:buSzPts val="1200"/>
              <a:buFont typeface="Roboto"/>
              <a:buChar char="•"/>
              <a:defRPr sz="1200">
                <a:solidFill>
                  <a:schemeClr val="lt1"/>
                </a:solidFill>
                <a:latin typeface="Roboto"/>
                <a:ea typeface="Roboto"/>
                <a:cs typeface="Roboto"/>
                <a:sym typeface="Roboto"/>
              </a:defRPr>
            </a:lvl9pPr>
          </a:lstStyle>
          <a:p>
            <a:endParaRPr/>
          </a:p>
        </p:txBody>
      </p:sp>
      <p:pic>
        <p:nvPicPr>
          <p:cNvPr id="781" name="Google Shape;781;p132"/>
          <p:cNvPicPr preferRelativeResize="0"/>
          <p:nvPr/>
        </p:nvPicPr>
        <p:blipFill>
          <a:blip r:embed="rId2">
            <a:alphaModFix/>
          </a:blip>
          <a:stretch>
            <a:fillRect/>
          </a:stretch>
        </p:blipFill>
        <p:spPr>
          <a:xfrm>
            <a:off x="455626" y="6262542"/>
            <a:ext cx="685801" cy="352697"/>
          </a:xfrm>
          <a:prstGeom prst="rect">
            <a:avLst/>
          </a:prstGeom>
          <a:noFill/>
          <a:ln>
            <a:noFill/>
          </a:ln>
        </p:spPr>
      </p:pic>
      <p:sp>
        <p:nvSpPr>
          <p:cNvPr id="782" name="Google Shape;782;p132"/>
          <p:cNvSpPr txBox="1"/>
          <p:nvPr/>
        </p:nvSpPr>
        <p:spPr>
          <a:xfrm>
            <a:off x="8194350" y="6400800"/>
            <a:ext cx="3244500" cy="228600"/>
          </a:xfrm>
          <a:prstGeom prst="rect">
            <a:avLst/>
          </a:prstGeom>
          <a:noFill/>
          <a:ln>
            <a:noFill/>
          </a:ln>
        </p:spPr>
        <p:txBody>
          <a:bodyPr spcFirstLastPara="1" wrap="square" lIns="91426" tIns="91426" rIns="91426" bIns="91426" anchor="t" anchorCtr="0">
            <a:noAutofit/>
          </a:bodyPr>
          <a:lstStyle/>
          <a:p>
            <a:pPr marL="0" lvl="0" indent="0" algn="r" rtl="0">
              <a:spcBef>
                <a:spcPts val="0"/>
              </a:spcBef>
              <a:spcAft>
                <a:spcPts val="0"/>
              </a:spcAft>
              <a:buNone/>
            </a:pPr>
            <a:r>
              <a:rPr lang="en" sz="1000">
                <a:solidFill>
                  <a:srgbClr val="FFFFFF"/>
                </a:solidFill>
                <a:latin typeface="Roboto"/>
                <a:ea typeface="Roboto"/>
                <a:cs typeface="Roboto"/>
                <a:sym typeface="Roboto"/>
              </a:rPr>
              <a:t>Proprietary &amp; Confidential - For Internal Use Only</a:t>
            </a:r>
            <a:endParaRPr sz="1000">
              <a:solidFill>
                <a:srgbClr val="FFFFFF"/>
              </a:solidFill>
              <a:latin typeface="Roboto"/>
              <a:ea typeface="Roboto"/>
              <a:cs typeface="Roboto"/>
              <a:sym typeface="Roboto"/>
            </a:endParaRPr>
          </a:p>
        </p:txBody>
      </p:sp>
    </p:spTree>
  </p:cSld>
  <p:clrMapOvr>
    <a:masterClrMapping/>
  </p:clrMapOvr>
  <mc:AlternateContent xmlns:mc="http://schemas.openxmlformats.org/markup-compatibility/2006" xmlns:p14="http://schemas.microsoft.com/office/powerpoint/2010/main">
    <mc:Choice Requires="p14">
      <p:transition p14:dur="250">
        <p:fade/>
      </p:transition>
    </mc:Choice>
    <mc:Fallback xmlns:ahyp="http://schemas.microsoft.com/office/drawing/2018/hyperlinkcolor" xmlns:p15="http://schemas.microsoft.com/office/powerpoint/2012/main" xmlns:com="http://schemas.openxmlformats.org/drawingml/2006/compatibility" xmlns:pvml="urn:schemas-microsoft-com:office:powerpoint" xmlns:v="urn:schemas-microsoft-com:vml" xmlns:o="urn:schemas-microsoft-com:office:office" xmlns:dgm="http://schemas.openxmlformats.org/drawingml/2006/diagram" xmlns:c="http://schemas.openxmlformats.org/drawingml/2006/chart" xmlns:mv="urn:schemas-microsoft-com:mac:vml" xmlns="">
      <p:transition>
        <p:fade/>
      </p:transition>
    </mc:Fallback>
  </mc:AlternateContent>
</p:sldLayout>
</file>

<file path=ppt/slideLayouts/slideLayout127.xml><?xml version="1.0" encoding="utf-8"?>
<p:sldLayout xmlns:a="http://schemas.openxmlformats.org/drawingml/2006/main" xmlns:r="http://schemas.openxmlformats.org/officeDocument/2006/relationships" xmlns:p="http://schemas.openxmlformats.org/presentationml/2006/main" matchingName="HYUNDAI  Subhead | Title | Text | Image">
  <p:cSld name="HYUNDAI  Subhead | Title | Text | Image">
    <p:bg>
      <p:bgPr>
        <a:solidFill>
          <a:schemeClr val="dk2"/>
        </a:solidFill>
        <a:effectLst/>
      </p:bgPr>
    </p:bg>
    <p:spTree>
      <p:nvGrpSpPr>
        <p:cNvPr id="1" name="Shape 783"/>
        <p:cNvGrpSpPr/>
        <p:nvPr/>
      </p:nvGrpSpPr>
      <p:grpSpPr>
        <a:xfrm>
          <a:off x="0" y="0"/>
          <a:ext cx="0" cy="0"/>
          <a:chOff x="0" y="0"/>
          <a:chExt cx="0" cy="0"/>
        </a:xfrm>
      </p:grpSpPr>
      <p:sp>
        <p:nvSpPr>
          <p:cNvPr id="784" name="Google Shape;784;p133"/>
          <p:cNvSpPr txBox="1">
            <a:spLocks noGrp="1"/>
          </p:cNvSpPr>
          <p:nvPr>
            <p:ph type="title"/>
          </p:nvPr>
        </p:nvSpPr>
        <p:spPr>
          <a:xfrm>
            <a:off x="455617" y="731520"/>
            <a:ext cx="8915400" cy="524400"/>
          </a:xfrm>
          <a:prstGeom prst="rect">
            <a:avLst/>
          </a:prstGeom>
          <a:noFill/>
          <a:ln>
            <a:noFill/>
          </a:ln>
        </p:spPr>
        <p:txBody>
          <a:bodyPr spcFirstLastPara="1" wrap="square" lIns="0" tIns="0" rIns="0" bIns="0" anchor="t" anchorCtr="0">
            <a:noAutofit/>
          </a:bodyPr>
          <a:lstStyle>
            <a:lvl1pPr lvl="0" algn="l" rtl="0">
              <a:lnSpc>
                <a:spcPct val="80000"/>
              </a:lnSpc>
              <a:spcBef>
                <a:spcPts val="0"/>
              </a:spcBef>
              <a:spcAft>
                <a:spcPts val="0"/>
              </a:spcAft>
              <a:buClr>
                <a:schemeClr val="lt1"/>
              </a:buClr>
              <a:buSzPts val="3200"/>
              <a:buFont typeface="Roboto Medium"/>
              <a:buNone/>
              <a:defRPr b="0">
                <a:solidFill>
                  <a:schemeClr val="lt1"/>
                </a:solidFill>
              </a:defRPr>
            </a:lvl1pPr>
            <a:lvl2pPr lvl="1" rtl="0">
              <a:spcBef>
                <a:spcPts val="0"/>
              </a:spcBef>
              <a:spcAft>
                <a:spcPts val="0"/>
              </a:spcAft>
              <a:buSzPts val="1400"/>
              <a:buNone/>
              <a:defRPr/>
            </a:lvl2pPr>
            <a:lvl3pPr lvl="2" rtl="0">
              <a:spcBef>
                <a:spcPts val="0"/>
              </a:spcBef>
              <a:spcAft>
                <a:spcPts val="0"/>
              </a:spcAft>
              <a:buSzPts val="1400"/>
              <a:buNone/>
              <a:defRPr/>
            </a:lvl3pPr>
            <a:lvl4pPr lvl="3" rtl="0">
              <a:spcBef>
                <a:spcPts val="0"/>
              </a:spcBef>
              <a:spcAft>
                <a:spcPts val="0"/>
              </a:spcAft>
              <a:buSzPts val="1400"/>
              <a:buNone/>
              <a:defRPr/>
            </a:lvl4pPr>
            <a:lvl5pPr lvl="4" rtl="0">
              <a:spcBef>
                <a:spcPts val="0"/>
              </a:spcBef>
              <a:spcAft>
                <a:spcPts val="0"/>
              </a:spcAft>
              <a:buSzPts val="1400"/>
              <a:buNone/>
              <a:defRPr/>
            </a:lvl5pPr>
            <a:lvl6pPr lvl="5" rtl="0">
              <a:spcBef>
                <a:spcPts val="0"/>
              </a:spcBef>
              <a:spcAft>
                <a:spcPts val="0"/>
              </a:spcAft>
              <a:buSzPts val="1400"/>
              <a:buNone/>
              <a:defRPr/>
            </a:lvl6pPr>
            <a:lvl7pPr lvl="6" rtl="0">
              <a:spcBef>
                <a:spcPts val="0"/>
              </a:spcBef>
              <a:spcAft>
                <a:spcPts val="0"/>
              </a:spcAft>
              <a:buSzPts val="1400"/>
              <a:buNone/>
              <a:defRPr/>
            </a:lvl7pPr>
            <a:lvl8pPr lvl="7" rtl="0">
              <a:spcBef>
                <a:spcPts val="0"/>
              </a:spcBef>
              <a:spcAft>
                <a:spcPts val="0"/>
              </a:spcAft>
              <a:buSzPts val="1400"/>
              <a:buNone/>
              <a:defRPr/>
            </a:lvl8pPr>
            <a:lvl9pPr lvl="8" rtl="0">
              <a:spcBef>
                <a:spcPts val="0"/>
              </a:spcBef>
              <a:spcAft>
                <a:spcPts val="0"/>
              </a:spcAft>
              <a:buSzPts val="1400"/>
              <a:buNone/>
              <a:defRPr/>
            </a:lvl9pPr>
          </a:lstStyle>
          <a:p>
            <a:endParaRPr/>
          </a:p>
        </p:txBody>
      </p:sp>
      <p:sp>
        <p:nvSpPr>
          <p:cNvPr id="785" name="Google Shape;785;p133"/>
          <p:cNvSpPr>
            <a:spLocks noGrp="1"/>
          </p:cNvSpPr>
          <p:nvPr>
            <p:ph type="pic" idx="2"/>
          </p:nvPr>
        </p:nvSpPr>
        <p:spPr>
          <a:xfrm>
            <a:off x="7389889" y="1371600"/>
            <a:ext cx="4343401" cy="4572000"/>
          </a:xfrm>
          <a:prstGeom prst="rect">
            <a:avLst/>
          </a:prstGeom>
          <a:solidFill>
            <a:srgbClr val="F2F2F2"/>
          </a:solidFill>
          <a:ln>
            <a:noFill/>
          </a:ln>
        </p:spPr>
        <p:txBody>
          <a:bodyPr spcFirstLastPara="1" wrap="square" lIns="0" tIns="0" rIns="0" bIns="0" anchor="ctr" anchorCtr="0">
            <a:noAutofit/>
          </a:bodyPr>
          <a:lstStyle>
            <a:lvl1pPr marR="0" lvl="0" algn="ctr" rtl="0">
              <a:spcBef>
                <a:spcPts val="1800"/>
              </a:spcBef>
              <a:spcAft>
                <a:spcPts val="0"/>
              </a:spcAft>
              <a:buClr>
                <a:srgbClr val="D8D8D8"/>
              </a:buClr>
              <a:buSzPts val="2000"/>
              <a:buFont typeface="Roboto"/>
              <a:buNone/>
              <a:defRPr sz="2000" b="0" i="0" u="none" strike="noStrike" cap="none">
                <a:solidFill>
                  <a:srgbClr val="D8D8D8"/>
                </a:solidFill>
                <a:latin typeface="Roboto"/>
                <a:ea typeface="Roboto"/>
                <a:cs typeface="Roboto"/>
                <a:sym typeface="Roboto"/>
              </a:defRPr>
            </a:lvl1pPr>
            <a:lvl2pPr marR="0" lvl="1" algn="l" rtl="0">
              <a:spcBef>
                <a:spcPts val="600"/>
              </a:spcBef>
              <a:spcAft>
                <a:spcPts val="0"/>
              </a:spcAft>
              <a:buClr>
                <a:schemeClr val="dk1"/>
              </a:buClr>
              <a:buSzPts val="1800"/>
              <a:buFont typeface="Arial"/>
              <a:buChar char="•"/>
              <a:defRPr sz="1800" b="0" i="0" u="none" strike="noStrike" cap="none">
                <a:solidFill>
                  <a:schemeClr val="dk1"/>
                </a:solidFill>
                <a:latin typeface="Roboto"/>
                <a:ea typeface="Roboto"/>
                <a:cs typeface="Roboto"/>
                <a:sym typeface="Roboto"/>
              </a:defRPr>
            </a:lvl2pPr>
            <a:lvl3pPr marR="0" lvl="2" algn="l" rtl="0">
              <a:spcBef>
                <a:spcPts val="600"/>
              </a:spcBef>
              <a:spcAft>
                <a:spcPts val="0"/>
              </a:spcAft>
              <a:buClr>
                <a:schemeClr val="dk1"/>
              </a:buClr>
              <a:buSzPts val="1600"/>
              <a:buFont typeface="Merriweather Sans"/>
              <a:buChar char="−"/>
              <a:defRPr sz="1600" b="0" i="0" u="none" strike="noStrike" cap="none">
                <a:solidFill>
                  <a:schemeClr val="dk1"/>
                </a:solidFill>
                <a:latin typeface="Roboto"/>
                <a:ea typeface="Roboto"/>
                <a:cs typeface="Roboto"/>
                <a:sym typeface="Roboto"/>
              </a:defRPr>
            </a:lvl3pPr>
            <a:lvl4pPr marR="0" lvl="3" algn="l" rtl="0">
              <a:spcBef>
                <a:spcPts val="300"/>
              </a:spcBef>
              <a:spcAft>
                <a:spcPts val="0"/>
              </a:spcAft>
              <a:buClr>
                <a:schemeClr val="dk1"/>
              </a:buClr>
              <a:buSzPts val="1400"/>
              <a:buFont typeface="Arial"/>
              <a:buChar char="•"/>
              <a:defRPr sz="1400" b="0" i="0" u="none" strike="noStrike" cap="none">
                <a:solidFill>
                  <a:schemeClr val="dk1"/>
                </a:solidFill>
                <a:latin typeface="Roboto"/>
                <a:ea typeface="Roboto"/>
                <a:cs typeface="Roboto"/>
                <a:sym typeface="Roboto"/>
              </a:defRPr>
            </a:lvl4pPr>
            <a:lvl5pPr marR="0" lvl="4" algn="l" rtl="0">
              <a:spcBef>
                <a:spcPts val="300"/>
              </a:spcBef>
              <a:spcAft>
                <a:spcPts val="0"/>
              </a:spcAft>
              <a:buClr>
                <a:schemeClr val="dk1"/>
              </a:buClr>
              <a:buSzPts val="1200"/>
              <a:buFont typeface="Merriweather Sans"/>
              <a:buChar char="−"/>
              <a:defRPr sz="1200" b="0" i="0" u="none" strike="noStrike" cap="none">
                <a:solidFill>
                  <a:schemeClr val="dk1"/>
                </a:solidFill>
                <a:latin typeface="Roboto"/>
                <a:ea typeface="Roboto"/>
                <a:cs typeface="Roboto"/>
                <a:sym typeface="Roboto"/>
              </a:defRPr>
            </a:lvl5pPr>
            <a:lvl6pPr marR="0" lvl="5" algn="l" rtl="0">
              <a:spcBef>
                <a:spcPts val="533"/>
              </a:spcBef>
              <a:spcAft>
                <a:spcPts val="0"/>
              </a:spcAft>
              <a:buClr>
                <a:schemeClr val="dk1"/>
              </a:buClr>
              <a:buSzPts val="2666"/>
              <a:buFont typeface="Arial"/>
              <a:buChar char="•"/>
              <a:defRPr sz="2666" b="0" i="0" u="none" strike="noStrike" cap="none">
                <a:solidFill>
                  <a:schemeClr val="dk1"/>
                </a:solidFill>
                <a:latin typeface="Poppins Medium"/>
                <a:ea typeface="Poppins Medium"/>
                <a:cs typeface="Poppins Medium"/>
                <a:sym typeface="Poppins Medium"/>
              </a:defRPr>
            </a:lvl6pPr>
            <a:lvl7pPr marR="0" lvl="6" algn="l" rtl="0">
              <a:spcBef>
                <a:spcPts val="533"/>
              </a:spcBef>
              <a:spcAft>
                <a:spcPts val="0"/>
              </a:spcAft>
              <a:buClr>
                <a:schemeClr val="dk1"/>
              </a:buClr>
              <a:buSzPts val="2666"/>
              <a:buFont typeface="Arial"/>
              <a:buChar char="•"/>
              <a:defRPr sz="2666" b="0" i="0" u="none" strike="noStrike" cap="none">
                <a:solidFill>
                  <a:schemeClr val="dk1"/>
                </a:solidFill>
                <a:latin typeface="Poppins Medium"/>
                <a:ea typeface="Poppins Medium"/>
                <a:cs typeface="Poppins Medium"/>
                <a:sym typeface="Poppins Medium"/>
              </a:defRPr>
            </a:lvl7pPr>
            <a:lvl8pPr marR="0" lvl="7" algn="l" rtl="0">
              <a:spcBef>
                <a:spcPts val="533"/>
              </a:spcBef>
              <a:spcAft>
                <a:spcPts val="0"/>
              </a:spcAft>
              <a:buClr>
                <a:schemeClr val="dk1"/>
              </a:buClr>
              <a:buSzPts val="2666"/>
              <a:buFont typeface="Arial"/>
              <a:buChar char="•"/>
              <a:defRPr sz="2666" b="0" i="0" u="none" strike="noStrike" cap="none">
                <a:solidFill>
                  <a:schemeClr val="dk1"/>
                </a:solidFill>
                <a:latin typeface="Poppins Medium"/>
                <a:ea typeface="Poppins Medium"/>
                <a:cs typeface="Poppins Medium"/>
                <a:sym typeface="Poppins Medium"/>
              </a:defRPr>
            </a:lvl8pPr>
            <a:lvl9pPr marR="0" lvl="8" algn="l" rtl="0">
              <a:spcBef>
                <a:spcPts val="533"/>
              </a:spcBef>
              <a:spcAft>
                <a:spcPts val="0"/>
              </a:spcAft>
              <a:buClr>
                <a:schemeClr val="dk1"/>
              </a:buClr>
              <a:buSzPts val="2666"/>
              <a:buFont typeface="Arial"/>
              <a:buChar char="•"/>
              <a:defRPr sz="2666" b="0" i="0" u="none" strike="noStrike" cap="none">
                <a:solidFill>
                  <a:schemeClr val="dk1"/>
                </a:solidFill>
                <a:latin typeface="Poppins Medium"/>
                <a:ea typeface="Poppins Medium"/>
                <a:cs typeface="Poppins Medium"/>
                <a:sym typeface="Poppins Medium"/>
              </a:defRPr>
            </a:lvl9pPr>
          </a:lstStyle>
          <a:p>
            <a:endParaRPr/>
          </a:p>
        </p:txBody>
      </p:sp>
      <p:sp>
        <p:nvSpPr>
          <p:cNvPr id="786" name="Google Shape;786;p133"/>
          <p:cNvSpPr txBox="1">
            <a:spLocks noGrp="1"/>
          </p:cNvSpPr>
          <p:nvPr>
            <p:ph type="sldNum" idx="12"/>
          </p:nvPr>
        </p:nvSpPr>
        <p:spPr>
          <a:xfrm>
            <a:off x="11438849" y="6400800"/>
            <a:ext cx="294601" cy="228600"/>
          </a:xfrm>
          <a:prstGeom prst="rect">
            <a:avLst/>
          </a:prstGeom>
        </p:spPr>
        <p:txBody>
          <a:bodyPr spcFirstLastPara="1" wrap="square" lIns="0" tIns="0" rIns="0" bIns="0" anchor="b" anchorCtr="0">
            <a:noAutofit/>
          </a:bodyPr>
          <a:lstStyle>
            <a:lvl1pPr lvl="0" rtl="0">
              <a:buNone/>
              <a:defRPr sz="1000">
                <a:solidFill>
                  <a:schemeClr val="lt1"/>
                </a:solidFill>
              </a:defRPr>
            </a:lvl1pPr>
            <a:lvl2pPr lvl="1" rtl="0">
              <a:buNone/>
              <a:defRPr sz="1000">
                <a:solidFill>
                  <a:schemeClr val="lt1"/>
                </a:solidFill>
              </a:defRPr>
            </a:lvl2pPr>
            <a:lvl3pPr lvl="2" rtl="0">
              <a:buNone/>
              <a:defRPr sz="1000">
                <a:solidFill>
                  <a:schemeClr val="lt1"/>
                </a:solidFill>
              </a:defRPr>
            </a:lvl3pPr>
            <a:lvl4pPr lvl="3" rtl="0">
              <a:buNone/>
              <a:defRPr sz="1000">
                <a:solidFill>
                  <a:schemeClr val="lt1"/>
                </a:solidFill>
              </a:defRPr>
            </a:lvl4pPr>
            <a:lvl5pPr lvl="4" rtl="0">
              <a:buNone/>
              <a:defRPr sz="1000">
                <a:solidFill>
                  <a:schemeClr val="lt1"/>
                </a:solidFill>
              </a:defRPr>
            </a:lvl5pPr>
            <a:lvl6pPr lvl="5" rtl="0">
              <a:buNone/>
              <a:defRPr sz="1000">
                <a:solidFill>
                  <a:schemeClr val="lt1"/>
                </a:solidFill>
              </a:defRPr>
            </a:lvl6pPr>
            <a:lvl7pPr lvl="6" rtl="0">
              <a:buNone/>
              <a:defRPr sz="1000">
                <a:solidFill>
                  <a:schemeClr val="lt1"/>
                </a:solidFill>
              </a:defRPr>
            </a:lvl7pPr>
            <a:lvl8pPr lvl="7" rtl="0">
              <a:buNone/>
              <a:defRPr sz="1000">
                <a:solidFill>
                  <a:schemeClr val="lt1"/>
                </a:solidFill>
              </a:defRPr>
            </a:lvl8pPr>
            <a:lvl9pPr lvl="8" rtl="0">
              <a:buNone/>
              <a:defRPr sz="1000">
                <a:solidFill>
                  <a:schemeClr val="lt1"/>
                </a:solidFill>
              </a:defRPr>
            </a:lvl9pPr>
          </a:lstStyle>
          <a:p>
            <a:fld id="{00000000-1234-1234-1234-123412341234}" type="slidenum">
              <a:rPr lang="en" smtClean="0"/>
              <a:pPr/>
              <a:t>‹#›</a:t>
            </a:fld>
            <a:endParaRPr lang="en"/>
          </a:p>
        </p:txBody>
      </p:sp>
      <p:sp>
        <p:nvSpPr>
          <p:cNvPr id="787" name="Google Shape;787;p133"/>
          <p:cNvSpPr txBox="1">
            <a:spLocks noGrp="1"/>
          </p:cNvSpPr>
          <p:nvPr>
            <p:ph type="subTitle" idx="1"/>
          </p:nvPr>
        </p:nvSpPr>
        <p:spPr>
          <a:xfrm>
            <a:off x="455663" y="457200"/>
            <a:ext cx="8915400" cy="228600"/>
          </a:xfrm>
          <a:prstGeom prst="rect">
            <a:avLst/>
          </a:prstGeom>
        </p:spPr>
        <p:txBody>
          <a:bodyPr spcFirstLastPara="1" wrap="square" lIns="0" tIns="0" rIns="0" bIns="0" anchor="t" anchorCtr="0">
            <a:noAutofit/>
          </a:bodyPr>
          <a:lstStyle>
            <a:lvl1pPr lvl="0" rtl="0">
              <a:spcBef>
                <a:spcPts val="0"/>
              </a:spcBef>
              <a:spcAft>
                <a:spcPts val="0"/>
              </a:spcAft>
              <a:buClr>
                <a:schemeClr val="accent2"/>
              </a:buClr>
              <a:buSzPts val="1400"/>
              <a:buFont typeface="Roboto Medium"/>
              <a:buNone/>
              <a:defRPr sz="1400">
                <a:solidFill>
                  <a:schemeClr val="accent2"/>
                </a:solidFill>
                <a:latin typeface="Roboto Medium"/>
                <a:ea typeface="Roboto Medium"/>
                <a:cs typeface="Roboto Medium"/>
                <a:sym typeface="Roboto Medium"/>
              </a:defRPr>
            </a:lvl1pPr>
            <a:lvl2pPr lvl="1" rtl="0">
              <a:spcBef>
                <a:spcPts val="600"/>
              </a:spcBef>
              <a:spcAft>
                <a:spcPts val="0"/>
              </a:spcAft>
              <a:buClr>
                <a:schemeClr val="accent2"/>
              </a:buClr>
              <a:buSzPts val="1800"/>
              <a:buFont typeface="Roboto Medium"/>
              <a:buNone/>
              <a:defRPr>
                <a:solidFill>
                  <a:schemeClr val="accent2"/>
                </a:solidFill>
                <a:latin typeface="Roboto Medium"/>
                <a:ea typeface="Roboto Medium"/>
                <a:cs typeface="Roboto Medium"/>
                <a:sym typeface="Roboto Medium"/>
              </a:defRPr>
            </a:lvl2pPr>
            <a:lvl3pPr lvl="2" rtl="0">
              <a:spcBef>
                <a:spcPts val="600"/>
              </a:spcBef>
              <a:spcAft>
                <a:spcPts val="0"/>
              </a:spcAft>
              <a:buClr>
                <a:schemeClr val="accent2"/>
              </a:buClr>
              <a:buSzPts val="1600"/>
              <a:buFont typeface="Roboto Medium"/>
              <a:buNone/>
              <a:defRPr>
                <a:solidFill>
                  <a:schemeClr val="accent2"/>
                </a:solidFill>
                <a:latin typeface="Roboto Medium"/>
                <a:ea typeface="Roboto Medium"/>
                <a:cs typeface="Roboto Medium"/>
                <a:sym typeface="Roboto Medium"/>
              </a:defRPr>
            </a:lvl3pPr>
            <a:lvl4pPr lvl="3" rtl="0">
              <a:spcBef>
                <a:spcPts val="300"/>
              </a:spcBef>
              <a:spcAft>
                <a:spcPts val="0"/>
              </a:spcAft>
              <a:buClr>
                <a:schemeClr val="accent2"/>
              </a:buClr>
              <a:buSzPts val="1400"/>
              <a:buFont typeface="Roboto Medium"/>
              <a:buNone/>
              <a:defRPr>
                <a:solidFill>
                  <a:schemeClr val="accent2"/>
                </a:solidFill>
                <a:latin typeface="Roboto Medium"/>
                <a:ea typeface="Roboto Medium"/>
                <a:cs typeface="Roboto Medium"/>
                <a:sym typeface="Roboto Medium"/>
              </a:defRPr>
            </a:lvl4pPr>
            <a:lvl5pPr lvl="4" rtl="0">
              <a:spcBef>
                <a:spcPts val="300"/>
              </a:spcBef>
              <a:spcAft>
                <a:spcPts val="0"/>
              </a:spcAft>
              <a:buClr>
                <a:schemeClr val="accent2"/>
              </a:buClr>
              <a:buSzPts val="1200"/>
              <a:buFont typeface="Roboto Medium"/>
              <a:buNone/>
              <a:defRPr>
                <a:solidFill>
                  <a:schemeClr val="accent2"/>
                </a:solidFill>
                <a:latin typeface="Roboto Medium"/>
                <a:ea typeface="Roboto Medium"/>
                <a:cs typeface="Roboto Medium"/>
                <a:sym typeface="Roboto Medium"/>
              </a:defRPr>
            </a:lvl5pPr>
            <a:lvl6pPr lvl="5" rtl="0">
              <a:spcBef>
                <a:spcPts val="533"/>
              </a:spcBef>
              <a:spcAft>
                <a:spcPts val="0"/>
              </a:spcAft>
              <a:buClr>
                <a:schemeClr val="accent2"/>
              </a:buClr>
              <a:buSzPts val="2666"/>
              <a:buFont typeface="Roboto Medium"/>
              <a:buNone/>
              <a:defRPr>
                <a:solidFill>
                  <a:schemeClr val="accent2"/>
                </a:solidFill>
                <a:latin typeface="Roboto Medium"/>
                <a:ea typeface="Roboto Medium"/>
                <a:cs typeface="Roboto Medium"/>
                <a:sym typeface="Roboto Medium"/>
              </a:defRPr>
            </a:lvl6pPr>
            <a:lvl7pPr lvl="6" rtl="0">
              <a:spcBef>
                <a:spcPts val="533"/>
              </a:spcBef>
              <a:spcAft>
                <a:spcPts val="0"/>
              </a:spcAft>
              <a:buClr>
                <a:schemeClr val="accent2"/>
              </a:buClr>
              <a:buSzPts val="2666"/>
              <a:buFont typeface="Roboto Medium"/>
              <a:buNone/>
              <a:defRPr>
                <a:solidFill>
                  <a:schemeClr val="accent2"/>
                </a:solidFill>
                <a:latin typeface="Roboto Medium"/>
                <a:ea typeface="Roboto Medium"/>
                <a:cs typeface="Roboto Medium"/>
                <a:sym typeface="Roboto Medium"/>
              </a:defRPr>
            </a:lvl7pPr>
            <a:lvl8pPr lvl="7" rtl="0">
              <a:spcBef>
                <a:spcPts val="533"/>
              </a:spcBef>
              <a:spcAft>
                <a:spcPts val="0"/>
              </a:spcAft>
              <a:buClr>
                <a:schemeClr val="accent2"/>
              </a:buClr>
              <a:buSzPts val="2666"/>
              <a:buFont typeface="Roboto Medium"/>
              <a:buNone/>
              <a:defRPr>
                <a:solidFill>
                  <a:schemeClr val="accent2"/>
                </a:solidFill>
                <a:latin typeface="Roboto Medium"/>
                <a:ea typeface="Roboto Medium"/>
                <a:cs typeface="Roboto Medium"/>
                <a:sym typeface="Roboto Medium"/>
              </a:defRPr>
            </a:lvl8pPr>
            <a:lvl9pPr lvl="8" rtl="0">
              <a:spcBef>
                <a:spcPts val="533"/>
              </a:spcBef>
              <a:spcAft>
                <a:spcPts val="0"/>
              </a:spcAft>
              <a:buClr>
                <a:schemeClr val="accent2"/>
              </a:buClr>
              <a:buSzPts val="2666"/>
              <a:buFont typeface="Roboto Medium"/>
              <a:buNone/>
              <a:defRPr>
                <a:solidFill>
                  <a:schemeClr val="accent2"/>
                </a:solidFill>
                <a:latin typeface="Roboto Medium"/>
                <a:ea typeface="Roboto Medium"/>
                <a:cs typeface="Roboto Medium"/>
                <a:sym typeface="Roboto Medium"/>
              </a:defRPr>
            </a:lvl9pPr>
          </a:lstStyle>
          <a:p>
            <a:endParaRPr/>
          </a:p>
        </p:txBody>
      </p:sp>
      <p:sp>
        <p:nvSpPr>
          <p:cNvPr id="788" name="Google Shape;788;p133"/>
          <p:cNvSpPr txBox="1">
            <a:spLocks noGrp="1"/>
          </p:cNvSpPr>
          <p:nvPr>
            <p:ph type="body" idx="3"/>
          </p:nvPr>
        </p:nvSpPr>
        <p:spPr>
          <a:xfrm>
            <a:off x="455625" y="2686375"/>
            <a:ext cx="5486400" cy="3257100"/>
          </a:xfrm>
          <a:prstGeom prst="rect">
            <a:avLst/>
          </a:prstGeom>
          <a:noFill/>
          <a:ln>
            <a:noFill/>
          </a:ln>
        </p:spPr>
        <p:txBody>
          <a:bodyPr spcFirstLastPara="1" wrap="square" lIns="0" tIns="0" rIns="0" bIns="0" anchor="t" anchorCtr="0">
            <a:noAutofit/>
          </a:bodyPr>
          <a:lstStyle>
            <a:lvl1pPr marL="457207" lvl="0" indent="-228604" algn="l" rtl="0">
              <a:spcBef>
                <a:spcPts val="1800"/>
              </a:spcBef>
              <a:spcAft>
                <a:spcPts val="0"/>
              </a:spcAft>
              <a:buClr>
                <a:schemeClr val="lt1"/>
              </a:buClr>
              <a:buSzPts val="2000"/>
              <a:buFont typeface="Roboto"/>
              <a:buNone/>
              <a:defRPr b="0" i="0">
                <a:solidFill>
                  <a:schemeClr val="lt1"/>
                </a:solidFill>
                <a:latin typeface="Roboto"/>
                <a:ea typeface="Roboto"/>
                <a:cs typeface="Roboto"/>
                <a:sym typeface="Roboto"/>
              </a:defRPr>
            </a:lvl1pPr>
            <a:lvl2pPr marL="914415" lvl="1" indent="-342906" algn="l" rtl="0">
              <a:spcBef>
                <a:spcPts val="600"/>
              </a:spcBef>
              <a:spcAft>
                <a:spcPts val="0"/>
              </a:spcAft>
              <a:buClr>
                <a:schemeClr val="lt1"/>
              </a:buClr>
              <a:buSzPts val="1800"/>
              <a:buChar char="•"/>
              <a:defRPr b="0" i="0">
                <a:solidFill>
                  <a:schemeClr val="lt1"/>
                </a:solidFill>
                <a:latin typeface="Roboto"/>
                <a:ea typeface="Roboto"/>
                <a:cs typeface="Roboto"/>
                <a:sym typeface="Roboto"/>
              </a:defRPr>
            </a:lvl2pPr>
            <a:lvl3pPr marL="1371622" lvl="2" indent="-330205" algn="l" rtl="0">
              <a:spcBef>
                <a:spcPts val="600"/>
              </a:spcBef>
              <a:spcAft>
                <a:spcPts val="0"/>
              </a:spcAft>
              <a:buClr>
                <a:schemeClr val="lt1"/>
              </a:buClr>
              <a:buSzPts val="1600"/>
              <a:buChar char="−"/>
              <a:defRPr b="0" i="0">
                <a:solidFill>
                  <a:schemeClr val="lt1"/>
                </a:solidFill>
                <a:latin typeface="Roboto"/>
                <a:ea typeface="Roboto"/>
                <a:cs typeface="Roboto"/>
                <a:sym typeface="Roboto"/>
              </a:defRPr>
            </a:lvl3pPr>
            <a:lvl4pPr marL="1828831" lvl="3" indent="-317506" algn="l" rtl="0">
              <a:spcBef>
                <a:spcPts val="300"/>
              </a:spcBef>
              <a:spcAft>
                <a:spcPts val="0"/>
              </a:spcAft>
              <a:buClr>
                <a:schemeClr val="lt1"/>
              </a:buClr>
              <a:buSzPts val="1400"/>
              <a:buChar char="•"/>
              <a:defRPr b="0" i="0">
                <a:solidFill>
                  <a:schemeClr val="lt1"/>
                </a:solidFill>
                <a:latin typeface="Roboto"/>
                <a:ea typeface="Roboto"/>
                <a:cs typeface="Roboto"/>
                <a:sym typeface="Roboto"/>
              </a:defRPr>
            </a:lvl4pPr>
            <a:lvl5pPr marL="2286038" lvl="4" indent="-304805" algn="l" rtl="0">
              <a:spcBef>
                <a:spcPts val="300"/>
              </a:spcBef>
              <a:spcAft>
                <a:spcPts val="0"/>
              </a:spcAft>
              <a:buClr>
                <a:schemeClr val="lt1"/>
              </a:buClr>
              <a:buSzPts val="1200"/>
              <a:buChar char="−"/>
              <a:defRPr b="0" i="0">
                <a:solidFill>
                  <a:schemeClr val="lt1"/>
                </a:solidFill>
                <a:latin typeface="Roboto"/>
                <a:ea typeface="Roboto"/>
                <a:cs typeface="Roboto"/>
                <a:sym typeface="Roboto"/>
              </a:defRPr>
            </a:lvl5pPr>
            <a:lvl6pPr marL="2743246" lvl="5" indent="-304805" algn="l" rtl="0">
              <a:spcBef>
                <a:spcPts val="360"/>
              </a:spcBef>
              <a:spcAft>
                <a:spcPts val="0"/>
              </a:spcAft>
              <a:buClr>
                <a:schemeClr val="lt1"/>
              </a:buClr>
              <a:buSzPts val="1200"/>
              <a:buFont typeface="Roboto"/>
              <a:buChar char="•"/>
              <a:defRPr sz="1200">
                <a:solidFill>
                  <a:schemeClr val="lt1"/>
                </a:solidFill>
                <a:latin typeface="Roboto"/>
                <a:ea typeface="Roboto"/>
                <a:cs typeface="Roboto"/>
                <a:sym typeface="Roboto"/>
              </a:defRPr>
            </a:lvl6pPr>
            <a:lvl7pPr marL="3200453" lvl="6" indent="-304805" algn="l" rtl="0">
              <a:spcBef>
                <a:spcPts val="360"/>
              </a:spcBef>
              <a:spcAft>
                <a:spcPts val="0"/>
              </a:spcAft>
              <a:buClr>
                <a:schemeClr val="lt1"/>
              </a:buClr>
              <a:buSzPts val="1200"/>
              <a:buFont typeface="Roboto"/>
              <a:buChar char="•"/>
              <a:defRPr sz="1200">
                <a:solidFill>
                  <a:schemeClr val="lt1"/>
                </a:solidFill>
                <a:latin typeface="Roboto"/>
                <a:ea typeface="Roboto"/>
                <a:cs typeface="Roboto"/>
                <a:sym typeface="Roboto"/>
              </a:defRPr>
            </a:lvl7pPr>
            <a:lvl8pPr marL="3657661" lvl="7" indent="-304805" algn="l" rtl="0">
              <a:spcBef>
                <a:spcPts val="360"/>
              </a:spcBef>
              <a:spcAft>
                <a:spcPts val="0"/>
              </a:spcAft>
              <a:buClr>
                <a:schemeClr val="lt1"/>
              </a:buClr>
              <a:buSzPts val="1200"/>
              <a:buFont typeface="Roboto"/>
              <a:buChar char="•"/>
              <a:defRPr sz="1200">
                <a:solidFill>
                  <a:schemeClr val="lt1"/>
                </a:solidFill>
                <a:latin typeface="Roboto"/>
                <a:ea typeface="Roboto"/>
                <a:cs typeface="Roboto"/>
                <a:sym typeface="Roboto"/>
              </a:defRPr>
            </a:lvl8pPr>
            <a:lvl9pPr marL="4114868" lvl="8" indent="-304805" algn="l" rtl="0">
              <a:spcBef>
                <a:spcPts val="360"/>
              </a:spcBef>
              <a:spcAft>
                <a:spcPts val="0"/>
              </a:spcAft>
              <a:buClr>
                <a:schemeClr val="lt1"/>
              </a:buClr>
              <a:buSzPts val="1200"/>
              <a:buFont typeface="Roboto"/>
              <a:buChar char="•"/>
              <a:defRPr sz="1200">
                <a:solidFill>
                  <a:schemeClr val="lt1"/>
                </a:solidFill>
                <a:latin typeface="Roboto"/>
                <a:ea typeface="Roboto"/>
                <a:cs typeface="Roboto"/>
                <a:sym typeface="Roboto"/>
              </a:defRPr>
            </a:lvl9pPr>
          </a:lstStyle>
          <a:p>
            <a:endParaRPr/>
          </a:p>
        </p:txBody>
      </p:sp>
      <p:pic>
        <p:nvPicPr>
          <p:cNvPr id="789" name="Google Shape;789;p133"/>
          <p:cNvPicPr preferRelativeResize="0"/>
          <p:nvPr/>
        </p:nvPicPr>
        <p:blipFill>
          <a:blip r:embed="rId2">
            <a:alphaModFix/>
          </a:blip>
          <a:stretch>
            <a:fillRect/>
          </a:stretch>
        </p:blipFill>
        <p:spPr>
          <a:xfrm>
            <a:off x="455626" y="6262542"/>
            <a:ext cx="685801" cy="352697"/>
          </a:xfrm>
          <a:prstGeom prst="rect">
            <a:avLst/>
          </a:prstGeom>
          <a:noFill/>
          <a:ln>
            <a:noFill/>
          </a:ln>
        </p:spPr>
      </p:pic>
      <p:sp>
        <p:nvSpPr>
          <p:cNvPr id="790" name="Google Shape;790;p133"/>
          <p:cNvSpPr txBox="1"/>
          <p:nvPr/>
        </p:nvSpPr>
        <p:spPr>
          <a:xfrm>
            <a:off x="8194350" y="6400800"/>
            <a:ext cx="3244500" cy="228600"/>
          </a:xfrm>
          <a:prstGeom prst="rect">
            <a:avLst/>
          </a:prstGeom>
          <a:noFill/>
          <a:ln>
            <a:noFill/>
          </a:ln>
        </p:spPr>
        <p:txBody>
          <a:bodyPr spcFirstLastPara="1" wrap="square" lIns="91426" tIns="91426" rIns="91426" bIns="91426" anchor="t" anchorCtr="0">
            <a:noAutofit/>
          </a:bodyPr>
          <a:lstStyle/>
          <a:p>
            <a:pPr marL="0" lvl="0" indent="0" algn="r" rtl="0">
              <a:spcBef>
                <a:spcPts val="0"/>
              </a:spcBef>
              <a:spcAft>
                <a:spcPts val="0"/>
              </a:spcAft>
              <a:buNone/>
            </a:pPr>
            <a:r>
              <a:rPr lang="en" sz="1000">
                <a:solidFill>
                  <a:srgbClr val="FFFFFF"/>
                </a:solidFill>
                <a:latin typeface="Roboto"/>
                <a:ea typeface="Roboto"/>
                <a:cs typeface="Roboto"/>
                <a:sym typeface="Roboto"/>
              </a:rPr>
              <a:t>Proprietary &amp; Confidential - For Internal Use Only</a:t>
            </a:r>
            <a:endParaRPr sz="1000">
              <a:solidFill>
                <a:srgbClr val="FFFFFF"/>
              </a:solidFill>
              <a:latin typeface="Roboto"/>
              <a:ea typeface="Roboto"/>
              <a:cs typeface="Roboto"/>
              <a:sym typeface="Roboto"/>
            </a:endParaRPr>
          </a:p>
        </p:txBody>
      </p:sp>
    </p:spTree>
  </p:cSld>
  <p:clrMapOvr>
    <a:masterClrMapping/>
  </p:clrMapOvr>
  <mc:AlternateContent xmlns:mc="http://schemas.openxmlformats.org/markup-compatibility/2006" xmlns:p14="http://schemas.microsoft.com/office/powerpoint/2010/main">
    <mc:Choice Requires="p14">
      <p:transition p14:dur="250">
        <p:fade/>
      </p:transition>
    </mc:Choice>
    <mc:Fallback xmlns:ahyp="http://schemas.microsoft.com/office/drawing/2018/hyperlinkcolor" xmlns:p15="http://schemas.microsoft.com/office/powerpoint/2012/main" xmlns:com="http://schemas.openxmlformats.org/drawingml/2006/compatibility" xmlns:pvml="urn:schemas-microsoft-com:office:powerpoint" xmlns:v="urn:schemas-microsoft-com:vml" xmlns:o="urn:schemas-microsoft-com:office:office" xmlns:dgm="http://schemas.openxmlformats.org/drawingml/2006/diagram" xmlns:c="http://schemas.openxmlformats.org/drawingml/2006/chart" xmlns:mv="urn:schemas-microsoft-com:mac:vml" xmlns="">
      <p:transition>
        <p:fade/>
      </p:transition>
    </mc:Fallback>
  </mc:AlternateContent>
</p:sldLayout>
</file>

<file path=ppt/slideLayouts/slideLayout128.xml><?xml version="1.0" encoding="utf-8"?>
<p:sldLayout xmlns:a="http://schemas.openxmlformats.org/drawingml/2006/main" xmlns:r="http://schemas.openxmlformats.org/officeDocument/2006/relationships" xmlns:p="http://schemas.openxmlformats.org/presentationml/2006/main" matchingName="HYUNDAI  Subhead | Title | Text | HP Image">
  <p:cSld name="HYUNDAI  Subhead | Title | Text | HP Image">
    <p:bg>
      <p:bgPr>
        <a:solidFill>
          <a:schemeClr val="dk2"/>
        </a:solidFill>
        <a:effectLst/>
      </p:bgPr>
    </p:bg>
    <p:spTree>
      <p:nvGrpSpPr>
        <p:cNvPr id="1" name="Shape 791"/>
        <p:cNvGrpSpPr/>
        <p:nvPr/>
      </p:nvGrpSpPr>
      <p:grpSpPr>
        <a:xfrm>
          <a:off x="0" y="0"/>
          <a:ext cx="0" cy="0"/>
          <a:chOff x="0" y="0"/>
          <a:chExt cx="0" cy="0"/>
        </a:xfrm>
      </p:grpSpPr>
      <p:sp>
        <p:nvSpPr>
          <p:cNvPr id="792" name="Google Shape;792;p134"/>
          <p:cNvSpPr>
            <a:spLocks noGrp="1"/>
          </p:cNvSpPr>
          <p:nvPr>
            <p:ph type="pic" idx="2"/>
          </p:nvPr>
        </p:nvSpPr>
        <p:spPr>
          <a:xfrm>
            <a:off x="6094473" y="0"/>
            <a:ext cx="6094500" cy="6858000"/>
          </a:xfrm>
          <a:prstGeom prst="rect">
            <a:avLst/>
          </a:prstGeom>
          <a:solidFill>
            <a:srgbClr val="F2F2F2"/>
          </a:solidFill>
          <a:ln>
            <a:noFill/>
          </a:ln>
        </p:spPr>
        <p:txBody>
          <a:bodyPr spcFirstLastPara="1" wrap="square" lIns="0" tIns="0" rIns="0" bIns="0" anchor="ctr" anchorCtr="0">
            <a:noAutofit/>
          </a:bodyPr>
          <a:lstStyle>
            <a:lvl1pPr marR="0" lvl="0" algn="ctr" rtl="0">
              <a:spcBef>
                <a:spcPts val="1800"/>
              </a:spcBef>
              <a:spcAft>
                <a:spcPts val="0"/>
              </a:spcAft>
              <a:buClr>
                <a:srgbClr val="D8D8D8"/>
              </a:buClr>
              <a:buSzPts val="2000"/>
              <a:buFont typeface="Roboto"/>
              <a:buNone/>
              <a:defRPr sz="2000" b="0" i="0" u="none" strike="noStrike" cap="none">
                <a:solidFill>
                  <a:srgbClr val="D8D8D8"/>
                </a:solidFill>
                <a:latin typeface="Roboto"/>
                <a:ea typeface="Roboto"/>
                <a:cs typeface="Roboto"/>
                <a:sym typeface="Roboto"/>
              </a:defRPr>
            </a:lvl1pPr>
            <a:lvl2pPr marR="0" lvl="1" algn="l" rtl="0">
              <a:spcBef>
                <a:spcPts val="600"/>
              </a:spcBef>
              <a:spcAft>
                <a:spcPts val="0"/>
              </a:spcAft>
              <a:buClr>
                <a:schemeClr val="dk1"/>
              </a:buClr>
              <a:buSzPts val="1800"/>
              <a:buFont typeface="Arial"/>
              <a:buChar char="•"/>
              <a:defRPr sz="1800" b="0" i="0" u="none" strike="noStrike" cap="none">
                <a:solidFill>
                  <a:schemeClr val="dk1"/>
                </a:solidFill>
                <a:latin typeface="Roboto"/>
                <a:ea typeface="Roboto"/>
                <a:cs typeface="Roboto"/>
                <a:sym typeface="Roboto"/>
              </a:defRPr>
            </a:lvl2pPr>
            <a:lvl3pPr marR="0" lvl="2" algn="l" rtl="0">
              <a:spcBef>
                <a:spcPts val="600"/>
              </a:spcBef>
              <a:spcAft>
                <a:spcPts val="0"/>
              </a:spcAft>
              <a:buClr>
                <a:schemeClr val="dk1"/>
              </a:buClr>
              <a:buSzPts val="1600"/>
              <a:buFont typeface="Merriweather Sans"/>
              <a:buChar char="−"/>
              <a:defRPr sz="1600" b="0" i="0" u="none" strike="noStrike" cap="none">
                <a:solidFill>
                  <a:schemeClr val="dk1"/>
                </a:solidFill>
                <a:latin typeface="Roboto"/>
                <a:ea typeface="Roboto"/>
                <a:cs typeface="Roboto"/>
                <a:sym typeface="Roboto"/>
              </a:defRPr>
            </a:lvl3pPr>
            <a:lvl4pPr marR="0" lvl="3" algn="l" rtl="0">
              <a:spcBef>
                <a:spcPts val="300"/>
              </a:spcBef>
              <a:spcAft>
                <a:spcPts val="0"/>
              </a:spcAft>
              <a:buClr>
                <a:schemeClr val="dk1"/>
              </a:buClr>
              <a:buSzPts val="1400"/>
              <a:buFont typeface="Arial"/>
              <a:buChar char="•"/>
              <a:defRPr sz="1400" b="0" i="0" u="none" strike="noStrike" cap="none">
                <a:solidFill>
                  <a:schemeClr val="dk1"/>
                </a:solidFill>
                <a:latin typeface="Roboto"/>
                <a:ea typeface="Roboto"/>
                <a:cs typeface="Roboto"/>
                <a:sym typeface="Roboto"/>
              </a:defRPr>
            </a:lvl4pPr>
            <a:lvl5pPr marR="0" lvl="4" algn="l" rtl="0">
              <a:spcBef>
                <a:spcPts val="300"/>
              </a:spcBef>
              <a:spcAft>
                <a:spcPts val="0"/>
              </a:spcAft>
              <a:buClr>
                <a:schemeClr val="dk1"/>
              </a:buClr>
              <a:buSzPts val="1200"/>
              <a:buFont typeface="Merriweather Sans"/>
              <a:buChar char="−"/>
              <a:defRPr sz="1200" b="0" i="0" u="none" strike="noStrike" cap="none">
                <a:solidFill>
                  <a:schemeClr val="dk1"/>
                </a:solidFill>
                <a:latin typeface="Roboto"/>
                <a:ea typeface="Roboto"/>
                <a:cs typeface="Roboto"/>
                <a:sym typeface="Roboto"/>
              </a:defRPr>
            </a:lvl5pPr>
            <a:lvl6pPr marR="0" lvl="5" algn="l" rtl="0">
              <a:spcBef>
                <a:spcPts val="533"/>
              </a:spcBef>
              <a:spcAft>
                <a:spcPts val="0"/>
              </a:spcAft>
              <a:buClr>
                <a:schemeClr val="dk1"/>
              </a:buClr>
              <a:buSzPts val="2666"/>
              <a:buFont typeface="Arial"/>
              <a:buChar char="•"/>
              <a:defRPr sz="2666" b="0" i="0" u="none" strike="noStrike" cap="none">
                <a:solidFill>
                  <a:schemeClr val="dk1"/>
                </a:solidFill>
                <a:latin typeface="Poppins Medium"/>
                <a:ea typeface="Poppins Medium"/>
                <a:cs typeface="Poppins Medium"/>
                <a:sym typeface="Poppins Medium"/>
              </a:defRPr>
            </a:lvl6pPr>
            <a:lvl7pPr marR="0" lvl="6" algn="l" rtl="0">
              <a:spcBef>
                <a:spcPts val="533"/>
              </a:spcBef>
              <a:spcAft>
                <a:spcPts val="0"/>
              </a:spcAft>
              <a:buClr>
                <a:schemeClr val="dk1"/>
              </a:buClr>
              <a:buSzPts val="2666"/>
              <a:buFont typeface="Arial"/>
              <a:buChar char="•"/>
              <a:defRPr sz="2666" b="0" i="0" u="none" strike="noStrike" cap="none">
                <a:solidFill>
                  <a:schemeClr val="dk1"/>
                </a:solidFill>
                <a:latin typeface="Poppins Medium"/>
                <a:ea typeface="Poppins Medium"/>
                <a:cs typeface="Poppins Medium"/>
                <a:sym typeface="Poppins Medium"/>
              </a:defRPr>
            </a:lvl7pPr>
            <a:lvl8pPr marR="0" lvl="7" algn="l" rtl="0">
              <a:spcBef>
                <a:spcPts val="533"/>
              </a:spcBef>
              <a:spcAft>
                <a:spcPts val="0"/>
              </a:spcAft>
              <a:buClr>
                <a:schemeClr val="dk1"/>
              </a:buClr>
              <a:buSzPts val="2666"/>
              <a:buFont typeface="Arial"/>
              <a:buChar char="•"/>
              <a:defRPr sz="2666" b="0" i="0" u="none" strike="noStrike" cap="none">
                <a:solidFill>
                  <a:schemeClr val="dk1"/>
                </a:solidFill>
                <a:latin typeface="Poppins Medium"/>
                <a:ea typeface="Poppins Medium"/>
                <a:cs typeface="Poppins Medium"/>
                <a:sym typeface="Poppins Medium"/>
              </a:defRPr>
            </a:lvl8pPr>
            <a:lvl9pPr marR="0" lvl="8" algn="l" rtl="0">
              <a:spcBef>
                <a:spcPts val="533"/>
              </a:spcBef>
              <a:spcAft>
                <a:spcPts val="0"/>
              </a:spcAft>
              <a:buClr>
                <a:schemeClr val="dk1"/>
              </a:buClr>
              <a:buSzPts val="2666"/>
              <a:buFont typeface="Arial"/>
              <a:buChar char="•"/>
              <a:defRPr sz="2666" b="0" i="0" u="none" strike="noStrike" cap="none">
                <a:solidFill>
                  <a:schemeClr val="dk1"/>
                </a:solidFill>
                <a:latin typeface="Poppins Medium"/>
                <a:ea typeface="Poppins Medium"/>
                <a:cs typeface="Poppins Medium"/>
                <a:sym typeface="Poppins Medium"/>
              </a:defRPr>
            </a:lvl9pPr>
          </a:lstStyle>
          <a:p>
            <a:endParaRPr/>
          </a:p>
        </p:txBody>
      </p:sp>
      <p:sp>
        <p:nvSpPr>
          <p:cNvPr id="793" name="Google Shape;793;p134"/>
          <p:cNvSpPr txBox="1">
            <a:spLocks noGrp="1"/>
          </p:cNvSpPr>
          <p:nvPr>
            <p:ph type="title"/>
          </p:nvPr>
        </p:nvSpPr>
        <p:spPr>
          <a:xfrm>
            <a:off x="455618" y="731520"/>
            <a:ext cx="5029201" cy="524400"/>
          </a:xfrm>
          <a:prstGeom prst="rect">
            <a:avLst/>
          </a:prstGeom>
          <a:noFill/>
          <a:ln>
            <a:noFill/>
          </a:ln>
        </p:spPr>
        <p:txBody>
          <a:bodyPr spcFirstLastPara="1" wrap="square" lIns="0" tIns="0" rIns="0" bIns="0" anchor="t" anchorCtr="0">
            <a:noAutofit/>
          </a:bodyPr>
          <a:lstStyle>
            <a:lvl1pPr lvl="0" algn="l" rtl="0">
              <a:lnSpc>
                <a:spcPct val="80000"/>
              </a:lnSpc>
              <a:spcBef>
                <a:spcPts val="0"/>
              </a:spcBef>
              <a:spcAft>
                <a:spcPts val="0"/>
              </a:spcAft>
              <a:buClr>
                <a:schemeClr val="lt1"/>
              </a:buClr>
              <a:buSzPts val="3200"/>
              <a:buFont typeface="Roboto Medium"/>
              <a:buNone/>
              <a:defRPr b="0">
                <a:solidFill>
                  <a:schemeClr val="lt1"/>
                </a:solidFill>
              </a:defRPr>
            </a:lvl1pPr>
            <a:lvl2pPr lvl="1" rtl="0">
              <a:spcBef>
                <a:spcPts val="0"/>
              </a:spcBef>
              <a:spcAft>
                <a:spcPts val="0"/>
              </a:spcAft>
              <a:buSzPts val="1400"/>
              <a:buNone/>
              <a:defRPr/>
            </a:lvl2pPr>
            <a:lvl3pPr lvl="2" rtl="0">
              <a:spcBef>
                <a:spcPts val="0"/>
              </a:spcBef>
              <a:spcAft>
                <a:spcPts val="0"/>
              </a:spcAft>
              <a:buSzPts val="1400"/>
              <a:buNone/>
              <a:defRPr/>
            </a:lvl3pPr>
            <a:lvl4pPr lvl="3" rtl="0">
              <a:spcBef>
                <a:spcPts val="0"/>
              </a:spcBef>
              <a:spcAft>
                <a:spcPts val="0"/>
              </a:spcAft>
              <a:buSzPts val="1400"/>
              <a:buNone/>
              <a:defRPr/>
            </a:lvl4pPr>
            <a:lvl5pPr lvl="4" rtl="0">
              <a:spcBef>
                <a:spcPts val="0"/>
              </a:spcBef>
              <a:spcAft>
                <a:spcPts val="0"/>
              </a:spcAft>
              <a:buSzPts val="1400"/>
              <a:buNone/>
              <a:defRPr/>
            </a:lvl5pPr>
            <a:lvl6pPr lvl="5" rtl="0">
              <a:spcBef>
                <a:spcPts val="0"/>
              </a:spcBef>
              <a:spcAft>
                <a:spcPts val="0"/>
              </a:spcAft>
              <a:buSzPts val="1400"/>
              <a:buNone/>
              <a:defRPr/>
            </a:lvl6pPr>
            <a:lvl7pPr lvl="6" rtl="0">
              <a:spcBef>
                <a:spcPts val="0"/>
              </a:spcBef>
              <a:spcAft>
                <a:spcPts val="0"/>
              </a:spcAft>
              <a:buSzPts val="1400"/>
              <a:buNone/>
              <a:defRPr/>
            </a:lvl7pPr>
            <a:lvl8pPr lvl="7" rtl="0">
              <a:spcBef>
                <a:spcPts val="0"/>
              </a:spcBef>
              <a:spcAft>
                <a:spcPts val="0"/>
              </a:spcAft>
              <a:buSzPts val="1400"/>
              <a:buNone/>
              <a:defRPr/>
            </a:lvl8pPr>
            <a:lvl9pPr lvl="8" rtl="0">
              <a:spcBef>
                <a:spcPts val="0"/>
              </a:spcBef>
              <a:spcAft>
                <a:spcPts val="0"/>
              </a:spcAft>
              <a:buSzPts val="1400"/>
              <a:buNone/>
              <a:defRPr/>
            </a:lvl9pPr>
          </a:lstStyle>
          <a:p>
            <a:endParaRPr/>
          </a:p>
        </p:txBody>
      </p:sp>
      <p:sp>
        <p:nvSpPr>
          <p:cNvPr id="794" name="Google Shape;794;p134"/>
          <p:cNvSpPr txBox="1">
            <a:spLocks noGrp="1"/>
          </p:cNvSpPr>
          <p:nvPr>
            <p:ph type="subTitle" idx="1"/>
          </p:nvPr>
        </p:nvSpPr>
        <p:spPr>
          <a:xfrm>
            <a:off x="455663" y="457200"/>
            <a:ext cx="8915400" cy="228600"/>
          </a:xfrm>
          <a:prstGeom prst="rect">
            <a:avLst/>
          </a:prstGeom>
        </p:spPr>
        <p:txBody>
          <a:bodyPr spcFirstLastPara="1" wrap="square" lIns="0" tIns="0" rIns="0" bIns="0" anchor="t" anchorCtr="0">
            <a:noAutofit/>
          </a:bodyPr>
          <a:lstStyle>
            <a:lvl1pPr lvl="0" rtl="0">
              <a:spcBef>
                <a:spcPts val="0"/>
              </a:spcBef>
              <a:spcAft>
                <a:spcPts val="0"/>
              </a:spcAft>
              <a:buClr>
                <a:schemeClr val="accent2"/>
              </a:buClr>
              <a:buSzPts val="1400"/>
              <a:buFont typeface="Roboto Medium"/>
              <a:buNone/>
              <a:defRPr sz="1400">
                <a:solidFill>
                  <a:schemeClr val="accent2"/>
                </a:solidFill>
                <a:latin typeface="Roboto Medium"/>
                <a:ea typeface="Roboto Medium"/>
                <a:cs typeface="Roboto Medium"/>
                <a:sym typeface="Roboto Medium"/>
              </a:defRPr>
            </a:lvl1pPr>
            <a:lvl2pPr lvl="1" rtl="0">
              <a:spcBef>
                <a:spcPts val="600"/>
              </a:spcBef>
              <a:spcAft>
                <a:spcPts val="0"/>
              </a:spcAft>
              <a:buClr>
                <a:schemeClr val="accent2"/>
              </a:buClr>
              <a:buSzPts val="1800"/>
              <a:buFont typeface="Roboto Medium"/>
              <a:buNone/>
              <a:defRPr>
                <a:solidFill>
                  <a:schemeClr val="accent2"/>
                </a:solidFill>
                <a:latin typeface="Roboto Medium"/>
                <a:ea typeface="Roboto Medium"/>
                <a:cs typeface="Roboto Medium"/>
                <a:sym typeface="Roboto Medium"/>
              </a:defRPr>
            </a:lvl2pPr>
            <a:lvl3pPr lvl="2" rtl="0">
              <a:spcBef>
                <a:spcPts val="600"/>
              </a:spcBef>
              <a:spcAft>
                <a:spcPts val="0"/>
              </a:spcAft>
              <a:buClr>
                <a:schemeClr val="accent2"/>
              </a:buClr>
              <a:buSzPts val="1600"/>
              <a:buFont typeface="Roboto Medium"/>
              <a:buNone/>
              <a:defRPr>
                <a:solidFill>
                  <a:schemeClr val="accent2"/>
                </a:solidFill>
                <a:latin typeface="Roboto Medium"/>
                <a:ea typeface="Roboto Medium"/>
                <a:cs typeface="Roboto Medium"/>
                <a:sym typeface="Roboto Medium"/>
              </a:defRPr>
            </a:lvl3pPr>
            <a:lvl4pPr lvl="3" rtl="0">
              <a:spcBef>
                <a:spcPts val="300"/>
              </a:spcBef>
              <a:spcAft>
                <a:spcPts val="0"/>
              </a:spcAft>
              <a:buClr>
                <a:schemeClr val="accent2"/>
              </a:buClr>
              <a:buSzPts val="1400"/>
              <a:buFont typeface="Roboto Medium"/>
              <a:buNone/>
              <a:defRPr>
                <a:solidFill>
                  <a:schemeClr val="accent2"/>
                </a:solidFill>
                <a:latin typeface="Roboto Medium"/>
                <a:ea typeface="Roboto Medium"/>
                <a:cs typeface="Roboto Medium"/>
                <a:sym typeface="Roboto Medium"/>
              </a:defRPr>
            </a:lvl4pPr>
            <a:lvl5pPr lvl="4" rtl="0">
              <a:spcBef>
                <a:spcPts val="300"/>
              </a:spcBef>
              <a:spcAft>
                <a:spcPts val="0"/>
              </a:spcAft>
              <a:buClr>
                <a:schemeClr val="accent2"/>
              </a:buClr>
              <a:buSzPts val="1200"/>
              <a:buFont typeface="Roboto Medium"/>
              <a:buNone/>
              <a:defRPr>
                <a:solidFill>
                  <a:schemeClr val="accent2"/>
                </a:solidFill>
                <a:latin typeface="Roboto Medium"/>
                <a:ea typeface="Roboto Medium"/>
                <a:cs typeface="Roboto Medium"/>
                <a:sym typeface="Roboto Medium"/>
              </a:defRPr>
            </a:lvl5pPr>
            <a:lvl6pPr lvl="5" rtl="0">
              <a:spcBef>
                <a:spcPts val="533"/>
              </a:spcBef>
              <a:spcAft>
                <a:spcPts val="0"/>
              </a:spcAft>
              <a:buClr>
                <a:schemeClr val="accent2"/>
              </a:buClr>
              <a:buSzPts val="2666"/>
              <a:buFont typeface="Roboto Medium"/>
              <a:buNone/>
              <a:defRPr>
                <a:solidFill>
                  <a:schemeClr val="accent2"/>
                </a:solidFill>
                <a:latin typeface="Roboto Medium"/>
                <a:ea typeface="Roboto Medium"/>
                <a:cs typeface="Roboto Medium"/>
                <a:sym typeface="Roboto Medium"/>
              </a:defRPr>
            </a:lvl6pPr>
            <a:lvl7pPr lvl="6" rtl="0">
              <a:spcBef>
                <a:spcPts val="533"/>
              </a:spcBef>
              <a:spcAft>
                <a:spcPts val="0"/>
              </a:spcAft>
              <a:buClr>
                <a:schemeClr val="accent2"/>
              </a:buClr>
              <a:buSzPts val="2666"/>
              <a:buFont typeface="Roboto Medium"/>
              <a:buNone/>
              <a:defRPr>
                <a:solidFill>
                  <a:schemeClr val="accent2"/>
                </a:solidFill>
                <a:latin typeface="Roboto Medium"/>
                <a:ea typeface="Roboto Medium"/>
                <a:cs typeface="Roboto Medium"/>
                <a:sym typeface="Roboto Medium"/>
              </a:defRPr>
            </a:lvl7pPr>
            <a:lvl8pPr lvl="7" rtl="0">
              <a:spcBef>
                <a:spcPts val="533"/>
              </a:spcBef>
              <a:spcAft>
                <a:spcPts val="0"/>
              </a:spcAft>
              <a:buClr>
                <a:schemeClr val="accent2"/>
              </a:buClr>
              <a:buSzPts val="2666"/>
              <a:buFont typeface="Roboto Medium"/>
              <a:buNone/>
              <a:defRPr>
                <a:solidFill>
                  <a:schemeClr val="accent2"/>
                </a:solidFill>
                <a:latin typeface="Roboto Medium"/>
                <a:ea typeface="Roboto Medium"/>
                <a:cs typeface="Roboto Medium"/>
                <a:sym typeface="Roboto Medium"/>
              </a:defRPr>
            </a:lvl8pPr>
            <a:lvl9pPr lvl="8" rtl="0">
              <a:spcBef>
                <a:spcPts val="533"/>
              </a:spcBef>
              <a:spcAft>
                <a:spcPts val="0"/>
              </a:spcAft>
              <a:buClr>
                <a:schemeClr val="accent2"/>
              </a:buClr>
              <a:buSzPts val="2666"/>
              <a:buFont typeface="Roboto Medium"/>
              <a:buNone/>
              <a:defRPr>
                <a:solidFill>
                  <a:schemeClr val="accent2"/>
                </a:solidFill>
                <a:latin typeface="Roboto Medium"/>
                <a:ea typeface="Roboto Medium"/>
                <a:cs typeface="Roboto Medium"/>
                <a:sym typeface="Roboto Medium"/>
              </a:defRPr>
            </a:lvl9pPr>
          </a:lstStyle>
          <a:p>
            <a:endParaRPr/>
          </a:p>
        </p:txBody>
      </p:sp>
      <p:sp>
        <p:nvSpPr>
          <p:cNvPr id="795" name="Google Shape;795;p134"/>
          <p:cNvSpPr txBox="1">
            <a:spLocks noGrp="1"/>
          </p:cNvSpPr>
          <p:nvPr>
            <p:ph type="body" idx="3"/>
          </p:nvPr>
        </p:nvSpPr>
        <p:spPr>
          <a:xfrm>
            <a:off x="455675" y="2686375"/>
            <a:ext cx="5257800" cy="3257100"/>
          </a:xfrm>
          <a:prstGeom prst="rect">
            <a:avLst/>
          </a:prstGeom>
          <a:noFill/>
          <a:ln>
            <a:noFill/>
          </a:ln>
        </p:spPr>
        <p:txBody>
          <a:bodyPr spcFirstLastPara="1" wrap="square" lIns="0" tIns="0" rIns="0" bIns="0" anchor="t" anchorCtr="0">
            <a:noAutofit/>
          </a:bodyPr>
          <a:lstStyle>
            <a:lvl1pPr marL="457207" lvl="0" indent="-228604" algn="l" rtl="0">
              <a:spcBef>
                <a:spcPts val="1800"/>
              </a:spcBef>
              <a:spcAft>
                <a:spcPts val="0"/>
              </a:spcAft>
              <a:buClr>
                <a:schemeClr val="lt1"/>
              </a:buClr>
              <a:buSzPts val="2000"/>
              <a:buFont typeface="Roboto"/>
              <a:buNone/>
              <a:defRPr b="0" i="0">
                <a:solidFill>
                  <a:schemeClr val="lt1"/>
                </a:solidFill>
                <a:latin typeface="Roboto"/>
                <a:ea typeface="Roboto"/>
                <a:cs typeface="Roboto"/>
                <a:sym typeface="Roboto"/>
              </a:defRPr>
            </a:lvl1pPr>
            <a:lvl2pPr marL="914415" lvl="1" indent="-342906" algn="l" rtl="0">
              <a:spcBef>
                <a:spcPts val="600"/>
              </a:spcBef>
              <a:spcAft>
                <a:spcPts val="0"/>
              </a:spcAft>
              <a:buClr>
                <a:schemeClr val="lt1"/>
              </a:buClr>
              <a:buSzPts val="1800"/>
              <a:buChar char="•"/>
              <a:defRPr b="0" i="0">
                <a:solidFill>
                  <a:schemeClr val="lt1"/>
                </a:solidFill>
                <a:latin typeface="Roboto"/>
                <a:ea typeface="Roboto"/>
                <a:cs typeface="Roboto"/>
                <a:sym typeface="Roboto"/>
              </a:defRPr>
            </a:lvl2pPr>
            <a:lvl3pPr marL="1371622" lvl="2" indent="-330205" algn="l" rtl="0">
              <a:spcBef>
                <a:spcPts val="600"/>
              </a:spcBef>
              <a:spcAft>
                <a:spcPts val="0"/>
              </a:spcAft>
              <a:buClr>
                <a:schemeClr val="lt1"/>
              </a:buClr>
              <a:buSzPts val="1600"/>
              <a:buChar char="−"/>
              <a:defRPr b="0" i="0">
                <a:solidFill>
                  <a:schemeClr val="lt1"/>
                </a:solidFill>
                <a:latin typeface="Roboto"/>
                <a:ea typeface="Roboto"/>
                <a:cs typeface="Roboto"/>
                <a:sym typeface="Roboto"/>
              </a:defRPr>
            </a:lvl3pPr>
            <a:lvl4pPr marL="1828831" lvl="3" indent="-317506" algn="l" rtl="0">
              <a:spcBef>
                <a:spcPts val="300"/>
              </a:spcBef>
              <a:spcAft>
                <a:spcPts val="0"/>
              </a:spcAft>
              <a:buClr>
                <a:schemeClr val="lt1"/>
              </a:buClr>
              <a:buSzPts val="1400"/>
              <a:buChar char="•"/>
              <a:defRPr b="0" i="0">
                <a:solidFill>
                  <a:schemeClr val="lt1"/>
                </a:solidFill>
                <a:latin typeface="Roboto"/>
                <a:ea typeface="Roboto"/>
                <a:cs typeface="Roboto"/>
                <a:sym typeface="Roboto"/>
              </a:defRPr>
            </a:lvl4pPr>
            <a:lvl5pPr marL="2286038" lvl="4" indent="-304805" algn="l" rtl="0">
              <a:spcBef>
                <a:spcPts val="300"/>
              </a:spcBef>
              <a:spcAft>
                <a:spcPts val="0"/>
              </a:spcAft>
              <a:buClr>
                <a:schemeClr val="lt1"/>
              </a:buClr>
              <a:buSzPts val="1200"/>
              <a:buChar char="−"/>
              <a:defRPr b="0" i="0">
                <a:solidFill>
                  <a:schemeClr val="lt1"/>
                </a:solidFill>
                <a:latin typeface="Roboto"/>
                <a:ea typeface="Roboto"/>
                <a:cs typeface="Roboto"/>
                <a:sym typeface="Roboto"/>
              </a:defRPr>
            </a:lvl5pPr>
            <a:lvl6pPr marL="2743246" lvl="5" indent="-304805" algn="l" rtl="0">
              <a:spcBef>
                <a:spcPts val="360"/>
              </a:spcBef>
              <a:spcAft>
                <a:spcPts val="0"/>
              </a:spcAft>
              <a:buClr>
                <a:schemeClr val="lt1"/>
              </a:buClr>
              <a:buSzPts val="1200"/>
              <a:buFont typeface="Roboto"/>
              <a:buChar char="•"/>
              <a:defRPr sz="1200">
                <a:solidFill>
                  <a:schemeClr val="lt1"/>
                </a:solidFill>
                <a:latin typeface="Roboto"/>
                <a:ea typeface="Roboto"/>
                <a:cs typeface="Roboto"/>
                <a:sym typeface="Roboto"/>
              </a:defRPr>
            </a:lvl6pPr>
            <a:lvl7pPr marL="3200453" lvl="6" indent="-304805" algn="l" rtl="0">
              <a:spcBef>
                <a:spcPts val="360"/>
              </a:spcBef>
              <a:spcAft>
                <a:spcPts val="0"/>
              </a:spcAft>
              <a:buClr>
                <a:schemeClr val="lt1"/>
              </a:buClr>
              <a:buSzPts val="1200"/>
              <a:buFont typeface="Roboto"/>
              <a:buChar char="•"/>
              <a:defRPr sz="1200">
                <a:solidFill>
                  <a:schemeClr val="lt1"/>
                </a:solidFill>
                <a:latin typeface="Roboto"/>
                <a:ea typeface="Roboto"/>
                <a:cs typeface="Roboto"/>
                <a:sym typeface="Roboto"/>
              </a:defRPr>
            </a:lvl7pPr>
            <a:lvl8pPr marL="3657661" lvl="7" indent="-304805" algn="l" rtl="0">
              <a:spcBef>
                <a:spcPts val="360"/>
              </a:spcBef>
              <a:spcAft>
                <a:spcPts val="0"/>
              </a:spcAft>
              <a:buClr>
                <a:schemeClr val="lt1"/>
              </a:buClr>
              <a:buSzPts val="1200"/>
              <a:buFont typeface="Roboto"/>
              <a:buChar char="•"/>
              <a:defRPr sz="1200">
                <a:solidFill>
                  <a:schemeClr val="lt1"/>
                </a:solidFill>
                <a:latin typeface="Roboto"/>
                <a:ea typeface="Roboto"/>
                <a:cs typeface="Roboto"/>
                <a:sym typeface="Roboto"/>
              </a:defRPr>
            </a:lvl8pPr>
            <a:lvl9pPr marL="4114868" lvl="8" indent="-304805" algn="l" rtl="0">
              <a:spcBef>
                <a:spcPts val="360"/>
              </a:spcBef>
              <a:spcAft>
                <a:spcPts val="0"/>
              </a:spcAft>
              <a:buClr>
                <a:schemeClr val="lt1"/>
              </a:buClr>
              <a:buSzPts val="1200"/>
              <a:buFont typeface="Roboto"/>
              <a:buChar char="•"/>
              <a:defRPr sz="1200">
                <a:solidFill>
                  <a:schemeClr val="lt1"/>
                </a:solidFill>
                <a:latin typeface="Roboto"/>
                <a:ea typeface="Roboto"/>
                <a:cs typeface="Roboto"/>
                <a:sym typeface="Roboto"/>
              </a:defRPr>
            </a:lvl9pPr>
          </a:lstStyle>
          <a:p>
            <a:endParaRPr/>
          </a:p>
        </p:txBody>
      </p:sp>
      <p:sp>
        <p:nvSpPr>
          <p:cNvPr id="796" name="Google Shape;796;p134"/>
          <p:cNvSpPr txBox="1">
            <a:spLocks noGrp="1"/>
          </p:cNvSpPr>
          <p:nvPr>
            <p:ph type="sldNum" idx="12"/>
          </p:nvPr>
        </p:nvSpPr>
        <p:spPr>
          <a:xfrm>
            <a:off x="11438849" y="6400800"/>
            <a:ext cx="294601" cy="228600"/>
          </a:xfrm>
          <a:prstGeom prst="rect">
            <a:avLst/>
          </a:prstGeom>
        </p:spPr>
        <p:txBody>
          <a:bodyPr spcFirstLastPara="1" wrap="square" lIns="0" tIns="0" rIns="0" bIns="0" anchor="b" anchorCtr="0">
            <a:noAutofit/>
          </a:bodyPr>
          <a:lstStyle>
            <a:lvl1pPr lvl="0" rtl="0">
              <a:buNone/>
              <a:defRPr sz="1000">
                <a:solidFill>
                  <a:schemeClr val="lt1"/>
                </a:solidFill>
              </a:defRPr>
            </a:lvl1pPr>
            <a:lvl2pPr lvl="1" rtl="0">
              <a:buNone/>
              <a:defRPr sz="1000">
                <a:solidFill>
                  <a:schemeClr val="lt1"/>
                </a:solidFill>
              </a:defRPr>
            </a:lvl2pPr>
            <a:lvl3pPr lvl="2" rtl="0">
              <a:buNone/>
              <a:defRPr sz="1000">
                <a:solidFill>
                  <a:schemeClr val="lt1"/>
                </a:solidFill>
              </a:defRPr>
            </a:lvl3pPr>
            <a:lvl4pPr lvl="3" rtl="0">
              <a:buNone/>
              <a:defRPr sz="1000">
                <a:solidFill>
                  <a:schemeClr val="lt1"/>
                </a:solidFill>
              </a:defRPr>
            </a:lvl4pPr>
            <a:lvl5pPr lvl="4" rtl="0">
              <a:buNone/>
              <a:defRPr sz="1000">
                <a:solidFill>
                  <a:schemeClr val="lt1"/>
                </a:solidFill>
              </a:defRPr>
            </a:lvl5pPr>
            <a:lvl6pPr lvl="5" rtl="0">
              <a:buNone/>
              <a:defRPr sz="1000">
                <a:solidFill>
                  <a:schemeClr val="lt1"/>
                </a:solidFill>
              </a:defRPr>
            </a:lvl6pPr>
            <a:lvl7pPr lvl="6" rtl="0">
              <a:buNone/>
              <a:defRPr sz="1000">
                <a:solidFill>
                  <a:schemeClr val="lt1"/>
                </a:solidFill>
              </a:defRPr>
            </a:lvl7pPr>
            <a:lvl8pPr lvl="7" rtl="0">
              <a:buNone/>
              <a:defRPr sz="1000">
                <a:solidFill>
                  <a:schemeClr val="lt1"/>
                </a:solidFill>
              </a:defRPr>
            </a:lvl8pPr>
            <a:lvl9pPr lvl="8" rtl="0">
              <a:buNone/>
              <a:defRPr sz="1000">
                <a:solidFill>
                  <a:schemeClr val="lt1"/>
                </a:solidFill>
              </a:defRPr>
            </a:lvl9pPr>
          </a:lstStyle>
          <a:p>
            <a:fld id="{00000000-1234-1234-1234-123412341234}" type="slidenum">
              <a:rPr lang="en" smtClean="0"/>
              <a:pPr/>
              <a:t>‹#›</a:t>
            </a:fld>
            <a:endParaRPr lang="en"/>
          </a:p>
        </p:txBody>
      </p:sp>
      <p:pic>
        <p:nvPicPr>
          <p:cNvPr id="797" name="Google Shape;797;p134"/>
          <p:cNvPicPr preferRelativeResize="0"/>
          <p:nvPr/>
        </p:nvPicPr>
        <p:blipFill>
          <a:blip r:embed="rId2">
            <a:alphaModFix/>
          </a:blip>
          <a:stretch>
            <a:fillRect/>
          </a:stretch>
        </p:blipFill>
        <p:spPr>
          <a:xfrm>
            <a:off x="455626" y="6262542"/>
            <a:ext cx="685801" cy="352697"/>
          </a:xfrm>
          <a:prstGeom prst="rect">
            <a:avLst/>
          </a:prstGeom>
          <a:noFill/>
          <a:ln>
            <a:noFill/>
          </a:ln>
        </p:spPr>
      </p:pic>
      <p:sp>
        <p:nvSpPr>
          <p:cNvPr id="798" name="Google Shape;798;p134"/>
          <p:cNvSpPr txBox="1"/>
          <p:nvPr/>
        </p:nvSpPr>
        <p:spPr>
          <a:xfrm>
            <a:off x="8194350" y="6400800"/>
            <a:ext cx="3244500" cy="228600"/>
          </a:xfrm>
          <a:prstGeom prst="rect">
            <a:avLst/>
          </a:prstGeom>
          <a:noFill/>
          <a:ln>
            <a:noFill/>
          </a:ln>
        </p:spPr>
        <p:txBody>
          <a:bodyPr spcFirstLastPara="1" wrap="square" lIns="91426" tIns="91426" rIns="91426" bIns="91426" anchor="t" anchorCtr="0">
            <a:noAutofit/>
          </a:bodyPr>
          <a:lstStyle/>
          <a:p>
            <a:pPr marL="0" lvl="0" indent="0" algn="r" rtl="0">
              <a:spcBef>
                <a:spcPts val="0"/>
              </a:spcBef>
              <a:spcAft>
                <a:spcPts val="0"/>
              </a:spcAft>
              <a:buNone/>
            </a:pPr>
            <a:r>
              <a:rPr lang="en" sz="1000">
                <a:solidFill>
                  <a:srgbClr val="FFFFFF"/>
                </a:solidFill>
                <a:latin typeface="Roboto"/>
                <a:ea typeface="Roboto"/>
                <a:cs typeface="Roboto"/>
                <a:sym typeface="Roboto"/>
              </a:rPr>
              <a:t>Proprietary &amp; Confidential - For Internal Use Only</a:t>
            </a:r>
            <a:endParaRPr sz="1000">
              <a:solidFill>
                <a:srgbClr val="FFFFFF"/>
              </a:solidFill>
              <a:latin typeface="Roboto"/>
              <a:ea typeface="Roboto"/>
              <a:cs typeface="Roboto"/>
              <a:sym typeface="Roboto"/>
            </a:endParaRPr>
          </a:p>
        </p:txBody>
      </p:sp>
    </p:spTree>
  </p:cSld>
  <p:clrMapOvr>
    <a:masterClrMapping/>
  </p:clrMapOvr>
  <mc:AlternateContent xmlns:mc="http://schemas.openxmlformats.org/markup-compatibility/2006" xmlns:p14="http://schemas.microsoft.com/office/powerpoint/2010/main">
    <mc:Choice Requires="p14">
      <p:transition p14:dur="250">
        <p:fade/>
      </p:transition>
    </mc:Choice>
    <mc:Fallback xmlns:ahyp="http://schemas.microsoft.com/office/drawing/2018/hyperlinkcolor" xmlns:p15="http://schemas.microsoft.com/office/powerpoint/2012/main" xmlns:com="http://schemas.openxmlformats.org/drawingml/2006/compatibility" xmlns:pvml="urn:schemas-microsoft-com:office:powerpoint" xmlns:v="urn:schemas-microsoft-com:vml" xmlns:o="urn:schemas-microsoft-com:office:office" xmlns:dgm="http://schemas.openxmlformats.org/drawingml/2006/diagram" xmlns:c="http://schemas.openxmlformats.org/drawingml/2006/chart" xmlns:mv="urn:schemas-microsoft-com:mac:vml" xmlns="">
      <p:transition>
        <p:fade/>
      </p:transition>
    </mc:Fallback>
  </mc:AlternateContent>
</p:sldLayout>
</file>

<file path=ppt/slideLayouts/slideLayout129.xml><?xml version="1.0" encoding="utf-8"?>
<p:sldLayout xmlns:a="http://schemas.openxmlformats.org/drawingml/2006/main" xmlns:r="http://schemas.openxmlformats.org/officeDocument/2006/relationships" xmlns:p="http://schemas.openxmlformats.org/presentationml/2006/main" matchingName="HYUNDAI  Subhead | Title">
  <p:cSld name="HYUNDAI  Subhead | Title">
    <p:bg>
      <p:bgPr>
        <a:solidFill>
          <a:schemeClr val="dk2"/>
        </a:solidFill>
        <a:effectLst/>
      </p:bgPr>
    </p:bg>
    <p:spTree>
      <p:nvGrpSpPr>
        <p:cNvPr id="1" name="Shape 799"/>
        <p:cNvGrpSpPr/>
        <p:nvPr/>
      </p:nvGrpSpPr>
      <p:grpSpPr>
        <a:xfrm>
          <a:off x="0" y="0"/>
          <a:ext cx="0" cy="0"/>
          <a:chOff x="0" y="0"/>
          <a:chExt cx="0" cy="0"/>
        </a:xfrm>
      </p:grpSpPr>
      <p:sp>
        <p:nvSpPr>
          <p:cNvPr id="800" name="Google Shape;800;p135"/>
          <p:cNvSpPr txBox="1">
            <a:spLocks noGrp="1"/>
          </p:cNvSpPr>
          <p:nvPr>
            <p:ph type="title"/>
          </p:nvPr>
        </p:nvSpPr>
        <p:spPr>
          <a:xfrm>
            <a:off x="455617" y="731520"/>
            <a:ext cx="8915400" cy="524400"/>
          </a:xfrm>
          <a:prstGeom prst="rect">
            <a:avLst/>
          </a:prstGeom>
          <a:noFill/>
          <a:ln>
            <a:noFill/>
          </a:ln>
        </p:spPr>
        <p:txBody>
          <a:bodyPr spcFirstLastPara="1" wrap="square" lIns="0" tIns="0" rIns="0" bIns="0" anchor="t" anchorCtr="0">
            <a:noAutofit/>
          </a:bodyPr>
          <a:lstStyle>
            <a:lvl1pPr lvl="0" algn="l" rtl="0">
              <a:lnSpc>
                <a:spcPct val="80000"/>
              </a:lnSpc>
              <a:spcBef>
                <a:spcPts val="0"/>
              </a:spcBef>
              <a:spcAft>
                <a:spcPts val="0"/>
              </a:spcAft>
              <a:buClr>
                <a:schemeClr val="lt1"/>
              </a:buClr>
              <a:buSzPts val="3200"/>
              <a:buFont typeface="Roboto Medium"/>
              <a:buNone/>
              <a:defRPr>
                <a:solidFill>
                  <a:schemeClr val="lt1"/>
                </a:solidFill>
              </a:defRPr>
            </a:lvl1pPr>
            <a:lvl2pPr lvl="1" rtl="0">
              <a:spcBef>
                <a:spcPts val="0"/>
              </a:spcBef>
              <a:spcAft>
                <a:spcPts val="0"/>
              </a:spcAft>
              <a:buSzPts val="1400"/>
              <a:buNone/>
              <a:defRPr/>
            </a:lvl2pPr>
            <a:lvl3pPr lvl="2" rtl="0">
              <a:spcBef>
                <a:spcPts val="0"/>
              </a:spcBef>
              <a:spcAft>
                <a:spcPts val="0"/>
              </a:spcAft>
              <a:buSzPts val="1400"/>
              <a:buNone/>
              <a:defRPr/>
            </a:lvl3pPr>
            <a:lvl4pPr lvl="3" rtl="0">
              <a:spcBef>
                <a:spcPts val="0"/>
              </a:spcBef>
              <a:spcAft>
                <a:spcPts val="0"/>
              </a:spcAft>
              <a:buSzPts val="1400"/>
              <a:buNone/>
              <a:defRPr/>
            </a:lvl4pPr>
            <a:lvl5pPr lvl="4" rtl="0">
              <a:spcBef>
                <a:spcPts val="0"/>
              </a:spcBef>
              <a:spcAft>
                <a:spcPts val="0"/>
              </a:spcAft>
              <a:buSzPts val="1400"/>
              <a:buNone/>
              <a:defRPr/>
            </a:lvl5pPr>
            <a:lvl6pPr lvl="5" rtl="0">
              <a:spcBef>
                <a:spcPts val="0"/>
              </a:spcBef>
              <a:spcAft>
                <a:spcPts val="0"/>
              </a:spcAft>
              <a:buSzPts val="1400"/>
              <a:buNone/>
              <a:defRPr/>
            </a:lvl6pPr>
            <a:lvl7pPr lvl="6" rtl="0">
              <a:spcBef>
                <a:spcPts val="0"/>
              </a:spcBef>
              <a:spcAft>
                <a:spcPts val="0"/>
              </a:spcAft>
              <a:buSzPts val="1400"/>
              <a:buNone/>
              <a:defRPr/>
            </a:lvl7pPr>
            <a:lvl8pPr lvl="7" rtl="0">
              <a:spcBef>
                <a:spcPts val="0"/>
              </a:spcBef>
              <a:spcAft>
                <a:spcPts val="0"/>
              </a:spcAft>
              <a:buSzPts val="1400"/>
              <a:buNone/>
              <a:defRPr/>
            </a:lvl8pPr>
            <a:lvl9pPr lvl="8" rtl="0">
              <a:spcBef>
                <a:spcPts val="0"/>
              </a:spcBef>
              <a:spcAft>
                <a:spcPts val="0"/>
              </a:spcAft>
              <a:buSzPts val="1400"/>
              <a:buNone/>
              <a:defRPr/>
            </a:lvl9pPr>
          </a:lstStyle>
          <a:p>
            <a:endParaRPr/>
          </a:p>
        </p:txBody>
      </p:sp>
      <p:sp>
        <p:nvSpPr>
          <p:cNvPr id="801" name="Google Shape;801;p135"/>
          <p:cNvSpPr txBox="1">
            <a:spLocks noGrp="1"/>
          </p:cNvSpPr>
          <p:nvPr>
            <p:ph type="sldNum" idx="12"/>
          </p:nvPr>
        </p:nvSpPr>
        <p:spPr>
          <a:xfrm>
            <a:off x="11438849" y="6400800"/>
            <a:ext cx="294601" cy="228600"/>
          </a:xfrm>
          <a:prstGeom prst="rect">
            <a:avLst/>
          </a:prstGeom>
        </p:spPr>
        <p:txBody>
          <a:bodyPr spcFirstLastPara="1" wrap="square" lIns="0" tIns="0" rIns="0" bIns="0" anchor="b" anchorCtr="0">
            <a:noAutofit/>
          </a:bodyPr>
          <a:lstStyle>
            <a:lvl1pPr lvl="0" rtl="0">
              <a:buNone/>
              <a:defRPr sz="1000">
                <a:solidFill>
                  <a:schemeClr val="lt1"/>
                </a:solidFill>
              </a:defRPr>
            </a:lvl1pPr>
            <a:lvl2pPr lvl="1" rtl="0">
              <a:buNone/>
              <a:defRPr sz="1000">
                <a:solidFill>
                  <a:schemeClr val="lt1"/>
                </a:solidFill>
              </a:defRPr>
            </a:lvl2pPr>
            <a:lvl3pPr lvl="2" rtl="0">
              <a:buNone/>
              <a:defRPr sz="1000">
                <a:solidFill>
                  <a:schemeClr val="lt1"/>
                </a:solidFill>
              </a:defRPr>
            </a:lvl3pPr>
            <a:lvl4pPr lvl="3" rtl="0">
              <a:buNone/>
              <a:defRPr sz="1000">
                <a:solidFill>
                  <a:schemeClr val="lt1"/>
                </a:solidFill>
              </a:defRPr>
            </a:lvl4pPr>
            <a:lvl5pPr lvl="4" rtl="0">
              <a:buNone/>
              <a:defRPr sz="1000">
                <a:solidFill>
                  <a:schemeClr val="lt1"/>
                </a:solidFill>
              </a:defRPr>
            </a:lvl5pPr>
            <a:lvl6pPr lvl="5" rtl="0">
              <a:buNone/>
              <a:defRPr sz="1000">
                <a:solidFill>
                  <a:schemeClr val="lt1"/>
                </a:solidFill>
              </a:defRPr>
            </a:lvl6pPr>
            <a:lvl7pPr lvl="6" rtl="0">
              <a:buNone/>
              <a:defRPr sz="1000">
                <a:solidFill>
                  <a:schemeClr val="lt1"/>
                </a:solidFill>
              </a:defRPr>
            </a:lvl7pPr>
            <a:lvl8pPr lvl="7" rtl="0">
              <a:buNone/>
              <a:defRPr sz="1000">
                <a:solidFill>
                  <a:schemeClr val="lt1"/>
                </a:solidFill>
              </a:defRPr>
            </a:lvl8pPr>
            <a:lvl9pPr lvl="8" rtl="0">
              <a:buNone/>
              <a:defRPr sz="1000">
                <a:solidFill>
                  <a:schemeClr val="lt1"/>
                </a:solidFill>
              </a:defRPr>
            </a:lvl9pPr>
          </a:lstStyle>
          <a:p>
            <a:fld id="{00000000-1234-1234-1234-123412341234}" type="slidenum">
              <a:rPr lang="en" smtClean="0"/>
              <a:pPr/>
              <a:t>‹#›</a:t>
            </a:fld>
            <a:endParaRPr lang="en"/>
          </a:p>
        </p:txBody>
      </p:sp>
      <p:sp>
        <p:nvSpPr>
          <p:cNvPr id="802" name="Google Shape;802;p135"/>
          <p:cNvSpPr txBox="1">
            <a:spLocks noGrp="1"/>
          </p:cNvSpPr>
          <p:nvPr>
            <p:ph type="subTitle" idx="1"/>
          </p:nvPr>
        </p:nvSpPr>
        <p:spPr>
          <a:xfrm>
            <a:off x="455663" y="457200"/>
            <a:ext cx="8915400" cy="228600"/>
          </a:xfrm>
          <a:prstGeom prst="rect">
            <a:avLst/>
          </a:prstGeom>
        </p:spPr>
        <p:txBody>
          <a:bodyPr spcFirstLastPara="1" wrap="square" lIns="0" tIns="0" rIns="0" bIns="0" anchor="t" anchorCtr="0">
            <a:noAutofit/>
          </a:bodyPr>
          <a:lstStyle>
            <a:lvl1pPr lvl="0" rtl="0">
              <a:spcBef>
                <a:spcPts val="0"/>
              </a:spcBef>
              <a:spcAft>
                <a:spcPts val="0"/>
              </a:spcAft>
              <a:buClr>
                <a:schemeClr val="accent2"/>
              </a:buClr>
              <a:buSzPts val="1400"/>
              <a:buFont typeface="Roboto Medium"/>
              <a:buNone/>
              <a:defRPr sz="1400">
                <a:solidFill>
                  <a:schemeClr val="accent2"/>
                </a:solidFill>
                <a:latin typeface="Roboto Medium"/>
                <a:ea typeface="Roboto Medium"/>
                <a:cs typeface="Roboto Medium"/>
                <a:sym typeface="Roboto Medium"/>
              </a:defRPr>
            </a:lvl1pPr>
            <a:lvl2pPr lvl="1" rtl="0">
              <a:spcBef>
                <a:spcPts val="600"/>
              </a:spcBef>
              <a:spcAft>
                <a:spcPts val="0"/>
              </a:spcAft>
              <a:buClr>
                <a:schemeClr val="accent2"/>
              </a:buClr>
              <a:buSzPts val="1800"/>
              <a:buFont typeface="Roboto Medium"/>
              <a:buNone/>
              <a:defRPr>
                <a:solidFill>
                  <a:schemeClr val="accent2"/>
                </a:solidFill>
                <a:latin typeface="Roboto Medium"/>
                <a:ea typeface="Roboto Medium"/>
                <a:cs typeface="Roboto Medium"/>
                <a:sym typeface="Roboto Medium"/>
              </a:defRPr>
            </a:lvl2pPr>
            <a:lvl3pPr lvl="2" rtl="0">
              <a:spcBef>
                <a:spcPts val="600"/>
              </a:spcBef>
              <a:spcAft>
                <a:spcPts val="0"/>
              </a:spcAft>
              <a:buClr>
                <a:schemeClr val="accent2"/>
              </a:buClr>
              <a:buSzPts val="1600"/>
              <a:buFont typeface="Roboto Medium"/>
              <a:buNone/>
              <a:defRPr>
                <a:solidFill>
                  <a:schemeClr val="accent2"/>
                </a:solidFill>
                <a:latin typeface="Roboto Medium"/>
                <a:ea typeface="Roboto Medium"/>
                <a:cs typeface="Roboto Medium"/>
                <a:sym typeface="Roboto Medium"/>
              </a:defRPr>
            </a:lvl3pPr>
            <a:lvl4pPr lvl="3" rtl="0">
              <a:spcBef>
                <a:spcPts val="300"/>
              </a:spcBef>
              <a:spcAft>
                <a:spcPts val="0"/>
              </a:spcAft>
              <a:buClr>
                <a:schemeClr val="accent2"/>
              </a:buClr>
              <a:buSzPts val="1400"/>
              <a:buFont typeface="Roboto Medium"/>
              <a:buNone/>
              <a:defRPr>
                <a:solidFill>
                  <a:schemeClr val="accent2"/>
                </a:solidFill>
                <a:latin typeface="Roboto Medium"/>
                <a:ea typeface="Roboto Medium"/>
                <a:cs typeface="Roboto Medium"/>
                <a:sym typeface="Roboto Medium"/>
              </a:defRPr>
            </a:lvl4pPr>
            <a:lvl5pPr lvl="4" rtl="0">
              <a:spcBef>
                <a:spcPts val="300"/>
              </a:spcBef>
              <a:spcAft>
                <a:spcPts val="0"/>
              </a:spcAft>
              <a:buClr>
                <a:schemeClr val="accent2"/>
              </a:buClr>
              <a:buSzPts val="1200"/>
              <a:buFont typeface="Roboto Medium"/>
              <a:buNone/>
              <a:defRPr>
                <a:solidFill>
                  <a:schemeClr val="accent2"/>
                </a:solidFill>
                <a:latin typeface="Roboto Medium"/>
                <a:ea typeface="Roboto Medium"/>
                <a:cs typeface="Roboto Medium"/>
                <a:sym typeface="Roboto Medium"/>
              </a:defRPr>
            </a:lvl5pPr>
            <a:lvl6pPr lvl="5" rtl="0">
              <a:spcBef>
                <a:spcPts val="533"/>
              </a:spcBef>
              <a:spcAft>
                <a:spcPts val="0"/>
              </a:spcAft>
              <a:buClr>
                <a:schemeClr val="accent2"/>
              </a:buClr>
              <a:buSzPts val="2666"/>
              <a:buFont typeface="Roboto Medium"/>
              <a:buNone/>
              <a:defRPr>
                <a:solidFill>
                  <a:schemeClr val="accent2"/>
                </a:solidFill>
                <a:latin typeface="Roboto Medium"/>
                <a:ea typeface="Roboto Medium"/>
                <a:cs typeface="Roboto Medium"/>
                <a:sym typeface="Roboto Medium"/>
              </a:defRPr>
            </a:lvl6pPr>
            <a:lvl7pPr lvl="6" rtl="0">
              <a:spcBef>
                <a:spcPts val="533"/>
              </a:spcBef>
              <a:spcAft>
                <a:spcPts val="0"/>
              </a:spcAft>
              <a:buClr>
                <a:schemeClr val="accent2"/>
              </a:buClr>
              <a:buSzPts val="2666"/>
              <a:buFont typeface="Roboto Medium"/>
              <a:buNone/>
              <a:defRPr>
                <a:solidFill>
                  <a:schemeClr val="accent2"/>
                </a:solidFill>
                <a:latin typeface="Roboto Medium"/>
                <a:ea typeface="Roboto Medium"/>
                <a:cs typeface="Roboto Medium"/>
                <a:sym typeface="Roboto Medium"/>
              </a:defRPr>
            </a:lvl7pPr>
            <a:lvl8pPr lvl="7" rtl="0">
              <a:spcBef>
                <a:spcPts val="533"/>
              </a:spcBef>
              <a:spcAft>
                <a:spcPts val="0"/>
              </a:spcAft>
              <a:buClr>
                <a:schemeClr val="accent2"/>
              </a:buClr>
              <a:buSzPts val="2666"/>
              <a:buFont typeface="Roboto Medium"/>
              <a:buNone/>
              <a:defRPr>
                <a:solidFill>
                  <a:schemeClr val="accent2"/>
                </a:solidFill>
                <a:latin typeface="Roboto Medium"/>
                <a:ea typeface="Roboto Medium"/>
                <a:cs typeface="Roboto Medium"/>
                <a:sym typeface="Roboto Medium"/>
              </a:defRPr>
            </a:lvl8pPr>
            <a:lvl9pPr lvl="8" rtl="0">
              <a:spcBef>
                <a:spcPts val="533"/>
              </a:spcBef>
              <a:spcAft>
                <a:spcPts val="0"/>
              </a:spcAft>
              <a:buClr>
                <a:schemeClr val="accent2"/>
              </a:buClr>
              <a:buSzPts val="2666"/>
              <a:buFont typeface="Roboto Medium"/>
              <a:buNone/>
              <a:defRPr>
                <a:solidFill>
                  <a:schemeClr val="accent2"/>
                </a:solidFill>
                <a:latin typeface="Roboto Medium"/>
                <a:ea typeface="Roboto Medium"/>
                <a:cs typeface="Roboto Medium"/>
                <a:sym typeface="Roboto Medium"/>
              </a:defRPr>
            </a:lvl9pPr>
          </a:lstStyle>
          <a:p>
            <a:endParaRPr/>
          </a:p>
        </p:txBody>
      </p:sp>
      <p:pic>
        <p:nvPicPr>
          <p:cNvPr id="803" name="Google Shape;803;p135"/>
          <p:cNvPicPr preferRelativeResize="0"/>
          <p:nvPr/>
        </p:nvPicPr>
        <p:blipFill>
          <a:blip r:embed="rId2">
            <a:alphaModFix/>
          </a:blip>
          <a:stretch>
            <a:fillRect/>
          </a:stretch>
        </p:blipFill>
        <p:spPr>
          <a:xfrm>
            <a:off x="455626" y="6262542"/>
            <a:ext cx="685801" cy="352697"/>
          </a:xfrm>
          <a:prstGeom prst="rect">
            <a:avLst/>
          </a:prstGeom>
          <a:noFill/>
          <a:ln>
            <a:noFill/>
          </a:ln>
        </p:spPr>
      </p:pic>
      <p:sp>
        <p:nvSpPr>
          <p:cNvPr id="804" name="Google Shape;804;p135"/>
          <p:cNvSpPr txBox="1"/>
          <p:nvPr/>
        </p:nvSpPr>
        <p:spPr>
          <a:xfrm>
            <a:off x="8194350" y="6400800"/>
            <a:ext cx="3244500" cy="228600"/>
          </a:xfrm>
          <a:prstGeom prst="rect">
            <a:avLst/>
          </a:prstGeom>
          <a:noFill/>
          <a:ln>
            <a:noFill/>
          </a:ln>
        </p:spPr>
        <p:txBody>
          <a:bodyPr spcFirstLastPara="1" wrap="square" lIns="91426" tIns="91426" rIns="91426" bIns="91426" anchor="t" anchorCtr="0">
            <a:noAutofit/>
          </a:bodyPr>
          <a:lstStyle/>
          <a:p>
            <a:pPr marL="0" lvl="0" indent="0" algn="r" rtl="0">
              <a:spcBef>
                <a:spcPts val="0"/>
              </a:spcBef>
              <a:spcAft>
                <a:spcPts val="0"/>
              </a:spcAft>
              <a:buNone/>
            </a:pPr>
            <a:r>
              <a:rPr lang="en" sz="1000">
                <a:solidFill>
                  <a:srgbClr val="FFFFFF"/>
                </a:solidFill>
                <a:latin typeface="Roboto"/>
                <a:ea typeface="Roboto"/>
                <a:cs typeface="Roboto"/>
                <a:sym typeface="Roboto"/>
              </a:rPr>
              <a:t>Proprietary &amp; Confidential - For Internal Use Only</a:t>
            </a:r>
            <a:endParaRPr sz="1000">
              <a:solidFill>
                <a:srgbClr val="FFFFFF"/>
              </a:solidFill>
              <a:latin typeface="Roboto"/>
              <a:ea typeface="Roboto"/>
              <a:cs typeface="Roboto"/>
              <a:sym typeface="Roboto"/>
            </a:endParaRPr>
          </a:p>
        </p:txBody>
      </p:sp>
    </p:spTree>
  </p:cSld>
  <p:clrMapOvr>
    <a:masterClrMapping/>
  </p:clrMapOvr>
  <mc:AlternateContent xmlns:mc="http://schemas.openxmlformats.org/markup-compatibility/2006" xmlns:p14="http://schemas.microsoft.com/office/powerpoint/2010/main">
    <mc:Choice Requires="p14">
      <p:transition p14:dur="250">
        <p:fade/>
      </p:transition>
    </mc:Choice>
    <mc:Fallback xmlns:ahyp="http://schemas.microsoft.com/office/drawing/2018/hyperlinkcolor" xmlns:p15="http://schemas.microsoft.com/office/powerpoint/2012/main" xmlns:com="http://schemas.openxmlformats.org/drawingml/2006/compatibility" xmlns:pvml="urn:schemas-microsoft-com:office:powerpoint" xmlns:v="urn:schemas-microsoft-com:vml" xmlns:o="urn:schemas-microsoft-com:office:office" xmlns:dgm="http://schemas.openxmlformats.org/drawingml/2006/diagram" xmlns:c="http://schemas.openxmlformats.org/drawingml/2006/chart" xmlns:mv="urn:schemas-microsoft-com:mac:vml" xmlns="">
      <p:transition>
        <p:fade/>
      </p:transition>
    </mc:Fallback>
  </mc:AlternateContent>
</p:sldLayout>
</file>

<file path=ppt/slideLayouts/slideLayout130.xml><?xml version="1.0" encoding="utf-8"?>
<p:sldLayout xmlns:a="http://schemas.openxmlformats.org/drawingml/2006/main" xmlns:r="http://schemas.openxmlformats.org/officeDocument/2006/relationships" xmlns:p="http://schemas.openxmlformats.org/presentationml/2006/main" matchingName="HYUNDAI  1Col Title | Subhead | Text">
  <p:cSld name="HYUNDAI  1Col Title | Subhead | Text">
    <p:bg>
      <p:bgPr>
        <a:solidFill>
          <a:schemeClr val="dk2"/>
        </a:solidFill>
        <a:effectLst/>
      </p:bgPr>
    </p:bg>
    <p:spTree>
      <p:nvGrpSpPr>
        <p:cNvPr id="1" name="Shape 805"/>
        <p:cNvGrpSpPr/>
        <p:nvPr/>
      </p:nvGrpSpPr>
      <p:grpSpPr>
        <a:xfrm>
          <a:off x="0" y="0"/>
          <a:ext cx="0" cy="0"/>
          <a:chOff x="0" y="0"/>
          <a:chExt cx="0" cy="0"/>
        </a:xfrm>
      </p:grpSpPr>
      <p:sp>
        <p:nvSpPr>
          <p:cNvPr id="806" name="Google Shape;806;p136"/>
          <p:cNvSpPr txBox="1">
            <a:spLocks noGrp="1"/>
          </p:cNvSpPr>
          <p:nvPr>
            <p:ph type="title"/>
          </p:nvPr>
        </p:nvSpPr>
        <p:spPr>
          <a:xfrm>
            <a:off x="455617" y="457200"/>
            <a:ext cx="8915400" cy="524400"/>
          </a:xfrm>
          <a:prstGeom prst="rect">
            <a:avLst/>
          </a:prstGeom>
          <a:noFill/>
          <a:ln>
            <a:noFill/>
          </a:ln>
        </p:spPr>
        <p:txBody>
          <a:bodyPr spcFirstLastPara="1" wrap="square" lIns="0" tIns="0" rIns="0" bIns="0" anchor="t" anchorCtr="0">
            <a:noAutofit/>
          </a:bodyPr>
          <a:lstStyle>
            <a:lvl1pPr lvl="0" algn="l" rtl="0">
              <a:lnSpc>
                <a:spcPct val="80000"/>
              </a:lnSpc>
              <a:spcBef>
                <a:spcPts val="0"/>
              </a:spcBef>
              <a:spcAft>
                <a:spcPts val="0"/>
              </a:spcAft>
              <a:buClr>
                <a:schemeClr val="lt1"/>
              </a:buClr>
              <a:buSzPts val="3200"/>
              <a:buFont typeface="Roboto Medium"/>
              <a:buNone/>
              <a:defRPr b="0">
                <a:solidFill>
                  <a:schemeClr val="lt1"/>
                </a:solidFill>
              </a:defRPr>
            </a:lvl1pPr>
            <a:lvl2pPr lvl="1" rtl="0">
              <a:spcBef>
                <a:spcPts val="0"/>
              </a:spcBef>
              <a:spcAft>
                <a:spcPts val="0"/>
              </a:spcAft>
              <a:buSzPts val="1400"/>
              <a:buNone/>
              <a:defRPr/>
            </a:lvl2pPr>
            <a:lvl3pPr lvl="2" rtl="0">
              <a:spcBef>
                <a:spcPts val="0"/>
              </a:spcBef>
              <a:spcAft>
                <a:spcPts val="0"/>
              </a:spcAft>
              <a:buSzPts val="1400"/>
              <a:buNone/>
              <a:defRPr/>
            </a:lvl3pPr>
            <a:lvl4pPr lvl="3" rtl="0">
              <a:spcBef>
                <a:spcPts val="0"/>
              </a:spcBef>
              <a:spcAft>
                <a:spcPts val="0"/>
              </a:spcAft>
              <a:buSzPts val="1400"/>
              <a:buNone/>
              <a:defRPr/>
            </a:lvl4pPr>
            <a:lvl5pPr lvl="4" rtl="0">
              <a:spcBef>
                <a:spcPts val="0"/>
              </a:spcBef>
              <a:spcAft>
                <a:spcPts val="0"/>
              </a:spcAft>
              <a:buSzPts val="1400"/>
              <a:buNone/>
              <a:defRPr/>
            </a:lvl5pPr>
            <a:lvl6pPr lvl="5" rtl="0">
              <a:spcBef>
                <a:spcPts val="0"/>
              </a:spcBef>
              <a:spcAft>
                <a:spcPts val="0"/>
              </a:spcAft>
              <a:buSzPts val="1400"/>
              <a:buNone/>
              <a:defRPr/>
            </a:lvl6pPr>
            <a:lvl7pPr lvl="6" rtl="0">
              <a:spcBef>
                <a:spcPts val="0"/>
              </a:spcBef>
              <a:spcAft>
                <a:spcPts val="0"/>
              </a:spcAft>
              <a:buSzPts val="1400"/>
              <a:buNone/>
              <a:defRPr/>
            </a:lvl7pPr>
            <a:lvl8pPr lvl="7" rtl="0">
              <a:spcBef>
                <a:spcPts val="0"/>
              </a:spcBef>
              <a:spcAft>
                <a:spcPts val="0"/>
              </a:spcAft>
              <a:buSzPts val="1400"/>
              <a:buNone/>
              <a:defRPr/>
            </a:lvl8pPr>
            <a:lvl9pPr lvl="8" rtl="0">
              <a:spcBef>
                <a:spcPts val="0"/>
              </a:spcBef>
              <a:spcAft>
                <a:spcPts val="0"/>
              </a:spcAft>
              <a:buSzPts val="1400"/>
              <a:buNone/>
              <a:defRPr/>
            </a:lvl9pPr>
          </a:lstStyle>
          <a:p>
            <a:endParaRPr/>
          </a:p>
        </p:txBody>
      </p:sp>
      <p:sp>
        <p:nvSpPr>
          <p:cNvPr id="807" name="Google Shape;807;p136"/>
          <p:cNvSpPr txBox="1">
            <a:spLocks noGrp="1"/>
          </p:cNvSpPr>
          <p:nvPr>
            <p:ph type="sldNum" idx="12"/>
          </p:nvPr>
        </p:nvSpPr>
        <p:spPr>
          <a:xfrm>
            <a:off x="11438849" y="6400800"/>
            <a:ext cx="294601" cy="228600"/>
          </a:xfrm>
          <a:prstGeom prst="rect">
            <a:avLst/>
          </a:prstGeom>
        </p:spPr>
        <p:txBody>
          <a:bodyPr spcFirstLastPara="1" wrap="square" lIns="0" tIns="0" rIns="0" bIns="0" anchor="b" anchorCtr="0">
            <a:noAutofit/>
          </a:bodyPr>
          <a:lstStyle>
            <a:lvl1pPr lvl="0" rtl="0">
              <a:buNone/>
              <a:defRPr sz="1000">
                <a:solidFill>
                  <a:schemeClr val="lt1"/>
                </a:solidFill>
              </a:defRPr>
            </a:lvl1pPr>
            <a:lvl2pPr lvl="1" rtl="0">
              <a:buNone/>
              <a:defRPr sz="1000">
                <a:solidFill>
                  <a:schemeClr val="lt1"/>
                </a:solidFill>
              </a:defRPr>
            </a:lvl2pPr>
            <a:lvl3pPr lvl="2" rtl="0">
              <a:buNone/>
              <a:defRPr sz="1000">
                <a:solidFill>
                  <a:schemeClr val="lt1"/>
                </a:solidFill>
              </a:defRPr>
            </a:lvl3pPr>
            <a:lvl4pPr lvl="3" rtl="0">
              <a:buNone/>
              <a:defRPr sz="1000">
                <a:solidFill>
                  <a:schemeClr val="lt1"/>
                </a:solidFill>
              </a:defRPr>
            </a:lvl4pPr>
            <a:lvl5pPr lvl="4" rtl="0">
              <a:buNone/>
              <a:defRPr sz="1000">
                <a:solidFill>
                  <a:schemeClr val="lt1"/>
                </a:solidFill>
              </a:defRPr>
            </a:lvl5pPr>
            <a:lvl6pPr lvl="5" rtl="0">
              <a:buNone/>
              <a:defRPr sz="1000">
                <a:solidFill>
                  <a:schemeClr val="lt1"/>
                </a:solidFill>
              </a:defRPr>
            </a:lvl6pPr>
            <a:lvl7pPr lvl="6" rtl="0">
              <a:buNone/>
              <a:defRPr sz="1000">
                <a:solidFill>
                  <a:schemeClr val="lt1"/>
                </a:solidFill>
              </a:defRPr>
            </a:lvl7pPr>
            <a:lvl8pPr lvl="7" rtl="0">
              <a:buNone/>
              <a:defRPr sz="1000">
                <a:solidFill>
                  <a:schemeClr val="lt1"/>
                </a:solidFill>
              </a:defRPr>
            </a:lvl8pPr>
            <a:lvl9pPr lvl="8" rtl="0">
              <a:buNone/>
              <a:defRPr sz="1000">
                <a:solidFill>
                  <a:schemeClr val="lt1"/>
                </a:solidFill>
              </a:defRPr>
            </a:lvl9pPr>
          </a:lstStyle>
          <a:p>
            <a:fld id="{00000000-1234-1234-1234-123412341234}" type="slidenum">
              <a:rPr lang="en" smtClean="0"/>
              <a:pPr/>
              <a:t>‹#›</a:t>
            </a:fld>
            <a:endParaRPr lang="en"/>
          </a:p>
        </p:txBody>
      </p:sp>
      <p:sp>
        <p:nvSpPr>
          <p:cNvPr id="808" name="Google Shape;808;p136"/>
          <p:cNvSpPr txBox="1">
            <a:spLocks noGrp="1"/>
          </p:cNvSpPr>
          <p:nvPr>
            <p:ph type="subTitle" idx="1"/>
          </p:nvPr>
        </p:nvSpPr>
        <p:spPr>
          <a:xfrm>
            <a:off x="455625" y="868680"/>
            <a:ext cx="7635001" cy="228600"/>
          </a:xfrm>
          <a:prstGeom prst="rect">
            <a:avLst/>
          </a:prstGeom>
        </p:spPr>
        <p:txBody>
          <a:bodyPr spcFirstLastPara="1" wrap="square" lIns="0" tIns="0" rIns="0" bIns="0" anchor="t" anchorCtr="0">
            <a:noAutofit/>
          </a:bodyPr>
          <a:lstStyle>
            <a:lvl1pPr lvl="0" rtl="0">
              <a:spcBef>
                <a:spcPts val="0"/>
              </a:spcBef>
              <a:spcAft>
                <a:spcPts val="0"/>
              </a:spcAft>
              <a:buClr>
                <a:schemeClr val="accent2"/>
              </a:buClr>
              <a:buSzPts val="1600"/>
              <a:buFont typeface="Roboto Medium"/>
              <a:buNone/>
              <a:defRPr sz="1600">
                <a:solidFill>
                  <a:schemeClr val="accent2"/>
                </a:solidFill>
                <a:latin typeface="Roboto Medium"/>
                <a:ea typeface="Roboto Medium"/>
                <a:cs typeface="Roboto Medium"/>
                <a:sym typeface="Roboto Medium"/>
              </a:defRPr>
            </a:lvl1pPr>
            <a:lvl2pPr lvl="1" rtl="0">
              <a:spcBef>
                <a:spcPts val="600"/>
              </a:spcBef>
              <a:spcAft>
                <a:spcPts val="0"/>
              </a:spcAft>
              <a:buClr>
                <a:schemeClr val="accent2"/>
              </a:buClr>
              <a:buSzPts val="1600"/>
              <a:buNone/>
              <a:defRPr sz="1600">
                <a:solidFill>
                  <a:schemeClr val="accent2"/>
                </a:solidFill>
              </a:defRPr>
            </a:lvl2pPr>
            <a:lvl3pPr lvl="2" rtl="0">
              <a:spcBef>
                <a:spcPts val="600"/>
              </a:spcBef>
              <a:spcAft>
                <a:spcPts val="0"/>
              </a:spcAft>
              <a:buClr>
                <a:schemeClr val="accent2"/>
              </a:buClr>
              <a:buSzPts val="1600"/>
              <a:buNone/>
              <a:defRPr>
                <a:solidFill>
                  <a:schemeClr val="accent2"/>
                </a:solidFill>
              </a:defRPr>
            </a:lvl3pPr>
            <a:lvl4pPr lvl="3" rtl="0">
              <a:spcBef>
                <a:spcPts val="300"/>
              </a:spcBef>
              <a:spcAft>
                <a:spcPts val="0"/>
              </a:spcAft>
              <a:buClr>
                <a:schemeClr val="accent2"/>
              </a:buClr>
              <a:buSzPts val="1600"/>
              <a:buNone/>
              <a:defRPr sz="1600">
                <a:solidFill>
                  <a:schemeClr val="accent2"/>
                </a:solidFill>
              </a:defRPr>
            </a:lvl4pPr>
            <a:lvl5pPr lvl="4" rtl="0">
              <a:spcBef>
                <a:spcPts val="300"/>
              </a:spcBef>
              <a:spcAft>
                <a:spcPts val="0"/>
              </a:spcAft>
              <a:buClr>
                <a:schemeClr val="accent2"/>
              </a:buClr>
              <a:buSzPts val="1600"/>
              <a:buNone/>
              <a:defRPr sz="1600">
                <a:solidFill>
                  <a:schemeClr val="accent2"/>
                </a:solidFill>
              </a:defRPr>
            </a:lvl5pPr>
            <a:lvl6pPr lvl="5" rtl="0">
              <a:spcBef>
                <a:spcPts val="533"/>
              </a:spcBef>
              <a:spcAft>
                <a:spcPts val="0"/>
              </a:spcAft>
              <a:buClr>
                <a:schemeClr val="accent2"/>
              </a:buClr>
              <a:buSzPts val="1600"/>
              <a:buNone/>
              <a:defRPr sz="1600">
                <a:solidFill>
                  <a:schemeClr val="accent2"/>
                </a:solidFill>
              </a:defRPr>
            </a:lvl6pPr>
            <a:lvl7pPr lvl="6" rtl="0">
              <a:spcBef>
                <a:spcPts val="533"/>
              </a:spcBef>
              <a:spcAft>
                <a:spcPts val="0"/>
              </a:spcAft>
              <a:buClr>
                <a:schemeClr val="accent2"/>
              </a:buClr>
              <a:buSzPts val="1600"/>
              <a:buNone/>
              <a:defRPr sz="1600">
                <a:solidFill>
                  <a:schemeClr val="accent2"/>
                </a:solidFill>
              </a:defRPr>
            </a:lvl7pPr>
            <a:lvl8pPr lvl="7" rtl="0">
              <a:spcBef>
                <a:spcPts val="533"/>
              </a:spcBef>
              <a:spcAft>
                <a:spcPts val="0"/>
              </a:spcAft>
              <a:buClr>
                <a:schemeClr val="accent2"/>
              </a:buClr>
              <a:buSzPts val="1600"/>
              <a:buNone/>
              <a:defRPr sz="1600">
                <a:solidFill>
                  <a:schemeClr val="accent2"/>
                </a:solidFill>
              </a:defRPr>
            </a:lvl8pPr>
            <a:lvl9pPr lvl="8" rtl="0">
              <a:spcBef>
                <a:spcPts val="533"/>
              </a:spcBef>
              <a:spcAft>
                <a:spcPts val="0"/>
              </a:spcAft>
              <a:buClr>
                <a:schemeClr val="accent2"/>
              </a:buClr>
              <a:buSzPts val="1600"/>
              <a:buNone/>
              <a:defRPr sz="1600">
                <a:solidFill>
                  <a:schemeClr val="accent2"/>
                </a:solidFill>
              </a:defRPr>
            </a:lvl9pPr>
          </a:lstStyle>
          <a:p>
            <a:endParaRPr/>
          </a:p>
        </p:txBody>
      </p:sp>
      <p:sp>
        <p:nvSpPr>
          <p:cNvPr id="809" name="Google Shape;809;p136"/>
          <p:cNvSpPr txBox="1">
            <a:spLocks noGrp="1"/>
          </p:cNvSpPr>
          <p:nvPr>
            <p:ph type="body" idx="2"/>
          </p:nvPr>
        </p:nvSpPr>
        <p:spPr>
          <a:xfrm>
            <a:off x="455613" y="2686375"/>
            <a:ext cx="8915400" cy="3257100"/>
          </a:xfrm>
          <a:prstGeom prst="rect">
            <a:avLst/>
          </a:prstGeom>
          <a:noFill/>
          <a:ln>
            <a:noFill/>
          </a:ln>
        </p:spPr>
        <p:txBody>
          <a:bodyPr spcFirstLastPara="1" wrap="square" lIns="0" tIns="0" rIns="0" bIns="0" anchor="t" anchorCtr="0">
            <a:noAutofit/>
          </a:bodyPr>
          <a:lstStyle>
            <a:lvl1pPr marL="457207" lvl="0" indent="-228604" algn="l" rtl="0">
              <a:spcBef>
                <a:spcPts val="1800"/>
              </a:spcBef>
              <a:spcAft>
                <a:spcPts val="0"/>
              </a:spcAft>
              <a:buClr>
                <a:srgbClr val="FFFFFF"/>
              </a:buClr>
              <a:buSzPts val="2000"/>
              <a:buFont typeface="Roboto"/>
              <a:buNone/>
              <a:defRPr b="0" i="0">
                <a:solidFill>
                  <a:srgbClr val="FFFFFF"/>
                </a:solidFill>
                <a:latin typeface="Roboto"/>
                <a:ea typeface="Roboto"/>
                <a:cs typeface="Roboto"/>
                <a:sym typeface="Roboto"/>
              </a:defRPr>
            </a:lvl1pPr>
            <a:lvl2pPr marL="914415" lvl="1" indent="-342906" algn="l" rtl="0">
              <a:spcBef>
                <a:spcPts val="600"/>
              </a:spcBef>
              <a:spcAft>
                <a:spcPts val="0"/>
              </a:spcAft>
              <a:buClr>
                <a:srgbClr val="FFFFFF"/>
              </a:buClr>
              <a:buSzPts val="1800"/>
              <a:buChar char="•"/>
              <a:defRPr b="0" i="0">
                <a:solidFill>
                  <a:srgbClr val="FFFFFF"/>
                </a:solidFill>
                <a:latin typeface="Roboto"/>
                <a:ea typeface="Roboto"/>
                <a:cs typeface="Roboto"/>
                <a:sym typeface="Roboto"/>
              </a:defRPr>
            </a:lvl2pPr>
            <a:lvl3pPr marL="1371622" lvl="2" indent="-330205" algn="l" rtl="0">
              <a:spcBef>
                <a:spcPts val="600"/>
              </a:spcBef>
              <a:spcAft>
                <a:spcPts val="0"/>
              </a:spcAft>
              <a:buClr>
                <a:srgbClr val="FFFFFF"/>
              </a:buClr>
              <a:buSzPts val="1600"/>
              <a:buChar char="−"/>
              <a:defRPr b="0" i="0">
                <a:solidFill>
                  <a:srgbClr val="FFFFFF"/>
                </a:solidFill>
                <a:latin typeface="Roboto"/>
                <a:ea typeface="Roboto"/>
                <a:cs typeface="Roboto"/>
                <a:sym typeface="Roboto"/>
              </a:defRPr>
            </a:lvl3pPr>
            <a:lvl4pPr marL="1828831" lvl="3" indent="-317506" algn="l" rtl="0">
              <a:spcBef>
                <a:spcPts val="300"/>
              </a:spcBef>
              <a:spcAft>
                <a:spcPts val="0"/>
              </a:spcAft>
              <a:buClr>
                <a:srgbClr val="FFFFFF"/>
              </a:buClr>
              <a:buSzPts val="1400"/>
              <a:buChar char="•"/>
              <a:defRPr b="0" i="0">
                <a:solidFill>
                  <a:srgbClr val="FFFFFF"/>
                </a:solidFill>
                <a:latin typeface="Roboto"/>
                <a:ea typeface="Roboto"/>
                <a:cs typeface="Roboto"/>
                <a:sym typeface="Roboto"/>
              </a:defRPr>
            </a:lvl4pPr>
            <a:lvl5pPr marL="2286038" lvl="4" indent="-304805" algn="l" rtl="0">
              <a:spcBef>
                <a:spcPts val="300"/>
              </a:spcBef>
              <a:spcAft>
                <a:spcPts val="0"/>
              </a:spcAft>
              <a:buClr>
                <a:srgbClr val="FFFFFF"/>
              </a:buClr>
              <a:buSzPts val="1200"/>
              <a:buChar char="−"/>
              <a:defRPr b="0" i="0">
                <a:solidFill>
                  <a:srgbClr val="FFFFFF"/>
                </a:solidFill>
                <a:latin typeface="Roboto"/>
                <a:ea typeface="Roboto"/>
                <a:cs typeface="Roboto"/>
                <a:sym typeface="Roboto"/>
              </a:defRPr>
            </a:lvl5pPr>
            <a:lvl6pPr marL="2743246" lvl="5" indent="-304805" algn="l" rtl="0">
              <a:spcBef>
                <a:spcPts val="360"/>
              </a:spcBef>
              <a:spcAft>
                <a:spcPts val="0"/>
              </a:spcAft>
              <a:buClr>
                <a:srgbClr val="FFFFFF"/>
              </a:buClr>
              <a:buSzPts val="1200"/>
              <a:buFont typeface="Roboto"/>
              <a:buChar char="•"/>
              <a:defRPr sz="1200">
                <a:solidFill>
                  <a:srgbClr val="FFFFFF"/>
                </a:solidFill>
                <a:latin typeface="Roboto"/>
                <a:ea typeface="Roboto"/>
                <a:cs typeface="Roboto"/>
                <a:sym typeface="Roboto"/>
              </a:defRPr>
            </a:lvl6pPr>
            <a:lvl7pPr marL="3200453" lvl="6" indent="-304805" algn="l" rtl="0">
              <a:spcBef>
                <a:spcPts val="360"/>
              </a:spcBef>
              <a:spcAft>
                <a:spcPts val="0"/>
              </a:spcAft>
              <a:buClr>
                <a:srgbClr val="FFFFFF"/>
              </a:buClr>
              <a:buSzPts val="1200"/>
              <a:buFont typeface="Roboto"/>
              <a:buChar char="•"/>
              <a:defRPr sz="1200">
                <a:solidFill>
                  <a:srgbClr val="FFFFFF"/>
                </a:solidFill>
                <a:latin typeface="Roboto"/>
                <a:ea typeface="Roboto"/>
                <a:cs typeface="Roboto"/>
                <a:sym typeface="Roboto"/>
              </a:defRPr>
            </a:lvl7pPr>
            <a:lvl8pPr marL="3657661" lvl="7" indent="-304805" algn="l" rtl="0">
              <a:spcBef>
                <a:spcPts val="360"/>
              </a:spcBef>
              <a:spcAft>
                <a:spcPts val="0"/>
              </a:spcAft>
              <a:buClr>
                <a:srgbClr val="FFFFFF"/>
              </a:buClr>
              <a:buSzPts val="1200"/>
              <a:buFont typeface="Roboto"/>
              <a:buChar char="•"/>
              <a:defRPr sz="1200">
                <a:solidFill>
                  <a:srgbClr val="FFFFFF"/>
                </a:solidFill>
                <a:latin typeface="Roboto"/>
                <a:ea typeface="Roboto"/>
                <a:cs typeface="Roboto"/>
                <a:sym typeface="Roboto"/>
              </a:defRPr>
            </a:lvl8pPr>
            <a:lvl9pPr marL="4114868" lvl="8" indent="-304805" algn="l" rtl="0">
              <a:spcBef>
                <a:spcPts val="360"/>
              </a:spcBef>
              <a:spcAft>
                <a:spcPts val="0"/>
              </a:spcAft>
              <a:buClr>
                <a:srgbClr val="FFFFFF"/>
              </a:buClr>
              <a:buSzPts val="1200"/>
              <a:buFont typeface="Roboto"/>
              <a:buChar char="•"/>
              <a:defRPr sz="1200">
                <a:solidFill>
                  <a:srgbClr val="FFFFFF"/>
                </a:solidFill>
                <a:latin typeface="Roboto"/>
                <a:ea typeface="Roboto"/>
                <a:cs typeface="Roboto"/>
                <a:sym typeface="Roboto"/>
              </a:defRPr>
            </a:lvl9pPr>
          </a:lstStyle>
          <a:p>
            <a:endParaRPr/>
          </a:p>
        </p:txBody>
      </p:sp>
      <p:pic>
        <p:nvPicPr>
          <p:cNvPr id="810" name="Google Shape;810;p136"/>
          <p:cNvPicPr preferRelativeResize="0"/>
          <p:nvPr/>
        </p:nvPicPr>
        <p:blipFill>
          <a:blip r:embed="rId2">
            <a:alphaModFix/>
          </a:blip>
          <a:stretch>
            <a:fillRect/>
          </a:stretch>
        </p:blipFill>
        <p:spPr>
          <a:xfrm>
            <a:off x="455626" y="6262542"/>
            <a:ext cx="685801" cy="352697"/>
          </a:xfrm>
          <a:prstGeom prst="rect">
            <a:avLst/>
          </a:prstGeom>
          <a:noFill/>
          <a:ln>
            <a:noFill/>
          </a:ln>
        </p:spPr>
      </p:pic>
      <p:sp>
        <p:nvSpPr>
          <p:cNvPr id="811" name="Google Shape;811;p136"/>
          <p:cNvSpPr txBox="1"/>
          <p:nvPr/>
        </p:nvSpPr>
        <p:spPr>
          <a:xfrm>
            <a:off x="8194350" y="6400800"/>
            <a:ext cx="3244500" cy="228600"/>
          </a:xfrm>
          <a:prstGeom prst="rect">
            <a:avLst/>
          </a:prstGeom>
          <a:noFill/>
          <a:ln>
            <a:noFill/>
          </a:ln>
        </p:spPr>
        <p:txBody>
          <a:bodyPr spcFirstLastPara="1" wrap="square" lIns="91426" tIns="91426" rIns="91426" bIns="91426" anchor="t" anchorCtr="0">
            <a:noAutofit/>
          </a:bodyPr>
          <a:lstStyle/>
          <a:p>
            <a:pPr marL="0" lvl="0" indent="0" algn="r" rtl="0">
              <a:spcBef>
                <a:spcPts val="0"/>
              </a:spcBef>
              <a:spcAft>
                <a:spcPts val="0"/>
              </a:spcAft>
              <a:buNone/>
            </a:pPr>
            <a:r>
              <a:rPr lang="en" sz="1000">
                <a:solidFill>
                  <a:srgbClr val="FFFFFF"/>
                </a:solidFill>
                <a:latin typeface="Roboto"/>
                <a:ea typeface="Roboto"/>
                <a:cs typeface="Roboto"/>
                <a:sym typeface="Roboto"/>
              </a:rPr>
              <a:t>Proprietary &amp; Confidential - For Internal Use Only</a:t>
            </a:r>
            <a:endParaRPr sz="1000">
              <a:solidFill>
                <a:srgbClr val="FFFFFF"/>
              </a:solidFill>
              <a:latin typeface="Roboto"/>
              <a:ea typeface="Roboto"/>
              <a:cs typeface="Roboto"/>
              <a:sym typeface="Roboto"/>
            </a:endParaRPr>
          </a:p>
        </p:txBody>
      </p:sp>
    </p:spTree>
  </p:cSld>
  <p:clrMapOvr>
    <a:masterClrMapping/>
  </p:clrMapOvr>
  <mc:AlternateContent xmlns:mc="http://schemas.openxmlformats.org/markup-compatibility/2006" xmlns:p14="http://schemas.microsoft.com/office/powerpoint/2010/main">
    <mc:Choice Requires="p14">
      <p:transition p14:dur="250">
        <p:fade/>
      </p:transition>
    </mc:Choice>
    <mc:Fallback xmlns:ahyp="http://schemas.microsoft.com/office/drawing/2018/hyperlinkcolor" xmlns:p15="http://schemas.microsoft.com/office/powerpoint/2012/main" xmlns:com="http://schemas.openxmlformats.org/drawingml/2006/compatibility" xmlns:pvml="urn:schemas-microsoft-com:office:powerpoint" xmlns:v="urn:schemas-microsoft-com:vml" xmlns:o="urn:schemas-microsoft-com:office:office" xmlns:dgm="http://schemas.openxmlformats.org/drawingml/2006/diagram" xmlns:c="http://schemas.openxmlformats.org/drawingml/2006/chart" xmlns:mv="urn:schemas-microsoft-com:mac:vml" xmlns="">
      <p:transition>
        <p:fade/>
      </p:transition>
    </mc:Fallback>
  </mc:AlternateContent>
</p:sldLayout>
</file>

<file path=ppt/slideLayouts/slideLayout131.xml><?xml version="1.0" encoding="utf-8"?>
<p:sldLayout xmlns:a="http://schemas.openxmlformats.org/drawingml/2006/main" xmlns:r="http://schemas.openxmlformats.org/officeDocument/2006/relationships" xmlns:p="http://schemas.openxmlformats.org/presentationml/2006/main" matchingName="HYUNDAI  2Col Title | Subhead | Text">
  <p:cSld name="HYUNDAI  2Col Title | Subhead | Text">
    <p:bg>
      <p:bgPr>
        <a:solidFill>
          <a:schemeClr val="dk2"/>
        </a:solidFill>
        <a:effectLst/>
      </p:bgPr>
    </p:bg>
    <p:spTree>
      <p:nvGrpSpPr>
        <p:cNvPr id="1" name="Shape 812"/>
        <p:cNvGrpSpPr/>
        <p:nvPr/>
      </p:nvGrpSpPr>
      <p:grpSpPr>
        <a:xfrm>
          <a:off x="0" y="0"/>
          <a:ext cx="0" cy="0"/>
          <a:chOff x="0" y="0"/>
          <a:chExt cx="0" cy="0"/>
        </a:xfrm>
      </p:grpSpPr>
      <p:sp>
        <p:nvSpPr>
          <p:cNvPr id="813" name="Google Shape;813;p137"/>
          <p:cNvSpPr txBox="1">
            <a:spLocks noGrp="1"/>
          </p:cNvSpPr>
          <p:nvPr>
            <p:ph type="title"/>
          </p:nvPr>
        </p:nvSpPr>
        <p:spPr>
          <a:xfrm>
            <a:off x="455617" y="457200"/>
            <a:ext cx="8915400" cy="524400"/>
          </a:xfrm>
          <a:prstGeom prst="rect">
            <a:avLst/>
          </a:prstGeom>
          <a:noFill/>
          <a:ln>
            <a:noFill/>
          </a:ln>
        </p:spPr>
        <p:txBody>
          <a:bodyPr spcFirstLastPara="1" wrap="square" lIns="0" tIns="0" rIns="0" bIns="0" anchor="t" anchorCtr="0">
            <a:noAutofit/>
          </a:bodyPr>
          <a:lstStyle>
            <a:lvl1pPr lvl="0" algn="l" rtl="0">
              <a:lnSpc>
                <a:spcPct val="80000"/>
              </a:lnSpc>
              <a:spcBef>
                <a:spcPts val="0"/>
              </a:spcBef>
              <a:spcAft>
                <a:spcPts val="0"/>
              </a:spcAft>
              <a:buClr>
                <a:schemeClr val="lt1"/>
              </a:buClr>
              <a:buSzPts val="3200"/>
              <a:buFont typeface="Roboto Medium"/>
              <a:buNone/>
              <a:defRPr b="0">
                <a:solidFill>
                  <a:schemeClr val="lt1"/>
                </a:solidFill>
              </a:defRPr>
            </a:lvl1pPr>
            <a:lvl2pPr lvl="1" rtl="0">
              <a:spcBef>
                <a:spcPts val="0"/>
              </a:spcBef>
              <a:spcAft>
                <a:spcPts val="0"/>
              </a:spcAft>
              <a:buSzPts val="1400"/>
              <a:buNone/>
              <a:defRPr/>
            </a:lvl2pPr>
            <a:lvl3pPr lvl="2" rtl="0">
              <a:spcBef>
                <a:spcPts val="0"/>
              </a:spcBef>
              <a:spcAft>
                <a:spcPts val="0"/>
              </a:spcAft>
              <a:buSzPts val="1400"/>
              <a:buNone/>
              <a:defRPr/>
            </a:lvl3pPr>
            <a:lvl4pPr lvl="3" rtl="0">
              <a:spcBef>
                <a:spcPts val="0"/>
              </a:spcBef>
              <a:spcAft>
                <a:spcPts val="0"/>
              </a:spcAft>
              <a:buSzPts val="1400"/>
              <a:buNone/>
              <a:defRPr/>
            </a:lvl4pPr>
            <a:lvl5pPr lvl="4" rtl="0">
              <a:spcBef>
                <a:spcPts val="0"/>
              </a:spcBef>
              <a:spcAft>
                <a:spcPts val="0"/>
              </a:spcAft>
              <a:buSzPts val="1400"/>
              <a:buNone/>
              <a:defRPr/>
            </a:lvl5pPr>
            <a:lvl6pPr lvl="5" rtl="0">
              <a:spcBef>
                <a:spcPts val="0"/>
              </a:spcBef>
              <a:spcAft>
                <a:spcPts val="0"/>
              </a:spcAft>
              <a:buSzPts val="1400"/>
              <a:buNone/>
              <a:defRPr/>
            </a:lvl6pPr>
            <a:lvl7pPr lvl="6" rtl="0">
              <a:spcBef>
                <a:spcPts val="0"/>
              </a:spcBef>
              <a:spcAft>
                <a:spcPts val="0"/>
              </a:spcAft>
              <a:buSzPts val="1400"/>
              <a:buNone/>
              <a:defRPr/>
            </a:lvl7pPr>
            <a:lvl8pPr lvl="7" rtl="0">
              <a:spcBef>
                <a:spcPts val="0"/>
              </a:spcBef>
              <a:spcAft>
                <a:spcPts val="0"/>
              </a:spcAft>
              <a:buSzPts val="1400"/>
              <a:buNone/>
              <a:defRPr/>
            </a:lvl8pPr>
            <a:lvl9pPr lvl="8" rtl="0">
              <a:spcBef>
                <a:spcPts val="0"/>
              </a:spcBef>
              <a:spcAft>
                <a:spcPts val="0"/>
              </a:spcAft>
              <a:buSzPts val="1400"/>
              <a:buNone/>
              <a:defRPr/>
            </a:lvl9pPr>
          </a:lstStyle>
          <a:p>
            <a:endParaRPr/>
          </a:p>
        </p:txBody>
      </p:sp>
      <p:sp>
        <p:nvSpPr>
          <p:cNvPr id="814" name="Google Shape;814;p137"/>
          <p:cNvSpPr txBox="1">
            <a:spLocks noGrp="1"/>
          </p:cNvSpPr>
          <p:nvPr>
            <p:ph type="sldNum" idx="12"/>
          </p:nvPr>
        </p:nvSpPr>
        <p:spPr>
          <a:xfrm>
            <a:off x="11438849" y="6400800"/>
            <a:ext cx="294601" cy="228600"/>
          </a:xfrm>
          <a:prstGeom prst="rect">
            <a:avLst/>
          </a:prstGeom>
        </p:spPr>
        <p:txBody>
          <a:bodyPr spcFirstLastPara="1" wrap="square" lIns="0" tIns="0" rIns="0" bIns="0" anchor="b" anchorCtr="0">
            <a:noAutofit/>
          </a:bodyPr>
          <a:lstStyle>
            <a:lvl1pPr lvl="0" rtl="0">
              <a:buNone/>
              <a:defRPr sz="1000">
                <a:solidFill>
                  <a:schemeClr val="lt1"/>
                </a:solidFill>
              </a:defRPr>
            </a:lvl1pPr>
            <a:lvl2pPr lvl="1" rtl="0">
              <a:buNone/>
              <a:defRPr sz="1000">
                <a:solidFill>
                  <a:schemeClr val="lt1"/>
                </a:solidFill>
              </a:defRPr>
            </a:lvl2pPr>
            <a:lvl3pPr lvl="2" rtl="0">
              <a:buNone/>
              <a:defRPr sz="1000">
                <a:solidFill>
                  <a:schemeClr val="lt1"/>
                </a:solidFill>
              </a:defRPr>
            </a:lvl3pPr>
            <a:lvl4pPr lvl="3" rtl="0">
              <a:buNone/>
              <a:defRPr sz="1000">
                <a:solidFill>
                  <a:schemeClr val="lt1"/>
                </a:solidFill>
              </a:defRPr>
            </a:lvl4pPr>
            <a:lvl5pPr lvl="4" rtl="0">
              <a:buNone/>
              <a:defRPr sz="1000">
                <a:solidFill>
                  <a:schemeClr val="lt1"/>
                </a:solidFill>
              </a:defRPr>
            </a:lvl5pPr>
            <a:lvl6pPr lvl="5" rtl="0">
              <a:buNone/>
              <a:defRPr sz="1000">
                <a:solidFill>
                  <a:schemeClr val="lt1"/>
                </a:solidFill>
              </a:defRPr>
            </a:lvl6pPr>
            <a:lvl7pPr lvl="6" rtl="0">
              <a:buNone/>
              <a:defRPr sz="1000">
                <a:solidFill>
                  <a:schemeClr val="lt1"/>
                </a:solidFill>
              </a:defRPr>
            </a:lvl7pPr>
            <a:lvl8pPr lvl="7" rtl="0">
              <a:buNone/>
              <a:defRPr sz="1000">
                <a:solidFill>
                  <a:schemeClr val="lt1"/>
                </a:solidFill>
              </a:defRPr>
            </a:lvl8pPr>
            <a:lvl9pPr lvl="8" rtl="0">
              <a:buNone/>
              <a:defRPr sz="1000">
                <a:solidFill>
                  <a:schemeClr val="lt1"/>
                </a:solidFill>
              </a:defRPr>
            </a:lvl9pPr>
          </a:lstStyle>
          <a:p>
            <a:fld id="{00000000-1234-1234-1234-123412341234}" type="slidenum">
              <a:rPr lang="en" smtClean="0"/>
              <a:pPr/>
              <a:t>‹#›</a:t>
            </a:fld>
            <a:endParaRPr lang="en"/>
          </a:p>
        </p:txBody>
      </p:sp>
      <p:sp>
        <p:nvSpPr>
          <p:cNvPr id="815" name="Google Shape;815;p137"/>
          <p:cNvSpPr txBox="1">
            <a:spLocks noGrp="1"/>
          </p:cNvSpPr>
          <p:nvPr>
            <p:ph type="subTitle" idx="1"/>
          </p:nvPr>
        </p:nvSpPr>
        <p:spPr>
          <a:xfrm>
            <a:off x="455625" y="868680"/>
            <a:ext cx="7635001" cy="228600"/>
          </a:xfrm>
          <a:prstGeom prst="rect">
            <a:avLst/>
          </a:prstGeom>
        </p:spPr>
        <p:txBody>
          <a:bodyPr spcFirstLastPara="1" wrap="square" lIns="0" tIns="0" rIns="0" bIns="0" anchor="t" anchorCtr="0">
            <a:noAutofit/>
          </a:bodyPr>
          <a:lstStyle>
            <a:lvl1pPr lvl="0" rtl="0">
              <a:spcBef>
                <a:spcPts val="0"/>
              </a:spcBef>
              <a:spcAft>
                <a:spcPts val="0"/>
              </a:spcAft>
              <a:buClr>
                <a:schemeClr val="accent2"/>
              </a:buClr>
              <a:buSzPts val="1600"/>
              <a:buFont typeface="Roboto Medium"/>
              <a:buNone/>
              <a:defRPr sz="1600">
                <a:solidFill>
                  <a:schemeClr val="accent2"/>
                </a:solidFill>
                <a:latin typeface="Roboto Medium"/>
                <a:ea typeface="Roboto Medium"/>
                <a:cs typeface="Roboto Medium"/>
                <a:sym typeface="Roboto Medium"/>
              </a:defRPr>
            </a:lvl1pPr>
            <a:lvl2pPr lvl="1" rtl="0">
              <a:spcBef>
                <a:spcPts val="600"/>
              </a:spcBef>
              <a:spcAft>
                <a:spcPts val="0"/>
              </a:spcAft>
              <a:buClr>
                <a:schemeClr val="accent2"/>
              </a:buClr>
              <a:buSzPts val="1800"/>
              <a:buNone/>
              <a:defRPr>
                <a:solidFill>
                  <a:schemeClr val="accent2"/>
                </a:solidFill>
              </a:defRPr>
            </a:lvl2pPr>
            <a:lvl3pPr lvl="2" rtl="0">
              <a:spcBef>
                <a:spcPts val="600"/>
              </a:spcBef>
              <a:spcAft>
                <a:spcPts val="0"/>
              </a:spcAft>
              <a:buClr>
                <a:schemeClr val="accent2"/>
              </a:buClr>
              <a:buSzPts val="1600"/>
              <a:buNone/>
              <a:defRPr>
                <a:solidFill>
                  <a:schemeClr val="accent2"/>
                </a:solidFill>
              </a:defRPr>
            </a:lvl3pPr>
            <a:lvl4pPr lvl="3" rtl="0">
              <a:spcBef>
                <a:spcPts val="300"/>
              </a:spcBef>
              <a:spcAft>
                <a:spcPts val="0"/>
              </a:spcAft>
              <a:buClr>
                <a:schemeClr val="accent2"/>
              </a:buClr>
              <a:buSzPts val="1400"/>
              <a:buNone/>
              <a:defRPr>
                <a:solidFill>
                  <a:schemeClr val="accent2"/>
                </a:solidFill>
              </a:defRPr>
            </a:lvl4pPr>
            <a:lvl5pPr lvl="4" rtl="0">
              <a:spcBef>
                <a:spcPts val="300"/>
              </a:spcBef>
              <a:spcAft>
                <a:spcPts val="0"/>
              </a:spcAft>
              <a:buClr>
                <a:schemeClr val="accent2"/>
              </a:buClr>
              <a:buSzPts val="1200"/>
              <a:buNone/>
              <a:defRPr>
                <a:solidFill>
                  <a:schemeClr val="accent2"/>
                </a:solidFill>
              </a:defRPr>
            </a:lvl5pPr>
            <a:lvl6pPr lvl="5" rtl="0">
              <a:spcBef>
                <a:spcPts val="533"/>
              </a:spcBef>
              <a:spcAft>
                <a:spcPts val="0"/>
              </a:spcAft>
              <a:buClr>
                <a:schemeClr val="accent2"/>
              </a:buClr>
              <a:buSzPts val="2666"/>
              <a:buNone/>
              <a:defRPr>
                <a:solidFill>
                  <a:schemeClr val="accent2"/>
                </a:solidFill>
              </a:defRPr>
            </a:lvl6pPr>
            <a:lvl7pPr lvl="6" rtl="0">
              <a:spcBef>
                <a:spcPts val="533"/>
              </a:spcBef>
              <a:spcAft>
                <a:spcPts val="0"/>
              </a:spcAft>
              <a:buClr>
                <a:schemeClr val="accent2"/>
              </a:buClr>
              <a:buSzPts val="2666"/>
              <a:buNone/>
              <a:defRPr>
                <a:solidFill>
                  <a:schemeClr val="accent2"/>
                </a:solidFill>
              </a:defRPr>
            </a:lvl7pPr>
            <a:lvl8pPr lvl="7" rtl="0">
              <a:spcBef>
                <a:spcPts val="533"/>
              </a:spcBef>
              <a:spcAft>
                <a:spcPts val="0"/>
              </a:spcAft>
              <a:buClr>
                <a:schemeClr val="accent2"/>
              </a:buClr>
              <a:buSzPts val="2666"/>
              <a:buNone/>
              <a:defRPr>
                <a:solidFill>
                  <a:schemeClr val="accent2"/>
                </a:solidFill>
              </a:defRPr>
            </a:lvl8pPr>
            <a:lvl9pPr lvl="8" rtl="0">
              <a:spcBef>
                <a:spcPts val="533"/>
              </a:spcBef>
              <a:spcAft>
                <a:spcPts val="0"/>
              </a:spcAft>
              <a:buClr>
                <a:schemeClr val="accent2"/>
              </a:buClr>
              <a:buSzPts val="2666"/>
              <a:buNone/>
              <a:defRPr>
                <a:solidFill>
                  <a:schemeClr val="accent2"/>
                </a:solidFill>
              </a:defRPr>
            </a:lvl9pPr>
          </a:lstStyle>
          <a:p>
            <a:endParaRPr/>
          </a:p>
        </p:txBody>
      </p:sp>
      <p:sp>
        <p:nvSpPr>
          <p:cNvPr id="816" name="Google Shape;816;p137"/>
          <p:cNvSpPr txBox="1">
            <a:spLocks noGrp="1"/>
          </p:cNvSpPr>
          <p:nvPr>
            <p:ph type="body" idx="2"/>
          </p:nvPr>
        </p:nvSpPr>
        <p:spPr>
          <a:xfrm>
            <a:off x="455625" y="2686375"/>
            <a:ext cx="5486400" cy="3257100"/>
          </a:xfrm>
          <a:prstGeom prst="rect">
            <a:avLst/>
          </a:prstGeom>
          <a:noFill/>
          <a:ln>
            <a:noFill/>
          </a:ln>
        </p:spPr>
        <p:txBody>
          <a:bodyPr spcFirstLastPara="1" wrap="square" lIns="0" tIns="0" rIns="0" bIns="0" anchor="t" anchorCtr="0">
            <a:noAutofit/>
          </a:bodyPr>
          <a:lstStyle>
            <a:lvl1pPr marL="457207" lvl="0" indent="-228604" algn="l" rtl="0">
              <a:spcBef>
                <a:spcPts val="1800"/>
              </a:spcBef>
              <a:spcAft>
                <a:spcPts val="0"/>
              </a:spcAft>
              <a:buClr>
                <a:schemeClr val="lt1"/>
              </a:buClr>
              <a:buSzPts val="2000"/>
              <a:buFont typeface="Roboto"/>
              <a:buNone/>
              <a:defRPr b="0" i="0">
                <a:solidFill>
                  <a:schemeClr val="lt1"/>
                </a:solidFill>
                <a:latin typeface="Roboto"/>
                <a:ea typeface="Roboto"/>
                <a:cs typeface="Roboto"/>
                <a:sym typeface="Roboto"/>
              </a:defRPr>
            </a:lvl1pPr>
            <a:lvl2pPr marL="914415" lvl="1" indent="-342906" algn="l" rtl="0">
              <a:spcBef>
                <a:spcPts val="600"/>
              </a:spcBef>
              <a:spcAft>
                <a:spcPts val="0"/>
              </a:spcAft>
              <a:buClr>
                <a:schemeClr val="lt1"/>
              </a:buClr>
              <a:buSzPts val="1800"/>
              <a:buChar char="•"/>
              <a:defRPr b="0" i="0">
                <a:solidFill>
                  <a:schemeClr val="lt1"/>
                </a:solidFill>
                <a:latin typeface="Roboto"/>
                <a:ea typeface="Roboto"/>
                <a:cs typeface="Roboto"/>
                <a:sym typeface="Roboto"/>
              </a:defRPr>
            </a:lvl2pPr>
            <a:lvl3pPr marL="1371622" lvl="2" indent="-330205" algn="l" rtl="0">
              <a:spcBef>
                <a:spcPts val="600"/>
              </a:spcBef>
              <a:spcAft>
                <a:spcPts val="0"/>
              </a:spcAft>
              <a:buClr>
                <a:schemeClr val="lt1"/>
              </a:buClr>
              <a:buSzPts val="1600"/>
              <a:buChar char="−"/>
              <a:defRPr b="0" i="0">
                <a:solidFill>
                  <a:schemeClr val="lt1"/>
                </a:solidFill>
                <a:latin typeface="Roboto"/>
                <a:ea typeface="Roboto"/>
                <a:cs typeface="Roboto"/>
                <a:sym typeface="Roboto"/>
              </a:defRPr>
            </a:lvl3pPr>
            <a:lvl4pPr marL="1828831" lvl="3" indent="-317506" algn="l" rtl="0">
              <a:spcBef>
                <a:spcPts val="300"/>
              </a:spcBef>
              <a:spcAft>
                <a:spcPts val="0"/>
              </a:spcAft>
              <a:buClr>
                <a:schemeClr val="lt1"/>
              </a:buClr>
              <a:buSzPts val="1400"/>
              <a:buChar char="•"/>
              <a:defRPr b="0" i="0">
                <a:solidFill>
                  <a:schemeClr val="lt1"/>
                </a:solidFill>
                <a:latin typeface="Roboto"/>
                <a:ea typeface="Roboto"/>
                <a:cs typeface="Roboto"/>
                <a:sym typeface="Roboto"/>
              </a:defRPr>
            </a:lvl4pPr>
            <a:lvl5pPr marL="2286038" lvl="4" indent="-304805" algn="l" rtl="0">
              <a:spcBef>
                <a:spcPts val="300"/>
              </a:spcBef>
              <a:spcAft>
                <a:spcPts val="0"/>
              </a:spcAft>
              <a:buClr>
                <a:schemeClr val="lt1"/>
              </a:buClr>
              <a:buSzPts val="1200"/>
              <a:buChar char="−"/>
              <a:defRPr b="0" i="0">
                <a:solidFill>
                  <a:schemeClr val="lt1"/>
                </a:solidFill>
                <a:latin typeface="Roboto"/>
                <a:ea typeface="Roboto"/>
                <a:cs typeface="Roboto"/>
                <a:sym typeface="Roboto"/>
              </a:defRPr>
            </a:lvl5pPr>
            <a:lvl6pPr marL="2743246" lvl="5" indent="-304805" algn="l" rtl="0">
              <a:spcBef>
                <a:spcPts val="360"/>
              </a:spcBef>
              <a:spcAft>
                <a:spcPts val="0"/>
              </a:spcAft>
              <a:buClr>
                <a:schemeClr val="lt1"/>
              </a:buClr>
              <a:buSzPts val="1200"/>
              <a:buFont typeface="Roboto"/>
              <a:buChar char="•"/>
              <a:defRPr sz="1200">
                <a:solidFill>
                  <a:schemeClr val="lt1"/>
                </a:solidFill>
                <a:latin typeface="Roboto"/>
                <a:ea typeface="Roboto"/>
                <a:cs typeface="Roboto"/>
                <a:sym typeface="Roboto"/>
              </a:defRPr>
            </a:lvl6pPr>
            <a:lvl7pPr marL="3200453" lvl="6" indent="-304805" algn="l" rtl="0">
              <a:spcBef>
                <a:spcPts val="360"/>
              </a:spcBef>
              <a:spcAft>
                <a:spcPts val="0"/>
              </a:spcAft>
              <a:buClr>
                <a:schemeClr val="lt1"/>
              </a:buClr>
              <a:buSzPts val="1200"/>
              <a:buFont typeface="Roboto"/>
              <a:buChar char="•"/>
              <a:defRPr sz="1200">
                <a:solidFill>
                  <a:schemeClr val="lt1"/>
                </a:solidFill>
                <a:latin typeface="Roboto"/>
                <a:ea typeface="Roboto"/>
                <a:cs typeface="Roboto"/>
                <a:sym typeface="Roboto"/>
              </a:defRPr>
            </a:lvl7pPr>
            <a:lvl8pPr marL="3657661" lvl="7" indent="-304805" algn="l" rtl="0">
              <a:spcBef>
                <a:spcPts val="360"/>
              </a:spcBef>
              <a:spcAft>
                <a:spcPts val="0"/>
              </a:spcAft>
              <a:buClr>
                <a:schemeClr val="lt1"/>
              </a:buClr>
              <a:buSzPts val="1200"/>
              <a:buFont typeface="Roboto"/>
              <a:buChar char="•"/>
              <a:defRPr sz="1200">
                <a:solidFill>
                  <a:schemeClr val="lt1"/>
                </a:solidFill>
                <a:latin typeface="Roboto"/>
                <a:ea typeface="Roboto"/>
                <a:cs typeface="Roboto"/>
                <a:sym typeface="Roboto"/>
              </a:defRPr>
            </a:lvl8pPr>
            <a:lvl9pPr marL="4114868" lvl="8" indent="-304805" algn="l" rtl="0">
              <a:spcBef>
                <a:spcPts val="360"/>
              </a:spcBef>
              <a:spcAft>
                <a:spcPts val="0"/>
              </a:spcAft>
              <a:buClr>
                <a:schemeClr val="lt1"/>
              </a:buClr>
              <a:buSzPts val="1200"/>
              <a:buFont typeface="Roboto"/>
              <a:buChar char="•"/>
              <a:defRPr sz="1200">
                <a:solidFill>
                  <a:schemeClr val="lt1"/>
                </a:solidFill>
                <a:latin typeface="Roboto"/>
                <a:ea typeface="Roboto"/>
                <a:cs typeface="Roboto"/>
                <a:sym typeface="Roboto"/>
              </a:defRPr>
            </a:lvl9pPr>
          </a:lstStyle>
          <a:p>
            <a:endParaRPr/>
          </a:p>
        </p:txBody>
      </p:sp>
      <p:sp>
        <p:nvSpPr>
          <p:cNvPr id="817" name="Google Shape;817;p137"/>
          <p:cNvSpPr txBox="1">
            <a:spLocks noGrp="1"/>
          </p:cNvSpPr>
          <p:nvPr>
            <p:ph type="body" idx="3"/>
          </p:nvPr>
        </p:nvSpPr>
        <p:spPr>
          <a:xfrm>
            <a:off x="6246950" y="2686375"/>
            <a:ext cx="5486400" cy="3257100"/>
          </a:xfrm>
          <a:prstGeom prst="rect">
            <a:avLst/>
          </a:prstGeom>
          <a:noFill/>
          <a:ln>
            <a:noFill/>
          </a:ln>
        </p:spPr>
        <p:txBody>
          <a:bodyPr spcFirstLastPara="1" wrap="square" lIns="0" tIns="0" rIns="0" bIns="0" anchor="t" anchorCtr="0">
            <a:noAutofit/>
          </a:bodyPr>
          <a:lstStyle>
            <a:lvl1pPr marL="457207" lvl="0" indent="-228604" algn="l" rtl="0">
              <a:spcBef>
                <a:spcPts val="1800"/>
              </a:spcBef>
              <a:spcAft>
                <a:spcPts val="0"/>
              </a:spcAft>
              <a:buClr>
                <a:schemeClr val="lt1"/>
              </a:buClr>
              <a:buSzPts val="2000"/>
              <a:buFont typeface="Roboto"/>
              <a:buNone/>
              <a:defRPr b="0" i="0">
                <a:solidFill>
                  <a:schemeClr val="lt1"/>
                </a:solidFill>
                <a:latin typeface="Roboto"/>
                <a:ea typeface="Roboto"/>
                <a:cs typeface="Roboto"/>
                <a:sym typeface="Roboto"/>
              </a:defRPr>
            </a:lvl1pPr>
            <a:lvl2pPr marL="914415" lvl="1" indent="-342906" algn="l" rtl="0">
              <a:spcBef>
                <a:spcPts val="600"/>
              </a:spcBef>
              <a:spcAft>
                <a:spcPts val="0"/>
              </a:spcAft>
              <a:buClr>
                <a:schemeClr val="lt1"/>
              </a:buClr>
              <a:buSzPts val="1800"/>
              <a:buChar char="•"/>
              <a:defRPr b="0" i="0">
                <a:solidFill>
                  <a:schemeClr val="lt1"/>
                </a:solidFill>
                <a:latin typeface="Roboto"/>
                <a:ea typeface="Roboto"/>
                <a:cs typeface="Roboto"/>
                <a:sym typeface="Roboto"/>
              </a:defRPr>
            </a:lvl2pPr>
            <a:lvl3pPr marL="1371622" lvl="2" indent="-330205" algn="l" rtl="0">
              <a:spcBef>
                <a:spcPts val="600"/>
              </a:spcBef>
              <a:spcAft>
                <a:spcPts val="0"/>
              </a:spcAft>
              <a:buClr>
                <a:schemeClr val="lt1"/>
              </a:buClr>
              <a:buSzPts val="1600"/>
              <a:buChar char="−"/>
              <a:defRPr b="0" i="0">
                <a:solidFill>
                  <a:schemeClr val="lt1"/>
                </a:solidFill>
                <a:latin typeface="Roboto"/>
                <a:ea typeface="Roboto"/>
                <a:cs typeface="Roboto"/>
                <a:sym typeface="Roboto"/>
              </a:defRPr>
            </a:lvl3pPr>
            <a:lvl4pPr marL="1828831" lvl="3" indent="-317506" algn="l" rtl="0">
              <a:spcBef>
                <a:spcPts val="300"/>
              </a:spcBef>
              <a:spcAft>
                <a:spcPts val="0"/>
              </a:spcAft>
              <a:buClr>
                <a:schemeClr val="lt1"/>
              </a:buClr>
              <a:buSzPts val="1400"/>
              <a:buChar char="•"/>
              <a:defRPr b="0" i="0">
                <a:solidFill>
                  <a:schemeClr val="lt1"/>
                </a:solidFill>
                <a:latin typeface="Roboto"/>
                <a:ea typeface="Roboto"/>
                <a:cs typeface="Roboto"/>
                <a:sym typeface="Roboto"/>
              </a:defRPr>
            </a:lvl4pPr>
            <a:lvl5pPr marL="2286038" lvl="4" indent="-304805" algn="l" rtl="0">
              <a:spcBef>
                <a:spcPts val="300"/>
              </a:spcBef>
              <a:spcAft>
                <a:spcPts val="0"/>
              </a:spcAft>
              <a:buClr>
                <a:schemeClr val="lt1"/>
              </a:buClr>
              <a:buSzPts val="1200"/>
              <a:buChar char="−"/>
              <a:defRPr b="0" i="0">
                <a:solidFill>
                  <a:schemeClr val="lt1"/>
                </a:solidFill>
                <a:latin typeface="Roboto"/>
                <a:ea typeface="Roboto"/>
                <a:cs typeface="Roboto"/>
                <a:sym typeface="Roboto"/>
              </a:defRPr>
            </a:lvl5pPr>
            <a:lvl6pPr marL="2743246" lvl="5" indent="-304805" algn="l" rtl="0">
              <a:spcBef>
                <a:spcPts val="360"/>
              </a:spcBef>
              <a:spcAft>
                <a:spcPts val="0"/>
              </a:spcAft>
              <a:buClr>
                <a:schemeClr val="lt1"/>
              </a:buClr>
              <a:buSzPts val="1200"/>
              <a:buFont typeface="Roboto"/>
              <a:buChar char="•"/>
              <a:defRPr sz="1200">
                <a:solidFill>
                  <a:schemeClr val="lt1"/>
                </a:solidFill>
                <a:latin typeface="Roboto"/>
                <a:ea typeface="Roboto"/>
                <a:cs typeface="Roboto"/>
                <a:sym typeface="Roboto"/>
              </a:defRPr>
            </a:lvl6pPr>
            <a:lvl7pPr marL="3200453" lvl="6" indent="-304805" algn="l" rtl="0">
              <a:spcBef>
                <a:spcPts val="360"/>
              </a:spcBef>
              <a:spcAft>
                <a:spcPts val="0"/>
              </a:spcAft>
              <a:buClr>
                <a:schemeClr val="lt1"/>
              </a:buClr>
              <a:buSzPts val="1200"/>
              <a:buFont typeface="Roboto"/>
              <a:buChar char="•"/>
              <a:defRPr sz="1200">
                <a:solidFill>
                  <a:schemeClr val="lt1"/>
                </a:solidFill>
                <a:latin typeface="Roboto"/>
                <a:ea typeface="Roboto"/>
                <a:cs typeface="Roboto"/>
                <a:sym typeface="Roboto"/>
              </a:defRPr>
            </a:lvl7pPr>
            <a:lvl8pPr marL="3657661" lvl="7" indent="-304805" algn="l" rtl="0">
              <a:spcBef>
                <a:spcPts val="360"/>
              </a:spcBef>
              <a:spcAft>
                <a:spcPts val="0"/>
              </a:spcAft>
              <a:buClr>
                <a:schemeClr val="lt1"/>
              </a:buClr>
              <a:buSzPts val="1200"/>
              <a:buFont typeface="Roboto"/>
              <a:buChar char="•"/>
              <a:defRPr sz="1200">
                <a:solidFill>
                  <a:schemeClr val="lt1"/>
                </a:solidFill>
                <a:latin typeface="Roboto"/>
                <a:ea typeface="Roboto"/>
                <a:cs typeface="Roboto"/>
                <a:sym typeface="Roboto"/>
              </a:defRPr>
            </a:lvl8pPr>
            <a:lvl9pPr marL="4114868" lvl="8" indent="-304805" algn="l" rtl="0">
              <a:spcBef>
                <a:spcPts val="360"/>
              </a:spcBef>
              <a:spcAft>
                <a:spcPts val="0"/>
              </a:spcAft>
              <a:buClr>
                <a:schemeClr val="lt1"/>
              </a:buClr>
              <a:buSzPts val="1200"/>
              <a:buFont typeface="Roboto"/>
              <a:buChar char="•"/>
              <a:defRPr sz="1200">
                <a:solidFill>
                  <a:schemeClr val="lt1"/>
                </a:solidFill>
                <a:latin typeface="Roboto"/>
                <a:ea typeface="Roboto"/>
                <a:cs typeface="Roboto"/>
                <a:sym typeface="Roboto"/>
              </a:defRPr>
            </a:lvl9pPr>
          </a:lstStyle>
          <a:p>
            <a:endParaRPr/>
          </a:p>
        </p:txBody>
      </p:sp>
      <p:pic>
        <p:nvPicPr>
          <p:cNvPr id="818" name="Google Shape;818;p137"/>
          <p:cNvPicPr preferRelativeResize="0"/>
          <p:nvPr/>
        </p:nvPicPr>
        <p:blipFill>
          <a:blip r:embed="rId2">
            <a:alphaModFix/>
          </a:blip>
          <a:stretch>
            <a:fillRect/>
          </a:stretch>
        </p:blipFill>
        <p:spPr>
          <a:xfrm>
            <a:off x="455626" y="6262542"/>
            <a:ext cx="685801" cy="352697"/>
          </a:xfrm>
          <a:prstGeom prst="rect">
            <a:avLst/>
          </a:prstGeom>
          <a:noFill/>
          <a:ln>
            <a:noFill/>
          </a:ln>
        </p:spPr>
      </p:pic>
      <p:sp>
        <p:nvSpPr>
          <p:cNvPr id="819" name="Google Shape;819;p137"/>
          <p:cNvSpPr txBox="1"/>
          <p:nvPr/>
        </p:nvSpPr>
        <p:spPr>
          <a:xfrm>
            <a:off x="8194350" y="6400800"/>
            <a:ext cx="3244500" cy="228600"/>
          </a:xfrm>
          <a:prstGeom prst="rect">
            <a:avLst/>
          </a:prstGeom>
          <a:noFill/>
          <a:ln>
            <a:noFill/>
          </a:ln>
        </p:spPr>
        <p:txBody>
          <a:bodyPr spcFirstLastPara="1" wrap="square" lIns="91426" tIns="91426" rIns="91426" bIns="91426" anchor="t" anchorCtr="0">
            <a:noAutofit/>
          </a:bodyPr>
          <a:lstStyle/>
          <a:p>
            <a:pPr marL="0" lvl="0" indent="0" algn="r" rtl="0">
              <a:spcBef>
                <a:spcPts val="0"/>
              </a:spcBef>
              <a:spcAft>
                <a:spcPts val="0"/>
              </a:spcAft>
              <a:buNone/>
            </a:pPr>
            <a:r>
              <a:rPr lang="en" sz="1000">
                <a:solidFill>
                  <a:srgbClr val="FFFFFF"/>
                </a:solidFill>
                <a:latin typeface="Roboto"/>
                <a:ea typeface="Roboto"/>
                <a:cs typeface="Roboto"/>
                <a:sym typeface="Roboto"/>
              </a:rPr>
              <a:t>Proprietary &amp; Confidential - For Internal Use Only</a:t>
            </a:r>
            <a:endParaRPr sz="1000">
              <a:solidFill>
                <a:srgbClr val="FFFFFF"/>
              </a:solidFill>
              <a:latin typeface="Roboto"/>
              <a:ea typeface="Roboto"/>
              <a:cs typeface="Roboto"/>
              <a:sym typeface="Roboto"/>
            </a:endParaRPr>
          </a:p>
        </p:txBody>
      </p:sp>
    </p:spTree>
  </p:cSld>
  <p:clrMapOvr>
    <a:masterClrMapping/>
  </p:clrMapOvr>
  <mc:AlternateContent xmlns:mc="http://schemas.openxmlformats.org/markup-compatibility/2006" xmlns:p14="http://schemas.microsoft.com/office/powerpoint/2010/main">
    <mc:Choice Requires="p14">
      <p:transition p14:dur="250">
        <p:fade/>
      </p:transition>
    </mc:Choice>
    <mc:Fallback xmlns:ahyp="http://schemas.microsoft.com/office/drawing/2018/hyperlinkcolor" xmlns:p15="http://schemas.microsoft.com/office/powerpoint/2012/main" xmlns:com="http://schemas.openxmlformats.org/drawingml/2006/compatibility" xmlns:pvml="urn:schemas-microsoft-com:office:powerpoint" xmlns:v="urn:schemas-microsoft-com:vml" xmlns:o="urn:schemas-microsoft-com:office:office" xmlns:dgm="http://schemas.openxmlformats.org/drawingml/2006/diagram" xmlns:c="http://schemas.openxmlformats.org/drawingml/2006/chart" xmlns:mv="urn:schemas-microsoft-com:mac:vml" xmlns="">
      <p:transition>
        <p:fade/>
      </p:transition>
    </mc:Fallback>
  </mc:AlternateContent>
</p:sldLayout>
</file>

<file path=ppt/slideLayouts/slideLayout132.xml><?xml version="1.0" encoding="utf-8"?>
<p:sldLayout xmlns:a="http://schemas.openxmlformats.org/drawingml/2006/main" xmlns:r="http://schemas.openxmlformats.org/officeDocument/2006/relationships" xmlns:p="http://schemas.openxmlformats.org/presentationml/2006/main" matchingName="HYUNDAI  1Col Title | Subhead | Text | Image">
  <p:cSld name="HYUNDAI  1Col Title | Subhead | Text | Image">
    <p:bg>
      <p:bgPr>
        <a:solidFill>
          <a:schemeClr val="dk2"/>
        </a:solidFill>
        <a:effectLst/>
      </p:bgPr>
    </p:bg>
    <p:spTree>
      <p:nvGrpSpPr>
        <p:cNvPr id="1" name="Shape 820"/>
        <p:cNvGrpSpPr/>
        <p:nvPr/>
      </p:nvGrpSpPr>
      <p:grpSpPr>
        <a:xfrm>
          <a:off x="0" y="0"/>
          <a:ext cx="0" cy="0"/>
          <a:chOff x="0" y="0"/>
          <a:chExt cx="0" cy="0"/>
        </a:xfrm>
      </p:grpSpPr>
      <p:sp>
        <p:nvSpPr>
          <p:cNvPr id="821" name="Google Shape;821;p138"/>
          <p:cNvSpPr txBox="1">
            <a:spLocks noGrp="1"/>
          </p:cNvSpPr>
          <p:nvPr>
            <p:ph type="title"/>
          </p:nvPr>
        </p:nvSpPr>
        <p:spPr>
          <a:xfrm>
            <a:off x="455617" y="457200"/>
            <a:ext cx="8915400" cy="524400"/>
          </a:xfrm>
          <a:prstGeom prst="rect">
            <a:avLst/>
          </a:prstGeom>
          <a:noFill/>
          <a:ln>
            <a:noFill/>
          </a:ln>
        </p:spPr>
        <p:txBody>
          <a:bodyPr spcFirstLastPara="1" wrap="square" lIns="0" tIns="0" rIns="0" bIns="0" anchor="t" anchorCtr="0">
            <a:noAutofit/>
          </a:bodyPr>
          <a:lstStyle>
            <a:lvl1pPr lvl="0" algn="l" rtl="0">
              <a:lnSpc>
                <a:spcPct val="80000"/>
              </a:lnSpc>
              <a:spcBef>
                <a:spcPts val="0"/>
              </a:spcBef>
              <a:spcAft>
                <a:spcPts val="0"/>
              </a:spcAft>
              <a:buClr>
                <a:schemeClr val="lt1"/>
              </a:buClr>
              <a:buSzPts val="3200"/>
              <a:buFont typeface="Roboto Medium"/>
              <a:buNone/>
              <a:defRPr b="0">
                <a:solidFill>
                  <a:schemeClr val="lt1"/>
                </a:solidFill>
              </a:defRPr>
            </a:lvl1pPr>
            <a:lvl2pPr lvl="1" rtl="0">
              <a:spcBef>
                <a:spcPts val="0"/>
              </a:spcBef>
              <a:spcAft>
                <a:spcPts val="0"/>
              </a:spcAft>
              <a:buSzPts val="1400"/>
              <a:buNone/>
              <a:defRPr/>
            </a:lvl2pPr>
            <a:lvl3pPr lvl="2" rtl="0">
              <a:spcBef>
                <a:spcPts val="0"/>
              </a:spcBef>
              <a:spcAft>
                <a:spcPts val="0"/>
              </a:spcAft>
              <a:buSzPts val="1400"/>
              <a:buNone/>
              <a:defRPr/>
            </a:lvl3pPr>
            <a:lvl4pPr lvl="3" rtl="0">
              <a:spcBef>
                <a:spcPts val="0"/>
              </a:spcBef>
              <a:spcAft>
                <a:spcPts val="0"/>
              </a:spcAft>
              <a:buSzPts val="1400"/>
              <a:buNone/>
              <a:defRPr/>
            </a:lvl4pPr>
            <a:lvl5pPr lvl="4" rtl="0">
              <a:spcBef>
                <a:spcPts val="0"/>
              </a:spcBef>
              <a:spcAft>
                <a:spcPts val="0"/>
              </a:spcAft>
              <a:buSzPts val="1400"/>
              <a:buNone/>
              <a:defRPr/>
            </a:lvl5pPr>
            <a:lvl6pPr lvl="5" rtl="0">
              <a:spcBef>
                <a:spcPts val="0"/>
              </a:spcBef>
              <a:spcAft>
                <a:spcPts val="0"/>
              </a:spcAft>
              <a:buSzPts val="1400"/>
              <a:buNone/>
              <a:defRPr/>
            </a:lvl6pPr>
            <a:lvl7pPr lvl="6" rtl="0">
              <a:spcBef>
                <a:spcPts val="0"/>
              </a:spcBef>
              <a:spcAft>
                <a:spcPts val="0"/>
              </a:spcAft>
              <a:buSzPts val="1400"/>
              <a:buNone/>
              <a:defRPr/>
            </a:lvl7pPr>
            <a:lvl8pPr lvl="7" rtl="0">
              <a:spcBef>
                <a:spcPts val="0"/>
              </a:spcBef>
              <a:spcAft>
                <a:spcPts val="0"/>
              </a:spcAft>
              <a:buSzPts val="1400"/>
              <a:buNone/>
              <a:defRPr/>
            </a:lvl8pPr>
            <a:lvl9pPr lvl="8" rtl="0">
              <a:spcBef>
                <a:spcPts val="0"/>
              </a:spcBef>
              <a:spcAft>
                <a:spcPts val="0"/>
              </a:spcAft>
              <a:buSzPts val="1400"/>
              <a:buNone/>
              <a:defRPr/>
            </a:lvl9pPr>
          </a:lstStyle>
          <a:p>
            <a:endParaRPr/>
          </a:p>
        </p:txBody>
      </p:sp>
      <p:sp>
        <p:nvSpPr>
          <p:cNvPr id="822" name="Google Shape;822;p138"/>
          <p:cNvSpPr>
            <a:spLocks noGrp="1"/>
          </p:cNvSpPr>
          <p:nvPr>
            <p:ph type="pic" idx="2"/>
          </p:nvPr>
        </p:nvSpPr>
        <p:spPr>
          <a:xfrm>
            <a:off x="7389889" y="1371600"/>
            <a:ext cx="4343401" cy="4572000"/>
          </a:xfrm>
          <a:prstGeom prst="rect">
            <a:avLst/>
          </a:prstGeom>
          <a:solidFill>
            <a:srgbClr val="F2F2F2"/>
          </a:solidFill>
          <a:ln>
            <a:noFill/>
          </a:ln>
        </p:spPr>
        <p:txBody>
          <a:bodyPr spcFirstLastPara="1" wrap="square" lIns="0" tIns="0" rIns="0" bIns="0" anchor="ctr" anchorCtr="0">
            <a:noAutofit/>
          </a:bodyPr>
          <a:lstStyle>
            <a:lvl1pPr marR="0" lvl="0" algn="ctr" rtl="0">
              <a:spcBef>
                <a:spcPts val="1800"/>
              </a:spcBef>
              <a:spcAft>
                <a:spcPts val="0"/>
              </a:spcAft>
              <a:buClr>
                <a:srgbClr val="D8D8D8"/>
              </a:buClr>
              <a:buSzPts val="2000"/>
              <a:buFont typeface="Roboto"/>
              <a:buNone/>
              <a:defRPr sz="2000" b="0" i="0" u="none" strike="noStrike" cap="none">
                <a:solidFill>
                  <a:srgbClr val="D8D8D8"/>
                </a:solidFill>
                <a:latin typeface="Roboto"/>
                <a:ea typeface="Roboto"/>
                <a:cs typeface="Roboto"/>
                <a:sym typeface="Roboto"/>
              </a:defRPr>
            </a:lvl1pPr>
            <a:lvl2pPr marR="0" lvl="1" algn="l" rtl="0">
              <a:spcBef>
                <a:spcPts val="600"/>
              </a:spcBef>
              <a:spcAft>
                <a:spcPts val="0"/>
              </a:spcAft>
              <a:buClr>
                <a:schemeClr val="dk1"/>
              </a:buClr>
              <a:buSzPts val="1800"/>
              <a:buFont typeface="Arial"/>
              <a:buChar char="•"/>
              <a:defRPr sz="1800" b="0" i="0" u="none" strike="noStrike" cap="none">
                <a:solidFill>
                  <a:schemeClr val="dk1"/>
                </a:solidFill>
                <a:latin typeface="Roboto"/>
                <a:ea typeface="Roboto"/>
                <a:cs typeface="Roboto"/>
                <a:sym typeface="Roboto"/>
              </a:defRPr>
            </a:lvl2pPr>
            <a:lvl3pPr marR="0" lvl="2" algn="l" rtl="0">
              <a:spcBef>
                <a:spcPts val="600"/>
              </a:spcBef>
              <a:spcAft>
                <a:spcPts val="0"/>
              </a:spcAft>
              <a:buClr>
                <a:schemeClr val="dk1"/>
              </a:buClr>
              <a:buSzPts val="1600"/>
              <a:buFont typeface="Merriweather Sans"/>
              <a:buChar char="−"/>
              <a:defRPr sz="1600" b="0" i="0" u="none" strike="noStrike" cap="none">
                <a:solidFill>
                  <a:schemeClr val="dk1"/>
                </a:solidFill>
                <a:latin typeface="Roboto"/>
                <a:ea typeface="Roboto"/>
                <a:cs typeface="Roboto"/>
                <a:sym typeface="Roboto"/>
              </a:defRPr>
            </a:lvl3pPr>
            <a:lvl4pPr marR="0" lvl="3" algn="l" rtl="0">
              <a:spcBef>
                <a:spcPts val="300"/>
              </a:spcBef>
              <a:spcAft>
                <a:spcPts val="0"/>
              </a:spcAft>
              <a:buClr>
                <a:schemeClr val="dk1"/>
              </a:buClr>
              <a:buSzPts val="1400"/>
              <a:buFont typeface="Arial"/>
              <a:buChar char="•"/>
              <a:defRPr sz="1400" b="0" i="0" u="none" strike="noStrike" cap="none">
                <a:solidFill>
                  <a:schemeClr val="dk1"/>
                </a:solidFill>
                <a:latin typeface="Roboto"/>
                <a:ea typeface="Roboto"/>
                <a:cs typeface="Roboto"/>
                <a:sym typeface="Roboto"/>
              </a:defRPr>
            </a:lvl4pPr>
            <a:lvl5pPr marR="0" lvl="4" algn="l" rtl="0">
              <a:spcBef>
                <a:spcPts val="300"/>
              </a:spcBef>
              <a:spcAft>
                <a:spcPts val="0"/>
              </a:spcAft>
              <a:buClr>
                <a:schemeClr val="dk1"/>
              </a:buClr>
              <a:buSzPts val="1200"/>
              <a:buFont typeface="Merriweather Sans"/>
              <a:buChar char="−"/>
              <a:defRPr sz="1200" b="0" i="0" u="none" strike="noStrike" cap="none">
                <a:solidFill>
                  <a:schemeClr val="dk1"/>
                </a:solidFill>
                <a:latin typeface="Roboto"/>
                <a:ea typeface="Roboto"/>
                <a:cs typeface="Roboto"/>
                <a:sym typeface="Roboto"/>
              </a:defRPr>
            </a:lvl5pPr>
            <a:lvl6pPr marR="0" lvl="5" algn="l" rtl="0">
              <a:spcBef>
                <a:spcPts val="533"/>
              </a:spcBef>
              <a:spcAft>
                <a:spcPts val="0"/>
              </a:spcAft>
              <a:buClr>
                <a:schemeClr val="dk1"/>
              </a:buClr>
              <a:buSzPts val="2666"/>
              <a:buFont typeface="Arial"/>
              <a:buChar char="•"/>
              <a:defRPr sz="2666" b="0" i="0" u="none" strike="noStrike" cap="none">
                <a:solidFill>
                  <a:schemeClr val="dk1"/>
                </a:solidFill>
                <a:latin typeface="Poppins Medium"/>
                <a:ea typeface="Poppins Medium"/>
                <a:cs typeface="Poppins Medium"/>
                <a:sym typeface="Poppins Medium"/>
              </a:defRPr>
            </a:lvl6pPr>
            <a:lvl7pPr marR="0" lvl="6" algn="l" rtl="0">
              <a:spcBef>
                <a:spcPts val="533"/>
              </a:spcBef>
              <a:spcAft>
                <a:spcPts val="0"/>
              </a:spcAft>
              <a:buClr>
                <a:schemeClr val="dk1"/>
              </a:buClr>
              <a:buSzPts val="2666"/>
              <a:buFont typeface="Arial"/>
              <a:buChar char="•"/>
              <a:defRPr sz="2666" b="0" i="0" u="none" strike="noStrike" cap="none">
                <a:solidFill>
                  <a:schemeClr val="dk1"/>
                </a:solidFill>
                <a:latin typeface="Poppins Medium"/>
                <a:ea typeface="Poppins Medium"/>
                <a:cs typeface="Poppins Medium"/>
                <a:sym typeface="Poppins Medium"/>
              </a:defRPr>
            </a:lvl7pPr>
            <a:lvl8pPr marR="0" lvl="7" algn="l" rtl="0">
              <a:spcBef>
                <a:spcPts val="533"/>
              </a:spcBef>
              <a:spcAft>
                <a:spcPts val="0"/>
              </a:spcAft>
              <a:buClr>
                <a:schemeClr val="dk1"/>
              </a:buClr>
              <a:buSzPts val="2666"/>
              <a:buFont typeface="Arial"/>
              <a:buChar char="•"/>
              <a:defRPr sz="2666" b="0" i="0" u="none" strike="noStrike" cap="none">
                <a:solidFill>
                  <a:schemeClr val="dk1"/>
                </a:solidFill>
                <a:latin typeface="Poppins Medium"/>
                <a:ea typeface="Poppins Medium"/>
                <a:cs typeface="Poppins Medium"/>
                <a:sym typeface="Poppins Medium"/>
              </a:defRPr>
            </a:lvl8pPr>
            <a:lvl9pPr marR="0" lvl="8" algn="l" rtl="0">
              <a:spcBef>
                <a:spcPts val="533"/>
              </a:spcBef>
              <a:spcAft>
                <a:spcPts val="0"/>
              </a:spcAft>
              <a:buClr>
                <a:schemeClr val="dk1"/>
              </a:buClr>
              <a:buSzPts val="2666"/>
              <a:buFont typeface="Arial"/>
              <a:buChar char="•"/>
              <a:defRPr sz="2666" b="0" i="0" u="none" strike="noStrike" cap="none">
                <a:solidFill>
                  <a:schemeClr val="dk1"/>
                </a:solidFill>
                <a:latin typeface="Poppins Medium"/>
                <a:ea typeface="Poppins Medium"/>
                <a:cs typeface="Poppins Medium"/>
                <a:sym typeface="Poppins Medium"/>
              </a:defRPr>
            </a:lvl9pPr>
          </a:lstStyle>
          <a:p>
            <a:endParaRPr/>
          </a:p>
        </p:txBody>
      </p:sp>
      <p:sp>
        <p:nvSpPr>
          <p:cNvPr id="823" name="Google Shape;823;p138"/>
          <p:cNvSpPr txBox="1">
            <a:spLocks noGrp="1"/>
          </p:cNvSpPr>
          <p:nvPr>
            <p:ph type="sldNum" idx="12"/>
          </p:nvPr>
        </p:nvSpPr>
        <p:spPr>
          <a:xfrm>
            <a:off x="11438849" y="6400800"/>
            <a:ext cx="294601" cy="228600"/>
          </a:xfrm>
          <a:prstGeom prst="rect">
            <a:avLst/>
          </a:prstGeom>
        </p:spPr>
        <p:txBody>
          <a:bodyPr spcFirstLastPara="1" wrap="square" lIns="0" tIns="0" rIns="0" bIns="0" anchor="b" anchorCtr="0">
            <a:noAutofit/>
          </a:bodyPr>
          <a:lstStyle>
            <a:lvl1pPr lvl="0" rtl="0">
              <a:buNone/>
              <a:defRPr sz="1000">
                <a:solidFill>
                  <a:schemeClr val="lt1"/>
                </a:solidFill>
              </a:defRPr>
            </a:lvl1pPr>
            <a:lvl2pPr lvl="1" rtl="0">
              <a:buNone/>
              <a:defRPr sz="1000">
                <a:solidFill>
                  <a:schemeClr val="lt1"/>
                </a:solidFill>
              </a:defRPr>
            </a:lvl2pPr>
            <a:lvl3pPr lvl="2" rtl="0">
              <a:buNone/>
              <a:defRPr sz="1000">
                <a:solidFill>
                  <a:schemeClr val="lt1"/>
                </a:solidFill>
              </a:defRPr>
            </a:lvl3pPr>
            <a:lvl4pPr lvl="3" rtl="0">
              <a:buNone/>
              <a:defRPr sz="1000">
                <a:solidFill>
                  <a:schemeClr val="lt1"/>
                </a:solidFill>
              </a:defRPr>
            </a:lvl4pPr>
            <a:lvl5pPr lvl="4" rtl="0">
              <a:buNone/>
              <a:defRPr sz="1000">
                <a:solidFill>
                  <a:schemeClr val="lt1"/>
                </a:solidFill>
              </a:defRPr>
            </a:lvl5pPr>
            <a:lvl6pPr lvl="5" rtl="0">
              <a:buNone/>
              <a:defRPr sz="1000">
                <a:solidFill>
                  <a:schemeClr val="lt1"/>
                </a:solidFill>
              </a:defRPr>
            </a:lvl6pPr>
            <a:lvl7pPr lvl="6" rtl="0">
              <a:buNone/>
              <a:defRPr sz="1000">
                <a:solidFill>
                  <a:schemeClr val="lt1"/>
                </a:solidFill>
              </a:defRPr>
            </a:lvl7pPr>
            <a:lvl8pPr lvl="7" rtl="0">
              <a:buNone/>
              <a:defRPr sz="1000">
                <a:solidFill>
                  <a:schemeClr val="lt1"/>
                </a:solidFill>
              </a:defRPr>
            </a:lvl8pPr>
            <a:lvl9pPr lvl="8" rtl="0">
              <a:buNone/>
              <a:defRPr sz="1000">
                <a:solidFill>
                  <a:schemeClr val="lt1"/>
                </a:solidFill>
              </a:defRPr>
            </a:lvl9pPr>
          </a:lstStyle>
          <a:p>
            <a:fld id="{00000000-1234-1234-1234-123412341234}" type="slidenum">
              <a:rPr lang="en" smtClean="0"/>
              <a:pPr/>
              <a:t>‹#›</a:t>
            </a:fld>
            <a:endParaRPr lang="en"/>
          </a:p>
        </p:txBody>
      </p:sp>
      <p:sp>
        <p:nvSpPr>
          <p:cNvPr id="824" name="Google Shape;824;p138"/>
          <p:cNvSpPr txBox="1">
            <a:spLocks noGrp="1"/>
          </p:cNvSpPr>
          <p:nvPr>
            <p:ph type="subTitle" idx="1"/>
          </p:nvPr>
        </p:nvSpPr>
        <p:spPr>
          <a:xfrm>
            <a:off x="455625" y="868680"/>
            <a:ext cx="7635001" cy="228600"/>
          </a:xfrm>
          <a:prstGeom prst="rect">
            <a:avLst/>
          </a:prstGeom>
        </p:spPr>
        <p:txBody>
          <a:bodyPr spcFirstLastPara="1" wrap="square" lIns="0" tIns="0" rIns="0" bIns="0" anchor="t" anchorCtr="0">
            <a:noAutofit/>
          </a:bodyPr>
          <a:lstStyle>
            <a:lvl1pPr lvl="0" rtl="0">
              <a:spcBef>
                <a:spcPts val="0"/>
              </a:spcBef>
              <a:spcAft>
                <a:spcPts val="0"/>
              </a:spcAft>
              <a:buClr>
                <a:schemeClr val="accent2"/>
              </a:buClr>
              <a:buSzPts val="1600"/>
              <a:buFont typeface="Roboto Medium"/>
              <a:buNone/>
              <a:defRPr sz="1600">
                <a:solidFill>
                  <a:schemeClr val="accent2"/>
                </a:solidFill>
                <a:latin typeface="Roboto Medium"/>
                <a:ea typeface="Roboto Medium"/>
                <a:cs typeface="Roboto Medium"/>
                <a:sym typeface="Roboto Medium"/>
              </a:defRPr>
            </a:lvl1pPr>
            <a:lvl2pPr lvl="1" rtl="0">
              <a:spcBef>
                <a:spcPts val="600"/>
              </a:spcBef>
              <a:spcAft>
                <a:spcPts val="0"/>
              </a:spcAft>
              <a:buClr>
                <a:schemeClr val="accent2"/>
              </a:buClr>
              <a:buSzPts val="1800"/>
              <a:buNone/>
              <a:defRPr>
                <a:solidFill>
                  <a:schemeClr val="accent2"/>
                </a:solidFill>
              </a:defRPr>
            </a:lvl2pPr>
            <a:lvl3pPr lvl="2" rtl="0">
              <a:spcBef>
                <a:spcPts val="600"/>
              </a:spcBef>
              <a:spcAft>
                <a:spcPts val="0"/>
              </a:spcAft>
              <a:buClr>
                <a:schemeClr val="accent2"/>
              </a:buClr>
              <a:buSzPts val="1600"/>
              <a:buNone/>
              <a:defRPr>
                <a:solidFill>
                  <a:schemeClr val="accent2"/>
                </a:solidFill>
              </a:defRPr>
            </a:lvl3pPr>
            <a:lvl4pPr lvl="3" rtl="0">
              <a:spcBef>
                <a:spcPts val="300"/>
              </a:spcBef>
              <a:spcAft>
                <a:spcPts val="0"/>
              </a:spcAft>
              <a:buClr>
                <a:schemeClr val="accent2"/>
              </a:buClr>
              <a:buSzPts val="1400"/>
              <a:buNone/>
              <a:defRPr>
                <a:solidFill>
                  <a:schemeClr val="accent2"/>
                </a:solidFill>
              </a:defRPr>
            </a:lvl4pPr>
            <a:lvl5pPr lvl="4" rtl="0">
              <a:spcBef>
                <a:spcPts val="300"/>
              </a:spcBef>
              <a:spcAft>
                <a:spcPts val="0"/>
              </a:spcAft>
              <a:buClr>
                <a:schemeClr val="accent2"/>
              </a:buClr>
              <a:buSzPts val="1200"/>
              <a:buNone/>
              <a:defRPr>
                <a:solidFill>
                  <a:schemeClr val="accent2"/>
                </a:solidFill>
              </a:defRPr>
            </a:lvl5pPr>
            <a:lvl6pPr lvl="5" rtl="0">
              <a:spcBef>
                <a:spcPts val="533"/>
              </a:spcBef>
              <a:spcAft>
                <a:spcPts val="0"/>
              </a:spcAft>
              <a:buClr>
                <a:schemeClr val="accent2"/>
              </a:buClr>
              <a:buSzPts val="2666"/>
              <a:buNone/>
              <a:defRPr>
                <a:solidFill>
                  <a:schemeClr val="accent2"/>
                </a:solidFill>
              </a:defRPr>
            </a:lvl6pPr>
            <a:lvl7pPr lvl="6" rtl="0">
              <a:spcBef>
                <a:spcPts val="533"/>
              </a:spcBef>
              <a:spcAft>
                <a:spcPts val="0"/>
              </a:spcAft>
              <a:buClr>
                <a:schemeClr val="accent2"/>
              </a:buClr>
              <a:buSzPts val="2666"/>
              <a:buNone/>
              <a:defRPr>
                <a:solidFill>
                  <a:schemeClr val="accent2"/>
                </a:solidFill>
              </a:defRPr>
            </a:lvl7pPr>
            <a:lvl8pPr lvl="7" rtl="0">
              <a:spcBef>
                <a:spcPts val="533"/>
              </a:spcBef>
              <a:spcAft>
                <a:spcPts val="0"/>
              </a:spcAft>
              <a:buClr>
                <a:schemeClr val="accent2"/>
              </a:buClr>
              <a:buSzPts val="2666"/>
              <a:buNone/>
              <a:defRPr>
                <a:solidFill>
                  <a:schemeClr val="accent2"/>
                </a:solidFill>
              </a:defRPr>
            </a:lvl8pPr>
            <a:lvl9pPr lvl="8" rtl="0">
              <a:spcBef>
                <a:spcPts val="533"/>
              </a:spcBef>
              <a:spcAft>
                <a:spcPts val="0"/>
              </a:spcAft>
              <a:buClr>
                <a:schemeClr val="accent2"/>
              </a:buClr>
              <a:buSzPts val="2666"/>
              <a:buNone/>
              <a:defRPr>
                <a:solidFill>
                  <a:schemeClr val="accent2"/>
                </a:solidFill>
              </a:defRPr>
            </a:lvl9pPr>
          </a:lstStyle>
          <a:p>
            <a:endParaRPr/>
          </a:p>
        </p:txBody>
      </p:sp>
      <p:sp>
        <p:nvSpPr>
          <p:cNvPr id="825" name="Google Shape;825;p138"/>
          <p:cNvSpPr txBox="1">
            <a:spLocks noGrp="1"/>
          </p:cNvSpPr>
          <p:nvPr>
            <p:ph type="body" idx="3"/>
          </p:nvPr>
        </p:nvSpPr>
        <p:spPr>
          <a:xfrm>
            <a:off x="455625" y="2686375"/>
            <a:ext cx="5486400" cy="3257100"/>
          </a:xfrm>
          <a:prstGeom prst="rect">
            <a:avLst/>
          </a:prstGeom>
          <a:noFill/>
          <a:ln>
            <a:noFill/>
          </a:ln>
        </p:spPr>
        <p:txBody>
          <a:bodyPr spcFirstLastPara="1" wrap="square" lIns="0" tIns="0" rIns="0" bIns="0" anchor="t" anchorCtr="0">
            <a:noAutofit/>
          </a:bodyPr>
          <a:lstStyle>
            <a:lvl1pPr marL="457207" lvl="0" indent="-228604" algn="l" rtl="0">
              <a:spcBef>
                <a:spcPts val="1800"/>
              </a:spcBef>
              <a:spcAft>
                <a:spcPts val="0"/>
              </a:spcAft>
              <a:buClr>
                <a:schemeClr val="lt1"/>
              </a:buClr>
              <a:buSzPts val="2000"/>
              <a:buFont typeface="Roboto"/>
              <a:buNone/>
              <a:defRPr b="0" i="0">
                <a:solidFill>
                  <a:schemeClr val="lt1"/>
                </a:solidFill>
                <a:latin typeface="Roboto"/>
                <a:ea typeface="Roboto"/>
                <a:cs typeface="Roboto"/>
                <a:sym typeface="Roboto"/>
              </a:defRPr>
            </a:lvl1pPr>
            <a:lvl2pPr marL="914415" lvl="1" indent="-342906" algn="l" rtl="0">
              <a:spcBef>
                <a:spcPts val="600"/>
              </a:spcBef>
              <a:spcAft>
                <a:spcPts val="0"/>
              </a:spcAft>
              <a:buClr>
                <a:schemeClr val="lt1"/>
              </a:buClr>
              <a:buSzPts val="1800"/>
              <a:buChar char="•"/>
              <a:defRPr b="0" i="0">
                <a:solidFill>
                  <a:schemeClr val="lt1"/>
                </a:solidFill>
                <a:latin typeface="Roboto"/>
                <a:ea typeface="Roboto"/>
                <a:cs typeface="Roboto"/>
                <a:sym typeface="Roboto"/>
              </a:defRPr>
            </a:lvl2pPr>
            <a:lvl3pPr marL="1371622" lvl="2" indent="-330205" algn="l" rtl="0">
              <a:spcBef>
                <a:spcPts val="600"/>
              </a:spcBef>
              <a:spcAft>
                <a:spcPts val="0"/>
              </a:spcAft>
              <a:buClr>
                <a:schemeClr val="lt1"/>
              </a:buClr>
              <a:buSzPts val="1600"/>
              <a:buChar char="−"/>
              <a:defRPr b="0" i="0">
                <a:solidFill>
                  <a:schemeClr val="lt1"/>
                </a:solidFill>
                <a:latin typeface="Roboto"/>
                <a:ea typeface="Roboto"/>
                <a:cs typeface="Roboto"/>
                <a:sym typeface="Roboto"/>
              </a:defRPr>
            </a:lvl3pPr>
            <a:lvl4pPr marL="1828831" lvl="3" indent="-317506" algn="l" rtl="0">
              <a:spcBef>
                <a:spcPts val="300"/>
              </a:spcBef>
              <a:spcAft>
                <a:spcPts val="0"/>
              </a:spcAft>
              <a:buClr>
                <a:schemeClr val="lt1"/>
              </a:buClr>
              <a:buSzPts val="1400"/>
              <a:buChar char="•"/>
              <a:defRPr b="0" i="0">
                <a:solidFill>
                  <a:schemeClr val="lt1"/>
                </a:solidFill>
                <a:latin typeface="Roboto"/>
                <a:ea typeface="Roboto"/>
                <a:cs typeface="Roboto"/>
                <a:sym typeface="Roboto"/>
              </a:defRPr>
            </a:lvl4pPr>
            <a:lvl5pPr marL="2286038" lvl="4" indent="-304805" algn="l" rtl="0">
              <a:spcBef>
                <a:spcPts val="300"/>
              </a:spcBef>
              <a:spcAft>
                <a:spcPts val="0"/>
              </a:spcAft>
              <a:buClr>
                <a:schemeClr val="lt1"/>
              </a:buClr>
              <a:buSzPts val="1200"/>
              <a:buChar char="−"/>
              <a:defRPr b="0" i="0">
                <a:solidFill>
                  <a:schemeClr val="lt1"/>
                </a:solidFill>
                <a:latin typeface="Roboto"/>
                <a:ea typeface="Roboto"/>
                <a:cs typeface="Roboto"/>
                <a:sym typeface="Roboto"/>
              </a:defRPr>
            </a:lvl5pPr>
            <a:lvl6pPr marL="2743246" lvl="5" indent="-304805" algn="l" rtl="0">
              <a:spcBef>
                <a:spcPts val="360"/>
              </a:spcBef>
              <a:spcAft>
                <a:spcPts val="0"/>
              </a:spcAft>
              <a:buClr>
                <a:schemeClr val="lt1"/>
              </a:buClr>
              <a:buSzPts val="1200"/>
              <a:buFont typeface="Roboto"/>
              <a:buChar char="•"/>
              <a:defRPr sz="1200">
                <a:solidFill>
                  <a:schemeClr val="lt1"/>
                </a:solidFill>
                <a:latin typeface="Roboto"/>
                <a:ea typeface="Roboto"/>
                <a:cs typeface="Roboto"/>
                <a:sym typeface="Roboto"/>
              </a:defRPr>
            </a:lvl6pPr>
            <a:lvl7pPr marL="3200453" lvl="6" indent="-304805" algn="l" rtl="0">
              <a:spcBef>
                <a:spcPts val="360"/>
              </a:spcBef>
              <a:spcAft>
                <a:spcPts val="0"/>
              </a:spcAft>
              <a:buClr>
                <a:schemeClr val="lt1"/>
              </a:buClr>
              <a:buSzPts val="1200"/>
              <a:buFont typeface="Roboto"/>
              <a:buChar char="•"/>
              <a:defRPr sz="1200">
                <a:solidFill>
                  <a:schemeClr val="lt1"/>
                </a:solidFill>
                <a:latin typeface="Roboto"/>
                <a:ea typeface="Roboto"/>
                <a:cs typeface="Roboto"/>
                <a:sym typeface="Roboto"/>
              </a:defRPr>
            </a:lvl7pPr>
            <a:lvl8pPr marL="3657661" lvl="7" indent="-304805" algn="l" rtl="0">
              <a:spcBef>
                <a:spcPts val="360"/>
              </a:spcBef>
              <a:spcAft>
                <a:spcPts val="0"/>
              </a:spcAft>
              <a:buClr>
                <a:schemeClr val="lt1"/>
              </a:buClr>
              <a:buSzPts val="1200"/>
              <a:buFont typeface="Roboto"/>
              <a:buChar char="•"/>
              <a:defRPr sz="1200">
                <a:solidFill>
                  <a:schemeClr val="lt1"/>
                </a:solidFill>
                <a:latin typeface="Roboto"/>
                <a:ea typeface="Roboto"/>
                <a:cs typeface="Roboto"/>
                <a:sym typeface="Roboto"/>
              </a:defRPr>
            </a:lvl8pPr>
            <a:lvl9pPr marL="4114868" lvl="8" indent="-304805" algn="l" rtl="0">
              <a:spcBef>
                <a:spcPts val="360"/>
              </a:spcBef>
              <a:spcAft>
                <a:spcPts val="0"/>
              </a:spcAft>
              <a:buClr>
                <a:schemeClr val="lt1"/>
              </a:buClr>
              <a:buSzPts val="1200"/>
              <a:buFont typeface="Roboto"/>
              <a:buChar char="•"/>
              <a:defRPr sz="1200">
                <a:solidFill>
                  <a:schemeClr val="lt1"/>
                </a:solidFill>
                <a:latin typeface="Roboto"/>
                <a:ea typeface="Roboto"/>
                <a:cs typeface="Roboto"/>
                <a:sym typeface="Roboto"/>
              </a:defRPr>
            </a:lvl9pPr>
          </a:lstStyle>
          <a:p>
            <a:endParaRPr/>
          </a:p>
        </p:txBody>
      </p:sp>
      <p:pic>
        <p:nvPicPr>
          <p:cNvPr id="826" name="Google Shape;826;p138"/>
          <p:cNvPicPr preferRelativeResize="0"/>
          <p:nvPr/>
        </p:nvPicPr>
        <p:blipFill>
          <a:blip r:embed="rId2">
            <a:alphaModFix/>
          </a:blip>
          <a:stretch>
            <a:fillRect/>
          </a:stretch>
        </p:blipFill>
        <p:spPr>
          <a:xfrm>
            <a:off x="455626" y="6262542"/>
            <a:ext cx="685801" cy="352697"/>
          </a:xfrm>
          <a:prstGeom prst="rect">
            <a:avLst/>
          </a:prstGeom>
          <a:noFill/>
          <a:ln>
            <a:noFill/>
          </a:ln>
        </p:spPr>
      </p:pic>
      <p:sp>
        <p:nvSpPr>
          <p:cNvPr id="827" name="Google Shape;827;p138"/>
          <p:cNvSpPr txBox="1"/>
          <p:nvPr/>
        </p:nvSpPr>
        <p:spPr>
          <a:xfrm>
            <a:off x="8194350" y="6400800"/>
            <a:ext cx="3244500" cy="228600"/>
          </a:xfrm>
          <a:prstGeom prst="rect">
            <a:avLst/>
          </a:prstGeom>
          <a:noFill/>
          <a:ln>
            <a:noFill/>
          </a:ln>
        </p:spPr>
        <p:txBody>
          <a:bodyPr spcFirstLastPara="1" wrap="square" lIns="91426" tIns="91426" rIns="91426" bIns="91426" anchor="t" anchorCtr="0">
            <a:noAutofit/>
          </a:bodyPr>
          <a:lstStyle/>
          <a:p>
            <a:pPr marL="0" lvl="0" indent="0" algn="r" rtl="0">
              <a:spcBef>
                <a:spcPts val="0"/>
              </a:spcBef>
              <a:spcAft>
                <a:spcPts val="0"/>
              </a:spcAft>
              <a:buNone/>
            </a:pPr>
            <a:r>
              <a:rPr lang="en" sz="1000">
                <a:solidFill>
                  <a:srgbClr val="FFFFFF"/>
                </a:solidFill>
                <a:latin typeface="Roboto"/>
                <a:ea typeface="Roboto"/>
                <a:cs typeface="Roboto"/>
                <a:sym typeface="Roboto"/>
              </a:rPr>
              <a:t>Proprietary &amp; Confidential - For Internal Use Only</a:t>
            </a:r>
            <a:endParaRPr sz="1000">
              <a:solidFill>
                <a:srgbClr val="FFFFFF"/>
              </a:solidFill>
              <a:latin typeface="Roboto"/>
              <a:ea typeface="Roboto"/>
              <a:cs typeface="Roboto"/>
              <a:sym typeface="Roboto"/>
            </a:endParaRPr>
          </a:p>
        </p:txBody>
      </p:sp>
    </p:spTree>
  </p:cSld>
  <p:clrMapOvr>
    <a:masterClrMapping/>
  </p:clrMapOvr>
  <mc:AlternateContent xmlns:mc="http://schemas.openxmlformats.org/markup-compatibility/2006" xmlns:p14="http://schemas.microsoft.com/office/powerpoint/2010/main">
    <mc:Choice Requires="p14">
      <p:transition p14:dur="250">
        <p:fade/>
      </p:transition>
    </mc:Choice>
    <mc:Fallback xmlns:ahyp="http://schemas.microsoft.com/office/drawing/2018/hyperlinkcolor" xmlns:p15="http://schemas.microsoft.com/office/powerpoint/2012/main" xmlns:com="http://schemas.openxmlformats.org/drawingml/2006/compatibility" xmlns:pvml="urn:schemas-microsoft-com:office:powerpoint" xmlns:v="urn:schemas-microsoft-com:vml" xmlns:o="urn:schemas-microsoft-com:office:office" xmlns:dgm="http://schemas.openxmlformats.org/drawingml/2006/diagram" xmlns:c="http://schemas.openxmlformats.org/drawingml/2006/chart" xmlns:mv="urn:schemas-microsoft-com:mac:vml" xmlns="">
      <p:transition>
        <p:fade/>
      </p:transition>
    </mc:Fallback>
  </mc:AlternateContent>
</p:sldLayout>
</file>

<file path=ppt/slideLayouts/slideLayout133.xml><?xml version="1.0" encoding="utf-8"?>
<p:sldLayout xmlns:a="http://schemas.openxmlformats.org/drawingml/2006/main" xmlns:r="http://schemas.openxmlformats.org/officeDocument/2006/relationships" xmlns:p="http://schemas.openxmlformats.org/presentationml/2006/main" matchingName="HYUNDAI  Title | Subhead | Text | HP Image">
  <p:cSld name="HYUNDAI  Title | Subhead | Text | HP Image">
    <p:bg>
      <p:bgPr>
        <a:solidFill>
          <a:schemeClr val="dk2"/>
        </a:solidFill>
        <a:effectLst/>
      </p:bgPr>
    </p:bg>
    <p:spTree>
      <p:nvGrpSpPr>
        <p:cNvPr id="1" name="Shape 828"/>
        <p:cNvGrpSpPr/>
        <p:nvPr/>
      </p:nvGrpSpPr>
      <p:grpSpPr>
        <a:xfrm>
          <a:off x="0" y="0"/>
          <a:ext cx="0" cy="0"/>
          <a:chOff x="0" y="0"/>
          <a:chExt cx="0" cy="0"/>
        </a:xfrm>
      </p:grpSpPr>
      <p:sp>
        <p:nvSpPr>
          <p:cNvPr id="829" name="Google Shape;829;p139"/>
          <p:cNvSpPr>
            <a:spLocks noGrp="1"/>
          </p:cNvSpPr>
          <p:nvPr>
            <p:ph type="pic" idx="2"/>
          </p:nvPr>
        </p:nvSpPr>
        <p:spPr>
          <a:xfrm>
            <a:off x="6094475" y="359"/>
            <a:ext cx="6094500" cy="6858000"/>
          </a:xfrm>
          <a:prstGeom prst="rect">
            <a:avLst/>
          </a:prstGeom>
          <a:solidFill>
            <a:srgbClr val="F2F2F2"/>
          </a:solidFill>
          <a:ln>
            <a:noFill/>
          </a:ln>
        </p:spPr>
        <p:txBody>
          <a:bodyPr spcFirstLastPara="1" wrap="square" lIns="0" tIns="0" rIns="0" bIns="0" anchor="ctr" anchorCtr="0">
            <a:noAutofit/>
          </a:bodyPr>
          <a:lstStyle>
            <a:lvl1pPr marR="0" lvl="0" algn="ctr" rtl="0">
              <a:spcBef>
                <a:spcPts val="1800"/>
              </a:spcBef>
              <a:spcAft>
                <a:spcPts val="0"/>
              </a:spcAft>
              <a:buClr>
                <a:srgbClr val="D8D8D8"/>
              </a:buClr>
              <a:buSzPts val="2000"/>
              <a:buFont typeface="Roboto"/>
              <a:buNone/>
              <a:defRPr sz="2000" b="0" i="0" u="none" strike="noStrike" cap="none">
                <a:solidFill>
                  <a:srgbClr val="D8D8D8"/>
                </a:solidFill>
                <a:latin typeface="Roboto"/>
                <a:ea typeface="Roboto"/>
                <a:cs typeface="Roboto"/>
                <a:sym typeface="Roboto"/>
              </a:defRPr>
            </a:lvl1pPr>
            <a:lvl2pPr marR="0" lvl="1" algn="l" rtl="0">
              <a:spcBef>
                <a:spcPts val="600"/>
              </a:spcBef>
              <a:spcAft>
                <a:spcPts val="0"/>
              </a:spcAft>
              <a:buClr>
                <a:schemeClr val="dk1"/>
              </a:buClr>
              <a:buSzPts val="1800"/>
              <a:buFont typeface="Arial"/>
              <a:buChar char="•"/>
              <a:defRPr sz="1800" b="0" i="0" u="none" strike="noStrike" cap="none">
                <a:solidFill>
                  <a:schemeClr val="dk1"/>
                </a:solidFill>
                <a:latin typeface="Roboto"/>
                <a:ea typeface="Roboto"/>
                <a:cs typeface="Roboto"/>
                <a:sym typeface="Roboto"/>
              </a:defRPr>
            </a:lvl2pPr>
            <a:lvl3pPr marR="0" lvl="2" algn="l" rtl="0">
              <a:spcBef>
                <a:spcPts val="600"/>
              </a:spcBef>
              <a:spcAft>
                <a:spcPts val="0"/>
              </a:spcAft>
              <a:buClr>
                <a:schemeClr val="dk1"/>
              </a:buClr>
              <a:buSzPts val="1600"/>
              <a:buFont typeface="Merriweather Sans"/>
              <a:buChar char="−"/>
              <a:defRPr sz="1600" b="0" i="0" u="none" strike="noStrike" cap="none">
                <a:solidFill>
                  <a:schemeClr val="dk1"/>
                </a:solidFill>
                <a:latin typeface="Roboto"/>
                <a:ea typeface="Roboto"/>
                <a:cs typeface="Roboto"/>
                <a:sym typeface="Roboto"/>
              </a:defRPr>
            </a:lvl3pPr>
            <a:lvl4pPr marR="0" lvl="3" algn="l" rtl="0">
              <a:spcBef>
                <a:spcPts val="300"/>
              </a:spcBef>
              <a:spcAft>
                <a:spcPts val="0"/>
              </a:spcAft>
              <a:buClr>
                <a:schemeClr val="dk1"/>
              </a:buClr>
              <a:buSzPts val="1400"/>
              <a:buFont typeface="Arial"/>
              <a:buChar char="•"/>
              <a:defRPr sz="1400" b="0" i="0" u="none" strike="noStrike" cap="none">
                <a:solidFill>
                  <a:schemeClr val="dk1"/>
                </a:solidFill>
                <a:latin typeface="Roboto"/>
                <a:ea typeface="Roboto"/>
                <a:cs typeface="Roboto"/>
                <a:sym typeface="Roboto"/>
              </a:defRPr>
            </a:lvl4pPr>
            <a:lvl5pPr marR="0" lvl="4" algn="l" rtl="0">
              <a:spcBef>
                <a:spcPts val="300"/>
              </a:spcBef>
              <a:spcAft>
                <a:spcPts val="0"/>
              </a:spcAft>
              <a:buClr>
                <a:schemeClr val="dk1"/>
              </a:buClr>
              <a:buSzPts val="1200"/>
              <a:buFont typeface="Merriweather Sans"/>
              <a:buChar char="−"/>
              <a:defRPr sz="1200" b="0" i="0" u="none" strike="noStrike" cap="none">
                <a:solidFill>
                  <a:schemeClr val="dk1"/>
                </a:solidFill>
                <a:latin typeface="Roboto"/>
                <a:ea typeface="Roboto"/>
                <a:cs typeface="Roboto"/>
                <a:sym typeface="Roboto"/>
              </a:defRPr>
            </a:lvl5pPr>
            <a:lvl6pPr marR="0" lvl="5" algn="l" rtl="0">
              <a:spcBef>
                <a:spcPts val="533"/>
              </a:spcBef>
              <a:spcAft>
                <a:spcPts val="0"/>
              </a:spcAft>
              <a:buClr>
                <a:schemeClr val="dk1"/>
              </a:buClr>
              <a:buSzPts val="2666"/>
              <a:buFont typeface="Arial"/>
              <a:buChar char="•"/>
              <a:defRPr sz="2666" b="0" i="0" u="none" strike="noStrike" cap="none">
                <a:solidFill>
                  <a:schemeClr val="dk1"/>
                </a:solidFill>
                <a:latin typeface="Poppins Medium"/>
                <a:ea typeface="Poppins Medium"/>
                <a:cs typeface="Poppins Medium"/>
                <a:sym typeface="Poppins Medium"/>
              </a:defRPr>
            </a:lvl6pPr>
            <a:lvl7pPr marR="0" lvl="6" algn="l" rtl="0">
              <a:spcBef>
                <a:spcPts val="533"/>
              </a:spcBef>
              <a:spcAft>
                <a:spcPts val="0"/>
              </a:spcAft>
              <a:buClr>
                <a:schemeClr val="dk1"/>
              </a:buClr>
              <a:buSzPts val="2666"/>
              <a:buFont typeface="Arial"/>
              <a:buChar char="•"/>
              <a:defRPr sz="2666" b="0" i="0" u="none" strike="noStrike" cap="none">
                <a:solidFill>
                  <a:schemeClr val="dk1"/>
                </a:solidFill>
                <a:latin typeface="Poppins Medium"/>
                <a:ea typeface="Poppins Medium"/>
                <a:cs typeface="Poppins Medium"/>
                <a:sym typeface="Poppins Medium"/>
              </a:defRPr>
            </a:lvl7pPr>
            <a:lvl8pPr marR="0" lvl="7" algn="l" rtl="0">
              <a:spcBef>
                <a:spcPts val="533"/>
              </a:spcBef>
              <a:spcAft>
                <a:spcPts val="0"/>
              </a:spcAft>
              <a:buClr>
                <a:schemeClr val="dk1"/>
              </a:buClr>
              <a:buSzPts val="2666"/>
              <a:buFont typeface="Arial"/>
              <a:buChar char="•"/>
              <a:defRPr sz="2666" b="0" i="0" u="none" strike="noStrike" cap="none">
                <a:solidFill>
                  <a:schemeClr val="dk1"/>
                </a:solidFill>
                <a:latin typeface="Poppins Medium"/>
                <a:ea typeface="Poppins Medium"/>
                <a:cs typeface="Poppins Medium"/>
                <a:sym typeface="Poppins Medium"/>
              </a:defRPr>
            </a:lvl8pPr>
            <a:lvl9pPr marR="0" lvl="8" algn="l" rtl="0">
              <a:spcBef>
                <a:spcPts val="533"/>
              </a:spcBef>
              <a:spcAft>
                <a:spcPts val="0"/>
              </a:spcAft>
              <a:buClr>
                <a:schemeClr val="dk1"/>
              </a:buClr>
              <a:buSzPts val="2666"/>
              <a:buFont typeface="Arial"/>
              <a:buChar char="•"/>
              <a:defRPr sz="2666" b="0" i="0" u="none" strike="noStrike" cap="none">
                <a:solidFill>
                  <a:schemeClr val="dk1"/>
                </a:solidFill>
                <a:latin typeface="Poppins Medium"/>
                <a:ea typeface="Poppins Medium"/>
                <a:cs typeface="Poppins Medium"/>
                <a:sym typeface="Poppins Medium"/>
              </a:defRPr>
            </a:lvl9pPr>
          </a:lstStyle>
          <a:p>
            <a:endParaRPr/>
          </a:p>
        </p:txBody>
      </p:sp>
      <p:sp>
        <p:nvSpPr>
          <p:cNvPr id="830" name="Google Shape;830;p139"/>
          <p:cNvSpPr txBox="1">
            <a:spLocks noGrp="1"/>
          </p:cNvSpPr>
          <p:nvPr>
            <p:ph type="title"/>
          </p:nvPr>
        </p:nvSpPr>
        <p:spPr>
          <a:xfrm>
            <a:off x="455618" y="457200"/>
            <a:ext cx="5029201" cy="524400"/>
          </a:xfrm>
          <a:prstGeom prst="rect">
            <a:avLst/>
          </a:prstGeom>
          <a:noFill/>
          <a:ln>
            <a:noFill/>
          </a:ln>
        </p:spPr>
        <p:txBody>
          <a:bodyPr spcFirstLastPara="1" wrap="square" lIns="0" tIns="0" rIns="0" bIns="0" anchor="t" anchorCtr="0">
            <a:noAutofit/>
          </a:bodyPr>
          <a:lstStyle>
            <a:lvl1pPr lvl="0" algn="l" rtl="0">
              <a:lnSpc>
                <a:spcPct val="80000"/>
              </a:lnSpc>
              <a:spcBef>
                <a:spcPts val="0"/>
              </a:spcBef>
              <a:spcAft>
                <a:spcPts val="0"/>
              </a:spcAft>
              <a:buClr>
                <a:schemeClr val="lt1"/>
              </a:buClr>
              <a:buSzPts val="3200"/>
              <a:buFont typeface="Roboto Medium"/>
              <a:buNone/>
              <a:defRPr b="0">
                <a:solidFill>
                  <a:schemeClr val="lt1"/>
                </a:solidFill>
              </a:defRPr>
            </a:lvl1pPr>
            <a:lvl2pPr lvl="1" rtl="0">
              <a:spcBef>
                <a:spcPts val="0"/>
              </a:spcBef>
              <a:spcAft>
                <a:spcPts val="0"/>
              </a:spcAft>
              <a:buSzPts val="1400"/>
              <a:buNone/>
              <a:defRPr/>
            </a:lvl2pPr>
            <a:lvl3pPr lvl="2" rtl="0">
              <a:spcBef>
                <a:spcPts val="0"/>
              </a:spcBef>
              <a:spcAft>
                <a:spcPts val="0"/>
              </a:spcAft>
              <a:buSzPts val="1400"/>
              <a:buNone/>
              <a:defRPr/>
            </a:lvl3pPr>
            <a:lvl4pPr lvl="3" rtl="0">
              <a:spcBef>
                <a:spcPts val="0"/>
              </a:spcBef>
              <a:spcAft>
                <a:spcPts val="0"/>
              </a:spcAft>
              <a:buSzPts val="1400"/>
              <a:buNone/>
              <a:defRPr/>
            </a:lvl4pPr>
            <a:lvl5pPr lvl="4" rtl="0">
              <a:spcBef>
                <a:spcPts val="0"/>
              </a:spcBef>
              <a:spcAft>
                <a:spcPts val="0"/>
              </a:spcAft>
              <a:buSzPts val="1400"/>
              <a:buNone/>
              <a:defRPr/>
            </a:lvl5pPr>
            <a:lvl6pPr lvl="5" rtl="0">
              <a:spcBef>
                <a:spcPts val="0"/>
              </a:spcBef>
              <a:spcAft>
                <a:spcPts val="0"/>
              </a:spcAft>
              <a:buSzPts val="1400"/>
              <a:buNone/>
              <a:defRPr/>
            </a:lvl6pPr>
            <a:lvl7pPr lvl="6" rtl="0">
              <a:spcBef>
                <a:spcPts val="0"/>
              </a:spcBef>
              <a:spcAft>
                <a:spcPts val="0"/>
              </a:spcAft>
              <a:buSzPts val="1400"/>
              <a:buNone/>
              <a:defRPr/>
            </a:lvl7pPr>
            <a:lvl8pPr lvl="7" rtl="0">
              <a:spcBef>
                <a:spcPts val="0"/>
              </a:spcBef>
              <a:spcAft>
                <a:spcPts val="0"/>
              </a:spcAft>
              <a:buSzPts val="1400"/>
              <a:buNone/>
              <a:defRPr/>
            </a:lvl8pPr>
            <a:lvl9pPr lvl="8" rtl="0">
              <a:spcBef>
                <a:spcPts val="0"/>
              </a:spcBef>
              <a:spcAft>
                <a:spcPts val="0"/>
              </a:spcAft>
              <a:buSzPts val="1400"/>
              <a:buNone/>
              <a:defRPr/>
            </a:lvl9pPr>
          </a:lstStyle>
          <a:p>
            <a:endParaRPr/>
          </a:p>
        </p:txBody>
      </p:sp>
      <p:sp>
        <p:nvSpPr>
          <p:cNvPr id="831" name="Google Shape;831;p139"/>
          <p:cNvSpPr txBox="1">
            <a:spLocks noGrp="1"/>
          </p:cNvSpPr>
          <p:nvPr>
            <p:ph type="sldNum" idx="12"/>
          </p:nvPr>
        </p:nvSpPr>
        <p:spPr>
          <a:xfrm>
            <a:off x="11438849" y="6400800"/>
            <a:ext cx="294601" cy="228600"/>
          </a:xfrm>
          <a:prstGeom prst="rect">
            <a:avLst/>
          </a:prstGeom>
        </p:spPr>
        <p:txBody>
          <a:bodyPr spcFirstLastPara="1" wrap="square" lIns="0" tIns="0" rIns="0" bIns="0" anchor="b" anchorCtr="0">
            <a:noAutofit/>
          </a:bodyPr>
          <a:lstStyle>
            <a:lvl1pPr lvl="0" rtl="0">
              <a:buNone/>
              <a:defRPr sz="1000">
                <a:solidFill>
                  <a:schemeClr val="lt1"/>
                </a:solidFill>
              </a:defRPr>
            </a:lvl1pPr>
            <a:lvl2pPr lvl="1" rtl="0">
              <a:buNone/>
              <a:defRPr sz="1000">
                <a:solidFill>
                  <a:schemeClr val="lt1"/>
                </a:solidFill>
              </a:defRPr>
            </a:lvl2pPr>
            <a:lvl3pPr lvl="2" rtl="0">
              <a:buNone/>
              <a:defRPr sz="1000">
                <a:solidFill>
                  <a:schemeClr val="lt1"/>
                </a:solidFill>
              </a:defRPr>
            </a:lvl3pPr>
            <a:lvl4pPr lvl="3" rtl="0">
              <a:buNone/>
              <a:defRPr sz="1000">
                <a:solidFill>
                  <a:schemeClr val="lt1"/>
                </a:solidFill>
              </a:defRPr>
            </a:lvl4pPr>
            <a:lvl5pPr lvl="4" rtl="0">
              <a:buNone/>
              <a:defRPr sz="1000">
                <a:solidFill>
                  <a:schemeClr val="lt1"/>
                </a:solidFill>
              </a:defRPr>
            </a:lvl5pPr>
            <a:lvl6pPr lvl="5" rtl="0">
              <a:buNone/>
              <a:defRPr sz="1000">
                <a:solidFill>
                  <a:schemeClr val="lt1"/>
                </a:solidFill>
              </a:defRPr>
            </a:lvl6pPr>
            <a:lvl7pPr lvl="6" rtl="0">
              <a:buNone/>
              <a:defRPr sz="1000">
                <a:solidFill>
                  <a:schemeClr val="lt1"/>
                </a:solidFill>
              </a:defRPr>
            </a:lvl7pPr>
            <a:lvl8pPr lvl="7" rtl="0">
              <a:buNone/>
              <a:defRPr sz="1000">
                <a:solidFill>
                  <a:schemeClr val="lt1"/>
                </a:solidFill>
              </a:defRPr>
            </a:lvl8pPr>
            <a:lvl9pPr lvl="8" rtl="0">
              <a:buNone/>
              <a:defRPr sz="1000">
                <a:solidFill>
                  <a:schemeClr val="lt1"/>
                </a:solidFill>
              </a:defRPr>
            </a:lvl9pPr>
          </a:lstStyle>
          <a:p>
            <a:fld id="{00000000-1234-1234-1234-123412341234}" type="slidenum">
              <a:rPr lang="en" smtClean="0"/>
              <a:pPr/>
              <a:t>‹#›</a:t>
            </a:fld>
            <a:endParaRPr lang="en"/>
          </a:p>
        </p:txBody>
      </p:sp>
      <p:sp>
        <p:nvSpPr>
          <p:cNvPr id="832" name="Google Shape;832;p139"/>
          <p:cNvSpPr txBox="1">
            <a:spLocks noGrp="1"/>
          </p:cNvSpPr>
          <p:nvPr>
            <p:ph type="subTitle" idx="1"/>
          </p:nvPr>
        </p:nvSpPr>
        <p:spPr>
          <a:xfrm>
            <a:off x="455626" y="1280160"/>
            <a:ext cx="5029201" cy="228600"/>
          </a:xfrm>
          <a:prstGeom prst="rect">
            <a:avLst/>
          </a:prstGeom>
        </p:spPr>
        <p:txBody>
          <a:bodyPr spcFirstLastPara="1" wrap="square" lIns="0" tIns="0" rIns="0" bIns="0" anchor="t" anchorCtr="0">
            <a:noAutofit/>
          </a:bodyPr>
          <a:lstStyle>
            <a:lvl1pPr lvl="0" rtl="0">
              <a:spcBef>
                <a:spcPts val="0"/>
              </a:spcBef>
              <a:spcAft>
                <a:spcPts val="0"/>
              </a:spcAft>
              <a:buClr>
                <a:schemeClr val="accent2"/>
              </a:buClr>
              <a:buSzPts val="1600"/>
              <a:buFont typeface="Roboto Medium"/>
              <a:buNone/>
              <a:defRPr sz="1600">
                <a:solidFill>
                  <a:schemeClr val="accent2"/>
                </a:solidFill>
                <a:latin typeface="Roboto Medium"/>
                <a:ea typeface="Roboto Medium"/>
                <a:cs typeface="Roboto Medium"/>
                <a:sym typeface="Roboto Medium"/>
              </a:defRPr>
            </a:lvl1pPr>
            <a:lvl2pPr lvl="1" rtl="0">
              <a:spcBef>
                <a:spcPts val="600"/>
              </a:spcBef>
              <a:spcAft>
                <a:spcPts val="0"/>
              </a:spcAft>
              <a:buClr>
                <a:schemeClr val="accent2"/>
              </a:buClr>
              <a:buSzPts val="1800"/>
              <a:buNone/>
              <a:defRPr>
                <a:solidFill>
                  <a:schemeClr val="accent2"/>
                </a:solidFill>
              </a:defRPr>
            </a:lvl2pPr>
            <a:lvl3pPr lvl="2" rtl="0">
              <a:spcBef>
                <a:spcPts val="600"/>
              </a:spcBef>
              <a:spcAft>
                <a:spcPts val="0"/>
              </a:spcAft>
              <a:buClr>
                <a:schemeClr val="accent2"/>
              </a:buClr>
              <a:buSzPts val="1600"/>
              <a:buNone/>
              <a:defRPr>
                <a:solidFill>
                  <a:schemeClr val="accent2"/>
                </a:solidFill>
              </a:defRPr>
            </a:lvl3pPr>
            <a:lvl4pPr lvl="3" rtl="0">
              <a:spcBef>
                <a:spcPts val="300"/>
              </a:spcBef>
              <a:spcAft>
                <a:spcPts val="0"/>
              </a:spcAft>
              <a:buClr>
                <a:schemeClr val="accent2"/>
              </a:buClr>
              <a:buSzPts val="1400"/>
              <a:buNone/>
              <a:defRPr>
                <a:solidFill>
                  <a:schemeClr val="accent2"/>
                </a:solidFill>
              </a:defRPr>
            </a:lvl4pPr>
            <a:lvl5pPr lvl="4" rtl="0">
              <a:spcBef>
                <a:spcPts val="300"/>
              </a:spcBef>
              <a:spcAft>
                <a:spcPts val="0"/>
              </a:spcAft>
              <a:buClr>
                <a:schemeClr val="accent2"/>
              </a:buClr>
              <a:buSzPts val="1200"/>
              <a:buNone/>
              <a:defRPr>
                <a:solidFill>
                  <a:schemeClr val="accent2"/>
                </a:solidFill>
              </a:defRPr>
            </a:lvl5pPr>
            <a:lvl6pPr lvl="5" rtl="0">
              <a:spcBef>
                <a:spcPts val="533"/>
              </a:spcBef>
              <a:spcAft>
                <a:spcPts val="0"/>
              </a:spcAft>
              <a:buClr>
                <a:schemeClr val="accent2"/>
              </a:buClr>
              <a:buSzPts val="2666"/>
              <a:buNone/>
              <a:defRPr>
                <a:solidFill>
                  <a:schemeClr val="accent2"/>
                </a:solidFill>
              </a:defRPr>
            </a:lvl6pPr>
            <a:lvl7pPr lvl="6" rtl="0">
              <a:spcBef>
                <a:spcPts val="533"/>
              </a:spcBef>
              <a:spcAft>
                <a:spcPts val="0"/>
              </a:spcAft>
              <a:buClr>
                <a:schemeClr val="accent2"/>
              </a:buClr>
              <a:buSzPts val="2666"/>
              <a:buNone/>
              <a:defRPr>
                <a:solidFill>
                  <a:schemeClr val="accent2"/>
                </a:solidFill>
              </a:defRPr>
            </a:lvl7pPr>
            <a:lvl8pPr lvl="7" rtl="0">
              <a:spcBef>
                <a:spcPts val="533"/>
              </a:spcBef>
              <a:spcAft>
                <a:spcPts val="0"/>
              </a:spcAft>
              <a:buClr>
                <a:schemeClr val="accent2"/>
              </a:buClr>
              <a:buSzPts val="2666"/>
              <a:buNone/>
              <a:defRPr>
                <a:solidFill>
                  <a:schemeClr val="accent2"/>
                </a:solidFill>
              </a:defRPr>
            </a:lvl8pPr>
            <a:lvl9pPr lvl="8" rtl="0">
              <a:spcBef>
                <a:spcPts val="533"/>
              </a:spcBef>
              <a:spcAft>
                <a:spcPts val="0"/>
              </a:spcAft>
              <a:buClr>
                <a:schemeClr val="accent2"/>
              </a:buClr>
              <a:buSzPts val="2666"/>
              <a:buNone/>
              <a:defRPr>
                <a:solidFill>
                  <a:schemeClr val="accent2"/>
                </a:solidFill>
              </a:defRPr>
            </a:lvl9pPr>
          </a:lstStyle>
          <a:p>
            <a:endParaRPr/>
          </a:p>
        </p:txBody>
      </p:sp>
      <p:sp>
        <p:nvSpPr>
          <p:cNvPr id="833" name="Google Shape;833;p139"/>
          <p:cNvSpPr txBox="1">
            <a:spLocks noGrp="1"/>
          </p:cNvSpPr>
          <p:nvPr>
            <p:ph type="body" idx="3"/>
          </p:nvPr>
        </p:nvSpPr>
        <p:spPr>
          <a:xfrm>
            <a:off x="455675" y="2686375"/>
            <a:ext cx="5257800" cy="3257100"/>
          </a:xfrm>
          <a:prstGeom prst="rect">
            <a:avLst/>
          </a:prstGeom>
          <a:noFill/>
          <a:ln>
            <a:noFill/>
          </a:ln>
        </p:spPr>
        <p:txBody>
          <a:bodyPr spcFirstLastPara="1" wrap="square" lIns="0" tIns="0" rIns="0" bIns="0" anchor="t" anchorCtr="0">
            <a:noAutofit/>
          </a:bodyPr>
          <a:lstStyle>
            <a:lvl1pPr marL="457207" lvl="0" indent="-228604" algn="l" rtl="0">
              <a:spcBef>
                <a:spcPts val="1800"/>
              </a:spcBef>
              <a:spcAft>
                <a:spcPts val="0"/>
              </a:spcAft>
              <a:buClr>
                <a:schemeClr val="lt1"/>
              </a:buClr>
              <a:buSzPts val="2000"/>
              <a:buFont typeface="Roboto"/>
              <a:buNone/>
              <a:defRPr b="0" i="0">
                <a:solidFill>
                  <a:schemeClr val="lt1"/>
                </a:solidFill>
                <a:latin typeface="Roboto"/>
                <a:ea typeface="Roboto"/>
                <a:cs typeface="Roboto"/>
                <a:sym typeface="Roboto"/>
              </a:defRPr>
            </a:lvl1pPr>
            <a:lvl2pPr marL="914415" lvl="1" indent="-342906" algn="l" rtl="0">
              <a:spcBef>
                <a:spcPts val="600"/>
              </a:spcBef>
              <a:spcAft>
                <a:spcPts val="0"/>
              </a:spcAft>
              <a:buClr>
                <a:schemeClr val="lt1"/>
              </a:buClr>
              <a:buSzPts val="1800"/>
              <a:buChar char="•"/>
              <a:defRPr b="0" i="0">
                <a:solidFill>
                  <a:schemeClr val="lt1"/>
                </a:solidFill>
                <a:latin typeface="Roboto"/>
                <a:ea typeface="Roboto"/>
                <a:cs typeface="Roboto"/>
                <a:sym typeface="Roboto"/>
              </a:defRPr>
            </a:lvl2pPr>
            <a:lvl3pPr marL="1371622" lvl="2" indent="-330205" algn="l" rtl="0">
              <a:spcBef>
                <a:spcPts val="600"/>
              </a:spcBef>
              <a:spcAft>
                <a:spcPts val="0"/>
              </a:spcAft>
              <a:buClr>
                <a:schemeClr val="lt1"/>
              </a:buClr>
              <a:buSzPts val="1600"/>
              <a:buChar char="−"/>
              <a:defRPr b="0" i="0">
                <a:solidFill>
                  <a:schemeClr val="lt1"/>
                </a:solidFill>
                <a:latin typeface="Roboto"/>
                <a:ea typeface="Roboto"/>
                <a:cs typeface="Roboto"/>
                <a:sym typeface="Roboto"/>
              </a:defRPr>
            </a:lvl3pPr>
            <a:lvl4pPr marL="1828831" lvl="3" indent="-317506" algn="l" rtl="0">
              <a:spcBef>
                <a:spcPts val="300"/>
              </a:spcBef>
              <a:spcAft>
                <a:spcPts val="0"/>
              </a:spcAft>
              <a:buClr>
                <a:schemeClr val="lt1"/>
              </a:buClr>
              <a:buSzPts val="1400"/>
              <a:buChar char="•"/>
              <a:defRPr b="0" i="0">
                <a:solidFill>
                  <a:schemeClr val="lt1"/>
                </a:solidFill>
                <a:latin typeface="Roboto"/>
                <a:ea typeface="Roboto"/>
                <a:cs typeface="Roboto"/>
                <a:sym typeface="Roboto"/>
              </a:defRPr>
            </a:lvl4pPr>
            <a:lvl5pPr marL="2286038" lvl="4" indent="-304805" algn="l" rtl="0">
              <a:spcBef>
                <a:spcPts val="300"/>
              </a:spcBef>
              <a:spcAft>
                <a:spcPts val="0"/>
              </a:spcAft>
              <a:buClr>
                <a:schemeClr val="lt1"/>
              </a:buClr>
              <a:buSzPts val="1200"/>
              <a:buChar char="−"/>
              <a:defRPr b="0" i="0">
                <a:solidFill>
                  <a:schemeClr val="lt1"/>
                </a:solidFill>
                <a:latin typeface="Roboto"/>
                <a:ea typeface="Roboto"/>
                <a:cs typeface="Roboto"/>
                <a:sym typeface="Roboto"/>
              </a:defRPr>
            </a:lvl5pPr>
            <a:lvl6pPr marL="2743246" lvl="5" indent="-304805" algn="l" rtl="0">
              <a:spcBef>
                <a:spcPts val="360"/>
              </a:spcBef>
              <a:spcAft>
                <a:spcPts val="0"/>
              </a:spcAft>
              <a:buClr>
                <a:schemeClr val="lt1"/>
              </a:buClr>
              <a:buSzPts val="1200"/>
              <a:buFont typeface="Roboto"/>
              <a:buChar char="•"/>
              <a:defRPr sz="1200">
                <a:solidFill>
                  <a:schemeClr val="lt1"/>
                </a:solidFill>
                <a:latin typeface="Roboto"/>
                <a:ea typeface="Roboto"/>
                <a:cs typeface="Roboto"/>
                <a:sym typeface="Roboto"/>
              </a:defRPr>
            </a:lvl6pPr>
            <a:lvl7pPr marL="3200453" lvl="6" indent="-304805" algn="l" rtl="0">
              <a:spcBef>
                <a:spcPts val="360"/>
              </a:spcBef>
              <a:spcAft>
                <a:spcPts val="0"/>
              </a:spcAft>
              <a:buClr>
                <a:schemeClr val="lt1"/>
              </a:buClr>
              <a:buSzPts val="1200"/>
              <a:buFont typeface="Roboto"/>
              <a:buChar char="•"/>
              <a:defRPr sz="1200">
                <a:solidFill>
                  <a:schemeClr val="lt1"/>
                </a:solidFill>
                <a:latin typeface="Roboto"/>
                <a:ea typeface="Roboto"/>
                <a:cs typeface="Roboto"/>
                <a:sym typeface="Roboto"/>
              </a:defRPr>
            </a:lvl7pPr>
            <a:lvl8pPr marL="3657661" lvl="7" indent="-304805" algn="l" rtl="0">
              <a:spcBef>
                <a:spcPts val="360"/>
              </a:spcBef>
              <a:spcAft>
                <a:spcPts val="0"/>
              </a:spcAft>
              <a:buClr>
                <a:schemeClr val="lt1"/>
              </a:buClr>
              <a:buSzPts val="1200"/>
              <a:buFont typeface="Roboto"/>
              <a:buChar char="•"/>
              <a:defRPr sz="1200">
                <a:solidFill>
                  <a:schemeClr val="lt1"/>
                </a:solidFill>
                <a:latin typeface="Roboto"/>
                <a:ea typeface="Roboto"/>
                <a:cs typeface="Roboto"/>
                <a:sym typeface="Roboto"/>
              </a:defRPr>
            </a:lvl8pPr>
            <a:lvl9pPr marL="4114868" lvl="8" indent="-304805" algn="l" rtl="0">
              <a:spcBef>
                <a:spcPts val="360"/>
              </a:spcBef>
              <a:spcAft>
                <a:spcPts val="0"/>
              </a:spcAft>
              <a:buClr>
                <a:schemeClr val="lt1"/>
              </a:buClr>
              <a:buSzPts val="1200"/>
              <a:buFont typeface="Roboto"/>
              <a:buChar char="•"/>
              <a:defRPr sz="1200">
                <a:solidFill>
                  <a:schemeClr val="lt1"/>
                </a:solidFill>
                <a:latin typeface="Roboto"/>
                <a:ea typeface="Roboto"/>
                <a:cs typeface="Roboto"/>
                <a:sym typeface="Roboto"/>
              </a:defRPr>
            </a:lvl9pPr>
          </a:lstStyle>
          <a:p>
            <a:endParaRPr/>
          </a:p>
        </p:txBody>
      </p:sp>
      <p:pic>
        <p:nvPicPr>
          <p:cNvPr id="834" name="Google Shape;834;p139"/>
          <p:cNvPicPr preferRelativeResize="0"/>
          <p:nvPr/>
        </p:nvPicPr>
        <p:blipFill>
          <a:blip r:embed="rId2">
            <a:alphaModFix/>
          </a:blip>
          <a:stretch>
            <a:fillRect/>
          </a:stretch>
        </p:blipFill>
        <p:spPr>
          <a:xfrm>
            <a:off x="455626" y="6262542"/>
            <a:ext cx="685801" cy="352697"/>
          </a:xfrm>
          <a:prstGeom prst="rect">
            <a:avLst/>
          </a:prstGeom>
          <a:noFill/>
          <a:ln>
            <a:noFill/>
          </a:ln>
        </p:spPr>
      </p:pic>
      <p:sp>
        <p:nvSpPr>
          <p:cNvPr id="835" name="Google Shape;835;p139"/>
          <p:cNvSpPr txBox="1"/>
          <p:nvPr/>
        </p:nvSpPr>
        <p:spPr>
          <a:xfrm>
            <a:off x="8194350" y="6400800"/>
            <a:ext cx="3244500" cy="228600"/>
          </a:xfrm>
          <a:prstGeom prst="rect">
            <a:avLst/>
          </a:prstGeom>
          <a:noFill/>
          <a:ln>
            <a:noFill/>
          </a:ln>
        </p:spPr>
        <p:txBody>
          <a:bodyPr spcFirstLastPara="1" wrap="square" lIns="91426" tIns="91426" rIns="91426" bIns="91426" anchor="t" anchorCtr="0">
            <a:noAutofit/>
          </a:bodyPr>
          <a:lstStyle/>
          <a:p>
            <a:pPr marL="0" lvl="0" indent="0" algn="r" rtl="0">
              <a:spcBef>
                <a:spcPts val="0"/>
              </a:spcBef>
              <a:spcAft>
                <a:spcPts val="0"/>
              </a:spcAft>
              <a:buNone/>
            </a:pPr>
            <a:r>
              <a:rPr lang="en" sz="1000">
                <a:solidFill>
                  <a:srgbClr val="FFFFFF"/>
                </a:solidFill>
                <a:latin typeface="Roboto"/>
                <a:ea typeface="Roboto"/>
                <a:cs typeface="Roboto"/>
                <a:sym typeface="Roboto"/>
              </a:rPr>
              <a:t>Proprietary &amp; Confidential - For Internal Use Only</a:t>
            </a:r>
            <a:endParaRPr sz="1000">
              <a:solidFill>
                <a:srgbClr val="FFFFFF"/>
              </a:solidFill>
              <a:latin typeface="Roboto"/>
              <a:ea typeface="Roboto"/>
              <a:cs typeface="Roboto"/>
              <a:sym typeface="Roboto"/>
            </a:endParaRPr>
          </a:p>
        </p:txBody>
      </p:sp>
    </p:spTree>
  </p:cSld>
  <p:clrMapOvr>
    <a:masterClrMapping/>
  </p:clrMapOvr>
  <mc:AlternateContent xmlns:mc="http://schemas.openxmlformats.org/markup-compatibility/2006" xmlns:p14="http://schemas.microsoft.com/office/powerpoint/2010/main">
    <mc:Choice Requires="p14">
      <p:transition p14:dur="250">
        <p:fade/>
      </p:transition>
    </mc:Choice>
    <mc:Fallback xmlns:ahyp="http://schemas.microsoft.com/office/drawing/2018/hyperlinkcolor" xmlns:p15="http://schemas.microsoft.com/office/powerpoint/2012/main" xmlns:com="http://schemas.openxmlformats.org/drawingml/2006/compatibility" xmlns:pvml="urn:schemas-microsoft-com:office:powerpoint" xmlns:v="urn:schemas-microsoft-com:vml" xmlns:o="urn:schemas-microsoft-com:office:office" xmlns:dgm="http://schemas.openxmlformats.org/drawingml/2006/diagram" xmlns:c="http://schemas.openxmlformats.org/drawingml/2006/chart" xmlns:mv="urn:schemas-microsoft-com:mac:vml" xmlns="">
      <p:transition>
        <p:fade/>
      </p:transition>
    </mc:Fallback>
  </mc:AlternateContent>
</p:sldLayout>
</file>

<file path=ppt/slideLayouts/slideLayout134.xml><?xml version="1.0" encoding="utf-8"?>
<p:sldLayout xmlns:a="http://schemas.openxmlformats.org/drawingml/2006/main" xmlns:r="http://schemas.openxmlformats.org/officeDocument/2006/relationships" xmlns:p="http://schemas.openxmlformats.org/presentationml/2006/main" matchingName="HYUNDAI  Title | Subhead">
  <p:cSld name="HYUNDAI  Title | Subhead">
    <p:bg>
      <p:bgPr>
        <a:solidFill>
          <a:schemeClr val="dk2"/>
        </a:solidFill>
        <a:effectLst/>
      </p:bgPr>
    </p:bg>
    <p:spTree>
      <p:nvGrpSpPr>
        <p:cNvPr id="1" name="Shape 836"/>
        <p:cNvGrpSpPr/>
        <p:nvPr/>
      </p:nvGrpSpPr>
      <p:grpSpPr>
        <a:xfrm>
          <a:off x="0" y="0"/>
          <a:ext cx="0" cy="0"/>
          <a:chOff x="0" y="0"/>
          <a:chExt cx="0" cy="0"/>
        </a:xfrm>
      </p:grpSpPr>
      <p:sp>
        <p:nvSpPr>
          <p:cNvPr id="837" name="Google Shape;837;p140"/>
          <p:cNvSpPr txBox="1">
            <a:spLocks noGrp="1"/>
          </p:cNvSpPr>
          <p:nvPr>
            <p:ph type="title"/>
          </p:nvPr>
        </p:nvSpPr>
        <p:spPr>
          <a:xfrm>
            <a:off x="455617" y="457200"/>
            <a:ext cx="8915400" cy="524400"/>
          </a:xfrm>
          <a:prstGeom prst="rect">
            <a:avLst/>
          </a:prstGeom>
          <a:noFill/>
          <a:ln>
            <a:noFill/>
          </a:ln>
        </p:spPr>
        <p:txBody>
          <a:bodyPr spcFirstLastPara="1" wrap="square" lIns="0" tIns="0" rIns="0" bIns="0" anchor="t" anchorCtr="0">
            <a:noAutofit/>
          </a:bodyPr>
          <a:lstStyle>
            <a:lvl1pPr lvl="0" algn="l" rtl="0">
              <a:lnSpc>
                <a:spcPct val="80000"/>
              </a:lnSpc>
              <a:spcBef>
                <a:spcPts val="0"/>
              </a:spcBef>
              <a:spcAft>
                <a:spcPts val="0"/>
              </a:spcAft>
              <a:buClr>
                <a:schemeClr val="lt1"/>
              </a:buClr>
              <a:buSzPts val="3200"/>
              <a:buFont typeface="Roboto Medium"/>
              <a:buNone/>
              <a:defRPr>
                <a:solidFill>
                  <a:schemeClr val="lt1"/>
                </a:solidFill>
              </a:defRPr>
            </a:lvl1pPr>
            <a:lvl2pPr lvl="1" rtl="0">
              <a:spcBef>
                <a:spcPts val="0"/>
              </a:spcBef>
              <a:spcAft>
                <a:spcPts val="0"/>
              </a:spcAft>
              <a:buSzPts val="1400"/>
              <a:buNone/>
              <a:defRPr/>
            </a:lvl2pPr>
            <a:lvl3pPr lvl="2" rtl="0">
              <a:spcBef>
                <a:spcPts val="0"/>
              </a:spcBef>
              <a:spcAft>
                <a:spcPts val="0"/>
              </a:spcAft>
              <a:buSzPts val="1400"/>
              <a:buNone/>
              <a:defRPr/>
            </a:lvl3pPr>
            <a:lvl4pPr lvl="3" rtl="0">
              <a:spcBef>
                <a:spcPts val="0"/>
              </a:spcBef>
              <a:spcAft>
                <a:spcPts val="0"/>
              </a:spcAft>
              <a:buSzPts val="1400"/>
              <a:buNone/>
              <a:defRPr/>
            </a:lvl4pPr>
            <a:lvl5pPr lvl="4" rtl="0">
              <a:spcBef>
                <a:spcPts val="0"/>
              </a:spcBef>
              <a:spcAft>
                <a:spcPts val="0"/>
              </a:spcAft>
              <a:buSzPts val="1400"/>
              <a:buNone/>
              <a:defRPr/>
            </a:lvl5pPr>
            <a:lvl6pPr lvl="5" rtl="0">
              <a:spcBef>
                <a:spcPts val="0"/>
              </a:spcBef>
              <a:spcAft>
                <a:spcPts val="0"/>
              </a:spcAft>
              <a:buSzPts val="1400"/>
              <a:buNone/>
              <a:defRPr/>
            </a:lvl6pPr>
            <a:lvl7pPr lvl="6" rtl="0">
              <a:spcBef>
                <a:spcPts val="0"/>
              </a:spcBef>
              <a:spcAft>
                <a:spcPts val="0"/>
              </a:spcAft>
              <a:buSzPts val="1400"/>
              <a:buNone/>
              <a:defRPr/>
            </a:lvl7pPr>
            <a:lvl8pPr lvl="7" rtl="0">
              <a:spcBef>
                <a:spcPts val="0"/>
              </a:spcBef>
              <a:spcAft>
                <a:spcPts val="0"/>
              </a:spcAft>
              <a:buSzPts val="1400"/>
              <a:buNone/>
              <a:defRPr/>
            </a:lvl8pPr>
            <a:lvl9pPr lvl="8" rtl="0">
              <a:spcBef>
                <a:spcPts val="0"/>
              </a:spcBef>
              <a:spcAft>
                <a:spcPts val="0"/>
              </a:spcAft>
              <a:buSzPts val="1400"/>
              <a:buNone/>
              <a:defRPr/>
            </a:lvl9pPr>
          </a:lstStyle>
          <a:p>
            <a:endParaRPr/>
          </a:p>
        </p:txBody>
      </p:sp>
      <p:sp>
        <p:nvSpPr>
          <p:cNvPr id="838" name="Google Shape;838;p140"/>
          <p:cNvSpPr txBox="1">
            <a:spLocks noGrp="1"/>
          </p:cNvSpPr>
          <p:nvPr>
            <p:ph type="sldNum" idx="12"/>
          </p:nvPr>
        </p:nvSpPr>
        <p:spPr>
          <a:xfrm>
            <a:off x="11438849" y="6400800"/>
            <a:ext cx="294601" cy="228600"/>
          </a:xfrm>
          <a:prstGeom prst="rect">
            <a:avLst/>
          </a:prstGeom>
        </p:spPr>
        <p:txBody>
          <a:bodyPr spcFirstLastPara="1" wrap="square" lIns="0" tIns="0" rIns="0" bIns="0" anchor="b" anchorCtr="0">
            <a:noAutofit/>
          </a:bodyPr>
          <a:lstStyle>
            <a:lvl1pPr lvl="0" rtl="0">
              <a:buNone/>
              <a:defRPr sz="1000">
                <a:solidFill>
                  <a:schemeClr val="lt1"/>
                </a:solidFill>
              </a:defRPr>
            </a:lvl1pPr>
            <a:lvl2pPr lvl="1" rtl="0">
              <a:buNone/>
              <a:defRPr sz="1000">
                <a:solidFill>
                  <a:schemeClr val="lt1"/>
                </a:solidFill>
              </a:defRPr>
            </a:lvl2pPr>
            <a:lvl3pPr lvl="2" rtl="0">
              <a:buNone/>
              <a:defRPr sz="1000">
                <a:solidFill>
                  <a:schemeClr val="lt1"/>
                </a:solidFill>
              </a:defRPr>
            </a:lvl3pPr>
            <a:lvl4pPr lvl="3" rtl="0">
              <a:buNone/>
              <a:defRPr sz="1000">
                <a:solidFill>
                  <a:schemeClr val="lt1"/>
                </a:solidFill>
              </a:defRPr>
            </a:lvl4pPr>
            <a:lvl5pPr lvl="4" rtl="0">
              <a:buNone/>
              <a:defRPr sz="1000">
                <a:solidFill>
                  <a:schemeClr val="lt1"/>
                </a:solidFill>
              </a:defRPr>
            </a:lvl5pPr>
            <a:lvl6pPr lvl="5" rtl="0">
              <a:buNone/>
              <a:defRPr sz="1000">
                <a:solidFill>
                  <a:schemeClr val="lt1"/>
                </a:solidFill>
              </a:defRPr>
            </a:lvl6pPr>
            <a:lvl7pPr lvl="6" rtl="0">
              <a:buNone/>
              <a:defRPr sz="1000">
                <a:solidFill>
                  <a:schemeClr val="lt1"/>
                </a:solidFill>
              </a:defRPr>
            </a:lvl7pPr>
            <a:lvl8pPr lvl="7" rtl="0">
              <a:buNone/>
              <a:defRPr sz="1000">
                <a:solidFill>
                  <a:schemeClr val="lt1"/>
                </a:solidFill>
              </a:defRPr>
            </a:lvl8pPr>
            <a:lvl9pPr lvl="8" rtl="0">
              <a:buNone/>
              <a:defRPr sz="1000">
                <a:solidFill>
                  <a:schemeClr val="lt1"/>
                </a:solidFill>
              </a:defRPr>
            </a:lvl9pPr>
          </a:lstStyle>
          <a:p>
            <a:fld id="{00000000-1234-1234-1234-123412341234}" type="slidenum">
              <a:rPr lang="en" smtClean="0"/>
              <a:pPr/>
              <a:t>‹#›</a:t>
            </a:fld>
            <a:endParaRPr lang="en"/>
          </a:p>
        </p:txBody>
      </p:sp>
      <p:sp>
        <p:nvSpPr>
          <p:cNvPr id="839" name="Google Shape;839;p140"/>
          <p:cNvSpPr txBox="1">
            <a:spLocks noGrp="1"/>
          </p:cNvSpPr>
          <p:nvPr>
            <p:ph type="subTitle" idx="1"/>
          </p:nvPr>
        </p:nvSpPr>
        <p:spPr>
          <a:xfrm>
            <a:off x="455625" y="868680"/>
            <a:ext cx="7635001" cy="228600"/>
          </a:xfrm>
          <a:prstGeom prst="rect">
            <a:avLst/>
          </a:prstGeom>
        </p:spPr>
        <p:txBody>
          <a:bodyPr spcFirstLastPara="1" wrap="square" lIns="0" tIns="0" rIns="0" bIns="0" anchor="t" anchorCtr="0">
            <a:noAutofit/>
          </a:bodyPr>
          <a:lstStyle>
            <a:lvl1pPr lvl="0" rtl="0">
              <a:spcBef>
                <a:spcPts val="0"/>
              </a:spcBef>
              <a:spcAft>
                <a:spcPts val="0"/>
              </a:spcAft>
              <a:buClr>
                <a:schemeClr val="accent2"/>
              </a:buClr>
              <a:buSzPts val="1600"/>
              <a:buFont typeface="Roboto Medium"/>
              <a:buNone/>
              <a:defRPr sz="1600">
                <a:solidFill>
                  <a:schemeClr val="accent2"/>
                </a:solidFill>
                <a:latin typeface="Roboto Medium"/>
                <a:ea typeface="Roboto Medium"/>
                <a:cs typeface="Roboto Medium"/>
                <a:sym typeface="Roboto Medium"/>
              </a:defRPr>
            </a:lvl1pPr>
            <a:lvl2pPr lvl="1" rtl="0">
              <a:spcBef>
                <a:spcPts val="600"/>
              </a:spcBef>
              <a:spcAft>
                <a:spcPts val="0"/>
              </a:spcAft>
              <a:buClr>
                <a:schemeClr val="accent2"/>
              </a:buClr>
              <a:buSzPts val="1800"/>
              <a:buNone/>
              <a:defRPr>
                <a:solidFill>
                  <a:schemeClr val="accent2"/>
                </a:solidFill>
              </a:defRPr>
            </a:lvl2pPr>
            <a:lvl3pPr lvl="2" rtl="0">
              <a:spcBef>
                <a:spcPts val="600"/>
              </a:spcBef>
              <a:spcAft>
                <a:spcPts val="0"/>
              </a:spcAft>
              <a:buClr>
                <a:schemeClr val="accent2"/>
              </a:buClr>
              <a:buSzPts val="1600"/>
              <a:buNone/>
              <a:defRPr>
                <a:solidFill>
                  <a:schemeClr val="accent2"/>
                </a:solidFill>
              </a:defRPr>
            </a:lvl3pPr>
            <a:lvl4pPr lvl="3" rtl="0">
              <a:spcBef>
                <a:spcPts val="300"/>
              </a:spcBef>
              <a:spcAft>
                <a:spcPts val="0"/>
              </a:spcAft>
              <a:buClr>
                <a:schemeClr val="accent2"/>
              </a:buClr>
              <a:buSzPts val="1400"/>
              <a:buNone/>
              <a:defRPr>
                <a:solidFill>
                  <a:schemeClr val="accent2"/>
                </a:solidFill>
              </a:defRPr>
            </a:lvl4pPr>
            <a:lvl5pPr lvl="4" rtl="0">
              <a:spcBef>
                <a:spcPts val="300"/>
              </a:spcBef>
              <a:spcAft>
                <a:spcPts val="0"/>
              </a:spcAft>
              <a:buClr>
                <a:schemeClr val="accent2"/>
              </a:buClr>
              <a:buSzPts val="1200"/>
              <a:buNone/>
              <a:defRPr>
                <a:solidFill>
                  <a:schemeClr val="accent2"/>
                </a:solidFill>
              </a:defRPr>
            </a:lvl5pPr>
            <a:lvl6pPr lvl="5" rtl="0">
              <a:spcBef>
                <a:spcPts val="533"/>
              </a:spcBef>
              <a:spcAft>
                <a:spcPts val="0"/>
              </a:spcAft>
              <a:buClr>
                <a:schemeClr val="accent2"/>
              </a:buClr>
              <a:buSzPts val="2666"/>
              <a:buNone/>
              <a:defRPr>
                <a:solidFill>
                  <a:schemeClr val="accent2"/>
                </a:solidFill>
              </a:defRPr>
            </a:lvl6pPr>
            <a:lvl7pPr lvl="6" rtl="0">
              <a:spcBef>
                <a:spcPts val="533"/>
              </a:spcBef>
              <a:spcAft>
                <a:spcPts val="0"/>
              </a:spcAft>
              <a:buClr>
                <a:schemeClr val="accent2"/>
              </a:buClr>
              <a:buSzPts val="2666"/>
              <a:buNone/>
              <a:defRPr>
                <a:solidFill>
                  <a:schemeClr val="accent2"/>
                </a:solidFill>
              </a:defRPr>
            </a:lvl7pPr>
            <a:lvl8pPr lvl="7" rtl="0">
              <a:spcBef>
                <a:spcPts val="533"/>
              </a:spcBef>
              <a:spcAft>
                <a:spcPts val="0"/>
              </a:spcAft>
              <a:buClr>
                <a:schemeClr val="accent2"/>
              </a:buClr>
              <a:buSzPts val="2666"/>
              <a:buNone/>
              <a:defRPr>
                <a:solidFill>
                  <a:schemeClr val="accent2"/>
                </a:solidFill>
              </a:defRPr>
            </a:lvl8pPr>
            <a:lvl9pPr lvl="8" rtl="0">
              <a:spcBef>
                <a:spcPts val="533"/>
              </a:spcBef>
              <a:spcAft>
                <a:spcPts val="0"/>
              </a:spcAft>
              <a:buClr>
                <a:schemeClr val="accent2"/>
              </a:buClr>
              <a:buSzPts val="2666"/>
              <a:buNone/>
              <a:defRPr>
                <a:solidFill>
                  <a:schemeClr val="accent2"/>
                </a:solidFill>
              </a:defRPr>
            </a:lvl9pPr>
          </a:lstStyle>
          <a:p>
            <a:endParaRPr/>
          </a:p>
        </p:txBody>
      </p:sp>
      <p:pic>
        <p:nvPicPr>
          <p:cNvPr id="840" name="Google Shape;840;p140"/>
          <p:cNvPicPr preferRelativeResize="0"/>
          <p:nvPr/>
        </p:nvPicPr>
        <p:blipFill>
          <a:blip r:embed="rId2">
            <a:alphaModFix/>
          </a:blip>
          <a:stretch>
            <a:fillRect/>
          </a:stretch>
        </p:blipFill>
        <p:spPr>
          <a:xfrm>
            <a:off x="455626" y="6262542"/>
            <a:ext cx="685801" cy="352697"/>
          </a:xfrm>
          <a:prstGeom prst="rect">
            <a:avLst/>
          </a:prstGeom>
          <a:noFill/>
          <a:ln>
            <a:noFill/>
          </a:ln>
        </p:spPr>
      </p:pic>
      <p:sp>
        <p:nvSpPr>
          <p:cNvPr id="841" name="Google Shape;841;p140"/>
          <p:cNvSpPr txBox="1"/>
          <p:nvPr/>
        </p:nvSpPr>
        <p:spPr>
          <a:xfrm>
            <a:off x="8194350" y="6400800"/>
            <a:ext cx="3244500" cy="228600"/>
          </a:xfrm>
          <a:prstGeom prst="rect">
            <a:avLst/>
          </a:prstGeom>
          <a:noFill/>
          <a:ln>
            <a:noFill/>
          </a:ln>
        </p:spPr>
        <p:txBody>
          <a:bodyPr spcFirstLastPara="1" wrap="square" lIns="91426" tIns="91426" rIns="91426" bIns="91426" anchor="t" anchorCtr="0">
            <a:noAutofit/>
          </a:bodyPr>
          <a:lstStyle/>
          <a:p>
            <a:pPr marL="0" lvl="0" indent="0" algn="r" rtl="0">
              <a:spcBef>
                <a:spcPts val="0"/>
              </a:spcBef>
              <a:spcAft>
                <a:spcPts val="0"/>
              </a:spcAft>
              <a:buNone/>
            </a:pPr>
            <a:r>
              <a:rPr lang="en" sz="1000">
                <a:solidFill>
                  <a:srgbClr val="FFFFFF"/>
                </a:solidFill>
                <a:latin typeface="Roboto"/>
                <a:ea typeface="Roboto"/>
                <a:cs typeface="Roboto"/>
                <a:sym typeface="Roboto"/>
              </a:rPr>
              <a:t>Proprietary &amp; Confidential - For Internal Use Only</a:t>
            </a:r>
            <a:endParaRPr sz="1000">
              <a:solidFill>
                <a:srgbClr val="FFFFFF"/>
              </a:solidFill>
              <a:latin typeface="Roboto"/>
              <a:ea typeface="Roboto"/>
              <a:cs typeface="Roboto"/>
              <a:sym typeface="Roboto"/>
            </a:endParaRPr>
          </a:p>
        </p:txBody>
      </p:sp>
    </p:spTree>
  </p:cSld>
  <p:clrMapOvr>
    <a:masterClrMapping/>
  </p:clrMapOvr>
  <mc:AlternateContent xmlns:mc="http://schemas.openxmlformats.org/markup-compatibility/2006" xmlns:p14="http://schemas.microsoft.com/office/powerpoint/2010/main">
    <mc:Choice Requires="p14">
      <p:transition p14:dur="250">
        <p:fade/>
      </p:transition>
    </mc:Choice>
    <mc:Fallback xmlns:ahyp="http://schemas.microsoft.com/office/drawing/2018/hyperlinkcolor" xmlns:p15="http://schemas.microsoft.com/office/powerpoint/2012/main" xmlns:com="http://schemas.openxmlformats.org/drawingml/2006/compatibility" xmlns:pvml="urn:schemas-microsoft-com:office:powerpoint" xmlns:v="urn:schemas-microsoft-com:vml" xmlns:o="urn:schemas-microsoft-com:office:office" xmlns:dgm="http://schemas.openxmlformats.org/drawingml/2006/diagram" xmlns:c="http://schemas.openxmlformats.org/drawingml/2006/chart" xmlns:mv="urn:schemas-microsoft-com:mac:vml" xmlns="">
      <p:transition>
        <p:fade/>
      </p:transition>
    </mc:Fallback>
  </mc:AlternateContent>
</p:sldLayout>
</file>

<file path=ppt/slideLayouts/slideLayout135.xml><?xml version="1.0" encoding="utf-8"?>
<p:sldLayout xmlns:a="http://schemas.openxmlformats.org/drawingml/2006/main" xmlns:r="http://schemas.openxmlformats.org/officeDocument/2006/relationships" xmlns:p="http://schemas.openxmlformats.org/presentationml/2006/main" matchingName="HYUNDAI  Blank">
  <p:cSld name="HYUNDAI  Blank">
    <p:bg>
      <p:bgPr>
        <a:solidFill>
          <a:schemeClr val="dk2"/>
        </a:solidFill>
        <a:effectLst/>
      </p:bgPr>
    </p:bg>
    <p:spTree>
      <p:nvGrpSpPr>
        <p:cNvPr id="1" name="Shape 842"/>
        <p:cNvGrpSpPr/>
        <p:nvPr/>
      </p:nvGrpSpPr>
      <p:grpSpPr>
        <a:xfrm>
          <a:off x="0" y="0"/>
          <a:ext cx="0" cy="0"/>
          <a:chOff x="0" y="0"/>
          <a:chExt cx="0" cy="0"/>
        </a:xfrm>
      </p:grpSpPr>
      <p:sp>
        <p:nvSpPr>
          <p:cNvPr id="843" name="Google Shape;843;p141"/>
          <p:cNvSpPr txBox="1">
            <a:spLocks noGrp="1"/>
          </p:cNvSpPr>
          <p:nvPr>
            <p:ph type="sldNum" idx="12"/>
          </p:nvPr>
        </p:nvSpPr>
        <p:spPr>
          <a:xfrm>
            <a:off x="11438849" y="6400800"/>
            <a:ext cx="294601" cy="228600"/>
          </a:xfrm>
          <a:prstGeom prst="rect">
            <a:avLst/>
          </a:prstGeom>
        </p:spPr>
        <p:txBody>
          <a:bodyPr spcFirstLastPara="1" wrap="square" lIns="0" tIns="0" rIns="0" bIns="0" anchor="b" anchorCtr="0">
            <a:noAutofit/>
          </a:bodyPr>
          <a:lstStyle>
            <a:lvl1pPr lvl="0" rtl="0">
              <a:buNone/>
              <a:defRPr sz="1000">
                <a:solidFill>
                  <a:schemeClr val="lt1"/>
                </a:solidFill>
              </a:defRPr>
            </a:lvl1pPr>
            <a:lvl2pPr lvl="1" rtl="0">
              <a:buNone/>
              <a:defRPr sz="1000">
                <a:solidFill>
                  <a:schemeClr val="lt1"/>
                </a:solidFill>
              </a:defRPr>
            </a:lvl2pPr>
            <a:lvl3pPr lvl="2" rtl="0">
              <a:buNone/>
              <a:defRPr sz="1000">
                <a:solidFill>
                  <a:schemeClr val="lt1"/>
                </a:solidFill>
              </a:defRPr>
            </a:lvl3pPr>
            <a:lvl4pPr lvl="3" rtl="0">
              <a:buNone/>
              <a:defRPr sz="1000">
                <a:solidFill>
                  <a:schemeClr val="lt1"/>
                </a:solidFill>
              </a:defRPr>
            </a:lvl4pPr>
            <a:lvl5pPr lvl="4" rtl="0">
              <a:buNone/>
              <a:defRPr sz="1000">
                <a:solidFill>
                  <a:schemeClr val="lt1"/>
                </a:solidFill>
              </a:defRPr>
            </a:lvl5pPr>
            <a:lvl6pPr lvl="5" rtl="0">
              <a:buNone/>
              <a:defRPr sz="1000">
                <a:solidFill>
                  <a:schemeClr val="lt1"/>
                </a:solidFill>
              </a:defRPr>
            </a:lvl6pPr>
            <a:lvl7pPr lvl="6" rtl="0">
              <a:buNone/>
              <a:defRPr sz="1000">
                <a:solidFill>
                  <a:schemeClr val="lt1"/>
                </a:solidFill>
              </a:defRPr>
            </a:lvl7pPr>
            <a:lvl8pPr lvl="7" rtl="0">
              <a:buNone/>
              <a:defRPr sz="1000">
                <a:solidFill>
                  <a:schemeClr val="lt1"/>
                </a:solidFill>
              </a:defRPr>
            </a:lvl8pPr>
            <a:lvl9pPr lvl="8" rtl="0">
              <a:buNone/>
              <a:defRPr sz="1000">
                <a:solidFill>
                  <a:schemeClr val="lt1"/>
                </a:solidFill>
              </a:defRPr>
            </a:lvl9pPr>
          </a:lstStyle>
          <a:p>
            <a:fld id="{00000000-1234-1234-1234-123412341234}" type="slidenum">
              <a:rPr lang="en" smtClean="0"/>
              <a:pPr/>
              <a:t>‹#›</a:t>
            </a:fld>
            <a:endParaRPr lang="en"/>
          </a:p>
        </p:txBody>
      </p:sp>
      <p:pic>
        <p:nvPicPr>
          <p:cNvPr id="844" name="Google Shape;844;p141"/>
          <p:cNvPicPr preferRelativeResize="0"/>
          <p:nvPr/>
        </p:nvPicPr>
        <p:blipFill>
          <a:blip r:embed="rId2">
            <a:alphaModFix/>
          </a:blip>
          <a:stretch>
            <a:fillRect/>
          </a:stretch>
        </p:blipFill>
        <p:spPr>
          <a:xfrm>
            <a:off x="455626" y="6262542"/>
            <a:ext cx="685801" cy="352697"/>
          </a:xfrm>
          <a:prstGeom prst="rect">
            <a:avLst/>
          </a:prstGeom>
          <a:noFill/>
          <a:ln>
            <a:noFill/>
          </a:ln>
        </p:spPr>
      </p:pic>
      <p:sp>
        <p:nvSpPr>
          <p:cNvPr id="845" name="Google Shape;845;p141"/>
          <p:cNvSpPr txBox="1"/>
          <p:nvPr/>
        </p:nvSpPr>
        <p:spPr>
          <a:xfrm>
            <a:off x="8194350" y="6400800"/>
            <a:ext cx="3244500" cy="228600"/>
          </a:xfrm>
          <a:prstGeom prst="rect">
            <a:avLst/>
          </a:prstGeom>
          <a:noFill/>
          <a:ln>
            <a:noFill/>
          </a:ln>
        </p:spPr>
        <p:txBody>
          <a:bodyPr spcFirstLastPara="1" wrap="square" lIns="91426" tIns="91426" rIns="91426" bIns="91426" anchor="t" anchorCtr="0">
            <a:noAutofit/>
          </a:bodyPr>
          <a:lstStyle/>
          <a:p>
            <a:pPr marL="0" lvl="0" indent="0" algn="r" rtl="0">
              <a:spcBef>
                <a:spcPts val="0"/>
              </a:spcBef>
              <a:spcAft>
                <a:spcPts val="0"/>
              </a:spcAft>
              <a:buNone/>
            </a:pPr>
            <a:r>
              <a:rPr lang="en" sz="1000">
                <a:solidFill>
                  <a:srgbClr val="FFFFFF"/>
                </a:solidFill>
                <a:latin typeface="Roboto"/>
                <a:ea typeface="Roboto"/>
                <a:cs typeface="Roboto"/>
                <a:sym typeface="Roboto"/>
              </a:rPr>
              <a:t>Proprietary &amp; Confidential - For Internal Use Only</a:t>
            </a:r>
            <a:endParaRPr sz="1000">
              <a:solidFill>
                <a:srgbClr val="FFFFFF"/>
              </a:solidFill>
              <a:latin typeface="Roboto"/>
              <a:ea typeface="Roboto"/>
              <a:cs typeface="Roboto"/>
              <a:sym typeface="Roboto"/>
            </a:endParaRPr>
          </a:p>
        </p:txBody>
      </p:sp>
    </p:spTree>
  </p:cSld>
  <p:clrMapOvr>
    <a:masterClrMapping/>
  </p:clrMapOvr>
  <mc:AlternateContent xmlns:mc="http://schemas.openxmlformats.org/markup-compatibility/2006" xmlns:p14="http://schemas.microsoft.com/office/powerpoint/2010/main">
    <mc:Choice Requires="p14">
      <p:transition p14:dur="250">
        <p:fade/>
      </p:transition>
    </mc:Choice>
    <mc:Fallback xmlns:ahyp="http://schemas.microsoft.com/office/drawing/2018/hyperlinkcolor" xmlns:p15="http://schemas.microsoft.com/office/powerpoint/2012/main" xmlns:com="http://schemas.openxmlformats.org/drawingml/2006/compatibility" xmlns:pvml="urn:schemas-microsoft-com:office:powerpoint" xmlns:v="urn:schemas-microsoft-com:vml" xmlns:o="urn:schemas-microsoft-com:office:office" xmlns:dgm="http://schemas.openxmlformats.org/drawingml/2006/diagram" xmlns:c="http://schemas.openxmlformats.org/drawingml/2006/chart" xmlns:mv="urn:schemas-microsoft-com:mac:vml" xmlns="">
      <p:transition>
        <p:fade/>
      </p:transition>
    </mc:Fallback>
  </mc:AlternateContent>
</p:sldLayout>
</file>

<file path=ppt/slideLayouts/slideLayout136.xml><?xml version="1.0" encoding="utf-8"?>
<p:sldLayout xmlns:a="http://schemas.openxmlformats.org/drawingml/2006/main" xmlns:r="http://schemas.openxmlformats.org/officeDocument/2006/relationships" xmlns:p="http://schemas.openxmlformats.org/presentationml/2006/main" matchingName="WHITE Blank">
  <p:cSld name="WHITE Blank">
    <p:spTree>
      <p:nvGrpSpPr>
        <p:cNvPr id="1" name="Shape 846"/>
        <p:cNvGrpSpPr/>
        <p:nvPr/>
      </p:nvGrpSpPr>
      <p:grpSpPr>
        <a:xfrm>
          <a:off x="0" y="0"/>
          <a:ext cx="0" cy="0"/>
          <a:chOff x="0" y="0"/>
          <a:chExt cx="0" cy="0"/>
        </a:xfrm>
      </p:grpSpPr>
      <p:sp>
        <p:nvSpPr>
          <p:cNvPr id="847" name="Google Shape;847;p142"/>
          <p:cNvSpPr txBox="1">
            <a:spLocks noGrp="1"/>
          </p:cNvSpPr>
          <p:nvPr>
            <p:ph type="sldNum" idx="12"/>
          </p:nvPr>
        </p:nvSpPr>
        <p:spPr>
          <a:xfrm>
            <a:off x="11438849" y="6400800"/>
            <a:ext cx="294601" cy="228600"/>
          </a:xfrm>
          <a:prstGeom prst="rect">
            <a:avLst/>
          </a:prstGeom>
        </p:spPr>
        <p:txBody>
          <a:bodyPr spcFirstLastPara="1" wrap="square" lIns="0" tIns="0" rIns="0" bIns="0" anchor="b" anchorCtr="0">
            <a:noAutofit/>
          </a:bodyPr>
          <a:lstStyle>
            <a:lvl1pPr lvl="0" rtl="0">
              <a:buNone/>
              <a:defRPr sz="1000">
                <a:solidFill>
                  <a:srgbClr val="000000"/>
                </a:solidFill>
              </a:defRPr>
            </a:lvl1pPr>
            <a:lvl2pPr lvl="1" rtl="0">
              <a:buNone/>
              <a:defRPr sz="1000">
                <a:solidFill>
                  <a:srgbClr val="000000"/>
                </a:solidFill>
              </a:defRPr>
            </a:lvl2pPr>
            <a:lvl3pPr lvl="2" rtl="0">
              <a:buNone/>
              <a:defRPr sz="1000">
                <a:solidFill>
                  <a:srgbClr val="000000"/>
                </a:solidFill>
              </a:defRPr>
            </a:lvl3pPr>
            <a:lvl4pPr lvl="3" rtl="0">
              <a:buNone/>
              <a:defRPr sz="1000">
                <a:solidFill>
                  <a:srgbClr val="000000"/>
                </a:solidFill>
              </a:defRPr>
            </a:lvl4pPr>
            <a:lvl5pPr lvl="4" rtl="0">
              <a:buNone/>
              <a:defRPr sz="1000">
                <a:solidFill>
                  <a:srgbClr val="000000"/>
                </a:solidFill>
              </a:defRPr>
            </a:lvl5pPr>
            <a:lvl6pPr lvl="5" rtl="0">
              <a:buNone/>
              <a:defRPr sz="1000">
                <a:solidFill>
                  <a:srgbClr val="000000"/>
                </a:solidFill>
              </a:defRPr>
            </a:lvl6pPr>
            <a:lvl7pPr lvl="6" rtl="0">
              <a:buNone/>
              <a:defRPr sz="1000">
                <a:solidFill>
                  <a:srgbClr val="000000"/>
                </a:solidFill>
              </a:defRPr>
            </a:lvl7pPr>
            <a:lvl8pPr lvl="7" rtl="0">
              <a:buNone/>
              <a:defRPr sz="1000">
                <a:solidFill>
                  <a:srgbClr val="000000"/>
                </a:solidFill>
              </a:defRPr>
            </a:lvl8pPr>
            <a:lvl9pPr lvl="8" rtl="0">
              <a:buNone/>
              <a:defRPr sz="1000">
                <a:solidFill>
                  <a:srgbClr val="000000"/>
                </a:solidFill>
              </a:defRPr>
            </a:lvl9pPr>
          </a:lstStyle>
          <a:p>
            <a:fld id="{00000000-1234-1234-1234-123412341234}" type="slidenum">
              <a:rPr lang="en" smtClean="0"/>
              <a:pPr/>
              <a:t>‹#›</a:t>
            </a:fld>
            <a:endParaRPr lang="en"/>
          </a:p>
        </p:txBody>
      </p:sp>
      <p:pic>
        <p:nvPicPr>
          <p:cNvPr id="848" name="Google Shape;848;p142"/>
          <p:cNvPicPr preferRelativeResize="0"/>
          <p:nvPr/>
        </p:nvPicPr>
        <p:blipFill>
          <a:blip r:embed="rId2">
            <a:alphaModFix/>
          </a:blip>
          <a:stretch>
            <a:fillRect/>
          </a:stretch>
        </p:blipFill>
        <p:spPr>
          <a:xfrm>
            <a:off x="455626" y="6262542"/>
            <a:ext cx="685801" cy="352697"/>
          </a:xfrm>
          <a:prstGeom prst="rect">
            <a:avLst/>
          </a:prstGeom>
          <a:noFill/>
          <a:ln>
            <a:noFill/>
          </a:ln>
        </p:spPr>
      </p:pic>
      <p:sp>
        <p:nvSpPr>
          <p:cNvPr id="849" name="Google Shape;849;p142"/>
          <p:cNvSpPr txBox="1"/>
          <p:nvPr/>
        </p:nvSpPr>
        <p:spPr>
          <a:xfrm>
            <a:off x="8194350" y="6400800"/>
            <a:ext cx="3244500" cy="228600"/>
          </a:xfrm>
          <a:prstGeom prst="rect">
            <a:avLst/>
          </a:prstGeom>
          <a:noFill/>
          <a:ln>
            <a:noFill/>
          </a:ln>
        </p:spPr>
        <p:txBody>
          <a:bodyPr spcFirstLastPara="1" wrap="square" lIns="91426" tIns="91426" rIns="91426" bIns="91426" anchor="t" anchorCtr="0">
            <a:noAutofit/>
          </a:bodyPr>
          <a:lstStyle/>
          <a:p>
            <a:pPr marL="0" lvl="0" indent="0" algn="r" rtl="0">
              <a:spcBef>
                <a:spcPts val="0"/>
              </a:spcBef>
              <a:spcAft>
                <a:spcPts val="0"/>
              </a:spcAft>
              <a:buNone/>
            </a:pPr>
            <a:r>
              <a:rPr lang="en" sz="1000">
                <a:latin typeface="Roboto"/>
                <a:ea typeface="Roboto"/>
                <a:cs typeface="Roboto"/>
                <a:sym typeface="Roboto"/>
              </a:rPr>
              <a:t>Proprietary &amp; Confidential - For Internal Use Only</a:t>
            </a:r>
            <a:endParaRPr sz="1000">
              <a:latin typeface="Roboto"/>
              <a:ea typeface="Roboto"/>
              <a:cs typeface="Roboto"/>
              <a:sym typeface="Roboto"/>
            </a:endParaRPr>
          </a:p>
        </p:txBody>
      </p:sp>
    </p:spTree>
  </p:cSld>
  <p:clrMapOvr>
    <a:masterClrMapping/>
  </p:clrMapOvr>
  <mc:AlternateContent xmlns:mc="http://schemas.openxmlformats.org/markup-compatibility/2006" xmlns:p14="http://schemas.microsoft.com/office/powerpoint/2010/main">
    <mc:Choice Requires="p14">
      <p:transition p14:dur="250">
        <p:fade/>
      </p:transition>
    </mc:Choice>
    <mc:Fallback xmlns:ahyp="http://schemas.microsoft.com/office/drawing/2018/hyperlinkcolor" xmlns:p15="http://schemas.microsoft.com/office/powerpoint/2012/main" xmlns:com="http://schemas.openxmlformats.org/drawingml/2006/compatibility" xmlns:pvml="urn:schemas-microsoft-com:office:powerpoint" xmlns:v="urn:schemas-microsoft-com:vml" xmlns:o="urn:schemas-microsoft-com:office:office" xmlns:dgm="http://schemas.openxmlformats.org/drawingml/2006/diagram" xmlns:c="http://schemas.openxmlformats.org/drawingml/2006/chart" xmlns:mv="urn:schemas-microsoft-com:mac:vml" xmlns="">
      <p:transition>
        <p:fade/>
      </p:transition>
    </mc:Fallback>
  </mc:AlternateContent>
</p:sldLayout>
</file>

<file path=ppt/slideLayouts/slideLayout137.xml><?xml version="1.0" encoding="utf-8"?>
<p:sldLayout xmlns:a="http://schemas.openxmlformats.org/drawingml/2006/main" xmlns:r="http://schemas.openxmlformats.org/officeDocument/2006/relationships" xmlns:p="http://schemas.openxmlformats.org/presentationml/2006/main" matchingName="NAVY 1Col Title | Subhead | Text | Image">
  <p:cSld name="NAVY 1Col Title | Subhead | Text | Image">
    <p:bg>
      <p:bgPr>
        <a:solidFill>
          <a:srgbClr val="030A14"/>
        </a:solidFill>
        <a:effectLst/>
      </p:bgPr>
    </p:bg>
    <p:spTree>
      <p:nvGrpSpPr>
        <p:cNvPr id="1" name="Shape 850"/>
        <p:cNvGrpSpPr/>
        <p:nvPr/>
      </p:nvGrpSpPr>
      <p:grpSpPr>
        <a:xfrm>
          <a:off x="0" y="0"/>
          <a:ext cx="0" cy="0"/>
          <a:chOff x="0" y="0"/>
          <a:chExt cx="0" cy="0"/>
        </a:xfrm>
      </p:grpSpPr>
      <p:sp>
        <p:nvSpPr>
          <p:cNvPr id="851" name="Google Shape;851;p143"/>
          <p:cNvSpPr txBox="1">
            <a:spLocks noGrp="1"/>
          </p:cNvSpPr>
          <p:nvPr>
            <p:ph type="title"/>
          </p:nvPr>
        </p:nvSpPr>
        <p:spPr>
          <a:xfrm>
            <a:off x="455617" y="457200"/>
            <a:ext cx="8915400" cy="524400"/>
          </a:xfrm>
          <a:prstGeom prst="rect">
            <a:avLst/>
          </a:prstGeom>
          <a:noFill/>
          <a:ln>
            <a:noFill/>
          </a:ln>
        </p:spPr>
        <p:txBody>
          <a:bodyPr spcFirstLastPara="1" wrap="square" lIns="0" tIns="0" rIns="0" bIns="0" anchor="t" anchorCtr="0">
            <a:noAutofit/>
          </a:bodyPr>
          <a:lstStyle>
            <a:lvl1pPr lvl="0" algn="l" rtl="0">
              <a:lnSpc>
                <a:spcPct val="80000"/>
              </a:lnSpc>
              <a:spcBef>
                <a:spcPts val="0"/>
              </a:spcBef>
              <a:spcAft>
                <a:spcPts val="0"/>
              </a:spcAft>
              <a:buClr>
                <a:schemeClr val="lt1"/>
              </a:buClr>
              <a:buSzPts val="3200"/>
              <a:buFont typeface="Roboto Medium"/>
              <a:buNone/>
              <a:defRPr b="0">
                <a:solidFill>
                  <a:schemeClr val="lt1"/>
                </a:solidFill>
              </a:defRPr>
            </a:lvl1pPr>
            <a:lvl2pPr lvl="1" rtl="0">
              <a:spcBef>
                <a:spcPts val="0"/>
              </a:spcBef>
              <a:spcAft>
                <a:spcPts val="0"/>
              </a:spcAft>
              <a:buSzPts val="1400"/>
              <a:buNone/>
              <a:defRPr/>
            </a:lvl2pPr>
            <a:lvl3pPr lvl="2" rtl="0">
              <a:spcBef>
                <a:spcPts val="0"/>
              </a:spcBef>
              <a:spcAft>
                <a:spcPts val="0"/>
              </a:spcAft>
              <a:buSzPts val="1400"/>
              <a:buNone/>
              <a:defRPr/>
            </a:lvl3pPr>
            <a:lvl4pPr lvl="3" rtl="0">
              <a:spcBef>
                <a:spcPts val="0"/>
              </a:spcBef>
              <a:spcAft>
                <a:spcPts val="0"/>
              </a:spcAft>
              <a:buSzPts val="1400"/>
              <a:buNone/>
              <a:defRPr/>
            </a:lvl4pPr>
            <a:lvl5pPr lvl="4" rtl="0">
              <a:spcBef>
                <a:spcPts val="0"/>
              </a:spcBef>
              <a:spcAft>
                <a:spcPts val="0"/>
              </a:spcAft>
              <a:buSzPts val="1400"/>
              <a:buNone/>
              <a:defRPr/>
            </a:lvl5pPr>
            <a:lvl6pPr lvl="5" rtl="0">
              <a:spcBef>
                <a:spcPts val="0"/>
              </a:spcBef>
              <a:spcAft>
                <a:spcPts val="0"/>
              </a:spcAft>
              <a:buSzPts val="1400"/>
              <a:buNone/>
              <a:defRPr/>
            </a:lvl6pPr>
            <a:lvl7pPr lvl="6" rtl="0">
              <a:spcBef>
                <a:spcPts val="0"/>
              </a:spcBef>
              <a:spcAft>
                <a:spcPts val="0"/>
              </a:spcAft>
              <a:buSzPts val="1400"/>
              <a:buNone/>
              <a:defRPr/>
            </a:lvl7pPr>
            <a:lvl8pPr lvl="7" rtl="0">
              <a:spcBef>
                <a:spcPts val="0"/>
              </a:spcBef>
              <a:spcAft>
                <a:spcPts val="0"/>
              </a:spcAft>
              <a:buSzPts val="1400"/>
              <a:buNone/>
              <a:defRPr/>
            </a:lvl8pPr>
            <a:lvl9pPr lvl="8" rtl="0">
              <a:spcBef>
                <a:spcPts val="0"/>
              </a:spcBef>
              <a:spcAft>
                <a:spcPts val="0"/>
              </a:spcAft>
              <a:buSzPts val="1400"/>
              <a:buNone/>
              <a:defRPr/>
            </a:lvl9pPr>
          </a:lstStyle>
          <a:p>
            <a:endParaRPr/>
          </a:p>
        </p:txBody>
      </p:sp>
      <p:sp>
        <p:nvSpPr>
          <p:cNvPr id="852" name="Google Shape;852;p143"/>
          <p:cNvSpPr>
            <a:spLocks noGrp="1"/>
          </p:cNvSpPr>
          <p:nvPr>
            <p:ph type="pic" idx="2"/>
          </p:nvPr>
        </p:nvSpPr>
        <p:spPr>
          <a:xfrm>
            <a:off x="7389889" y="1371600"/>
            <a:ext cx="4343401" cy="4572000"/>
          </a:xfrm>
          <a:prstGeom prst="rect">
            <a:avLst/>
          </a:prstGeom>
          <a:solidFill>
            <a:srgbClr val="F2F2F2"/>
          </a:solidFill>
          <a:ln>
            <a:noFill/>
          </a:ln>
        </p:spPr>
        <p:txBody>
          <a:bodyPr spcFirstLastPara="1" wrap="square" lIns="0" tIns="0" rIns="0" bIns="0" anchor="ctr" anchorCtr="0">
            <a:noAutofit/>
          </a:bodyPr>
          <a:lstStyle>
            <a:lvl1pPr marR="0" lvl="0" algn="ctr" rtl="0">
              <a:spcBef>
                <a:spcPts val="1800"/>
              </a:spcBef>
              <a:spcAft>
                <a:spcPts val="0"/>
              </a:spcAft>
              <a:buClr>
                <a:srgbClr val="D8D8D8"/>
              </a:buClr>
              <a:buSzPts val="2000"/>
              <a:buFont typeface="Roboto"/>
              <a:buNone/>
              <a:defRPr sz="2000" b="0" i="0" u="none" strike="noStrike" cap="none">
                <a:solidFill>
                  <a:srgbClr val="D8D8D8"/>
                </a:solidFill>
                <a:latin typeface="Roboto"/>
                <a:ea typeface="Roboto"/>
                <a:cs typeface="Roboto"/>
                <a:sym typeface="Roboto"/>
              </a:defRPr>
            </a:lvl1pPr>
            <a:lvl2pPr marR="0" lvl="1" algn="l" rtl="0">
              <a:spcBef>
                <a:spcPts val="600"/>
              </a:spcBef>
              <a:spcAft>
                <a:spcPts val="0"/>
              </a:spcAft>
              <a:buClr>
                <a:schemeClr val="dk1"/>
              </a:buClr>
              <a:buSzPts val="1800"/>
              <a:buFont typeface="Arial"/>
              <a:buChar char="•"/>
              <a:defRPr sz="1800" b="0" i="0" u="none" strike="noStrike" cap="none">
                <a:solidFill>
                  <a:schemeClr val="dk1"/>
                </a:solidFill>
                <a:latin typeface="Roboto"/>
                <a:ea typeface="Roboto"/>
                <a:cs typeface="Roboto"/>
                <a:sym typeface="Roboto"/>
              </a:defRPr>
            </a:lvl2pPr>
            <a:lvl3pPr marR="0" lvl="2" algn="l" rtl="0">
              <a:spcBef>
                <a:spcPts val="600"/>
              </a:spcBef>
              <a:spcAft>
                <a:spcPts val="0"/>
              </a:spcAft>
              <a:buClr>
                <a:schemeClr val="dk1"/>
              </a:buClr>
              <a:buSzPts val="1600"/>
              <a:buFont typeface="Merriweather Sans"/>
              <a:buChar char="−"/>
              <a:defRPr sz="1600" b="0" i="0" u="none" strike="noStrike" cap="none">
                <a:solidFill>
                  <a:schemeClr val="dk1"/>
                </a:solidFill>
                <a:latin typeface="Roboto"/>
                <a:ea typeface="Roboto"/>
                <a:cs typeface="Roboto"/>
                <a:sym typeface="Roboto"/>
              </a:defRPr>
            </a:lvl3pPr>
            <a:lvl4pPr marR="0" lvl="3" algn="l" rtl="0">
              <a:spcBef>
                <a:spcPts val="300"/>
              </a:spcBef>
              <a:spcAft>
                <a:spcPts val="0"/>
              </a:spcAft>
              <a:buClr>
                <a:schemeClr val="dk1"/>
              </a:buClr>
              <a:buSzPts val="1400"/>
              <a:buFont typeface="Arial"/>
              <a:buChar char="•"/>
              <a:defRPr sz="1400" b="0" i="0" u="none" strike="noStrike" cap="none">
                <a:solidFill>
                  <a:schemeClr val="dk1"/>
                </a:solidFill>
                <a:latin typeface="Roboto"/>
                <a:ea typeface="Roboto"/>
                <a:cs typeface="Roboto"/>
                <a:sym typeface="Roboto"/>
              </a:defRPr>
            </a:lvl4pPr>
            <a:lvl5pPr marR="0" lvl="4" algn="l" rtl="0">
              <a:spcBef>
                <a:spcPts val="300"/>
              </a:spcBef>
              <a:spcAft>
                <a:spcPts val="0"/>
              </a:spcAft>
              <a:buClr>
                <a:schemeClr val="dk1"/>
              </a:buClr>
              <a:buSzPts val="1200"/>
              <a:buFont typeface="Merriweather Sans"/>
              <a:buChar char="−"/>
              <a:defRPr sz="1200" b="0" i="0" u="none" strike="noStrike" cap="none">
                <a:solidFill>
                  <a:schemeClr val="dk1"/>
                </a:solidFill>
                <a:latin typeface="Roboto"/>
                <a:ea typeface="Roboto"/>
                <a:cs typeface="Roboto"/>
                <a:sym typeface="Roboto"/>
              </a:defRPr>
            </a:lvl5pPr>
            <a:lvl6pPr marR="0" lvl="5" algn="l" rtl="0">
              <a:spcBef>
                <a:spcPts val="533"/>
              </a:spcBef>
              <a:spcAft>
                <a:spcPts val="0"/>
              </a:spcAft>
              <a:buClr>
                <a:schemeClr val="dk1"/>
              </a:buClr>
              <a:buSzPts val="2666"/>
              <a:buFont typeface="Arial"/>
              <a:buChar char="•"/>
              <a:defRPr sz="2666" b="0" i="0" u="none" strike="noStrike" cap="none">
                <a:solidFill>
                  <a:schemeClr val="dk1"/>
                </a:solidFill>
                <a:latin typeface="Poppins Medium"/>
                <a:ea typeface="Poppins Medium"/>
                <a:cs typeface="Poppins Medium"/>
                <a:sym typeface="Poppins Medium"/>
              </a:defRPr>
            </a:lvl6pPr>
            <a:lvl7pPr marR="0" lvl="6" algn="l" rtl="0">
              <a:spcBef>
                <a:spcPts val="533"/>
              </a:spcBef>
              <a:spcAft>
                <a:spcPts val="0"/>
              </a:spcAft>
              <a:buClr>
                <a:schemeClr val="dk1"/>
              </a:buClr>
              <a:buSzPts val="2666"/>
              <a:buFont typeface="Arial"/>
              <a:buChar char="•"/>
              <a:defRPr sz="2666" b="0" i="0" u="none" strike="noStrike" cap="none">
                <a:solidFill>
                  <a:schemeClr val="dk1"/>
                </a:solidFill>
                <a:latin typeface="Poppins Medium"/>
                <a:ea typeface="Poppins Medium"/>
                <a:cs typeface="Poppins Medium"/>
                <a:sym typeface="Poppins Medium"/>
              </a:defRPr>
            </a:lvl7pPr>
            <a:lvl8pPr marR="0" lvl="7" algn="l" rtl="0">
              <a:spcBef>
                <a:spcPts val="533"/>
              </a:spcBef>
              <a:spcAft>
                <a:spcPts val="0"/>
              </a:spcAft>
              <a:buClr>
                <a:schemeClr val="dk1"/>
              </a:buClr>
              <a:buSzPts val="2666"/>
              <a:buFont typeface="Arial"/>
              <a:buChar char="•"/>
              <a:defRPr sz="2666" b="0" i="0" u="none" strike="noStrike" cap="none">
                <a:solidFill>
                  <a:schemeClr val="dk1"/>
                </a:solidFill>
                <a:latin typeface="Poppins Medium"/>
                <a:ea typeface="Poppins Medium"/>
                <a:cs typeface="Poppins Medium"/>
                <a:sym typeface="Poppins Medium"/>
              </a:defRPr>
            </a:lvl8pPr>
            <a:lvl9pPr marR="0" lvl="8" algn="l" rtl="0">
              <a:spcBef>
                <a:spcPts val="533"/>
              </a:spcBef>
              <a:spcAft>
                <a:spcPts val="0"/>
              </a:spcAft>
              <a:buClr>
                <a:schemeClr val="dk1"/>
              </a:buClr>
              <a:buSzPts val="2666"/>
              <a:buFont typeface="Arial"/>
              <a:buChar char="•"/>
              <a:defRPr sz="2666" b="0" i="0" u="none" strike="noStrike" cap="none">
                <a:solidFill>
                  <a:schemeClr val="dk1"/>
                </a:solidFill>
                <a:latin typeface="Poppins Medium"/>
                <a:ea typeface="Poppins Medium"/>
                <a:cs typeface="Poppins Medium"/>
                <a:sym typeface="Poppins Medium"/>
              </a:defRPr>
            </a:lvl9pPr>
          </a:lstStyle>
          <a:p>
            <a:endParaRPr/>
          </a:p>
        </p:txBody>
      </p:sp>
      <p:sp>
        <p:nvSpPr>
          <p:cNvPr id="853" name="Google Shape;853;p143"/>
          <p:cNvSpPr txBox="1">
            <a:spLocks noGrp="1"/>
          </p:cNvSpPr>
          <p:nvPr>
            <p:ph type="sldNum" idx="12"/>
          </p:nvPr>
        </p:nvSpPr>
        <p:spPr>
          <a:xfrm>
            <a:off x="11438849" y="6400800"/>
            <a:ext cx="294601" cy="228600"/>
          </a:xfrm>
          <a:prstGeom prst="rect">
            <a:avLst/>
          </a:prstGeom>
        </p:spPr>
        <p:txBody>
          <a:bodyPr spcFirstLastPara="1" wrap="square" lIns="0" tIns="0" rIns="0" bIns="0" anchor="b" anchorCtr="0">
            <a:noAutofit/>
          </a:bodyPr>
          <a:lstStyle>
            <a:lvl1pPr lvl="0" rtl="0">
              <a:buNone/>
              <a:defRPr sz="1000">
                <a:solidFill>
                  <a:schemeClr val="lt1"/>
                </a:solidFill>
              </a:defRPr>
            </a:lvl1pPr>
            <a:lvl2pPr lvl="1" rtl="0">
              <a:buNone/>
              <a:defRPr sz="1000">
                <a:solidFill>
                  <a:schemeClr val="lt1"/>
                </a:solidFill>
              </a:defRPr>
            </a:lvl2pPr>
            <a:lvl3pPr lvl="2" rtl="0">
              <a:buNone/>
              <a:defRPr sz="1000">
                <a:solidFill>
                  <a:schemeClr val="lt1"/>
                </a:solidFill>
              </a:defRPr>
            </a:lvl3pPr>
            <a:lvl4pPr lvl="3" rtl="0">
              <a:buNone/>
              <a:defRPr sz="1000">
                <a:solidFill>
                  <a:schemeClr val="lt1"/>
                </a:solidFill>
              </a:defRPr>
            </a:lvl4pPr>
            <a:lvl5pPr lvl="4" rtl="0">
              <a:buNone/>
              <a:defRPr sz="1000">
                <a:solidFill>
                  <a:schemeClr val="lt1"/>
                </a:solidFill>
              </a:defRPr>
            </a:lvl5pPr>
            <a:lvl6pPr lvl="5" rtl="0">
              <a:buNone/>
              <a:defRPr sz="1000">
                <a:solidFill>
                  <a:schemeClr val="lt1"/>
                </a:solidFill>
              </a:defRPr>
            </a:lvl6pPr>
            <a:lvl7pPr lvl="6" rtl="0">
              <a:buNone/>
              <a:defRPr sz="1000">
                <a:solidFill>
                  <a:schemeClr val="lt1"/>
                </a:solidFill>
              </a:defRPr>
            </a:lvl7pPr>
            <a:lvl8pPr lvl="7" rtl="0">
              <a:buNone/>
              <a:defRPr sz="1000">
                <a:solidFill>
                  <a:schemeClr val="lt1"/>
                </a:solidFill>
              </a:defRPr>
            </a:lvl8pPr>
            <a:lvl9pPr lvl="8" rtl="0">
              <a:buNone/>
              <a:defRPr sz="1000">
                <a:solidFill>
                  <a:schemeClr val="lt1"/>
                </a:solidFill>
              </a:defRPr>
            </a:lvl9pPr>
          </a:lstStyle>
          <a:p>
            <a:fld id="{00000000-1234-1234-1234-123412341234}" type="slidenum">
              <a:rPr lang="en" smtClean="0"/>
              <a:pPr/>
              <a:t>‹#›</a:t>
            </a:fld>
            <a:endParaRPr lang="en"/>
          </a:p>
        </p:txBody>
      </p:sp>
      <p:sp>
        <p:nvSpPr>
          <p:cNvPr id="854" name="Google Shape;854;p143"/>
          <p:cNvSpPr txBox="1">
            <a:spLocks noGrp="1"/>
          </p:cNvSpPr>
          <p:nvPr>
            <p:ph type="subTitle" idx="1"/>
          </p:nvPr>
        </p:nvSpPr>
        <p:spPr>
          <a:xfrm>
            <a:off x="455625" y="868680"/>
            <a:ext cx="7635001" cy="228600"/>
          </a:xfrm>
          <a:prstGeom prst="rect">
            <a:avLst/>
          </a:prstGeom>
        </p:spPr>
        <p:txBody>
          <a:bodyPr spcFirstLastPara="1" wrap="square" lIns="0" tIns="0" rIns="0" bIns="0" anchor="t" anchorCtr="0">
            <a:noAutofit/>
          </a:bodyPr>
          <a:lstStyle>
            <a:lvl1pPr lvl="0" rtl="0">
              <a:spcBef>
                <a:spcPts val="0"/>
              </a:spcBef>
              <a:spcAft>
                <a:spcPts val="0"/>
              </a:spcAft>
              <a:buClr>
                <a:schemeClr val="accent2"/>
              </a:buClr>
              <a:buSzPts val="1600"/>
              <a:buFont typeface="Roboto Medium"/>
              <a:buNone/>
              <a:defRPr sz="1600">
                <a:solidFill>
                  <a:schemeClr val="accent2"/>
                </a:solidFill>
                <a:latin typeface="Roboto Medium"/>
                <a:ea typeface="Roboto Medium"/>
                <a:cs typeface="Roboto Medium"/>
                <a:sym typeface="Roboto Medium"/>
              </a:defRPr>
            </a:lvl1pPr>
            <a:lvl2pPr lvl="1" rtl="0">
              <a:spcBef>
                <a:spcPts val="600"/>
              </a:spcBef>
              <a:spcAft>
                <a:spcPts val="0"/>
              </a:spcAft>
              <a:buClr>
                <a:schemeClr val="accent2"/>
              </a:buClr>
              <a:buSzPts val="1800"/>
              <a:buNone/>
              <a:defRPr>
                <a:solidFill>
                  <a:schemeClr val="accent2"/>
                </a:solidFill>
              </a:defRPr>
            </a:lvl2pPr>
            <a:lvl3pPr lvl="2" rtl="0">
              <a:spcBef>
                <a:spcPts val="600"/>
              </a:spcBef>
              <a:spcAft>
                <a:spcPts val="0"/>
              </a:spcAft>
              <a:buClr>
                <a:schemeClr val="accent2"/>
              </a:buClr>
              <a:buSzPts val="1600"/>
              <a:buNone/>
              <a:defRPr>
                <a:solidFill>
                  <a:schemeClr val="accent2"/>
                </a:solidFill>
              </a:defRPr>
            </a:lvl3pPr>
            <a:lvl4pPr lvl="3" rtl="0">
              <a:spcBef>
                <a:spcPts val="300"/>
              </a:spcBef>
              <a:spcAft>
                <a:spcPts val="0"/>
              </a:spcAft>
              <a:buClr>
                <a:schemeClr val="accent2"/>
              </a:buClr>
              <a:buSzPts val="1400"/>
              <a:buNone/>
              <a:defRPr>
                <a:solidFill>
                  <a:schemeClr val="accent2"/>
                </a:solidFill>
              </a:defRPr>
            </a:lvl4pPr>
            <a:lvl5pPr lvl="4" rtl="0">
              <a:spcBef>
                <a:spcPts val="300"/>
              </a:spcBef>
              <a:spcAft>
                <a:spcPts val="0"/>
              </a:spcAft>
              <a:buClr>
                <a:schemeClr val="accent2"/>
              </a:buClr>
              <a:buSzPts val="1200"/>
              <a:buNone/>
              <a:defRPr>
                <a:solidFill>
                  <a:schemeClr val="accent2"/>
                </a:solidFill>
              </a:defRPr>
            </a:lvl5pPr>
            <a:lvl6pPr lvl="5" rtl="0">
              <a:spcBef>
                <a:spcPts val="533"/>
              </a:spcBef>
              <a:spcAft>
                <a:spcPts val="0"/>
              </a:spcAft>
              <a:buClr>
                <a:schemeClr val="accent2"/>
              </a:buClr>
              <a:buSzPts val="2666"/>
              <a:buNone/>
              <a:defRPr>
                <a:solidFill>
                  <a:schemeClr val="accent2"/>
                </a:solidFill>
              </a:defRPr>
            </a:lvl6pPr>
            <a:lvl7pPr lvl="6" rtl="0">
              <a:spcBef>
                <a:spcPts val="533"/>
              </a:spcBef>
              <a:spcAft>
                <a:spcPts val="0"/>
              </a:spcAft>
              <a:buClr>
                <a:schemeClr val="accent2"/>
              </a:buClr>
              <a:buSzPts val="2666"/>
              <a:buNone/>
              <a:defRPr>
                <a:solidFill>
                  <a:schemeClr val="accent2"/>
                </a:solidFill>
              </a:defRPr>
            </a:lvl7pPr>
            <a:lvl8pPr lvl="7" rtl="0">
              <a:spcBef>
                <a:spcPts val="533"/>
              </a:spcBef>
              <a:spcAft>
                <a:spcPts val="0"/>
              </a:spcAft>
              <a:buClr>
                <a:schemeClr val="accent2"/>
              </a:buClr>
              <a:buSzPts val="2666"/>
              <a:buNone/>
              <a:defRPr>
                <a:solidFill>
                  <a:schemeClr val="accent2"/>
                </a:solidFill>
              </a:defRPr>
            </a:lvl8pPr>
            <a:lvl9pPr lvl="8" rtl="0">
              <a:spcBef>
                <a:spcPts val="533"/>
              </a:spcBef>
              <a:spcAft>
                <a:spcPts val="0"/>
              </a:spcAft>
              <a:buClr>
                <a:schemeClr val="accent2"/>
              </a:buClr>
              <a:buSzPts val="2666"/>
              <a:buNone/>
              <a:defRPr>
                <a:solidFill>
                  <a:schemeClr val="accent2"/>
                </a:solidFill>
              </a:defRPr>
            </a:lvl9pPr>
          </a:lstStyle>
          <a:p>
            <a:endParaRPr/>
          </a:p>
        </p:txBody>
      </p:sp>
      <p:sp>
        <p:nvSpPr>
          <p:cNvPr id="855" name="Google Shape;855;p143"/>
          <p:cNvSpPr txBox="1">
            <a:spLocks noGrp="1"/>
          </p:cNvSpPr>
          <p:nvPr>
            <p:ph type="body" idx="3"/>
          </p:nvPr>
        </p:nvSpPr>
        <p:spPr>
          <a:xfrm>
            <a:off x="455625" y="2686375"/>
            <a:ext cx="5486400" cy="3257100"/>
          </a:xfrm>
          <a:prstGeom prst="rect">
            <a:avLst/>
          </a:prstGeom>
          <a:noFill/>
          <a:ln>
            <a:noFill/>
          </a:ln>
        </p:spPr>
        <p:txBody>
          <a:bodyPr spcFirstLastPara="1" wrap="square" lIns="0" tIns="0" rIns="0" bIns="0" anchor="t" anchorCtr="0">
            <a:noAutofit/>
          </a:bodyPr>
          <a:lstStyle>
            <a:lvl1pPr marL="457207" lvl="0" indent="-228604" algn="l" rtl="0">
              <a:spcBef>
                <a:spcPts val="1800"/>
              </a:spcBef>
              <a:spcAft>
                <a:spcPts val="0"/>
              </a:spcAft>
              <a:buClr>
                <a:schemeClr val="lt1"/>
              </a:buClr>
              <a:buSzPts val="2000"/>
              <a:buFont typeface="Roboto"/>
              <a:buNone/>
              <a:defRPr b="0" i="0">
                <a:solidFill>
                  <a:schemeClr val="lt1"/>
                </a:solidFill>
                <a:latin typeface="Roboto"/>
                <a:ea typeface="Roboto"/>
                <a:cs typeface="Roboto"/>
                <a:sym typeface="Roboto"/>
              </a:defRPr>
            </a:lvl1pPr>
            <a:lvl2pPr marL="914415" lvl="1" indent="-342906" algn="l" rtl="0">
              <a:spcBef>
                <a:spcPts val="600"/>
              </a:spcBef>
              <a:spcAft>
                <a:spcPts val="0"/>
              </a:spcAft>
              <a:buClr>
                <a:schemeClr val="lt1"/>
              </a:buClr>
              <a:buSzPts val="1800"/>
              <a:buChar char="•"/>
              <a:defRPr b="0" i="0">
                <a:solidFill>
                  <a:schemeClr val="lt1"/>
                </a:solidFill>
                <a:latin typeface="Roboto"/>
                <a:ea typeface="Roboto"/>
                <a:cs typeface="Roboto"/>
                <a:sym typeface="Roboto"/>
              </a:defRPr>
            </a:lvl2pPr>
            <a:lvl3pPr marL="1371622" lvl="2" indent="-330205" algn="l" rtl="0">
              <a:spcBef>
                <a:spcPts val="600"/>
              </a:spcBef>
              <a:spcAft>
                <a:spcPts val="0"/>
              </a:spcAft>
              <a:buClr>
                <a:schemeClr val="lt1"/>
              </a:buClr>
              <a:buSzPts val="1600"/>
              <a:buChar char="−"/>
              <a:defRPr b="0" i="0">
                <a:solidFill>
                  <a:schemeClr val="lt1"/>
                </a:solidFill>
                <a:latin typeface="Roboto"/>
                <a:ea typeface="Roboto"/>
                <a:cs typeface="Roboto"/>
                <a:sym typeface="Roboto"/>
              </a:defRPr>
            </a:lvl3pPr>
            <a:lvl4pPr marL="1828831" lvl="3" indent="-317506" algn="l" rtl="0">
              <a:spcBef>
                <a:spcPts val="300"/>
              </a:spcBef>
              <a:spcAft>
                <a:spcPts val="0"/>
              </a:spcAft>
              <a:buClr>
                <a:schemeClr val="lt1"/>
              </a:buClr>
              <a:buSzPts val="1400"/>
              <a:buChar char="•"/>
              <a:defRPr b="0" i="0">
                <a:solidFill>
                  <a:schemeClr val="lt1"/>
                </a:solidFill>
                <a:latin typeface="Roboto"/>
                <a:ea typeface="Roboto"/>
                <a:cs typeface="Roboto"/>
                <a:sym typeface="Roboto"/>
              </a:defRPr>
            </a:lvl4pPr>
            <a:lvl5pPr marL="2286038" lvl="4" indent="-304805" algn="l" rtl="0">
              <a:spcBef>
                <a:spcPts val="300"/>
              </a:spcBef>
              <a:spcAft>
                <a:spcPts val="0"/>
              </a:spcAft>
              <a:buClr>
                <a:schemeClr val="lt1"/>
              </a:buClr>
              <a:buSzPts val="1200"/>
              <a:buChar char="−"/>
              <a:defRPr b="0" i="0">
                <a:solidFill>
                  <a:schemeClr val="lt1"/>
                </a:solidFill>
                <a:latin typeface="Roboto"/>
                <a:ea typeface="Roboto"/>
                <a:cs typeface="Roboto"/>
                <a:sym typeface="Roboto"/>
              </a:defRPr>
            </a:lvl5pPr>
            <a:lvl6pPr marL="2743246" lvl="5" indent="-304805" algn="l" rtl="0">
              <a:spcBef>
                <a:spcPts val="360"/>
              </a:spcBef>
              <a:spcAft>
                <a:spcPts val="0"/>
              </a:spcAft>
              <a:buClr>
                <a:schemeClr val="lt1"/>
              </a:buClr>
              <a:buSzPts val="1200"/>
              <a:buFont typeface="Roboto"/>
              <a:buChar char="•"/>
              <a:defRPr sz="1200">
                <a:solidFill>
                  <a:schemeClr val="lt1"/>
                </a:solidFill>
                <a:latin typeface="Roboto"/>
                <a:ea typeface="Roboto"/>
                <a:cs typeface="Roboto"/>
                <a:sym typeface="Roboto"/>
              </a:defRPr>
            </a:lvl6pPr>
            <a:lvl7pPr marL="3200453" lvl="6" indent="-304805" algn="l" rtl="0">
              <a:spcBef>
                <a:spcPts val="360"/>
              </a:spcBef>
              <a:spcAft>
                <a:spcPts val="0"/>
              </a:spcAft>
              <a:buClr>
                <a:schemeClr val="lt1"/>
              </a:buClr>
              <a:buSzPts val="1200"/>
              <a:buFont typeface="Roboto"/>
              <a:buChar char="•"/>
              <a:defRPr sz="1200">
                <a:solidFill>
                  <a:schemeClr val="lt1"/>
                </a:solidFill>
                <a:latin typeface="Roboto"/>
                <a:ea typeface="Roboto"/>
                <a:cs typeface="Roboto"/>
                <a:sym typeface="Roboto"/>
              </a:defRPr>
            </a:lvl7pPr>
            <a:lvl8pPr marL="3657661" lvl="7" indent="-304805" algn="l" rtl="0">
              <a:spcBef>
                <a:spcPts val="360"/>
              </a:spcBef>
              <a:spcAft>
                <a:spcPts val="0"/>
              </a:spcAft>
              <a:buClr>
                <a:schemeClr val="lt1"/>
              </a:buClr>
              <a:buSzPts val="1200"/>
              <a:buFont typeface="Roboto"/>
              <a:buChar char="•"/>
              <a:defRPr sz="1200">
                <a:solidFill>
                  <a:schemeClr val="lt1"/>
                </a:solidFill>
                <a:latin typeface="Roboto"/>
                <a:ea typeface="Roboto"/>
                <a:cs typeface="Roboto"/>
                <a:sym typeface="Roboto"/>
              </a:defRPr>
            </a:lvl8pPr>
            <a:lvl9pPr marL="4114868" lvl="8" indent="-304805" algn="l" rtl="0">
              <a:spcBef>
                <a:spcPts val="360"/>
              </a:spcBef>
              <a:spcAft>
                <a:spcPts val="0"/>
              </a:spcAft>
              <a:buClr>
                <a:schemeClr val="lt1"/>
              </a:buClr>
              <a:buSzPts val="1200"/>
              <a:buFont typeface="Roboto"/>
              <a:buChar char="•"/>
              <a:defRPr sz="1200">
                <a:solidFill>
                  <a:schemeClr val="lt1"/>
                </a:solidFill>
                <a:latin typeface="Roboto"/>
                <a:ea typeface="Roboto"/>
                <a:cs typeface="Roboto"/>
                <a:sym typeface="Roboto"/>
              </a:defRPr>
            </a:lvl9pPr>
          </a:lstStyle>
          <a:p>
            <a:endParaRPr/>
          </a:p>
        </p:txBody>
      </p:sp>
      <p:pic>
        <p:nvPicPr>
          <p:cNvPr id="856" name="Google Shape;856;p143"/>
          <p:cNvPicPr preferRelativeResize="0"/>
          <p:nvPr/>
        </p:nvPicPr>
        <p:blipFill>
          <a:blip r:embed="rId2">
            <a:alphaModFix/>
          </a:blip>
          <a:stretch>
            <a:fillRect/>
          </a:stretch>
        </p:blipFill>
        <p:spPr>
          <a:xfrm>
            <a:off x="455626" y="6262542"/>
            <a:ext cx="685801" cy="352697"/>
          </a:xfrm>
          <a:prstGeom prst="rect">
            <a:avLst/>
          </a:prstGeom>
          <a:noFill/>
          <a:ln>
            <a:noFill/>
          </a:ln>
        </p:spPr>
      </p:pic>
      <p:sp>
        <p:nvSpPr>
          <p:cNvPr id="857" name="Google Shape;857;p143"/>
          <p:cNvSpPr txBox="1"/>
          <p:nvPr/>
        </p:nvSpPr>
        <p:spPr>
          <a:xfrm>
            <a:off x="8194350" y="6400800"/>
            <a:ext cx="3244500" cy="228600"/>
          </a:xfrm>
          <a:prstGeom prst="rect">
            <a:avLst/>
          </a:prstGeom>
          <a:noFill/>
          <a:ln>
            <a:noFill/>
          </a:ln>
        </p:spPr>
        <p:txBody>
          <a:bodyPr spcFirstLastPara="1" wrap="square" lIns="91426" tIns="91426" rIns="91426" bIns="91426" anchor="t" anchorCtr="0">
            <a:noAutofit/>
          </a:bodyPr>
          <a:lstStyle/>
          <a:p>
            <a:pPr marL="0" lvl="0" indent="0" algn="r" rtl="0">
              <a:spcBef>
                <a:spcPts val="0"/>
              </a:spcBef>
              <a:spcAft>
                <a:spcPts val="0"/>
              </a:spcAft>
              <a:buNone/>
            </a:pPr>
            <a:r>
              <a:rPr lang="en" sz="1000">
                <a:solidFill>
                  <a:srgbClr val="FFFFFF"/>
                </a:solidFill>
                <a:latin typeface="Roboto"/>
                <a:ea typeface="Roboto"/>
                <a:cs typeface="Roboto"/>
                <a:sym typeface="Roboto"/>
              </a:rPr>
              <a:t>Proprietary &amp; Confidential - For Internal Use Only</a:t>
            </a:r>
            <a:endParaRPr sz="1000">
              <a:solidFill>
                <a:srgbClr val="FFFFFF"/>
              </a:solidFill>
              <a:latin typeface="Roboto"/>
              <a:ea typeface="Roboto"/>
              <a:cs typeface="Roboto"/>
              <a:sym typeface="Roboto"/>
            </a:endParaRPr>
          </a:p>
        </p:txBody>
      </p:sp>
    </p:spTree>
  </p:cSld>
  <p:clrMapOvr>
    <a:masterClrMapping/>
  </p:clrMapOvr>
  <mc:AlternateContent xmlns:mc="http://schemas.openxmlformats.org/markup-compatibility/2006" xmlns:p14="http://schemas.microsoft.com/office/powerpoint/2010/main">
    <mc:Choice Requires="p14">
      <p:transition p14:dur="250">
        <p:fade/>
      </p:transition>
    </mc:Choice>
    <mc:Fallback xmlns:ahyp="http://schemas.microsoft.com/office/drawing/2018/hyperlinkcolor" xmlns:p15="http://schemas.microsoft.com/office/powerpoint/2012/main" xmlns:com="http://schemas.openxmlformats.org/drawingml/2006/compatibility" xmlns:pvml="urn:schemas-microsoft-com:office:powerpoint" xmlns:v="urn:schemas-microsoft-com:vml" xmlns:o="urn:schemas-microsoft-com:office:office" xmlns:dgm="http://schemas.openxmlformats.org/drawingml/2006/diagram" xmlns:c="http://schemas.openxmlformats.org/drawingml/2006/chart" xmlns:mv="urn:schemas-microsoft-com:mac:vml" xmlns="">
      <p:transition>
        <p:fade/>
      </p:transition>
    </mc:Fallback>
  </mc:AlternateContent>
</p:sldLayout>
</file>

<file path=ppt/slideLayouts/slideLayout138.xml><?xml version="1.0" encoding="utf-8"?>
<p:sldLayout xmlns:a="http://schemas.openxmlformats.org/drawingml/2006/main" xmlns:r="http://schemas.openxmlformats.org/officeDocument/2006/relationships" xmlns:p="http://schemas.openxmlformats.org/presentationml/2006/main" matchingName="NAVY Title | Subhead | Text | HP Image">
  <p:cSld name="NAVY Title | Subhead | Text | HP Image">
    <p:bg>
      <p:bgPr>
        <a:solidFill>
          <a:srgbClr val="030A14"/>
        </a:solidFill>
        <a:effectLst/>
      </p:bgPr>
    </p:bg>
    <p:spTree>
      <p:nvGrpSpPr>
        <p:cNvPr id="1" name="Shape 858"/>
        <p:cNvGrpSpPr/>
        <p:nvPr/>
      </p:nvGrpSpPr>
      <p:grpSpPr>
        <a:xfrm>
          <a:off x="0" y="0"/>
          <a:ext cx="0" cy="0"/>
          <a:chOff x="0" y="0"/>
          <a:chExt cx="0" cy="0"/>
        </a:xfrm>
      </p:grpSpPr>
      <p:sp>
        <p:nvSpPr>
          <p:cNvPr id="859" name="Google Shape;859;p144"/>
          <p:cNvSpPr>
            <a:spLocks noGrp="1"/>
          </p:cNvSpPr>
          <p:nvPr>
            <p:ph type="pic" idx="2"/>
          </p:nvPr>
        </p:nvSpPr>
        <p:spPr>
          <a:xfrm>
            <a:off x="6094475" y="359"/>
            <a:ext cx="6094500" cy="6858000"/>
          </a:xfrm>
          <a:prstGeom prst="rect">
            <a:avLst/>
          </a:prstGeom>
          <a:solidFill>
            <a:srgbClr val="F2F2F2"/>
          </a:solidFill>
          <a:ln>
            <a:noFill/>
          </a:ln>
        </p:spPr>
        <p:txBody>
          <a:bodyPr spcFirstLastPara="1" wrap="square" lIns="0" tIns="0" rIns="0" bIns="0" anchor="ctr" anchorCtr="0">
            <a:noAutofit/>
          </a:bodyPr>
          <a:lstStyle>
            <a:lvl1pPr marR="0" lvl="0" algn="ctr" rtl="0">
              <a:spcBef>
                <a:spcPts val="1800"/>
              </a:spcBef>
              <a:spcAft>
                <a:spcPts val="0"/>
              </a:spcAft>
              <a:buClr>
                <a:srgbClr val="D8D8D8"/>
              </a:buClr>
              <a:buSzPts val="2000"/>
              <a:buFont typeface="Roboto"/>
              <a:buNone/>
              <a:defRPr sz="2000" b="0" i="0" u="none" strike="noStrike" cap="none">
                <a:solidFill>
                  <a:srgbClr val="D8D8D8"/>
                </a:solidFill>
                <a:latin typeface="Roboto"/>
                <a:ea typeface="Roboto"/>
                <a:cs typeface="Roboto"/>
                <a:sym typeface="Roboto"/>
              </a:defRPr>
            </a:lvl1pPr>
            <a:lvl2pPr marR="0" lvl="1" algn="l" rtl="0">
              <a:spcBef>
                <a:spcPts val="600"/>
              </a:spcBef>
              <a:spcAft>
                <a:spcPts val="0"/>
              </a:spcAft>
              <a:buClr>
                <a:schemeClr val="dk1"/>
              </a:buClr>
              <a:buSzPts val="1800"/>
              <a:buFont typeface="Arial"/>
              <a:buChar char="•"/>
              <a:defRPr sz="1800" b="0" i="0" u="none" strike="noStrike" cap="none">
                <a:solidFill>
                  <a:schemeClr val="dk1"/>
                </a:solidFill>
                <a:latin typeface="Roboto"/>
                <a:ea typeface="Roboto"/>
                <a:cs typeface="Roboto"/>
                <a:sym typeface="Roboto"/>
              </a:defRPr>
            </a:lvl2pPr>
            <a:lvl3pPr marR="0" lvl="2" algn="l" rtl="0">
              <a:spcBef>
                <a:spcPts val="600"/>
              </a:spcBef>
              <a:spcAft>
                <a:spcPts val="0"/>
              </a:spcAft>
              <a:buClr>
                <a:schemeClr val="dk1"/>
              </a:buClr>
              <a:buSzPts val="1600"/>
              <a:buFont typeface="Merriweather Sans"/>
              <a:buChar char="−"/>
              <a:defRPr sz="1600" b="0" i="0" u="none" strike="noStrike" cap="none">
                <a:solidFill>
                  <a:schemeClr val="dk1"/>
                </a:solidFill>
                <a:latin typeface="Roboto"/>
                <a:ea typeface="Roboto"/>
                <a:cs typeface="Roboto"/>
                <a:sym typeface="Roboto"/>
              </a:defRPr>
            </a:lvl3pPr>
            <a:lvl4pPr marR="0" lvl="3" algn="l" rtl="0">
              <a:spcBef>
                <a:spcPts val="300"/>
              </a:spcBef>
              <a:spcAft>
                <a:spcPts val="0"/>
              </a:spcAft>
              <a:buClr>
                <a:schemeClr val="dk1"/>
              </a:buClr>
              <a:buSzPts val="1400"/>
              <a:buFont typeface="Arial"/>
              <a:buChar char="•"/>
              <a:defRPr sz="1400" b="0" i="0" u="none" strike="noStrike" cap="none">
                <a:solidFill>
                  <a:schemeClr val="dk1"/>
                </a:solidFill>
                <a:latin typeface="Roboto"/>
                <a:ea typeface="Roboto"/>
                <a:cs typeface="Roboto"/>
                <a:sym typeface="Roboto"/>
              </a:defRPr>
            </a:lvl4pPr>
            <a:lvl5pPr marR="0" lvl="4" algn="l" rtl="0">
              <a:spcBef>
                <a:spcPts val="300"/>
              </a:spcBef>
              <a:spcAft>
                <a:spcPts val="0"/>
              </a:spcAft>
              <a:buClr>
                <a:schemeClr val="dk1"/>
              </a:buClr>
              <a:buSzPts val="1200"/>
              <a:buFont typeface="Merriweather Sans"/>
              <a:buChar char="−"/>
              <a:defRPr sz="1200" b="0" i="0" u="none" strike="noStrike" cap="none">
                <a:solidFill>
                  <a:schemeClr val="dk1"/>
                </a:solidFill>
                <a:latin typeface="Roboto"/>
                <a:ea typeface="Roboto"/>
                <a:cs typeface="Roboto"/>
                <a:sym typeface="Roboto"/>
              </a:defRPr>
            </a:lvl5pPr>
            <a:lvl6pPr marR="0" lvl="5" algn="l" rtl="0">
              <a:spcBef>
                <a:spcPts val="533"/>
              </a:spcBef>
              <a:spcAft>
                <a:spcPts val="0"/>
              </a:spcAft>
              <a:buClr>
                <a:schemeClr val="dk1"/>
              </a:buClr>
              <a:buSzPts val="2666"/>
              <a:buFont typeface="Arial"/>
              <a:buChar char="•"/>
              <a:defRPr sz="2666" b="0" i="0" u="none" strike="noStrike" cap="none">
                <a:solidFill>
                  <a:schemeClr val="dk1"/>
                </a:solidFill>
                <a:latin typeface="Poppins Medium"/>
                <a:ea typeface="Poppins Medium"/>
                <a:cs typeface="Poppins Medium"/>
                <a:sym typeface="Poppins Medium"/>
              </a:defRPr>
            </a:lvl6pPr>
            <a:lvl7pPr marR="0" lvl="6" algn="l" rtl="0">
              <a:spcBef>
                <a:spcPts val="533"/>
              </a:spcBef>
              <a:spcAft>
                <a:spcPts val="0"/>
              </a:spcAft>
              <a:buClr>
                <a:schemeClr val="dk1"/>
              </a:buClr>
              <a:buSzPts val="2666"/>
              <a:buFont typeface="Arial"/>
              <a:buChar char="•"/>
              <a:defRPr sz="2666" b="0" i="0" u="none" strike="noStrike" cap="none">
                <a:solidFill>
                  <a:schemeClr val="dk1"/>
                </a:solidFill>
                <a:latin typeface="Poppins Medium"/>
                <a:ea typeface="Poppins Medium"/>
                <a:cs typeface="Poppins Medium"/>
                <a:sym typeface="Poppins Medium"/>
              </a:defRPr>
            </a:lvl7pPr>
            <a:lvl8pPr marR="0" lvl="7" algn="l" rtl="0">
              <a:spcBef>
                <a:spcPts val="533"/>
              </a:spcBef>
              <a:spcAft>
                <a:spcPts val="0"/>
              </a:spcAft>
              <a:buClr>
                <a:schemeClr val="dk1"/>
              </a:buClr>
              <a:buSzPts val="2666"/>
              <a:buFont typeface="Arial"/>
              <a:buChar char="•"/>
              <a:defRPr sz="2666" b="0" i="0" u="none" strike="noStrike" cap="none">
                <a:solidFill>
                  <a:schemeClr val="dk1"/>
                </a:solidFill>
                <a:latin typeface="Poppins Medium"/>
                <a:ea typeface="Poppins Medium"/>
                <a:cs typeface="Poppins Medium"/>
                <a:sym typeface="Poppins Medium"/>
              </a:defRPr>
            </a:lvl8pPr>
            <a:lvl9pPr marR="0" lvl="8" algn="l" rtl="0">
              <a:spcBef>
                <a:spcPts val="533"/>
              </a:spcBef>
              <a:spcAft>
                <a:spcPts val="0"/>
              </a:spcAft>
              <a:buClr>
                <a:schemeClr val="dk1"/>
              </a:buClr>
              <a:buSzPts val="2666"/>
              <a:buFont typeface="Arial"/>
              <a:buChar char="•"/>
              <a:defRPr sz="2666" b="0" i="0" u="none" strike="noStrike" cap="none">
                <a:solidFill>
                  <a:schemeClr val="dk1"/>
                </a:solidFill>
                <a:latin typeface="Poppins Medium"/>
                <a:ea typeface="Poppins Medium"/>
                <a:cs typeface="Poppins Medium"/>
                <a:sym typeface="Poppins Medium"/>
              </a:defRPr>
            </a:lvl9pPr>
          </a:lstStyle>
          <a:p>
            <a:endParaRPr/>
          </a:p>
        </p:txBody>
      </p:sp>
      <p:sp>
        <p:nvSpPr>
          <p:cNvPr id="860" name="Google Shape;860;p144"/>
          <p:cNvSpPr txBox="1">
            <a:spLocks noGrp="1"/>
          </p:cNvSpPr>
          <p:nvPr>
            <p:ph type="title"/>
          </p:nvPr>
        </p:nvSpPr>
        <p:spPr>
          <a:xfrm>
            <a:off x="455618" y="457200"/>
            <a:ext cx="5029201" cy="524400"/>
          </a:xfrm>
          <a:prstGeom prst="rect">
            <a:avLst/>
          </a:prstGeom>
          <a:noFill/>
          <a:ln>
            <a:noFill/>
          </a:ln>
        </p:spPr>
        <p:txBody>
          <a:bodyPr spcFirstLastPara="1" wrap="square" lIns="0" tIns="0" rIns="0" bIns="0" anchor="t" anchorCtr="0">
            <a:noAutofit/>
          </a:bodyPr>
          <a:lstStyle>
            <a:lvl1pPr lvl="0" algn="l" rtl="0">
              <a:lnSpc>
                <a:spcPct val="80000"/>
              </a:lnSpc>
              <a:spcBef>
                <a:spcPts val="0"/>
              </a:spcBef>
              <a:spcAft>
                <a:spcPts val="0"/>
              </a:spcAft>
              <a:buClr>
                <a:schemeClr val="lt1"/>
              </a:buClr>
              <a:buSzPts val="3200"/>
              <a:buFont typeface="Roboto Medium"/>
              <a:buNone/>
              <a:defRPr b="0">
                <a:solidFill>
                  <a:schemeClr val="lt1"/>
                </a:solidFill>
              </a:defRPr>
            </a:lvl1pPr>
            <a:lvl2pPr lvl="1" rtl="0">
              <a:spcBef>
                <a:spcPts val="0"/>
              </a:spcBef>
              <a:spcAft>
                <a:spcPts val="0"/>
              </a:spcAft>
              <a:buSzPts val="1400"/>
              <a:buNone/>
              <a:defRPr/>
            </a:lvl2pPr>
            <a:lvl3pPr lvl="2" rtl="0">
              <a:spcBef>
                <a:spcPts val="0"/>
              </a:spcBef>
              <a:spcAft>
                <a:spcPts val="0"/>
              </a:spcAft>
              <a:buSzPts val="1400"/>
              <a:buNone/>
              <a:defRPr/>
            </a:lvl3pPr>
            <a:lvl4pPr lvl="3" rtl="0">
              <a:spcBef>
                <a:spcPts val="0"/>
              </a:spcBef>
              <a:spcAft>
                <a:spcPts val="0"/>
              </a:spcAft>
              <a:buSzPts val="1400"/>
              <a:buNone/>
              <a:defRPr/>
            </a:lvl4pPr>
            <a:lvl5pPr lvl="4" rtl="0">
              <a:spcBef>
                <a:spcPts val="0"/>
              </a:spcBef>
              <a:spcAft>
                <a:spcPts val="0"/>
              </a:spcAft>
              <a:buSzPts val="1400"/>
              <a:buNone/>
              <a:defRPr/>
            </a:lvl5pPr>
            <a:lvl6pPr lvl="5" rtl="0">
              <a:spcBef>
                <a:spcPts val="0"/>
              </a:spcBef>
              <a:spcAft>
                <a:spcPts val="0"/>
              </a:spcAft>
              <a:buSzPts val="1400"/>
              <a:buNone/>
              <a:defRPr/>
            </a:lvl6pPr>
            <a:lvl7pPr lvl="6" rtl="0">
              <a:spcBef>
                <a:spcPts val="0"/>
              </a:spcBef>
              <a:spcAft>
                <a:spcPts val="0"/>
              </a:spcAft>
              <a:buSzPts val="1400"/>
              <a:buNone/>
              <a:defRPr/>
            </a:lvl7pPr>
            <a:lvl8pPr lvl="7" rtl="0">
              <a:spcBef>
                <a:spcPts val="0"/>
              </a:spcBef>
              <a:spcAft>
                <a:spcPts val="0"/>
              </a:spcAft>
              <a:buSzPts val="1400"/>
              <a:buNone/>
              <a:defRPr/>
            </a:lvl8pPr>
            <a:lvl9pPr lvl="8" rtl="0">
              <a:spcBef>
                <a:spcPts val="0"/>
              </a:spcBef>
              <a:spcAft>
                <a:spcPts val="0"/>
              </a:spcAft>
              <a:buSzPts val="1400"/>
              <a:buNone/>
              <a:defRPr/>
            </a:lvl9pPr>
          </a:lstStyle>
          <a:p>
            <a:endParaRPr/>
          </a:p>
        </p:txBody>
      </p:sp>
      <p:sp>
        <p:nvSpPr>
          <p:cNvPr id="861" name="Google Shape;861;p144"/>
          <p:cNvSpPr txBox="1">
            <a:spLocks noGrp="1"/>
          </p:cNvSpPr>
          <p:nvPr>
            <p:ph type="sldNum" idx="12"/>
          </p:nvPr>
        </p:nvSpPr>
        <p:spPr>
          <a:xfrm>
            <a:off x="11438849" y="6400800"/>
            <a:ext cx="294601" cy="228600"/>
          </a:xfrm>
          <a:prstGeom prst="rect">
            <a:avLst/>
          </a:prstGeom>
        </p:spPr>
        <p:txBody>
          <a:bodyPr spcFirstLastPara="1" wrap="square" lIns="0" tIns="0" rIns="0" bIns="0" anchor="b" anchorCtr="0">
            <a:noAutofit/>
          </a:bodyPr>
          <a:lstStyle>
            <a:lvl1pPr lvl="0" rtl="0">
              <a:buNone/>
              <a:defRPr sz="1000">
                <a:solidFill>
                  <a:schemeClr val="lt1"/>
                </a:solidFill>
              </a:defRPr>
            </a:lvl1pPr>
            <a:lvl2pPr lvl="1" rtl="0">
              <a:buNone/>
              <a:defRPr sz="1000">
                <a:solidFill>
                  <a:schemeClr val="lt1"/>
                </a:solidFill>
              </a:defRPr>
            </a:lvl2pPr>
            <a:lvl3pPr lvl="2" rtl="0">
              <a:buNone/>
              <a:defRPr sz="1000">
                <a:solidFill>
                  <a:schemeClr val="lt1"/>
                </a:solidFill>
              </a:defRPr>
            </a:lvl3pPr>
            <a:lvl4pPr lvl="3" rtl="0">
              <a:buNone/>
              <a:defRPr sz="1000">
                <a:solidFill>
                  <a:schemeClr val="lt1"/>
                </a:solidFill>
              </a:defRPr>
            </a:lvl4pPr>
            <a:lvl5pPr lvl="4" rtl="0">
              <a:buNone/>
              <a:defRPr sz="1000">
                <a:solidFill>
                  <a:schemeClr val="lt1"/>
                </a:solidFill>
              </a:defRPr>
            </a:lvl5pPr>
            <a:lvl6pPr lvl="5" rtl="0">
              <a:buNone/>
              <a:defRPr sz="1000">
                <a:solidFill>
                  <a:schemeClr val="lt1"/>
                </a:solidFill>
              </a:defRPr>
            </a:lvl6pPr>
            <a:lvl7pPr lvl="6" rtl="0">
              <a:buNone/>
              <a:defRPr sz="1000">
                <a:solidFill>
                  <a:schemeClr val="lt1"/>
                </a:solidFill>
              </a:defRPr>
            </a:lvl7pPr>
            <a:lvl8pPr lvl="7" rtl="0">
              <a:buNone/>
              <a:defRPr sz="1000">
                <a:solidFill>
                  <a:schemeClr val="lt1"/>
                </a:solidFill>
              </a:defRPr>
            </a:lvl8pPr>
            <a:lvl9pPr lvl="8" rtl="0">
              <a:buNone/>
              <a:defRPr sz="1000">
                <a:solidFill>
                  <a:schemeClr val="lt1"/>
                </a:solidFill>
              </a:defRPr>
            </a:lvl9pPr>
          </a:lstStyle>
          <a:p>
            <a:fld id="{00000000-1234-1234-1234-123412341234}" type="slidenum">
              <a:rPr lang="en" smtClean="0"/>
              <a:pPr/>
              <a:t>‹#›</a:t>
            </a:fld>
            <a:endParaRPr lang="en"/>
          </a:p>
        </p:txBody>
      </p:sp>
      <p:sp>
        <p:nvSpPr>
          <p:cNvPr id="862" name="Google Shape;862;p144"/>
          <p:cNvSpPr txBox="1">
            <a:spLocks noGrp="1"/>
          </p:cNvSpPr>
          <p:nvPr>
            <p:ph type="subTitle" idx="1"/>
          </p:nvPr>
        </p:nvSpPr>
        <p:spPr>
          <a:xfrm>
            <a:off x="455625" y="1280160"/>
            <a:ext cx="7635001" cy="228600"/>
          </a:xfrm>
          <a:prstGeom prst="rect">
            <a:avLst/>
          </a:prstGeom>
        </p:spPr>
        <p:txBody>
          <a:bodyPr spcFirstLastPara="1" wrap="square" lIns="0" tIns="0" rIns="0" bIns="0" anchor="t" anchorCtr="0">
            <a:noAutofit/>
          </a:bodyPr>
          <a:lstStyle>
            <a:lvl1pPr lvl="0" rtl="0">
              <a:spcBef>
                <a:spcPts val="0"/>
              </a:spcBef>
              <a:spcAft>
                <a:spcPts val="0"/>
              </a:spcAft>
              <a:buClr>
                <a:schemeClr val="accent2"/>
              </a:buClr>
              <a:buSzPts val="1600"/>
              <a:buFont typeface="Roboto Medium"/>
              <a:buNone/>
              <a:defRPr sz="1600">
                <a:solidFill>
                  <a:schemeClr val="accent2"/>
                </a:solidFill>
                <a:latin typeface="Roboto Medium"/>
                <a:ea typeface="Roboto Medium"/>
                <a:cs typeface="Roboto Medium"/>
                <a:sym typeface="Roboto Medium"/>
              </a:defRPr>
            </a:lvl1pPr>
            <a:lvl2pPr lvl="1" rtl="0">
              <a:spcBef>
                <a:spcPts val="600"/>
              </a:spcBef>
              <a:spcAft>
                <a:spcPts val="0"/>
              </a:spcAft>
              <a:buClr>
                <a:schemeClr val="accent2"/>
              </a:buClr>
              <a:buSzPts val="1800"/>
              <a:buNone/>
              <a:defRPr>
                <a:solidFill>
                  <a:schemeClr val="accent2"/>
                </a:solidFill>
              </a:defRPr>
            </a:lvl2pPr>
            <a:lvl3pPr lvl="2" rtl="0">
              <a:spcBef>
                <a:spcPts val="600"/>
              </a:spcBef>
              <a:spcAft>
                <a:spcPts val="0"/>
              </a:spcAft>
              <a:buClr>
                <a:schemeClr val="accent2"/>
              </a:buClr>
              <a:buSzPts val="1600"/>
              <a:buNone/>
              <a:defRPr>
                <a:solidFill>
                  <a:schemeClr val="accent2"/>
                </a:solidFill>
              </a:defRPr>
            </a:lvl3pPr>
            <a:lvl4pPr lvl="3" rtl="0">
              <a:spcBef>
                <a:spcPts val="300"/>
              </a:spcBef>
              <a:spcAft>
                <a:spcPts val="0"/>
              </a:spcAft>
              <a:buClr>
                <a:schemeClr val="accent2"/>
              </a:buClr>
              <a:buSzPts val="1400"/>
              <a:buNone/>
              <a:defRPr>
                <a:solidFill>
                  <a:schemeClr val="accent2"/>
                </a:solidFill>
              </a:defRPr>
            </a:lvl4pPr>
            <a:lvl5pPr lvl="4" rtl="0">
              <a:spcBef>
                <a:spcPts val="300"/>
              </a:spcBef>
              <a:spcAft>
                <a:spcPts val="0"/>
              </a:spcAft>
              <a:buClr>
                <a:schemeClr val="accent2"/>
              </a:buClr>
              <a:buSzPts val="1200"/>
              <a:buNone/>
              <a:defRPr>
                <a:solidFill>
                  <a:schemeClr val="accent2"/>
                </a:solidFill>
              </a:defRPr>
            </a:lvl5pPr>
            <a:lvl6pPr lvl="5" rtl="0">
              <a:spcBef>
                <a:spcPts val="533"/>
              </a:spcBef>
              <a:spcAft>
                <a:spcPts val="0"/>
              </a:spcAft>
              <a:buClr>
                <a:schemeClr val="accent2"/>
              </a:buClr>
              <a:buSzPts val="2666"/>
              <a:buNone/>
              <a:defRPr>
                <a:solidFill>
                  <a:schemeClr val="accent2"/>
                </a:solidFill>
              </a:defRPr>
            </a:lvl6pPr>
            <a:lvl7pPr lvl="6" rtl="0">
              <a:spcBef>
                <a:spcPts val="533"/>
              </a:spcBef>
              <a:spcAft>
                <a:spcPts val="0"/>
              </a:spcAft>
              <a:buClr>
                <a:schemeClr val="accent2"/>
              </a:buClr>
              <a:buSzPts val="2666"/>
              <a:buNone/>
              <a:defRPr>
                <a:solidFill>
                  <a:schemeClr val="accent2"/>
                </a:solidFill>
              </a:defRPr>
            </a:lvl7pPr>
            <a:lvl8pPr lvl="7" rtl="0">
              <a:spcBef>
                <a:spcPts val="533"/>
              </a:spcBef>
              <a:spcAft>
                <a:spcPts val="0"/>
              </a:spcAft>
              <a:buClr>
                <a:schemeClr val="accent2"/>
              </a:buClr>
              <a:buSzPts val="2666"/>
              <a:buNone/>
              <a:defRPr>
                <a:solidFill>
                  <a:schemeClr val="accent2"/>
                </a:solidFill>
              </a:defRPr>
            </a:lvl8pPr>
            <a:lvl9pPr lvl="8" rtl="0">
              <a:spcBef>
                <a:spcPts val="533"/>
              </a:spcBef>
              <a:spcAft>
                <a:spcPts val="0"/>
              </a:spcAft>
              <a:buClr>
                <a:schemeClr val="accent2"/>
              </a:buClr>
              <a:buSzPts val="2666"/>
              <a:buNone/>
              <a:defRPr>
                <a:solidFill>
                  <a:schemeClr val="accent2"/>
                </a:solidFill>
              </a:defRPr>
            </a:lvl9pPr>
          </a:lstStyle>
          <a:p>
            <a:endParaRPr/>
          </a:p>
        </p:txBody>
      </p:sp>
      <p:sp>
        <p:nvSpPr>
          <p:cNvPr id="863" name="Google Shape;863;p144"/>
          <p:cNvSpPr txBox="1">
            <a:spLocks noGrp="1"/>
          </p:cNvSpPr>
          <p:nvPr>
            <p:ph type="body" idx="3"/>
          </p:nvPr>
        </p:nvSpPr>
        <p:spPr>
          <a:xfrm>
            <a:off x="455675" y="2686375"/>
            <a:ext cx="5257800" cy="3257100"/>
          </a:xfrm>
          <a:prstGeom prst="rect">
            <a:avLst/>
          </a:prstGeom>
          <a:noFill/>
          <a:ln>
            <a:noFill/>
          </a:ln>
        </p:spPr>
        <p:txBody>
          <a:bodyPr spcFirstLastPara="1" wrap="square" lIns="0" tIns="0" rIns="0" bIns="0" anchor="t" anchorCtr="0">
            <a:noAutofit/>
          </a:bodyPr>
          <a:lstStyle>
            <a:lvl1pPr marL="457207" lvl="0" indent="-228604" algn="l" rtl="0">
              <a:spcBef>
                <a:spcPts val="1800"/>
              </a:spcBef>
              <a:spcAft>
                <a:spcPts val="0"/>
              </a:spcAft>
              <a:buClr>
                <a:schemeClr val="lt1"/>
              </a:buClr>
              <a:buSzPts val="2000"/>
              <a:buFont typeface="Roboto"/>
              <a:buNone/>
              <a:defRPr b="0" i="0">
                <a:solidFill>
                  <a:schemeClr val="lt1"/>
                </a:solidFill>
                <a:latin typeface="Roboto"/>
                <a:ea typeface="Roboto"/>
                <a:cs typeface="Roboto"/>
                <a:sym typeface="Roboto"/>
              </a:defRPr>
            </a:lvl1pPr>
            <a:lvl2pPr marL="914415" lvl="1" indent="-342906" algn="l" rtl="0">
              <a:spcBef>
                <a:spcPts val="600"/>
              </a:spcBef>
              <a:spcAft>
                <a:spcPts val="0"/>
              </a:spcAft>
              <a:buClr>
                <a:schemeClr val="lt1"/>
              </a:buClr>
              <a:buSzPts val="1800"/>
              <a:buChar char="•"/>
              <a:defRPr b="0" i="0">
                <a:solidFill>
                  <a:schemeClr val="lt1"/>
                </a:solidFill>
                <a:latin typeface="Roboto"/>
                <a:ea typeface="Roboto"/>
                <a:cs typeface="Roboto"/>
                <a:sym typeface="Roboto"/>
              </a:defRPr>
            </a:lvl2pPr>
            <a:lvl3pPr marL="1371622" lvl="2" indent="-330205" algn="l" rtl="0">
              <a:spcBef>
                <a:spcPts val="600"/>
              </a:spcBef>
              <a:spcAft>
                <a:spcPts val="0"/>
              </a:spcAft>
              <a:buClr>
                <a:schemeClr val="lt1"/>
              </a:buClr>
              <a:buSzPts val="1600"/>
              <a:buChar char="−"/>
              <a:defRPr b="0" i="0">
                <a:solidFill>
                  <a:schemeClr val="lt1"/>
                </a:solidFill>
                <a:latin typeface="Roboto"/>
                <a:ea typeface="Roboto"/>
                <a:cs typeface="Roboto"/>
                <a:sym typeface="Roboto"/>
              </a:defRPr>
            </a:lvl3pPr>
            <a:lvl4pPr marL="1828831" lvl="3" indent="-317506" algn="l" rtl="0">
              <a:spcBef>
                <a:spcPts val="300"/>
              </a:spcBef>
              <a:spcAft>
                <a:spcPts val="0"/>
              </a:spcAft>
              <a:buClr>
                <a:schemeClr val="lt1"/>
              </a:buClr>
              <a:buSzPts val="1400"/>
              <a:buChar char="•"/>
              <a:defRPr b="0" i="0">
                <a:solidFill>
                  <a:schemeClr val="lt1"/>
                </a:solidFill>
                <a:latin typeface="Roboto"/>
                <a:ea typeface="Roboto"/>
                <a:cs typeface="Roboto"/>
                <a:sym typeface="Roboto"/>
              </a:defRPr>
            </a:lvl4pPr>
            <a:lvl5pPr marL="2286038" lvl="4" indent="-304805" algn="l" rtl="0">
              <a:spcBef>
                <a:spcPts val="300"/>
              </a:spcBef>
              <a:spcAft>
                <a:spcPts val="0"/>
              </a:spcAft>
              <a:buClr>
                <a:schemeClr val="lt1"/>
              </a:buClr>
              <a:buSzPts val="1200"/>
              <a:buChar char="−"/>
              <a:defRPr b="0" i="0">
                <a:solidFill>
                  <a:schemeClr val="lt1"/>
                </a:solidFill>
                <a:latin typeface="Roboto"/>
                <a:ea typeface="Roboto"/>
                <a:cs typeface="Roboto"/>
                <a:sym typeface="Roboto"/>
              </a:defRPr>
            </a:lvl5pPr>
            <a:lvl6pPr marL="2743246" lvl="5" indent="-304805" algn="l" rtl="0">
              <a:spcBef>
                <a:spcPts val="360"/>
              </a:spcBef>
              <a:spcAft>
                <a:spcPts val="0"/>
              </a:spcAft>
              <a:buClr>
                <a:schemeClr val="lt1"/>
              </a:buClr>
              <a:buSzPts val="1200"/>
              <a:buFont typeface="Roboto"/>
              <a:buChar char="•"/>
              <a:defRPr sz="1200">
                <a:solidFill>
                  <a:schemeClr val="lt1"/>
                </a:solidFill>
                <a:latin typeface="Roboto"/>
                <a:ea typeface="Roboto"/>
                <a:cs typeface="Roboto"/>
                <a:sym typeface="Roboto"/>
              </a:defRPr>
            </a:lvl6pPr>
            <a:lvl7pPr marL="3200453" lvl="6" indent="-304805" algn="l" rtl="0">
              <a:spcBef>
                <a:spcPts val="360"/>
              </a:spcBef>
              <a:spcAft>
                <a:spcPts val="0"/>
              </a:spcAft>
              <a:buClr>
                <a:schemeClr val="lt1"/>
              </a:buClr>
              <a:buSzPts val="1200"/>
              <a:buFont typeface="Roboto"/>
              <a:buChar char="•"/>
              <a:defRPr sz="1200">
                <a:solidFill>
                  <a:schemeClr val="lt1"/>
                </a:solidFill>
                <a:latin typeface="Roboto"/>
                <a:ea typeface="Roboto"/>
                <a:cs typeface="Roboto"/>
                <a:sym typeface="Roboto"/>
              </a:defRPr>
            </a:lvl7pPr>
            <a:lvl8pPr marL="3657661" lvl="7" indent="-304805" algn="l" rtl="0">
              <a:spcBef>
                <a:spcPts val="360"/>
              </a:spcBef>
              <a:spcAft>
                <a:spcPts val="0"/>
              </a:spcAft>
              <a:buClr>
                <a:schemeClr val="lt1"/>
              </a:buClr>
              <a:buSzPts val="1200"/>
              <a:buFont typeface="Roboto"/>
              <a:buChar char="•"/>
              <a:defRPr sz="1200">
                <a:solidFill>
                  <a:schemeClr val="lt1"/>
                </a:solidFill>
                <a:latin typeface="Roboto"/>
                <a:ea typeface="Roboto"/>
                <a:cs typeface="Roboto"/>
                <a:sym typeface="Roboto"/>
              </a:defRPr>
            </a:lvl8pPr>
            <a:lvl9pPr marL="4114868" lvl="8" indent="-304805" algn="l" rtl="0">
              <a:spcBef>
                <a:spcPts val="360"/>
              </a:spcBef>
              <a:spcAft>
                <a:spcPts val="0"/>
              </a:spcAft>
              <a:buClr>
                <a:schemeClr val="lt1"/>
              </a:buClr>
              <a:buSzPts val="1200"/>
              <a:buFont typeface="Roboto"/>
              <a:buChar char="•"/>
              <a:defRPr sz="1200">
                <a:solidFill>
                  <a:schemeClr val="lt1"/>
                </a:solidFill>
                <a:latin typeface="Roboto"/>
                <a:ea typeface="Roboto"/>
                <a:cs typeface="Roboto"/>
                <a:sym typeface="Roboto"/>
              </a:defRPr>
            </a:lvl9pPr>
          </a:lstStyle>
          <a:p>
            <a:endParaRPr/>
          </a:p>
        </p:txBody>
      </p:sp>
      <p:pic>
        <p:nvPicPr>
          <p:cNvPr id="864" name="Google Shape;864;p144"/>
          <p:cNvPicPr preferRelativeResize="0"/>
          <p:nvPr/>
        </p:nvPicPr>
        <p:blipFill>
          <a:blip r:embed="rId2">
            <a:alphaModFix/>
          </a:blip>
          <a:stretch>
            <a:fillRect/>
          </a:stretch>
        </p:blipFill>
        <p:spPr>
          <a:xfrm>
            <a:off x="455626" y="6262542"/>
            <a:ext cx="685801" cy="352697"/>
          </a:xfrm>
          <a:prstGeom prst="rect">
            <a:avLst/>
          </a:prstGeom>
          <a:noFill/>
          <a:ln>
            <a:noFill/>
          </a:ln>
        </p:spPr>
      </p:pic>
      <p:sp>
        <p:nvSpPr>
          <p:cNvPr id="865" name="Google Shape;865;p144"/>
          <p:cNvSpPr txBox="1"/>
          <p:nvPr/>
        </p:nvSpPr>
        <p:spPr>
          <a:xfrm>
            <a:off x="8194350" y="6400800"/>
            <a:ext cx="3244500" cy="228600"/>
          </a:xfrm>
          <a:prstGeom prst="rect">
            <a:avLst/>
          </a:prstGeom>
          <a:noFill/>
          <a:ln>
            <a:noFill/>
          </a:ln>
        </p:spPr>
        <p:txBody>
          <a:bodyPr spcFirstLastPara="1" wrap="square" lIns="91426" tIns="91426" rIns="91426" bIns="91426" anchor="t" anchorCtr="0">
            <a:noAutofit/>
          </a:bodyPr>
          <a:lstStyle/>
          <a:p>
            <a:pPr marL="0" lvl="0" indent="0" algn="r" rtl="0">
              <a:spcBef>
                <a:spcPts val="0"/>
              </a:spcBef>
              <a:spcAft>
                <a:spcPts val="0"/>
              </a:spcAft>
              <a:buNone/>
            </a:pPr>
            <a:r>
              <a:rPr lang="en" sz="1000">
                <a:solidFill>
                  <a:srgbClr val="FFFFFF"/>
                </a:solidFill>
                <a:latin typeface="Roboto"/>
                <a:ea typeface="Roboto"/>
                <a:cs typeface="Roboto"/>
                <a:sym typeface="Roboto"/>
              </a:rPr>
              <a:t>Proprietary &amp; Confidential - For Internal Use Only</a:t>
            </a:r>
            <a:endParaRPr sz="1000">
              <a:solidFill>
                <a:srgbClr val="FFFFFF"/>
              </a:solidFill>
              <a:latin typeface="Roboto"/>
              <a:ea typeface="Roboto"/>
              <a:cs typeface="Roboto"/>
              <a:sym typeface="Roboto"/>
            </a:endParaRPr>
          </a:p>
        </p:txBody>
      </p:sp>
    </p:spTree>
  </p:cSld>
  <p:clrMapOvr>
    <a:masterClrMapping/>
  </p:clrMapOvr>
  <mc:AlternateContent xmlns:mc="http://schemas.openxmlformats.org/markup-compatibility/2006" xmlns:p14="http://schemas.microsoft.com/office/powerpoint/2010/main">
    <mc:Choice Requires="p14">
      <p:transition p14:dur="250">
        <p:fade/>
      </p:transition>
    </mc:Choice>
    <mc:Fallback xmlns:ahyp="http://schemas.microsoft.com/office/drawing/2018/hyperlinkcolor" xmlns:p15="http://schemas.microsoft.com/office/powerpoint/2012/main" xmlns:com="http://schemas.openxmlformats.org/drawingml/2006/compatibility" xmlns:pvml="urn:schemas-microsoft-com:office:powerpoint" xmlns:v="urn:schemas-microsoft-com:vml" xmlns:o="urn:schemas-microsoft-com:office:office" xmlns:dgm="http://schemas.openxmlformats.org/drawingml/2006/diagram" xmlns:c="http://schemas.openxmlformats.org/drawingml/2006/chart" xmlns:mv="urn:schemas-microsoft-com:mac:vml" xmlns="">
      <p:transition>
        <p:fade/>
      </p:transition>
    </mc:Fallback>
  </mc:AlternateContent>
</p:sldLayout>
</file>

<file path=ppt/slideLayouts/slideLayout139.xml><?xml version="1.0" encoding="utf-8"?>
<p:sldLayout xmlns:a="http://schemas.openxmlformats.org/drawingml/2006/main" xmlns:r="http://schemas.openxmlformats.org/officeDocument/2006/relationships" xmlns:p="http://schemas.openxmlformats.org/presentationml/2006/main" matchingName="Caption">
  <p:cSld name="CAPTION_ONLY">
    <p:spTree>
      <p:nvGrpSpPr>
        <p:cNvPr id="1" name="Shape 866"/>
        <p:cNvGrpSpPr/>
        <p:nvPr/>
      </p:nvGrpSpPr>
      <p:grpSpPr>
        <a:xfrm>
          <a:off x="0" y="0"/>
          <a:ext cx="0" cy="0"/>
          <a:chOff x="0" y="0"/>
          <a:chExt cx="0" cy="0"/>
        </a:xfrm>
      </p:grpSpPr>
      <p:sp>
        <p:nvSpPr>
          <p:cNvPr id="867" name="Google Shape;867;p145"/>
          <p:cNvSpPr txBox="1">
            <a:spLocks noGrp="1"/>
          </p:cNvSpPr>
          <p:nvPr>
            <p:ph type="body" idx="1"/>
          </p:nvPr>
        </p:nvSpPr>
        <p:spPr>
          <a:xfrm>
            <a:off x="415496" y="5640767"/>
            <a:ext cx="7996500" cy="806700"/>
          </a:xfrm>
          <a:prstGeom prst="rect">
            <a:avLst/>
          </a:prstGeom>
        </p:spPr>
        <p:txBody>
          <a:bodyPr spcFirstLastPara="1" wrap="square" lIns="0" tIns="0" rIns="0" bIns="0" anchor="ctr" anchorCtr="0">
            <a:noAutofit/>
          </a:bodyPr>
          <a:lstStyle>
            <a:lvl1pPr marL="457207" lvl="0" indent="-228604" rtl="0">
              <a:lnSpc>
                <a:spcPct val="100000"/>
              </a:lnSpc>
              <a:spcBef>
                <a:spcPts val="0"/>
              </a:spcBef>
              <a:spcAft>
                <a:spcPts val="0"/>
              </a:spcAft>
              <a:buSzPts val="2000"/>
              <a:buNone/>
              <a:defRPr/>
            </a:lvl1pPr>
          </a:lstStyle>
          <a:p>
            <a:endParaRPr/>
          </a:p>
        </p:txBody>
      </p:sp>
      <p:sp>
        <p:nvSpPr>
          <p:cNvPr id="868" name="Google Shape;868;p145"/>
          <p:cNvSpPr txBox="1">
            <a:spLocks noGrp="1"/>
          </p:cNvSpPr>
          <p:nvPr>
            <p:ph type="sldNum" idx="12"/>
          </p:nvPr>
        </p:nvSpPr>
        <p:spPr>
          <a:xfrm>
            <a:off x="11293784" y="6217622"/>
            <a:ext cx="731400" cy="524700"/>
          </a:xfrm>
          <a:prstGeom prst="rect">
            <a:avLst/>
          </a:prstGeom>
        </p:spPr>
        <p:txBody>
          <a:bodyPr spcFirstLastPara="1" wrap="square" lIns="91425" tIns="91425" rIns="91425" bIns="91425" anchor="t" anchorCtr="0">
            <a:noAutofit/>
          </a:bodyPr>
          <a:lstStyle>
            <a:lvl1pPr lvl="0" rtl="0">
              <a:buNone/>
              <a:defRPr/>
            </a:lvl1pPr>
            <a:lvl2pPr lvl="1" rtl="0">
              <a:buNone/>
              <a:defRPr/>
            </a:lvl2pPr>
            <a:lvl3pPr lvl="2" rtl="0">
              <a:buNone/>
              <a:defRPr/>
            </a:lvl3pPr>
            <a:lvl4pPr lvl="3" rtl="0">
              <a:buNone/>
              <a:defRPr/>
            </a:lvl4pPr>
            <a:lvl5pPr lvl="4" rtl="0">
              <a:buNone/>
              <a:defRPr/>
            </a:lvl5pPr>
            <a:lvl6pPr lvl="5" rtl="0">
              <a:buNone/>
              <a:defRPr/>
            </a:lvl6pPr>
            <a:lvl7pPr lvl="6" rtl="0">
              <a:buNone/>
              <a:defRPr/>
            </a:lvl7pPr>
            <a:lvl8pPr lvl="7" rtl="0">
              <a:buNone/>
              <a:defRPr/>
            </a:lvl8pPr>
            <a:lvl9pPr lvl="8" rtl="0">
              <a:buNone/>
              <a:defRPr/>
            </a:lvl9pPr>
          </a:lstStyle>
          <a:p>
            <a:fld id="{00000000-1234-1234-1234-123412341234}" type="slidenum">
              <a:rPr lang="en" smtClean="0"/>
              <a:pPr/>
              <a:t>‹#›</a:t>
            </a:fld>
            <a:endParaRPr lang="en"/>
          </a:p>
        </p:txBody>
      </p:sp>
    </p:spTree>
  </p:cSld>
  <p:clrMapOvr>
    <a:masterClrMapping/>
  </p:clrMapOvr>
</p:sldLayout>
</file>

<file path=ppt/slideMasters/_rels/slideMaster1.xml.rels><?xml version="1.0" encoding="UTF-8" standalone="yes"?>
<Relationships xmlns="http://schemas.openxmlformats.org/package/2006/relationships"><Relationship Id="rId8" Type="http://schemas.openxmlformats.org/officeDocument/2006/relationships/slideLayout" Target="../slideLayouts/slideLayout8.xml"/><Relationship Id="rId3" Type="http://schemas.openxmlformats.org/officeDocument/2006/relationships/slideLayout" Target="../slideLayouts/slideLayout3.xml"/><Relationship Id="rId7" Type="http://schemas.openxmlformats.org/officeDocument/2006/relationships/slideLayout" Target="../slideLayouts/slideLayout7.xml"/><Relationship Id="rId12" Type="http://schemas.openxmlformats.org/officeDocument/2006/relationships/theme" Target="../theme/theme1.xml"/><Relationship Id="rId2" Type="http://schemas.openxmlformats.org/officeDocument/2006/relationships/slideLayout" Target="../slideLayouts/slideLayout2.xml"/><Relationship Id="rId1" Type="http://schemas.openxmlformats.org/officeDocument/2006/relationships/slideLayout" Target="../slideLayouts/slideLayout1.xml"/><Relationship Id="rId6" Type="http://schemas.openxmlformats.org/officeDocument/2006/relationships/slideLayout" Target="../slideLayouts/slideLayout6.xml"/><Relationship Id="rId11" Type="http://schemas.openxmlformats.org/officeDocument/2006/relationships/slideLayout" Target="../slideLayouts/slideLayout11.xml"/><Relationship Id="rId5" Type="http://schemas.openxmlformats.org/officeDocument/2006/relationships/slideLayout" Target="../slideLayouts/slideLayout5.xml"/><Relationship Id="rId10" Type="http://schemas.openxmlformats.org/officeDocument/2006/relationships/slideLayout" Target="../slideLayouts/slideLayout10.xml"/><Relationship Id="rId4" Type="http://schemas.openxmlformats.org/officeDocument/2006/relationships/slideLayout" Target="../slideLayouts/slideLayout4.xml"/><Relationship Id="rId9" Type="http://schemas.openxmlformats.org/officeDocument/2006/relationships/slideLayout" Target="../slideLayouts/slideLayout9.xml"/></Relationships>
</file>

<file path=ppt/slideMasters/_rels/slideMaster2.xml.rels><?xml version="1.0" encoding="UTF-8" standalone="yes"?>
<Relationships xmlns="http://schemas.openxmlformats.org/package/2006/relationships"><Relationship Id="rId26" Type="http://schemas.openxmlformats.org/officeDocument/2006/relationships/slideLayout" Target="../slideLayouts/slideLayout37.xml"/><Relationship Id="rId21" Type="http://schemas.openxmlformats.org/officeDocument/2006/relationships/slideLayout" Target="../slideLayouts/slideLayout32.xml"/><Relationship Id="rId42" Type="http://schemas.openxmlformats.org/officeDocument/2006/relationships/slideLayout" Target="../slideLayouts/slideLayout53.xml"/><Relationship Id="rId47" Type="http://schemas.openxmlformats.org/officeDocument/2006/relationships/slideLayout" Target="../slideLayouts/slideLayout58.xml"/><Relationship Id="rId63" Type="http://schemas.openxmlformats.org/officeDocument/2006/relationships/slideLayout" Target="../slideLayouts/slideLayout74.xml"/><Relationship Id="rId68" Type="http://schemas.openxmlformats.org/officeDocument/2006/relationships/slideLayout" Target="../slideLayouts/slideLayout79.xml"/><Relationship Id="rId2" Type="http://schemas.openxmlformats.org/officeDocument/2006/relationships/slideLayout" Target="../slideLayouts/slideLayout13.xml"/><Relationship Id="rId16" Type="http://schemas.openxmlformats.org/officeDocument/2006/relationships/slideLayout" Target="../slideLayouts/slideLayout27.xml"/><Relationship Id="rId29" Type="http://schemas.openxmlformats.org/officeDocument/2006/relationships/slideLayout" Target="../slideLayouts/slideLayout40.xml"/><Relationship Id="rId11" Type="http://schemas.openxmlformats.org/officeDocument/2006/relationships/slideLayout" Target="../slideLayouts/slideLayout22.xml"/><Relationship Id="rId24" Type="http://schemas.openxmlformats.org/officeDocument/2006/relationships/slideLayout" Target="../slideLayouts/slideLayout35.xml"/><Relationship Id="rId32" Type="http://schemas.openxmlformats.org/officeDocument/2006/relationships/slideLayout" Target="../slideLayouts/slideLayout43.xml"/><Relationship Id="rId37" Type="http://schemas.openxmlformats.org/officeDocument/2006/relationships/slideLayout" Target="../slideLayouts/slideLayout48.xml"/><Relationship Id="rId40" Type="http://schemas.openxmlformats.org/officeDocument/2006/relationships/slideLayout" Target="../slideLayouts/slideLayout51.xml"/><Relationship Id="rId45" Type="http://schemas.openxmlformats.org/officeDocument/2006/relationships/slideLayout" Target="../slideLayouts/slideLayout56.xml"/><Relationship Id="rId53" Type="http://schemas.openxmlformats.org/officeDocument/2006/relationships/slideLayout" Target="../slideLayouts/slideLayout64.xml"/><Relationship Id="rId58" Type="http://schemas.openxmlformats.org/officeDocument/2006/relationships/slideLayout" Target="../slideLayouts/slideLayout69.xml"/><Relationship Id="rId66" Type="http://schemas.openxmlformats.org/officeDocument/2006/relationships/slideLayout" Target="../slideLayouts/slideLayout77.xml"/><Relationship Id="rId74" Type="http://schemas.openxmlformats.org/officeDocument/2006/relationships/slideLayout" Target="../slideLayouts/slideLayout85.xml"/><Relationship Id="rId5" Type="http://schemas.openxmlformats.org/officeDocument/2006/relationships/slideLayout" Target="../slideLayouts/slideLayout16.xml"/><Relationship Id="rId61" Type="http://schemas.openxmlformats.org/officeDocument/2006/relationships/slideLayout" Target="../slideLayouts/slideLayout72.xml"/><Relationship Id="rId19" Type="http://schemas.openxmlformats.org/officeDocument/2006/relationships/slideLayout" Target="../slideLayouts/slideLayout30.xml"/><Relationship Id="rId14" Type="http://schemas.openxmlformats.org/officeDocument/2006/relationships/slideLayout" Target="../slideLayouts/slideLayout25.xml"/><Relationship Id="rId22" Type="http://schemas.openxmlformats.org/officeDocument/2006/relationships/slideLayout" Target="../slideLayouts/slideLayout33.xml"/><Relationship Id="rId27" Type="http://schemas.openxmlformats.org/officeDocument/2006/relationships/slideLayout" Target="../slideLayouts/slideLayout38.xml"/><Relationship Id="rId30" Type="http://schemas.openxmlformats.org/officeDocument/2006/relationships/slideLayout" Target="../slideLayouts/slideLayout41.xml"/><Relationship Id="rId35" Type="http://schemas.openxmlformats.org/officeDocument/2006/relationships/slideLayout" Target="../slideLayouts/slideLayout46.xml"/><Relationship Id="rId43" Type="http://schemas.openxmlformats.org/officeDocument/2006/relationships/slideLayout" Target="../slideLayouts/slideLayout54.xml"/><Relationship Id="rId48" Type="http://schemas.openxmlformats.org/officeDocument/2006/relationships/slideLayout" Target="../slideLayouts/slideLayout59.xml"/><Relationship Id="rId56" Type="http://schemas.openxmlformats.org/officeDocument/2006/relationships/slideLayout" Target="../slideLayouts/slideLayout67.xml"/><Relationship Id="rId64" Type="http://schemas.openxmlformats.org/officeDocument/2006/relationships/slideLayout" Target="../slideLayouts/slideLayout75.xml"/><Relationship Id="rId69" Type="http://schemas.openxmlformats.org/officeDocument/2006/relationships/slideLayout" Target="../slideLayouts/slideLayout80.xml"/><Relationship Id="rId8" Type="http://schemas.openxmlformats.org/officeDocument/2006/relationships/slideLayout" Target="../slideLayouts/slideLayout19.xml"/><Relationship Id="rId51" Type="http://schemas.openxmlformats.org/officeDocument/2006/relationships/slideLayout" Target="../slideLayouts/slideLayout62.xml"/><Relationship Id="rId72" Type="http://schemas.openxmlformats.org/officeDocument/2006/relationships/slideLayout" Target="../slideLayouts/slideLayout83.xml"/><Relationship Id="rId3" Type="http://schemas.openxmlformats.org/officeDocument/2006/relationships/slideLayout" Target="../slideLayouts/slideLayout14.xml"/><Relationship Id="rId12" Type="http://schemas.openxmlformats.org/officeDocument/2006/relationships/slideLayout" Target="../slideLayouts/slideLayout23.xml"/><Relationship Id="rId17" Type="http://schemas.openxmlformats.org/officeDocument/2006/relationships/slideLayout" Target="../slideLayouts/slideLayout28.xml"/><Relationship Id="rId25" Type="http://schemas.openxmlformats.org/officeDocument/2006/relationships/slideLayout" Target="../slideLayouts/slideLayout36.xml"/><Relationship Id="rId33" Type="http://schemas.openxmlformats.org/officeDocument/2006/relationships/slideLayout" Target="../slideLayouts/slideLayout44.xml"/><Relationship Id="rId38" Type="http://schemas.openxmlformats.org/officeDocument/2006/relationships/slideLayout" Target="../slideLayouts/slideLayout49.xml"/><Relationship Id="rId46" Type="http://schemas.openxmlformats.org/officeDocument/2006/relationships/slideLayout" Target="../slideLayouts/slideLayout57.xml"/><Relationship Id="rId59" Type="http://schemas.openxmlformats.org/officeDocument/2006/relationships/slideLayout" Target="../slideLayouts/slideLayout70.xml"/><Relationship Id="rId67" Type="http://schemas.openxmlformats.org/officeDocument/2006/relationships/slideLayout" Target="../slideLayouts/slideLayout78.xml"/><Relationship Id="rId20" Type="http://schemas.openxmlformats.org/officeDocument/2006/relationships/slideLayout" Target="../slideLayouts/slideLayout31.xml"/><Relationship Id="rId41" Type="http://schemas.openxmlformats.org/officeDocument/2006/relationships/slideLayout" Target="../slideLayouts/slideLayout52.xml"/><Relationship Id="rId54" Type="http://schemas.openxmlformats.org/officeDocument/2006/relationships/slideLayout" Target="../slideLayouts/slideLayout65.xml"/><Relationship Id="rId62" Type="http://schemas.openxmlformats.org/officeDocument/2006/relationships/slideLayout" Target="../slideLayouts/slideLayout73.xml"/><Relationship Id="rId70" Type="http://schemas.openxmlformats.org/officeDocument/2006/relationships/slideLayout" Target="../slideLayouts/slideLayout81.xml"/><Relationship Id="rId75" Type="http://schemas.openxmlformats.org/officeDocument/2006/relationships/theme" Target="../theme/theme2.xml"/><Relationship Id="rId1" Type="http://schemas.openxmlformats.org/officeDocument/2006/relationships/slideLayout" Target="../slideLayouts/slideLayout12.xml"/><Relationship Id="rId6" Type="http://schemas.openxmlformats.org/officeDocument/2006/relationships/slideLayout" Target="../slideLayouts/slideLayout17.xml"/><Relationship Id="rId15" Type="http://schemas.openxmlformats.org/officeDocument/2006/relationships/slideLayout" Target="../slideLayouts/slideLayout26.xml"/><Relationship Id="rId23" Type="http://schemas.openxmlformats.org/officeDocument/2006/relationships/slideLayout" Target="../slideLayouts/slideLayout34.xml"/><Relationship Id="rId28" Type="http://schemas.openxmlformats.org/officeDocument/2006/relationships/slideLayout" Target="../slideLayouts/slideLayout39.xml"/><Relationship Id="rId36" Type="http://schemas.openxmlformats.org/officeDocument/2006/relationships/slideLayout" Target="../slideLayouts/slideLayout47.xml"/><Relationship Id="rId49" Type="http://schemas.openxmlformats.org/officeDocument/2006/relationships/slideLayout" Target="../slideLayouts/slideLayout60.xml"/><Relationship Id="rId57" Type="http://schemas.openxmlformats.org/officeDocument/2006/relationships/slideLayout" Target="../slideLayouts/slideLayout68.xml"/><Relationship Id="rId10" Type="http://schemas.openxmlformats.org/officeDocument/2006/relationships/slideLayout" Target="../slideLayouts/slideLayout21.xml"/><Relationship Id="rId31" Type="http://schemas.openxmlformats.org/officeDocument/2006/relationships/slideLayout" Target="../slideLayouts/slideLayout42.xml"/><Relationship Id="rId44" Type="http://schemas.openxmlformats.org/officeDocument/2006/relationships/slideLayout" Target="../slideLayouts/slideLayout55.xml"/><Relationship Id="rId52" Type="http://schemas.openxmlformats.org/officeDocument/2006/relationships/slideLayout" Target="../slideLayouts/slideLayout63.xml"/><Relationship Id="rId60" Type="http://schemas.openxmlformats.org/officeDocument/2006/relationships/slideLayout" Target="../slideLayouts/slideLayout71.xml"/><Relationship Id="rId65" Type="http://schemas.openxmlformats.org/officeDocument/2006/relationships/slideLayout" Target="../slideLayouts/slideLayout76.xml"/><Relationship Id="rId73" Type="http://schemas.openxmlformats.org/officeDocument/2006/relationships/slideLayout" Target="../slideLayouts/slideLayout84.xml"/><Relationship Id="rId4" Type="http://schemas.openxmlformats.org/officeDocument/2006/relationships/slideLayout" Target="../slideLayouts/slideLayout15.xml"/><Relationship Id="rId9" Type="http://schemas.openxmlformats.org/officeDocument/2006/relationships/slideLayout" Target="../slideLayouts/slideLayout20.xml"/><Relationship Id="rId13" Type="http://schemas.openxmlformats.org/officeDocument/2006/relationships/slideLayout" Target="../slideLayouts/slideLayout24.xml"/><Relationship Id="rId18" Type="http://schemas.openxmlformats.org/officeDocument/2006/relationships/slideLayout" Target="../slideLayouts/slideLayout29.xml"/><Relationship Id="rId39" Type="http://schemas.openxmlformats.org/officeDocument/2006/relationships/slideLayout" Target="../slideLayouts/slideLayout50.xml"/><Relationship Id="rId34" Type="http://schemas.openxmlformats.org/officeDocument/2006/relationships/slideLayout" Target="../slideLayouts/slideLayout45.xml"/><Relationship Id="rId50" Type="http://schemas.openxmlformats.org/officeDocument/2006/relationships/slideLayout" Target="../slideLayouts/slideLayout61.xml"/><Relationship Id="rId55" Type="http://schemas.openxmlformats.org/officeDocument/2006/relationships/slideLayout" Target="../slideLayouts/slideLayout66.xml"/><Relationship Id="rId7" Type="http://schemas.openxmlformats.org/officeDocument/2006/relationships/slideLayout" Target="../slideLayouts/slideLayout18.xml"/><Relationship Id="rId71" Type="http://schemas.openxmlformats.org/officeDocument/2006/relationships/slideLayout" Target="../slideLayouts/slideLayout82.xml"/></Relationships>
</file>

<file path=ppt/slideMasters/_rels/slideMaster3.xml.rels><?xml version="1.0" encoding="UTF-8" standalone="yes"?>
<Relationships xmlns="http://schemas.openxmlformats.org/package/2006/relationships"><Relationship Id="rId13" Type="http://schemas.openxmlformats.org/officeDocument/2006/relationships/slideLayout" Target="../slideLayouts/slideLayout98.xml"/><Relationship Id="rId18" Type="http://schemas.openxmlformats.org/officeDocument/2006/relationships/slideLayout" Target="../slideLayouts/slideLayout103.xml"/><Relationship Id="rId26" Type="http://schemas.openxmlformats.org/officeDocument/2006/relationships/slideLayout" Target="../slideLayouts/slideLayout111.xml"/><Relationship Id="rId39" Type="http://schemas.openxmlformats.org/officeDocument/2006/relationships/slideLayout" Target="../slideLayouts/slideLayout124.xml"/><Relationship Id="rId21" Type="http://schemas.openxmlformats.org/officeDocument/2006/relationships/slideLayout" Target="../slideLayouts/slideLayout106.xml"/><Relationship Id="rId34" Type="http://schemas.openxmlformats.org/officeDocument/2006/relationships/slideLayout" Target="../slideLayouts/slideLayout119.xml"/><Relationship Id="rId42" Type="http://schemas.openxmlformats.org/officeDocument/2006/relationships/slideLayout" Target="../slideLayouts/slideLayout127.xml"/><Relationship Id="rId47" Type="http://schemas.openxmlformats.org/officeDocument/2006/relationships/slideLayout" Target="../slideLayouts/slideLayout132.xml"/><Relationship Id="rId50" Type="http://schemas.openxmlformats.org/officeDocument/2006/relationships/slideLayout" Target="../slideLayouts/slideLayout135.xml"/><Relationship Id="rId55" Type="http://schemas.openxmlformats.org/officeDocument/2006/relationships/theme" Target="../theme/theme3.xml"/><Relationship Id="rId7" Type="http://schemas.openxmlformats.org/officeDocument/2006/relationships/slideLayout" Target="../slideLayouts/slideLayout92.xml"/><Relationship Id="rId2" Type="http://schemas.openxmlformats.org/officeDocument/2006/relationships/slideLayout" Target="../slideLayouts/slideLayout87.xml"/><Relationship Id="rId16" Type="http://schemas.openxmlformats.org/officeDocument/2006/relationships/slideLayout" Target="../slideLayouts/slideLayout101.xml"/><Relationship Id="rId29" Type="http://schemas.openxmlformats.org/officeDocument/2006/relationships/slideLayout" Target="../slideLayouts/slideLayout114.xml"/><Relationship Id="rId11" Type="http://schemas.openxmlformats.org/officeDocument/2006/relationships/slideLayout" Target="../slideLayouts/slideLayout96.xml"/><Relationship Id="rId24" Type="http://schemas.openxmlformats.org/officeDocument/2006/relationships/slideLayout" Target="../slideLayouts/slideLayout109.xml"/><Relationship Id="rId32" Type="http://schemas.openxmlformats.org/officeDocument/2006/relationships/slideLayout" Target="../slideLayouts/slideLayout117.xml"/><Relationship Id="rId37" Type="http://schemas.openxmlformats.org/officeDocument/2006/relationships/slideLayout" Target="../slideLayouts/slideLayout122.xml"/><Relationship Id="rId40" Type="http://schemas.openxmlformats.org/officeDocument/2006/relationships/slideLayout" Target="../slideLayouts/slideLayout125.xml"/><Relationship Id="rId45" Type="http://schemas.openxmlformats.org/officeDocument/2006/relationships/slideLayout" Target="../slideLayouts/slideLayout130.xml"/><Relationship Id="rId53" Type="http://schemas.openxmlformats.org/officeDocument/2006/relationships/slideLayout" Target="../slideLayouts/slideLayout138.xml"/><Relationship Id="rId5" Type="http://schemas.openxmlformats.org/officeDocument/2006/relationships/slideLayout" Target="../slideLayouts/slideLayout90.xml"/><Relationship Id="rId10" Type="http://schemas.openxmlformats.org/officeDocument/2006/relationships/slideLayout" Target="../slideLayouts/slideLayout95.xml"/><Relationship Id="rId19" Type="http://schemas.openxmlformats.org/officeDocument/2006/relationships/slideLayout" Target="../slideLayouts/slideLayout104.xml"/><Relationship Id="rId31" Type="http://schemas.openxmlformats.org/officeDocument/2006/relationships/slideLayout" Target="../slideLayouts/slideLayout116.xml"/><Relationship Id="rId44" Type="http://schemas.openxmlformats.org/officeDocument/2006/relationships/slideLayout" Target="../slideLayouts/slideLayout129.xml"/><Relationship Id="rId52" Type="http://schemas.openxmlformats.org/officeDocument/2006/relationships/slideLayout" Target="../slideLayouts/slideLayout137.xml"/><Relationship Id="rId4" Type="http://schemas.openxmlformats.org/officeDocument/2006/relationships/slideLayout" Target="../slideLayouts/slideLayout89.xml"/><Relationship Id="rId9" Type="http://schemas.openxmlformats.org/officeDocument/2006/relationships/slideLayout" Target="../slideLayouts/slideLayout94.xml"/><Relationship Id="rId14" Type="http://schemas.openxmlformats.org/officeDocument/2006/relationships/slideLayout" Target="../slideLayouts/slideLayout99.xml"/><Relationship Id="rId22" Type="http://schemas.openxmlformats.org/officeDocument/2006/relationships/slideLayout" Target="../slideLayouts/slideLayout107.xml"/><Relationship Id="rId27" Type="http://schemas.openxmlformats.org/officeDocument/2006/relationships/slideLayout" Target="../slideLayouts/slideLayout112.xml"/><Relationship Id="rId30" Type="http://schemas.openxmlformats.org/officeDocument/2006/relationships/slideLayout" Target="../slideLayouts/slideLayout115.xml"/><Relationship Id="rId35" Type="http://schemas.openxmlformats.org/officeDocument/2006/relationships/slideLayout" Target="../slideLayouts/slideLayout120.xml"/><Relationship Id="rId43" Type="http://schemas.openxmlformats.org/officeDocument/2006/relationships/slideLayout" Target="../slideLayouts/slideLayout128.xml"/><Relationship Id="rId48" Type="http://schemas.openxmlformats.org/officeDocument/2006/relationships/slideLayout" Target="../slideLayouts/slideLayout133.xml"/><Relationship Id="rId8" Type="http://schemas.openxmlformats.org/officeDocument/2006/relationships/slideLayout" Target="../slideLayouts/slideLayout93.xml"/><Relationship Id="rId51" Type="http://schemas.openxmlformats.org/officeDocument/2006/relationships/slideLayout" Target="../slideLayouts/slideLayout136.xml"/><Relationship Id="rId3" Type="http://schemas.openxmlformats.org/officeDocument/2006/relationships/slideLayout" Target="../slideLayouts/slideLayout88.xml"/><Relationship Id="rId12" Type="http://schemas.openxmlformats.org/officeDocument/2006/relationships/slideLayout" Target="../slideLayouts/slideLayout97.xml"/><Relationship Id="rId17" Type="http://schemas.openxmlformats.org/officeDocument/2006/relationships/slideLayout" Target="../slideLayouts/slideLayout102.xml"/><Relationship Id="rId25" Type="http://schemas.openxmlformats.org/officeDocument/2006/relationships/slideLayout" Target="../slideLayouts/slideLayout110.xml"/><Relationship Id="rId33" Type="http://schemas.openxmlformats.org/officeDocument/2006/relationships/slideLayout" Target="../slideLayouts/slideLayout118.xml"/><Relationship Id="rId38" Type="http://schemas.openxmlformats.org/officeDocument/2006/relationships/slideLayout" Target="../slideLayouts/slideLayout123.xml"/><Relationship Id="rId46" Type="http://schemas.openxmlformats.org/officeDocument/2006/relationships/slideLayout" Target="../slideLayouts/slideLayout131.xml"/><Relationship Id="rId20" Type="http://schemas.openxmlformats.org/officeDocument/2006/relationships/slideLayout" Target="../slideLayouts/slideLayout105.xml"/><Relationship Id="rId41" Type="http://schemas.openxmlformats.org/officeDocument/2006/relationships/slideLayout" Target="../slideLayouts/slideLayout126.xml"/><Relationship Id="rId54" Type="http://schemas.openxmlformats.org/officeDocument/2006/relationships/slideLayout" Target="../slideLayouts/slideLayout139.xml"/><Relationship Id="rId1" Type="http://schemas.openxmlformats.org/officeDocument/2006/relationships/slideLayout" Target="../slideLayouts/slideLayout86.xml"/><Relationship Id="rId6" Type="http://schemas.openxmlformats.org/officeDocument/2006/relationships/slideLayout" Target="../slideLayouts/slideLayout91.xml"/><Relationship Id="rId15" Type="http://schemas.openxmlformats.org/officeDocument/2006/relationships/slideLayout" Target="../slideLayouts/slideLayout100.xml"/><Relationship Id="rId23" Type="http://schemas.openxmlformats.org/officeDocument/2006/relationships/slideLayout" Target="../slideLayouts/slideLayout108.xml"/><Relationship Id="rId28" Type="http://schemas.openxmlformats.org/officeDocument/2006/relationships/slideLayout" Target="../slideLayouts/slideLayout113.xml"/><Relationship Id="rId36" Type="http://schemas.openxmlformats.org/officeDocument/2006/relationships/slideLayout" Target="../slideLayouts/slideLayout121.xml"/><Relationship Id="rId49" Type="http://schemas.openxmlformats.org/officeDocument/2006/relationships/slideLayout" Target="../slideLayouts/slideLayout134.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name="simple-light-2">
    <p:bg>
      <p:bgPr>
        <a:solidFill>
          <a:schemeClr val="lt1"/>
        </a:solidFill>
        <a:effectLst/>
      </p:bgPr>
    </p:bg>
    <p:spTree>
      <p:nvGrpSpPr>
        <p:cNvPr id="1" name="Shape 5"/>
        <p:cNvGrpSpPr/>
        <p:nvPr/>
      </p:nvGrpSpPr>
      <p:grpSpPr>
        <a:xfrm>
          <a:off x="0" y="0"/>
          <a:ext cx="0" cy="0"/>
          <a:chOff x="0" y="0"/>
          <a:chExt cx="0" cy="0"/>
        </a:xfrm>
      </p:grpSpPr>
      <p:sp>
        <p:nvSpPr>
          <p:cNvPr id="6" name="Google Shape;6;p1"/>
          <p:cNvSpPr txBox="1">
            <a:spLocks noGrp="1"/>
          </p:cNvSpPr>
          <p:nvPr>
            <p:ph type="title"/>
          </p:nvPr>
        </p:nvSpPr>
        <p:spPr>
          <a:xfrm>
            <a:off x="415496" y="593367"/>
            <a:ext cx="11358000" cy="763500"/>
          </a:xfrm>
          <a:prstGeom prst="rect">
            <a:avLst/>
          </a:prstGeom>
          <a:noFill/>
          <a:ln>
            <a:noFill/>
          </a:ln>
        </p:spPr>
        <p:txBody>
          <a:bodyPr spcFirstLastPara="1" wrap="square" lIns="121875" tIns="121875" rIns="121875" bIns="121875" anchor="t" anchorCtr="0">
            <a:noAutofit/>
          </a:bodyPr>
          <a:lstStyle>
            <a:lvl1pPr lvl="0">
              <a:spcBef>
                <a:spcPts val="0"/>
              </a:spcBef>
              <a:spcAft>
                <a:spcPts val="0"/>
              </a:spcAft>
              <a:buClr>
                <a:schemeClr val="dk1"/>
              </a:buClr>
              <a:buSzPts val="3700"/>
              <a:buNone/>
              <a:defRPr sz="3700">
                <a:solidFill>
                  <a:schemeClr val="dk1"/>
                </a:solidFill>
              </a:defRPr>
            </a:lvl1pPr>
            <a:lvl2pPr lvl="1">
              <a:spcBef>
                <a:spcPts val="0"/>
              </a:spcBef>
              <a:spcAft>
                <a:spcPts val="0"/>
              </a:spcAft>
              <a:buClr>
                <a:schemeClr val="dk1"/>
              </a:buClr>
              <a:buSzPts val="3700"/>
              <a:buNone/>
              <a:defRPr sz="3700">
                <a:solidFill>
                  <a:schemeClr val="dk1"/>
                </a:solidFill>
              </a:defRPr>
            </a:lvl2pPr>
            <a:lvl3pPr lvl="2">
              <a:spcBef>
                <a:spcPts val="0"/>
              </a:spcBef>
              <a:spcAft>
                <a:spcPts val="0"/>
              </a:spcAft>
              <a:buClr>
                <a:schemeClr val="dk1"/>
              </a:buClr>
              <a:buSzPts val="3700"/>
              <a:buNone/>
              <a:defRPr sz="3700">
                <a:solidFill>
                  <a:schemeClr val="dk1"/>
                </a:solidFill>
              </a:defRPr>
            </a:lvl3pPr>
            <a:lvl4pPr lvl="3">
              <a:spcBef>
                <a:spcPts val="0"/>
              </a:spcBef>
              <a:spcAft>
                <a:spcPts val="0"/>
              </a:spcAft>
              <a:buClr>
                <a:schemeClr val="dk1"/>
              </a:buClr>
              <a:buSzPts val="3700"/>
              <a:buNone/>
              <a:defRPr sz="3700">
                <a:solidFill>
                  <a:schemeClr val="dk1"/>
                </a:solidFill>
              </a:defRPr>
            </a:lvl4pPr>
            <a:lvl5pPr lvl="4">
              <a:spcBef>
                <a:spcPts val="0"/>
              </a:spcBef>
              <a:spcAft>
                <a:spcPts val="0"/>
              </a:spcAft>
              <a:buClr>
                <a:schemeClr val="dk1"/>
              </a:buClr>
              <a:buSzPts val="3700"/>
              <a:buNone/>
              <a:defRPr sz="3700">
                <a:solidFill>
                  <a:schemeClr val="dk1"/>
                </a:solidFill>
              </a:defRPr>
            </a:lvl5pPr>
            <a:lvl6pPr lvl="5">
              <a:spcBef>
                <a:spcPts val="0"/>
              </a:spcBef>
              <a:spcAft>
                <a:spcPts val="0"/>
              </a:spcAft>
              <a:buClr>
                <a:schemeClr val="dk1"/>
              </a:buClr>
              <a:buSzPts val="3700"/>
              <a:buNone/>
              <a:defRPr sz="3700">
                <a:solidFill>
                  <a:schemeClr val="dk1"/>
                </a:solidFill>
              </a:defRPr>
            </a:lvl6pPr>
            <a:lvl7pPr lvl="6">
              <a:spcBef>
                <a:spcPts val="0"/>
              </a:spcBef>
              <a:spcAft>
                <a:spcPts val="0"/>
              </a:spcAft>
              <a:buClr>
                <a:schemeClr val="dk1"/>
              </a:buClr>
              <a:buSzPts val="3700"/>
              <a:buNone/>
              <a:defRPr sz="3700">
                <a:solidFill>
                  <a:schemeClr val="dk1"/>
                </a:solidFill>
              </a:defRPr>
            </a:lvl7pPr>
            <a:lvl8pPr lvl="7">
              <a:spcBef>
                <a:spcPts val="0"/>
              </a:spcBef>
              <a:spcAft>
                <a:spcPts val="0"/>
              </a:spcAft>
              <a:buClr>
                <a:schemeClr val="dk1"/>
              </a:buClr>
              <a:buSzPts val="3700"/>
              <a:buNone/>
              <a:defRPr sz="3700">
                <a:solidFill>
                  <a:schemeClr val="dk1"/>
                </a:solidFill>
              </a:defRPr>
            </a:lvl8pPr>
            <a:lvl9pPr lvl="8">
              <a:spcBef>
                <a:spcPts val="0"/>
              </a:spcBef>
              <a:spcAft>
                <a:spcPts val="0"/>
              </a:spcAft>
              <a:buClr>
                <a:schemeClr val="dk1"/>
              </a:buClr>
              <a:buSzPts val="3700"/>
              <a:buNone/>
              <a:defRPr sz="3700">
                <a:solidFill>
                  <a:schemeClr val="dk1"/>
                </a:solidFill>
              </a:defRPr>
            </a:lvl9pPr>
          </a:lstStyle>
          <a:p>
            <a:endParaRPr/>
          </a:p>
        </p:txBody>
      </p:sp>
      <p:sp>
        <p:nvSpPr>
          <p:cNvPr id="7" name="Google Shape;7;p1"/>
          <p:cNvSpPr txBox="1">
            <a:spLocks noGrp="1"/>
          </p:cNvSpPr>
          <p:nvPr>
            <p:ph type="body" idx="1"/>
          </p:nvPr>
        </p:nvSpPr>
        <p:spPr>
          <a:xfrm>
            <a:off x="415496" y="1536633"/>
            <a:ext cx="11358000" cy="4555200"/>
          </a:xfrm>
          <a:prstGeom prst="rect">
            <a:avLst/>
          </a:prstGeom>
          <a:noFill/>
          <a:ln>
            <a:noFill/>
          </a:ln>
        </p:spPr>
        <p:txBody>
          <a:bodyPr spcFirstLastPara="1" wrap="square" lIns="121875" tIns="121875" rIns="121875" bIns="121875" anchor="t" anchorCtr="0">
            <a:noAutofit/>
          </a:bodyPr>
          <a:lstStyle>
            <a:lvl1pPr marL="457200" lvl="0" indent="-381000">
              <a:lnSpc>
                <a:spcPct val="115000"/>
              </a:lnSpc>
              <a:spcBef>
                <a:spcPts val="0"/>
              </a:spcBef>
              <a:spcAft>
                <a:spcPts val="0"/>
              </a:spcAft>
              <a:buClr>
                <a:schemeClr val="dk2"/>
              </a:buClr>
              <a:buSzPts val="2400"/>
              <a:buChar char="●"/>
              <a:defRPr sz="2400">
                <a:solidFill>
                  <a:schemeClr val="dk2"/>
                </a:solidFill>
              </a:defRPr>
            </a:lvl1pPr>
            <a:lvl2pPr marL="914400" lvl="1" indent="-349250">
              <a:lnSpc>
                <a:spcPct val="115000"/>
              </a:lnSpc>
              <a:spcBef>
                <a:spcPts val="2100"/>
              </a:spcBef>
              <a:spcAft>
                <a:spcPts val="0"/>
              </a:spcAft>
              <a:buClr>
                <a:schemeClr val="dk2"/>
              </a:buClr>
              <a:buSzPts val="1900"/>
              <a:buChar char="○"/>
              <a:defRPr sz="1900">
                <a:solidFill>
                  <a:schemeClr val="dk2"/>
                </a:solidFill>
              </a:defRPr>
            </a:lvl2pPr>
            <a:lvl3pPr marL="1371600" lvl="2" indent="-349250">
              <a:lnSpc>
                <a:spcPct val="115000"/>
              </a:lnSpc>
              <a:spcBef>
                <a:spcPts val="2100"/>
              </a:spcBef>
              <a:spcAft>
                <a:spcPts val="0"/>
              </a:spcAft>
              <a:buClr>
                <a:schemeClr val="dk2"/>
              </a:buClr>
              <a:buSzPts val="1900"/>
              <a:buChar char="■"/>
              <a:defRPr sz="1900">
                <a:solidFill>
                  <a:schemeClr val="dk2"/>
                </a:solidFill>
              </a:defRPr>
            </a:lvl3pPr>
            <a:lvl4pPr marL="1828800" lvl="3" indent="-349250">
              <a:lnSpc>
                <a:spcPct val="115000"/>
              </a:lnSpc>
              <a:spcBef>
                <a:spcPts val="2100"/>
              </a:spcBef>
              <a:spcAft>
                <a:spcPts val="0"/>
              </a:spcAft>
              <a:buClr>
                <a:schemeClr val="dk2"/>
              </a:buClr>
              <a:buSzPts val="1900"/>
              <a:buChar char="●"/>
              <a:defRPr sz="1900">
                <a:solidFill>
                  <a:schemeClr val="dk2"/>
                </a:solidFill>
              </a:defRPr>
            </a:lvl4pPr>
            <a:lvl5pPr marL="2286000" lvl="4" indent="-349250">
              <a:lnSpc>
                <a:spcPct val="115000"/>
              </a:lnSpc>
              <a:spcBef>
                <a:spcPts val="2100"/>
              </a:spcBef>
              <a:spcAft>
                <a:spcPts val="0"/>
              </a:spcAft>
              <a:buClr>
                <a:schemeClr val="dk2"/>
              </a:buClr>
              <a:buSzPts val="1900"/>
              <a:buChar char="○"/>
              <a:defRPr sz="1900">
                <a:solidFill>
                  <a:schemeClr val="dk2"/>
                </a:solidFill>
              </a:defRPr>
            </a:lvl5pPr>
            <a:lvl6pPr marL="2743200" lvl="5" indent="-349250">
              <a:lnSpc>
                <a:spcPct val="115000"/>
              </a:lnSpc>
              <a:spcBef>
                <a:spcPts val="2100"/>
              </a:spcBef>
              <a:spcAft>
                <a:spcPts val="0"/>
              </a:spcAft>
              <a:buClr>
                <a:schemeClr val="dk2"/>
              </a:buClr>
              <a:buSzPts val="1900"/>
              <a:buChar char="■"/>
              <a:defRPr sz="1900">
                <a:solidFill>
                  <a:schemeClr val="dk2"/>
                </a:solidFill>
              </a:defRPr>
            </a:lvl6pPr>
            <a:lvl7pPr marL="3200400" lvl="6" indent="-349250">
              <a:lnSpc>
                <a:spcPct val="115000"/>
              </a:lnSpc>
              <a:spcBef>
                <a:spcPts val="2100"/>
              </a:spcBef>
              <a:spcAft>
                <a:spcPts val="0"/>
              </a:spcAft>
              <a:buClr>
                <a:schemeClr val="dk2"/>
              </a:buClr>
              <a:buSzPts val="1900"/>
              <a:buChar char="●"/>
              <a:defRPr sz="1900">
                <a:solidFill>
                  <a:schemeClr val="dk2"/>
                </a:solidFill>
              </a:defRPr>
            </a:lvl7pPr>
            <a:lvl8pPr marL="3657600" lvl="7" indent="-349250">
              <a:lnSpc>
                <a:spcPct val="115000"/>
              </a:lnSpc>
              <a:spcBef>
                <a:spcPts val="2100"/>
              </a:spcBef>
              <a:spcAft>
                <a:spcPts val="0"/>
              </a:spcAft>
              <a:buClr>
                <a:schemeClr val="dk2"/>
              </a:buClr>
              <a:buSzPts val="1900"/>
              <a:buChar char="○"/>
              <a:defRPr sz="1900">
                <a:solidFill>
                  <a:schemeClr val="dk2"/>
                </a:solidFill>
              </a:defRPr>
            </a:lvl8pPr>
            <a:lvl9pPr marL="4114800" lvl="8" indent="-349250">
              <a:lnSpc>
                <a:spcPct val="115000"/>
              </a:lnSpc>
              <a:spcBef>
                <a:spcPts val="2100"/>
              </a:spcBef>
              <a:spcAft>
                <a:spcPts val="2100"/>
              </a:spcAft>
              <a:buClr>
                <a:schemeClr val="dk2"/>
              </a:buClr>
              <a:buSzPts val="1900"/>
              <a:buChar char="■"/>
              <a:defRPr sz="1900">
                <a:solidFill>
                  <a:schemeClr val="dk2"/>
                </a:solidFill>
              </a:defRPr>
            </a:lvl9pPr>
          </a:lstStyle>
          <a:p>
            <a:endParaRPr/>
          </a:p>
        </p:txBody>
      </p:sp>
      <p:sp>
        <p:nvSpPr>
          <p:cNvPr id="8" name="Google Shape;8;p1"/>
          <p:cNvSpPr txBox="1">
            <a:spLocks noGrp="1"/>
          </p:cNvSpPr>
          <p:nvPr>
            <p:ph type="sldNum" idx="12"/>
          </p:nvPr>
        </p:nvSpPr>
        <p:spPr>
          <a:xfrm>
            <a:off x="11293784" y="6217622"/>
            <a:ext cx="731400" cy="524700"/>
          </a:xfrm>
          <a:prstGeom prst="rect">
            <a:avLst/>
          </a:prstGeom>
          <a:noFill/>
          <a:ln>
            <a:noFill/>
          </a:ln>
        </p:spPr>
        <p:txBody>
          <a:bodyPr spcFirstLastPara="1" wrap="square" lIns="121875" tIns="121875" rIns="121875" bIns="121875" anchor="ctr" anchorCtr="0">
            <a:noAutofit/>
          </a:bodyPr>
          <a:lstStyle>
            <a:lvl1pPr lvl="0" algn="r">
              <a:buNone/>
              <a:defRPr sz="1300">
                <a:solidFill>
                  <a:schemeClr val="dk2"/>
                </a:solidFill>
              </a:defRPr>
            </a:lvl1pPr>
            <a:lvl2pPr lvl="1" algn="r">
              <a:buNone/>
              <a:defRPr sz="1300">
                <a:solidFill>
                  <a:schemeClr val="dk2"/>
                </a:solidFill>
              </a:defRPr>
            </a:lvl2pPr>
            <a:lvl3pPr lvl="2" algn="r">
              <a:buNone/>
              <a:defRPr sz="1300">
                <a:solidFill>
                  <a:schemeClr val="dk2"/>
                </a:solidFill>
              </a:defRPr>
            </a:lvl3pPr>
            <a:lvl4pPr lvl="3" algn="r">
              <a:buNone/>
              <a:defRPr sz="1300">
                <a:solidFill>
                  <a:schemeClr val="dk2"/>
                </a:solidFill>
              </a:defRPr>
            </a:lvl4pPr>
            <a:lvl5pPr lvl="4" algn="r">
              <a:buNone/>
              <a:defRPr sz="1300">
                <a:solidFill>
                  <a:schemeClr val="dk2"/>
                </a:solidFill>
              </a:defRPr>
            </a:lvl5pPr>
            <a:lvl6pPr lvl="5" algn="r">
              <a:buNone/>
              <a:defRPr sz="1300">
                <a:solidFill>
                  <a:schemeClr val="dk2"/>
                </a:solidFill>
              </a:defRPr>
            </a:lvl6pPr>
            <a:lvl7pPr lvl="6" algn="r">
              <a:buNone/>
              <a:defRPr sz="1300">
                <a:solidFill>
                  <a:schemeClr val="dk2"/>
                </a:solidFill>
              </a:defRPr>
            </a:lvl7pPr>
            <a:lvl8pPr lvl="7" algn="r">
              <a:buNone/>
              <a:defRPr sz="1300">
                <a:solidFill>
                  <a:schemeClr val="dk2"/>
                </a:solidFill>
              </a:defRPr>
            </a:lvl8pPr>
            <a:lvl9pPr lvl="8" algn="r">
              <a:buNone/>
              <a:defRPr sz="1300">
                <a:solidFill>
                  <a:schemeClr val="dk2"/>
                </a:solidFill>
              </a:defRPr>
            </a:lvl9pPr>
          </a:lstStyle>
          <a:p>
            <a:fld id="{00000000-1234-1234-1234-123412341234}" type="slidenum">
              <a:rPr lang="en" smtClean="0"/>
              <a:pPr/>
              <a:t>‹#›</a:t>
            </a:fld>
            <a:endParaRPr lang="en"/>
          </a:p>
        </p:txBody>
      </p:sp>
    </p:spTree>
  </p:cSld>
  <p:clrMap bg1="lt1" tx1="dk1" bg2="dk2" tx2="lt2" accent1="accent1" accent2="accent2" accent3="accent3" accent4="accent4" accent5="accent5" accent6="accent6" hlink="hlink" folHlink="folHlink"/>
  <p:sldLayoutIdLst>
    <p:sldLayoutId id="2147483648" r:id="rId1"/>
    <p:sldLayoutId id="2147483649" r:id="rId2"/>
    <p:sldLayoutId id="2147483650" r:id="rId3"/>
    <p:sldLayoutId id="2147483651" r:id="rId4"/>
    <p:sldLayoutId id="2147483652" r:id="rId5"/>
    <p:sldLayoutId id="2147483653" r:id="rId6"/>
    <p:sldLayoutId id="2147483654" r:id="rId7"/>
    <p:sldLayoutId id="2147483655" r:id="rId8"/>
    <p:sldLayoutId id="2147483656" r:id="rId9"/>
    <p:sldLayoutId id="2147483657" r:id="rId10"/>
    <p:sldLayoutId id="2147483658" r:id="rId11"/>
  </p:sldLayoutIdLst>
  <p:hf hdr="0" ftr="0" dt="0"/>
  <p:txStyles>
    <p:title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1pPr>
      <a:lvl2pPr marR="0" lvl="1"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2pPr>
      <a:lvl3pPr marR="0" lvl="2"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3pPr>
      <a:lvl4pPr marR="0" lvl="3"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4pPr>
      <a:lvl5pPr marR="0" lvl="4"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5pPr>
      <a:lvl6pPr marR="0" lvl="5"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6pPr>
      <a:lvl7pPr marR="0" lvl="6"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7pPr>
      <a:lvl8pPr marR="0" lvl="7"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8pPr>
      <a:lvl9pPr marR="0" lvl="8"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9pPr>
    </p:titleStyle>
    <p:body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1pPr>
      <a:lvl2pPr marR="0" lvl="1"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2pPr>
      <a:lvl3pPr marR="0" lvl="2"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3pPr>
      <a:lvl4pPr marR="0" lvl="3"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4pPr>
      <a:lvl5pPr marR="0" lvl="4"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5pPr>
      <a:lvl6pPr marR="0" lvl="5"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6pPr>
      <a:lvl7pPr marR="0" lvl="6"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7pPr>
      <a:lvl8pPr marR="0" lvl="7"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8pPr>
      <a:lvl9pPr marR="0" lvl="8"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9pPr>
    </p:bodyStyle>
    <p:other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1pPr>
      <a:lvl2pPr marR="0" lvl="1"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2pPr>
      <a:lvl3pPr marR="0" lvl="2"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3pPr>
      <a:lvl4pPr marR="0" lvl="3"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4pPr>
      <a:lvl5pPr marR="0" lvl="4"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5pPr>
      <a:lvl6pPr marR="0" lvl="5"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6pPr>
      <a:lvl7pPr marR="0" lvl="6"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7pPr>
      <a:lvl8pPr marR="0" lvl="7"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8pPr>
      <a:lvl9pPr marR="0" lvl="8"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9pPr>
    </p:otherStyle>
  </p:txStyles>
</p:sldMaster>
</file>

<file path=ppt/slideMasters/slideMaster2.xml><?xml version="1.0" encoding="utf-8"?>
<p:sldMaster xmlns:a="http://schemas.openxmlformats.org/drawingml/2006/main" xmlns:r="http://schemas.openxmlformats.org/officeDocument/2006/relationships" xmlns:p="http://schemas.openxmlformats.org/presentationml/2006/main">
  <p:cSld>
    <p:bg>
      <p:bgPr>
        <a:solidFill>
          <a:schemeClr val="lt1"/>
        </a:solidFill>
        <a:effectLst/>
      </p:bgPr>
    </p:bg>
    <p:spTree>
      <p:nvGrpSpPr>
        <p:cNvPr id="1" name="Shape 50"/>
        <p:cNvGrpSpPr/>
        <p:nvPr/>
      </p:nvGrpSpPr>
      <p:grpSpPr>
        <a:xfrm>
          <a:off x="0" y="0"/>
          <a:ext cx="0" cy="0"/>
          <a:chOff x="0" y="0"/>
          <a:chExt cx="0" cy="0"/>
        </a:xfrm>
      </p:grpSpPr>
      <p:sp>
        <p:nvSpPr>
          <p:cNvPr id="51" name="Google Shape;51;p13"/>
          <p:cNvSpPr txBox="1">
            <a:spLocks noGrp="1"/>
          </p:cNvSpPr>
          <p:nvPr>
            <p:ph type="title"/>
          </p:nvPr>
        </p:nvSpPr>
        <p:spPr>
          <a:xfrm>
            <a:off x="455618" y="460685"/>
            <a:ext cx="8915492" cy="524543"/>
          </a:xfrm>
          <a:prstGeom prst="rect">
            <a:avLst/>
          </a:prstGeom>
          <a:noFill/>
          <a:ln>
            <a:noFill/>
          </a:ln>
        </p:spPr>
        <p:txBody>
          <a:bodyPr spcFirstLastPara="1" wrap="square" lIns="0" tIns="0" rIns="0" bIns="0" anchor="t" anchorCtr="0">
            <a:noAutofit/>
          </a:bodyPr>
          <a:lstStyle>
            <a:lvl1pPr marR="0" lvl="0" algn="l" rtl="0">
              <a:lnSpc>
                <a:spcPct val="80000"/>
              </a:lnSpc>
              <a:spcBef>
                <a:spcPts val="0"/>
              </a:spcBef>
              <a:spcAft>
                <a:spcPts val="0"/>
              </a:spcAft>
              <a:buClr>
                <a:schemeClr val="dk1"/>
              </a:buClr>
              <a:buSzPts val="3200"/>
              <a:buFont typeface="Roboto Medium"/>
              <a:buNone/>
              <a:defRPr sz="3200" b="0" i="0" u="none" strike="noStrike" cap="none">
                <a:solidFill>
                  <a:schemeClr val="dk1"/>
                </a:solidFill>
                <a:latin typeface="Roboto Medium"/>
                <a:ea typeface="Roboto Medium"/>
                <a:cs typeface="Roboto Medium"/>
                <a:sym typeface="Roboto Medium"/>
              </a:defRPr>
            </a:lvl1pPr>
            <a:lvl2pPr lvl="1">
              <a:spcBef>
                <a:spcPts val="0"/>
              </a:spcBef>
              <a:spcAft>
                <a:spcPts val="0"/>
              </a:spcAft>
              <a:buSzPts val="1400"/>
              <a:buNone/>
              <a:defRPr sz="1800"/>
            </a:lvl2pPr>
            <a:lvl3pPr lvl="2">
              <a:spcBef>
                <a:spcPts val="0"/>
              </a:spcBef>
              <a:spcAft>
                <a:spcPts val="0"/>
              </a:spcAft>
              <a:buSzPts val="1400"/>
              <a:buNone/>
              <a:defRPr sz="1800"/>
            </a:lvl3pPr>
            <a:lvl4pPr lvl="3">
              <a:spcBef>
                <a:spcPts val="0"/>
              </a:spcBef>
              <a:spcAft>
                <a:spcPts val="0"/>
              </a:spcAft>
              <a:buSzPts val="1400"/>
              <a:buNone/>
              <a:defRPr sz="1800"/>
            </a:lvl4pPr>
            <a:lvl5pPr lvl="4">
              <a:spcBef>
                <a:spcPts val="0"/>
              </a:spcBef>
              <a:spcAft>
                <a:spcPts val="0"/>
              </a:spcAft>
              <a:buSzPts val="1400"/>
              <a:buNone/>
              <a:defRPr sz="1800"/>
            </a:lvl5pPr>
            <a:lvl6pPr lvl="5">
              <a:spcBef>
                <a:spcPts val="0"/>
              </a:spcBef>
              <a:spcAft>
                <a:spcPts val="0"/>
              </a:spcAft>
              <a:buSzPts val="1400"/>
              <a:buNone/>
              <a:defRPr sz="1800"/>
            </a:lvl6pPr>
            <a:lvl7pPr lvl="6">
              <a:spcBef>
                <a:spcPts val="0"/>
              </a:spcBef>
              <a:spcAft>
                <a:spcPts val="0"/>
              </a:spcAft>
              <a:buSzPts val="1400"/>
              <a:buNone/>
              <a:defRPr sz="1800"/>
            </a:lvl7pPr>
            <a:lvl8pPr lvl="7">
              <a:spcBef>
                <a:spcPts val="0"/>
              </a:spcBef>
              <a:spcAft>
                <a:spcPts val="0"/>
              </a:spcAft>
              <a:buSzPts val="1400"/>
              <a:buNone/>
              <a:defRPr sz="1800"/>
            </a:lvl8pPr>
            <a:lvl9pPr lvl="8">
              <a:spcBef>
                <a:spcPts val="0"/>
              </a:spcBef>
              <a:spcAft>
                <a:spcPts val="0"/>
              </a:spcAft>
              <a:buSzPts val="1400"/>
              <a:buNone/>
              <a:defRPr sz="1800"/>
            </a:lvl9pPr>
          </a:lstStyle>
          <a:p>
            <a:endParaRPr/>
          </a:p>
        </p:txBody>
      </p:sp>
      <p:sp>
        <p:nvSpPr>
          <p:cNvPr id="52" name="Google Shape;52;p13"/>
          <p:cNvSpPr txBox="1">
            <a:spLocks noGrp="1"/>
          </p:cNvSpPr>
          <p:nvPr>
            <p:ph type="body" idx="1"/>
          </p:nvPr>
        </p:nvSpPr>
        <p:spPr>
          <a:xfrm>
            <a:off x="457206" y="1810776"/>
            <a:ext cx="8915492" cy="4132824"/>
          </a:xfrm>
          <a:prstGeom prst="rect">
            <a:avLst/>
          </a:prstGeom>
          <a:noFill/>
          <a:ln>
            <a:noFill/>
          </a:ln>
        </p:spPr>
        <p:txBody>
          <a:bodyPr spcFirstLastPara="1" wrap="square" lIns="0" tIns="0" rIns="0" bIns="0" anchor="t" anchorCtr="0">
            <a:noAutofit/>
          </a:bodyPr>
          <a:lstStyle>
            <a:lvl1pPr marL="457200" marR="0" lvl="0" indent="-228600" algn="l" rtl="0">
              <a:spcBef>
                <a:spcPts val="1800"/>
              </a:spcBef>
              <a:spcAft>
                <a:spcPts val="0"/>
              </a:spcAft>
              <a:buClr>
                <a:schemeClr val="dk1"/>
              </a:buClr>
              <a:buSzPts val="2000"/>
              <a:buFont typeface="Roboto"/>
              <a:buNone/>
              <a:defRPr sz="2000" b="0" i="0" u="none" strike="noStrike" cap="none">
                <a:solidFill>
                  <a:schemeClr val="dk1"/>
                </a:solidFill>
                <a:latin typeface="Roboto"/>
                <a:ea typeface="Roboto"/>
                <a:cs typeface="Roboto"/>
                <a:sym typeface="Roboto"/>
              </a:defRPr>
            </a:lvl1pPr>
            <a:lvl2pPr marL="914400" marR="0" lvl="1" indent="-342900" algn="l" rtl="0">
              <a:spcBef>
                <a:spcPts val="600"/>
              </a:spcBef>
              <a:spcAft>
                <a:spcPts val="0"/>
              </a:spcAft>
              <a:buClr>
                <a:schemeClr val="dk1"/>
              </a:buClr>
              <a:buSzPts val="1800"/>
              <a:buFont typeface="Arial"/>
              <a:buChar char="•"/>
              <a:defRPr sz="1800" b="0" i="0" u="none" strike="noStrike" cap="none">
                <a:solidFill>
                  <a:schemeClr val="dk1"/>
                </a:solidFill>
                <a:latin typeface="Roboto"/>
                <a:ea typeface="Roboto"/>
                <a:cs typeface="Roboto"/>
                <a:sym typeface="Roboto"/>
              </a:defRPr>
            </a:lvl2pPr>
            <a:lvl3pPr marL="1371600" marR="0" lvl="2" indent="-330200" algn="l" rtl="0">
              <a:spcBef>
                <a:spcPts val="600"/>
              </a:spcBef>
              <a:spcAft>
                <a:spcPts val="0"/>
              </a:spcAft>
              <a:buClr>
                <a:schemeClr val="dk1"/>
              </a:buClr>
              <a:buSzPts val="1600"/>
              <a:buFont typeface="Merriweather Sans"/>
              <a:buChar char="−"/>
              <a:defRPr sz="1600" b="0" i="0" u="none" strike="noStrike" cap="none">
                <a:solidFill>
                  <a:schemeClr val="dk1"/>
                </a:solidFill>
                <a:latin typeface="Roboto"/>
                <a:ea typeface="Roboto"/>
                <a:cs typeface="Roboto"/>
                <a:sym typeface="Roboto"/>
              </a:defRPr>
            </a:lvl3pPr>
            <a:lvl4pPr marL="1828800" marR="0" lvl="3" indent="-317500" algn="l" rtl="0">
              <a:spcBef>
                <a:spcPts val="300"/>
              </a:spcBef>
              <a:spcAft>
                <a:spcPts val="0"/>
              </a:spcAft>
              <a:buClr>
                <a:schemeClr val="dk1"/>
              </a:buClr>
              <a:buSzPts val="1400"/>
              <a:buFont typeface="Arial"/>
              <a:buChar char="•"/>
              <a:defRPr sz="1400" b="0" i="0" u="none" strike="noStrike" cap="none">
                <a:solidFill>
                  <a:schemeClr val="dk1"/>
                </a:solidFill>
                <a:latin typeface="Roboto"/>
                <a:ea typeface="Roboto"/>
                <a:cs typeface="Roboto"/>
                <a:sym typeface="Roboto"/>
              </a:defRPr>
            </a:lvl4pPr>
            <a:lvl5pPr marL="2286000" marR="0" lvl="4" indent="-304800" algn="l" rtl="0">
              <a:spcBef>
                <a:spcPts val="300"/>
              </a:spcBef>
              <a:spcAft>
                <a:spcPts val="0"/>
              </a:spcAft>
              <a:buClr>
                <a:schemeClr val="dk1"/>
              </a:buClr>
              <a:buSzPts val="1200"/>
              <a:buFont typeface="Merriweather Sans"/>
              <a:buChar char="−"/>
              <a:defRPr sz="1200" b="0" i="0" u="none" strike="noStrike" cap="none">
                <a:solidFill>
                  <a:schemeClr val="dk1"/>
                </a:solidFill>
                <a:latin typeface="Roboto"/>
                <a:ea typeface="Roboto"/>
                <a:cs typeface="Roboto"/>
                <a:sym typeface="Roboto"/>
              </a:defRPr>
            </a:lvl5pPr>
            <a:lvl6pPr marL="2743200" marR="0" lvl="5" indent="-397891" algn="l" rtl="0">
              <a:spcBef>
                <a:spcPts val="533"/>
              </a:spcBef>
              <a:spcAft>
                <a:spcPts val="0"/>
              </a:spcAft>
              <a:buClr>
                <a:schemeClr val="dk1"/>
              </a:buClr>
              <a:buSzPts val="2666"/>
              <a:buFont typeface="Arial"/>
              <a:buChar char="•"/>
              <a:defRPr sz="2666" b="0" i="0" u="none" strike="noStrike" cap="none">
                <a:solidFill>
                  <a:schemeClr val="dk1"/>
                </a:solidFill>
                <a:latin typeface="Poppins Medium"/>
                <a:ea typeface="Poppins Medium"/>
                <a:cs typeface="Poppins Medium"/>
                <a:sym typeface="Poppins Medium"/>
              </a:defRPr>
            </a:lvl6pPr>
            <a:lvl7pPr marL="3200400" marR="0" lvl="6" indent="-397891" algn="l" rtl="0">
              <a:spcBef>
                <a:spcPts val="533"/>
              </a:spcBef>
              <a:spcAft>
                <a:spcPts val="0"/>
              </a:spcAft>
              <a:buClr>
                <a:schemeClr val="dk1"/>
              </a:buClr>
              <a:buSzPts val="2666"/>
              <a:buFont typeface="Arial"/>
              <a:buChar char="•"/>
              <a:defRPr sz="2666" b="0" i="0" u="none" strike="noStrike" cap="none">
                <a:solidFill>
                  <a:schemeClr val="dk1"/>
                </a:solidFill>
                <a:latin typeface="Poppins Medium"/>
                <a:ea typeface="Poppins Medium"/>
                <a:cs typeface="Poppins Medium"/>
                <a:sym typeface="Poppins Medium"/>
              </a:defRPr>
            </a:lvl7pPr>
            <a:lvl8pPr marL="3657600" marR="0" lvl="7" indent="-397890" algn="l" rtl="0">
              <a:spcBef>
                <a:spcPts val="533"/>
              </a:spcBef>
              <a:spcAft>
                <a:spcPts val="0"/>
              </a:spcAft>
              <a:buClr>
                <a:schemeClr val="dk1"/>
              </a:buClr>
              <a:buSzPts val="2666"/>
              <a:buFont typeface="Arial"/>
              <a:buChar char="•"/>
              <a:defRPr sz="2666" b="0" i="0" u="none" strike="noStrike" cap="none">
                <a:solidFill>
                  <a:schemeClr val="dk1"/>
                </a:solidFill>
                <a:latin typeface="Poppins Medium"/>
                <a:ea typeface="Poppins Medium"/>
                <a:cs typeface="Poppins Medium"/>
                <a:sym typeface="Poppins Medium"/>
              </a:defRPr>
            </a:lvl8pPr>
            <a:lvl9pPr marL="4114800" marR="0" lvl="8" indent="-397890" algn="l" rtl="0">
              <a:spcBef>
                <a:spcPts val="533"/>
              </a:spcBef>
              <a:spcAft>
                <a:spcPts val="0"/>
              </a:spcAft>
              <a:buClr>
                <a:schemeClr val="dk1"/>
              </a:buClr>
              <a:buSzPts val="2666"/>
              <a:buFont typeface="Arial"/>
              <a:buChar char="•"/>
              <a:defRPr sz="2666" b="0" i="0" u="none" strike="noStrike" cap="none">
                <a:solidFill>
                  <a:schemeClr val="dk1"/>
                </a:solidFill>
                <a:latin typeface="Poppins Medium"/>
                <a:ea typeface="Poppins Medium"/>
                <a:cs typeface="Poppins Medium"/>
                <a:sym typeface="Poppins Medium"/>
              </a:defRPr>
            </a:lvl9pPr>
          </a:lstStyle>
          <a:p>
            <a:endParaRPr/>
          </a:p>
        </p:txBody>
      </p:sp>
    </p:spTree>
  </p:cSld>
  <p:clrMap bg1="lt1" tx1="dk1" bg2="dk2" tx2="lt2" accent1="accent1" accent2="accent2" accent3="accent3" accent4="accent4" accent5="accent5" accent6="accent6" hlink="hlink" folHlink="folHlink"/>
  <p:sldLayoutIdLst>
    <p:sldLayoutId id="2147483659" r:id="rId1"/>
    <p:sldLayoutId id="2147483660" r:id="rId2"/>
    <p:sldLayoutId id="2147483661" r:id="rId3"/>
    <p:sldLayoutId id="2147483662" r:id="rId4"/>
    <p:sldLayoutId id="2147483663" r:id="rId5"/>
    <p:sldLayoutId id="2147483664" r:id="rId6"/>
    <p:sldLayoutId id="2147483665" r:id="rId7"/>
    <p:sldLayoutId id="2147483666" r:id="rId8"/>
    <p:sldLayoutId id="2147483667" r:id="rId9"/>
    <p:sldLayoutId id="2147483668" r:id="rId10"/>
    <p:sldLayoutId id="2147483669" r:id="rId11"/>
    <p:sldLayoutId id="2147483670" r:id="rId12"/>
    <p:sldLayoutId id="2147483671" r:id="rId13"/>
    <p:sldLayoutId id="2147483672" r:id="rId14"/>
    <p:sldLayoutId id="2147483673" r:id="rId15"/>
    <p:sldLayoutId id="2147483674" r:id="rId16"/>
    <p:sldLayoutId id="2147483675" r:id="rId17"/>
    <p:sldLayoutId id="2147483676" r:id="rId18"/>
    <p:sldLayoutId id="2147483677" r:id="rId19"/>
    <p:sldLayoutId id="2147483678" r:id="rId20"/>
    <p:sldLayoutId id="2147483679" r:id="rId21"/>
    <p:sldLayoutId id="2147483680" r:id="rId22"/>
    <p:sldLayoutId id="2147483681" r:id="rId23"/>
    <p:sldLayoutId id="2147483682" r:id="rId24"/>
    <p:sldLayoutId id="2147483683" r:id="rId25"/>
    <p:sldLayoutId id="2147483684" r:id="rId26"/>
    <p:sldLayoutId id="2147483685" r:id="rId27"/>
    <p:sldLayoutId id="2147483686" r:id="rId28"/>
    <p:sldLayoutId id="2147483687" r:id="rId29"/>
    <p:sldLayoutId id="2147483688" r:id="rId30"/>
    <p:sldLayoutId id="2147483689" r:id="rId31"/>
    <p:sldLayoutId id="2147483690" r:id="rId32"/>
    <p:sldLayoutId id="2147483691" r:id="rId33"/>
    <p:sldLayoutId id="2147483692" r:id="rId34"/>
    <p:sldLayoutId id="2147483693" r:id="rId35"/>
    <p:sldLayoutId id="2147483694" r:id="rId36"/>
    <p:sldLayoutId id="2147483695" r:id="rId37"/>
    <p:sldLayoutId id="2147483696" r:id="rId38"/>
    <p:sldLayoutId id="2147483697" r:id="rId39"/>
    <p:sldLayoutId id="2147483698" r:id="rId40"/>
    <p:sldLayoutId id="2147483699" r:id="rId41"/>
    <p:sldLayoutId id="2147483700" r:id="rId42"/>
    <p:sldLayoutId id="2147483701" r:id="rId43"/>
    <p:sldLayoutId id="2147483702" r:id="rId44"/>
    <p:sldLayoutId id="2147483703" r:id="rId45"/>
    <p:sldLayoutId id="2147483704" r:id="rId46"/>
    <p:sldLayoutId id="2147483705" r:id="rId47"/>
    <p:sldLayoutId id="2147483706" r:id="rId48"/>
    <p:sldLayoutId id="2147483707" r:id="rId49"/>
    <p:sldLayoutId id="2147483708" r:id="rId50"/>
    <p:sldLayoutId id="2147483709" r:id="rId51"/>
    <p:sldLayoutId id="2147483710" r:id="rId52"/>
    <p:sldLayoutId id="2147483711" r:id="rId53"/>
    <p:sldLayoutId id="2147483712" r:id="rId54"/>
    <p:sldLayoutId id="2147483713" r:id="rId55"/>
    <p:sldLayoutId id="2147483714" r:id="rId56"/>
    <p:sldLayoutId id="2147483715" r:id="rId57"/>
    <p:sldLayoutId id="2147483716" r:id="rId58"/>
    <p:sldLayoutId id="2147483717" r:id="rId59"/>
    <p:sldLayoutId id="2147483718" r:id="rId60"/>
    <p:sldLayoutId id="2147483719" r:id="rId61"/>
    <p:sldLayoutId id="2147483720" r:id="rId62"/>
    <p:sldLayoutId id="2147483721" r:id="rId63"/>
    <p:sldLayoutId id="2147483722" r:id="rId64"/>
    <p:sldLayoutId id="2147483723" r:id="rId65"/>
    <p:sldLayoutId id="2147483724" r:id="rId66"/>
    <p:sldLayoutId id="2147483725" r:id="rId67"/>
    <p:sldLayoutId id="2147483726" r:id="rId68"/>
    <p:sldLayoutId id="2147483727" r:id="rId69"/>
    <p:sldLayoutId id="2147483728" r:id="rId70"/>
    <p:sldLayoutId id="2147483729" r:id="rId71"/>
    <p:sldLayoutId id="2147483730" r:id="rId72"/>
    <p:sldLayoutId id="2147483731" r:id="rId73"/>
    <p:sldLayoutId id="2147483732" r:id="rId74"/>
  </p:sldLayoutIdLst>
  <mc:AlternateContent xmlns:mc="http://schemas.openxmlformats.org/markup-compatibility/2006" xmlns:p14="http://schemas.microsoft.com/office/powerpoint/2010/main">
    <mc:Choice Requires="p14">
      <p:transition p14:dur="250">
        <p:fade/>
      </p:transition>
    </mc:Choice>
    <mc:Fallback xmlns:ahyp="http://schemas.microsoft.com/office/drawing/2018/hyperlinkcolor" xmlns:p15="http://schemas.microsoft.com/office/powerpoint/2012/main" xmlns:com="http://schemas.openxmlformats.org/drawingml/2006/compatibility" xmlns:pvml="urn:schemas-microsoft-com:office:powerpoint" xmlns:v="urn:schemas-microsoft-com:vml" xmlns:o="urn:schemas-microsoft-com:office:office" xmlns:dgm="http://schemas.openxmlformats.org/drawingml/2006/diagram" xmlns:c="http://schemas.openxmlformats.org/drawingml/2006/chart" xmlns:mv="urn:schemas-microsoft-com:mac:vml" xmlns="">
      <p:transition>
        <p:fade/>
      </p:transition>
    </mc:Fallback>
  </mc:AlternateContent>
  <p:hf hdr="0" ftr="0" dt="0"/>
  <p:txStyles>
    <p:title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1pPr>
      <a:lvl2pPr marR="0" lvl="1"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2pPr>
      <a:lvl3pPr marR="0" lvl="2"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3pPr>
      <a:lvl4pPr marR="0" lvl="3"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4pPr>
      <a:lvl5pPr marR="0" lvl="4"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5pPr>
      <a:lvl6pPr marR="0" lvl="5"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6pPr>
      <a:lvl7pPr marR="0" lvl="6"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7pPr>
      <a:lvl8pPr marR="0" lvl="7"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8pPr>
      <a:lvl9pPr marR="0" lvl="8"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9pPr>
    </p:titleStyle>
    <p:body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1pPr>
      <a:lvl2pPr marR="0" lvl="1"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2pPr>
      <a:lvl3pPr marR="0" lvl="2"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3pPr>
      <a:lvl4pPr marR="0" lvl="3"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4pPr>
      <a:lvl5pPr marR="0" lvl="4"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5pPr>
      <a:lvl6pPr marR="0" lvl="5"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6pPr>
      <a:lvl7pPr marR="0" lvl="6"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7pPr>
      <a:lvl8pPr marR="0" lvl="7"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8pPr>
      <a:lvl9pPr marR="0" lvl="8"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9pPr>
    </p:bodyStyle>
    <p:other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1pPr>
      <a:lvl2pPr marR="0" lvl="1"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2pPr>
      <a:lvl3pPr marR="0" lvl="2"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3pPr>
      <a:lvl4pPr marR="0" lvl="3"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4pPr>
      <a:lvl5pPr marR="0" lvl="4"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5pPr>
      <a:lvl6pPr marR="0" lvl="5"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6pPr>
      <a:lvl7pPr marR="0" lvl="6"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7pPr>
      <a:lvl8pPr marR="0" lvl="7"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8pPr>
      <a:lvl9pPr marR="0" lvl="8"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9pPr>
    </p:otherStyle>
  </p:txStyles>
  <p:extLst>
    <p:ext uri="{27BBF7A9-308A-43DC-89C8-2F10F3537804}">
      <p15:sldGuideLst xmlns:p15="http://schemas.microsoft.com/office/powerpoint/2012/main">
        <p15:guide id="1" orient="horz" pos="2160" userDrawn="1">
          <p15:clr>
            <a:srgbClr val="F26B43"/>
          </p15:clr>
        </p15:guide>
        <p15:guide id="2" pos="3839" userDrawn="1">
          <p15:clr>
            <a:srgbClr val="F26B43"/>
          </p15:clr>
        </p15:guide>
        <p15:guide id="3" pos="287" userDrawn="1">
          <p15:clr>
            <a:srgbClr val="F26B43"/>
          </p15:clr>
        </p15:guide>
        <p15:guide id="4" orient="horz" pos="288" userDrawn="1">
          <p15:clr>
            <a:srgbClr val="F26B43"/>
          </p15:clr>
        </p15:guide>
        <p15:guide id="5" orient="horz" pos="4032" userDrawn="1">
          <p15:clr>
            <a:srgbClr val="F26B43"/>
          </p15:clr>
        </p15:guide>
        <p15:guide id="6" pos="7391" userDrawn="1">
          <p15:clr>
            <a:srgbClr val="F26B43"/>
          </p15:clr>
        </p15:guide>
        <p15:guide id="7" orient="horz" pos="3888" userDrawn="1">
          <p15:clr>
            <a:srgbClr val="F26B43"/>
          </p15:clr>
        </p15:guide>
        <p15:guide id="8" orient="horz" pos="4176" userDrawn="1">
          <p15:clr>
            <a:srgbClr val="F26B43"/>
          </p15:clr>
        </p15:guide>
        <p15:guide id="9" orient="horz" pos="3744" userDrawn="1">
          <p15:clr>
            <a:srgbClr val="F26B43"/>
          </p15:clr>
        </p15:guide>
      </p15:sldGuideLst>
    </p:ext>
  </p:extLst>
</p:sldMaster>
</file>

<file path=ppt/slideMasters/slideMaster3.xml><?xml version="1.0" encoding="utf-8"?>
<p:sldMaster xmlns:a="http://schemas.openxmlformats.org/drawingml/2006/main" xmlns:r="http://schemas.openxmlformats.org/officeDocument/2006/relationships" xmlns:p="http://schemas.openxmlformats.org/presentationml/2006/main">
  <p:cSld>
    <p:bg>
      <p:bgPr>
        <a:solidFill>
          <a:schemeClr val="lt1"/>
        </a:solidFill>
        <a:effectLst/>
      </p:bgPr>
    </p:bg>
    <p:spTree>
      <p:nvGrpSpPr>
        <p:cNvPr id="1" name="Shape 482"/>
        <p:cNvGrpSpPr/>
        <p:nvPr/>
      </p:nvGrpSpPr>
      <p:grpSpPr>
        <a:xfrm>
          <a:off x="0" y="0"/>
          <a:ext cx="0" cy="0"/>
          <a:chOff x="0" y="0"/>
          <a:chExt cx="0" cy="0"/>
        </a:xfrm>
      </p:grpSpPr>
      <p:sp>
        <p:nvSpPr>
          <p:cNvPr id="483" name="Google Shape;483;p88"/>
          <p:cNvSpPr txBox="1">
            <a:spLocks noGrp="1"/>
          </p:cNvSpPr>
          <p:nvPr>
            <p:ph type="title"/>
          </p:nvPr>
        </p:nvSpPr>
        <p:spPr>
          <a:xfrm>
            <a:off x="455617" y="460683"/>
            <a:ext cx="8915400" cy="524400"/>
          </a:xfrm>
          <a:prstGeom prst="rect">
            <a:avLst/>
          </a:prstGeom>
          <a:noFill/>
          <a:ln>
            <a:noFill/>
          </a:ln>
        </p:spPr>
        <p:txBody>
          <a:bodyPr spcFirstLastPara="1" wrap="square" lIns="0" tIns="0" rIns="0" bIns="0" anchor="t" anchorCtr="0">
            <a:noAutofit/>
          </a:bodyPr>
          <a:lstStyle>
            <a:lvl1pPr marR="0" lvl="0" algn="l" rtl="0">
              <a:lnSpc>
                <a:spcPct val="80000"/>
              </a:lnSpc>
              <a:spcBef>
                <a:spcPts val="0"/>
              </a:spcBef>
              <a:spcAft>
                <a:spcPts val="0"/>
              </a:spcAft>
              <a:buClr>
                <a:schemeClr val="dk1"/>
              </a:buClr>
              <a:buSzPts val="3200"/>
              <a:buFont typeface="Roboto Medium"/>
              <a:buNone/>
              <a:defRPr sz="3200" b="0" i="0" u="none" strike="noStrike" cap="none">
                <a:solidFill>
                  <a:schemeClr val="dk1"/>
                </a:solidFill>
                <a:latin typeface="Roboto Medium"/>
                <a:ea typeface="Roboto Medium"/>
                <a:cs typeface="Roboto Medium"/>
                <a:sym typeface="Roboto Medium"/>
              </a:defRPr>
            </a:lvl1pPr>
            <a:lvl2pPr lvl="1" rtl="0">
              <a:spcBef>
                <a:spcPts val="0"/>
              </a:spcBef>
              <a:spcAft>
                <a:spcPts val="0"/>
              </a:spcAft>
              <a:buSzPts val="1400"/>
              <a:buNone/>
              <a:defRPr sz="1800"/>
            </a:lvl2pPr>
            <a:lvl3pPr lvl="2" rtl="0">
              <a:spcBef>
                <a:spcPts val="0"/>
              </a:spcBef>
              <a:spcAft>
                <a:spcPts val="0"/>
              </a:spcAft>
              <a:buSzPts val="1400"/>
              <a:buNone/>
              <a:defRPr sz="1800"/>
            </a:lvl3pPr>
            <a:lvl4pPr lvl="3" rtl="0">
              <a:spcBef>
                <a:spcPts val="0"/>
              </a:spcBef>
              <a:spcAft>
                <a:spcPts val="0"/>
              </a:spcAft>
              <a:buSzPts val="1400"/>
              <a:buNone/>
              <a:defRPr sz="1800"/>
            </a:lvl4pPr>
            <a:lvl5pPr lvl="4" rtl="0">
              <a:spcBef>
                <a:spcPts val="0"/>
              </a:spcBef>
              <a:spcAft>
                <a:spcPts val="0"/>
              </a:spcAft>
              <a:buSzPts val="1400"/>
              <a:buNone/>
              <a:defRPr sz="1800"/>
            </a:lvl5pPr>
            <a:lvl6pPr lvl="5" rtl="0">
              <a:spcBef>
                <a:spcPts val="0"/>
              </a:spcBef>
              <a:spcAft>
                <a:spcPts val="0"/>
              </a:spcAft>
              <a:buSzPts val="1400"/>
              <a:buNone/>
              <a:defRPr sz="1800"/>
            </a:lvl6pPr>
            <a:lvl7pPr lvl="6" rtl="0">
              <a:spcBef>
                <a:spcPts val="0"/>
              </a:spcBef>
              <a:spcAft>
                <a:spcPts val="0"/>
              </a:spcAft>
              <a:buSzPts val="1400"/>
              <a:buNone/>
              <a:defRPr sz="1800"/>
            </a:lvl7pPr>
            <a:lvl8pPr lvl="7" rtl="0">
              <a:spcBef>
                <a:spcPts val="0"/>
              </a:spcBef>
              <a:spcAft>
                <a:spcPts val="0"/>
              </a:spcAft>
              <a:buSzPts val="1400"/>
              <a:buNone/>
              <a:defRPr sz="1800"/>
            </a:lvl8pPr>
            <a:lvl9pPr lvl="8" rtl="0">
              <a:spcBef>
                <a:spcPts val="0"/>
              </a:spcBef>
              <a:spcAft>
                <a:spcPts val="0"/>
              </a:spcAft>
              <a:buSzPts val="1400"/>
              <a:buNone/>
              <a:defRPr sz="1800"/>
            </a:lvl9pPr>
          </a:lstStyle>
          <a:p>
            <a:endParaRPr/>
          </a:p>
        </p:txBody>
      </p:sp>
      <p:sp>
        <p:nvSpPr>
          <p:cNvPr id="484" name="Google Shape;484;p88"/>
          <p:cNvSpPr txBox="1">
            <a:spLocks noGrp="1"/>
          </p:cNvSpPr>
          <p:nvPr>
            <p:ph type="body" idx="1"/>
          </p:nvPr>
        </p:nvSpPr>
        <p:spPr>
          <a:xfrm>
            <a:off x="457205" y="1810776"/>
            <a:ext cx="8915400" cy="4132800"/>
          </a:xfrm>
          <a:prstGeom prst="rect">
            <a:avLst/>
          </a:prstGeom>
          <a:noFill/>
          <a:ln>
            <a:noFill/>
          </a:ln>
        </p:spPr>
        <p:txBody>
          <a:bodyPr spcFirstLastPara="1" wrap="square" lIns="0" tIns="0" rIns="0" bIns="0" anchor="t" anchorCtr="0">
            <a:noAutofit/>
          </a:bodyPr>
          <a:lstStyle>
            <a:lvl1pPr marL="457200" marR="0" lvl="0" indent="-228600" algn="l" rtl="0">
              <a:spcBef>
                <a:spcPts val="0"/>
              </a:spcBef>
              <a:spcAft>
                <a:spcPts val="0"/>
              </a:spcAft>
              <a:buClr>
                <a:schemeClr val="dk1"/>
              </a:buClr>
              <a:buSzPts val="2000"/>
              <a:buFont typeface="Roboto"/>
              <a:buNone/>
              <a:defRPr sz="2000" b="0" i="0" u="none" strike="noStrike" cap="none">
                <a:solidFill>
                  <a:schemeClr val="dk1"/>
                </a:solidFill>
                <a:latin typeface="Roboto"/>
                <a:ea typeface="Roboto"/>
                <a:cs typeface="Roboto"/>
                <a:sym typeface="Roboto"/>
              </a:defRPr>
            </a:lvl1pPr>
            <a:lvl2pPr marL="914400" marR="0" lvl="1" indent="-342900" algn="l" rtl="0">
              <a:spcBef>
                <a:spcPts val="600"/>
              </a:spcBef>
              <a:spcAft>
                <a:spcPts val="0"/>
              </a:spcAft>
              <a:buClr>
                <a:schemeClr val="dk1"/>
              </a:buClr>
              <a:buSzPts val="1800"/>
              <a:buFont typeface="Arial"/>
              <a:buChar char="•"/>
              <a:defRPr sz="1800" b="0" i="0" u="none" strike="noStrike" cap="none">
                <a:solidFill>
                  <a:schemeClr val="dk1"/>
                </a:solidFill>
                <a:latin typeface="Roboto"/>
                <a:ea typeface="Roboto"/>
                <a:cs typeface="Roboto"/>
                <a:sym typeface="Roboto"/>
              </a:defRPr>
            </a:lvl2pPr>
            <a:lvl3pPr marL="1371600" marR="0" lvl="2" indent="-330200" algn="l" rtl="0">
              <a:spcBef>
                <a:spcPts val="600"/>
              </a:spcBef>
              <a:spcAft>
                <a:spcPts val="0"/>
              </a:spcAft>
              <a:buClr>
                <a:schemeClr val="dk1"/>
              </a:buClr>
              <a:buSzPts val="1600"/>
              <a:buFont typeface="Merriweather Sans"/>
              <a:buChar char="−"/>
              <a:defRPr sz="1600" b="0" i="0" u="none" strike="noStrike" cap="none">
                <a:solidFill>
                  <a:schemeClr val="dk1"/>
                </a:solidFill>
                <a:latin typeface="Roboto"/>
                <a:ea typeface="Roboto"/>
                <a:cs typeface="Roboto"/>
                <a:sym typeface="Roboto"/>
              </a:defRPr>
            </a:lvl3pPr>
            <a:lvl4pPr marL="1828800" marR="0" lvl="3" indent="-317500" algn="l" rtl="0">
              <a:spcBef>
                <a:spcPts val="300"/>
              </a:spcBef>
              <a:spcAft>
                <a:spcPts val="0"/>
              </a:spcAft>
              <a:buClr>
                <a:schemeClr val="dk1"/>
              </a:buClr>
              <a:buSzPts val="1400"/>
              <a:buFont typeface="Arial"/>
              <a:buChar char="•"/>
              <a:defRPr sz="1400" b="0" i="0" u="none" strike="noStrike" cap="none">
                <a:solidFill>
                  <a:schemeClr val="dk1"/>
                </a:solidFill>
                <a:latin typeface="Roboto"/>
                <a:ea typeface="Roboto"/>
                <a:cs typeface="Roboto"/>
                <a:sym typeface="Roboto"/>
              </a:defRPr>
            </a:lvl4pPr>
            <a:lvl5pPr marL="2286000" marR="0" lvl="4" indent="-304800" algn="l" rtl="0">
              <a:spcBef>
                <a:spcPts val="300"/>
              </a:spcBef>
              <a:spcAft>
                <a:spcPts val="0"/>
              </a:spcAft>
              <a:buClr>
                <a:schemeClr val="dk1"/>
              </a:buClr>
              <a:buSzPts val="1200"/>
              <a:buFont typeface="Merriweather Sans"/>
              <a:buChar char="−"/>
              <a:defRPr sz="1200" b="0" i="0" u="none" strike="noStrike" cap="none">
                <a:solidFill>
                  <a:schemeClr val="dk1"/>
                </a:solidFill>
                <a:latin typeface="Roboto"/>
                <a:ea typeface="Roboto"/>
                <a:cs typeface="Roboto"/>
                <a:sym typeface="Roboto"/>
              </a:defRPr>
            </a:lvl5pPr>
            <a:lvl6pPr marL="2743200" marR="0" lvl="5" indent="-397891" algn="l" rtl="0">
              <a:spcBef>
                <a:spcPts val="533"/>
              </a:spcBef>
              <a:spcAft>
                <a:spcPts val="0"/>
              </a:spcAft>
              <a:buClr>
                <a:schemeClr val="dk1"/>
              </a:buClr>
              <a:buSzPts val="2666"/>
              <a:buFont typeface="Arial"/>
              <a:buChar char="•"/>
              <a:defRPr sz="2666" b="0" i="0" u="none" strike="noStrike" cap="none">
                <a:solidFill>
                  <a:schemeClr val="dk1"/>
                </a:solidFill>
                <a:latin typeface="Poppins Medium"/>
                <a:ea typeface="Poppins Medium"/>
                <a:cs typeface="Poppins Medium"/>
                <a:sym typeface="Poppins Medium"/>
              </a:defRPr>
            </a:lvl6pPr>
            <a:lvl7pPr marL="3200400" marR="0" lvl="6" indent="-397891" algn="l" rtl="0">
              <a:spcBef>
                <a:spcPts val="533"/>
              </a:spcBef>
              <a:spcAft>
                <a:spcPts val="0"/>
              </a:spcAft>
              <a:buClr>
                <a:schemeClr val="dk1"/>
              </a:buClr>
              <a:buSzPts val="2666"/>
              <a:buFont typeface="Arial"/>
              <a:buChar char="•"/>
              <a:defRPr sz="2666" b="0" i="0" u="none" strike="noStrike" cap="none">
                <a:solidFill>
                  <a:schemeClr val="dk1"/>
                </a:solidFill>
                <a:latin typeface="Poppins Medium"/>
                <a:ea typeface="Poppins Medium"/>
                <a:cs typeface="Poppins Medium"/>
                <a:sym typeface="Poppins Medium"/>
              </a:defRPr>
            </a:lvl7pPr>
            <a:lvl8pPr marL="3657600" marR="0" lvl="7" indent="-397890" algn="l" rtl="0">
              <a:spcBef>
                <a:spcPts val="533"/>
              </a:spcBef>
              <a:spcAft>
                <a:spcPts val="0"/>
              </a:spcAft>
              <a:buClr>
                <a:schemeClr val="dk1"/>
              </a:buClr>
              <a:buSzPts val="2666"/>
              <a:buFont typeface="Arial"/>
              <a:buChar char="•"/>
              <a:defRPr sz="2666" b="0" i="0" u="none" strike="noStrike" cap="none">
                <a:solidFill>
                  <a:schemeClr val="dk1"/>
                </a:solidFill>
                <a:latin typeface="Poppins Medium"/>
                <a:ea typeface="Poppins Medium"/>
                <a:cs typeface="Poppins Medium"/>
                <a:sym typeface="Poppins Medium"/>
              </a:defRPr>
            </a:lvl8pPr>
            <a:lvl9pPr marL="4114800" marR="0" lvl="8" indent="-397890" algn="l" rtl="0">
              <a:spcBef>
                <a:spcPts val="533"/>
              </a:spcBef>
              <a:spcAft>
                <a:spcPts val="0"/>
              </a:spcAft>
              <a:buClr>
                <a:schemeClr val="dk1"/>
              </a:buClr>
              <a:buSzPts val="2666"/>
              <a:buFont typeface="Arial"/>
              <a:buChar char="•"/>
              <a:defRPr sz="2666" b="0" i="0" u="none" strike="noStrike" cap="none">
                <a:solidFill>
                  <a:schemeClr val="dk1"/>
                </a:solidFill>
                <a:latin typeface="Poppins Medium"/>
                <a:ea typeface="Poppins Medium"/>
                <a:cs typeface="Poppins Medium"/>
                <a:sym typeface="Poppins Medium"/>
              </a:defRPr>
            </a:lvl9pPr>
          </a:lstStyle>
          <a:p>
            <a:endParaRPr/>
          </a:p>
        </p:txBody>
      </p:sp>
      <p:sp>
        <p:nvSpPr>
          <p:cNvPr id="485" name="Google Shape;485;p88"/>
          <p:cNvSpPr txBox="1">
            <a:spLocks noGrp="1"/>
          </p:cNvSpPr>
          <p:nvPr>
            <p:ph type="sldNum" idx="12"/>
          </p:nvPr>
        </p:nvSpPr>
        <p:spPr>
          <a:xfrm>
            <a:off x="11406192" y="6333134"/>
            <a:ext cx="731400" cy="525000"/>
          </a:xfrm>
          <a:prstGeom prst="rect">
            <a:avLst/>
          </a:prstGeom>
          <a:noFill/>
          <a:ln>
            <a:noFill/>
          </a:ln>
        </p:spPr>
        <p:txBody>
          <a:bodyPr spcFirstLastPara="1" wrap="square" lIns="91425" tIns="91425" rIns="91425" bIns="91425" anchor="t" anchorCtr="0">
            <a:noAutofit/>
          </a:bodyPr>
          <a:lstStyle>
            <a:lvl1pPr lvl="0" algn="r" rtl="0">
              <a:buNone/>
              <a:defRPr sz="1300">
                <a:solidFill>
                  <a:schemeClr val="dk1"/>
                </a:solidFill>
                <a:latin typeface="Roboto"/>
                <a:ea typeface="Roboto"/>
                <a:cs typeface="Roboto"/>
                <a:sym typeface="Roboto"/>
              </a:defRPr>
            </a:lvl1pPr>
            <a:lvl2pPr lvl="1" algn="r" rtl="0">
              <a:buNone/>
              <a:defRPr sz="1300">
                <a:solidFill>
                  <a:schemeClr val="dk1"/>
                </a:solidFill>
                <a:latin typeface="Roboto"/>
                <a:ea typeface="Roboto"/>
                <a:cs typeface="Roboto"/>
                <a:sym typeface="Roboto"/>
              </a:defRPr>
            </a:lvl2pPr>
            <a:lvl3pPr lvl="2" algn="r" rtl="0">
              <a:buNone/>
              <a:defRPr sz="1300">
                <a:solidFill>
                  <a:schemeClr val="dk1"/>
                </a:solidFill>
                <a:latin typeface="Roboto"/>
                <a:ea typeface="Roboto"/>
                <a:cs typeface="Roboto"/>
                <a:sym typeface="Roboto"/>
              </a:defRPr>
            </a:lvl3pPr>
            <a:lvl4pPr lvl="3" algn="r" rtl="0">
              <a:buNone/>
              <a:defRPr sz="1300">
                <a:solidFill>
                  <a:schemeClr val="dk1"/>
                </a:solidFill>
                <a:latin typeface="Roboto"/>
                <a:ea typeface="Roboto"/>
                <a:cs typeface="Roboto"/>
                <a:sym typeface="Roboto"/>
              </a:defRPr>
            </a:lvl4pPr>
            <a:lvl5pPr lvl="4" algn="r" rtl="0">
              <a:buNone/>
              <a:defRPr sz="1300">
                <a:solidFill>
                  <a:schemeClr val="dk1"/>
                </a:solidFill>
                <a:latin typeface="Roboto"/>
                <a:ea typeface="Roboto"/>
                <a:cs typeface="Roboto"/>
                <a:sym typeface="Roboto"/>
              </a:defRPr>
            </a:lvl5pPr>
            <a:lvl6pPr lvl="5" algn="r" rtl="0">
              <a:buNone/>
              <a:defRPr sz="1300">
                <a:solidFill>
                  <a:schemeClr val="dk1"/>
                </a:solidFill>
                <a:latin typeface="Roboto"/>
                <a:ea typeface="Roboto"/>
                <a:cs typeface="Roboto"/>
                <a:sym typeface="Roboto"/>
              </a:defRPr>
            </a:lvl6pPr>
            <a:lvl7pPr lvl="6" algn="r" rtl="0">
              <a:buNone/>
              <a:defRPr sz="1300">
                <a:solidFill>
                  <a:schemeClr val="dk1"/>
                </a:solidFill>
                <a:latin typeface="Roboto"/>
                <a:ea typeface="Roboto"/>
                <a:cs typeface="Roboto"/>
                <a:sym typeface="Roboto"/>
              </a:defRPr>
            </a:lvl7pPr>
            <a:lvl8pPr lvl="7" algn="r" rtl="0">
              <a:buNone/>
              <a:defRPr sz="1300">
                <a:solidFill>
                  <a:schemeClr val="dk1"/>
                </a:solidFill>
                <a:latin typeface="Roboto"/>
                <a:ea typeface="Roboto"/>
                <a:cs typeface="Roboto"/>
                <a:sym typeface="Roboto"/>
              </a:defRPr>
            </a:lvl8pPr>
            <a:lvl9pPr lvl="8" algn="r" rtl="0">
              <a:buNone/>
              <a:defRPr sz="1300">
                <a:solidFill>
                  <a:schemeClr val="dk1"/>
                </a:solidFill>
                <a:latin typeface="Roboto"/>
                <a:ea typeface="Roboto"/>
                <a:cs typeface="Roboto"/>
                <a:sym typeface="Roboto"/>
              </a:defRPr>
            </a:lvl9pPr>
          </a:lstStyle>
          <a:p>
            <a:fld id="{00000000-1234-1234-1234-123412341234}" type="slidenum">
              <a:rPr lang="en" smtClean="0"/>
              <a:pPr/>
              <a:t>‹#›</a:t>
            </a:fld>
            <a:endParaRPr lang="en"/>
          </a:p>
        </p:txBody>
      </p:sp>
    </p:spTree>
  </p:cSld>
  <p:clrMap bg1="lt1" tx1="dk1" bg2="dk2" tx2="lt2" accent1="accent1" accent2="accent2" accent3="accent3" accent4="accent4" accent5="accent5" accent6="accent6" hlink="hlink" folHlink="folHlink"/>
  <p:sldLayoutIdLst>
    <p:sldLayoutId id="2147483734" r:id="rId1"/>
    <p:sldLayoutId id="2147483735" r:id="rId2"/>
    <p:sldLayoutId id="2147483736" r:id="rId3"/>
    <p:sldLayoutId id="2147483738" r:id="rId4"/>
    <p:sldLayoutId id="2147483739" r:id="rId5"/>
    <p:sldLayoutId id="2147483740" r:id="rId6"/>
    <p:sldLayoutId id="2147483741" r:id="rId7"/>
    <p:sldLayoutId id="2147483742" r:id="rId8"/>
    <p:sldLayoutId id="2147483743" r:id="rId9"/>
    <p:sldLayoutId id="2147483744" r:id="rId10"/>
    <p:sldLayoutId id="2147483745" r:id="rId11"/>
    <p:sldLayoutId id="2147483747" r:id="rId12"/>
    <p:sldLayoutId id="2147483748" r:id="rId13"/>
    <p:sldLayoutId id="2147483749" r:id="rId14"/>
    <p:sldLayoutId id="2147483750" r:id="rId15"/>
    <p:sldLayoutId id="2147483751" r:id="rId16"/>
    <p:sldLayoutId id="2147483752" r:id="rId17"/>
    <p:sldLayoutId id="2147483753" r:id="rId18"/>
    <p:sldLayoutId id="2147483754" r:id="rId19"/>
    <p:sldLayoutId id="2147483755" r:id="rId20"/>
    <p:sldLayoutId id="2147483756" r:id="rId21"/>
    <p:sldLayoutId id="2147483757" r:id="rId22"/>
    <p:sldLayoutId id="2147483758" r:id="rId23"/>
    <p:sldLayoutId id="2147483759" r:id="rId24"/>
    <p:sldLayoutId id="2147483760" r:id="rId25"/>
    <p:sldLayoutId id="2147483761" r:id="rId26"/>
    <p:sldLayoutId id="2147483762" r:id="rId27"/>
    <p:sldLayoutId id="2147483763" r:id="rId28"/>
    <p:sldLayoutId id="2147483764" r:id="rId29"/>
    <p:sldLayoutId id="2147483765" r:id="rId30"/>
    <p:sldLayoutId id="2147483766" r:id="rId31"/>
    <p:sldLayoutId id="2147483767" r:id="rId32"/>
    <p:sldLayoutId id="2147483768" r:id="rId33"/>
    <p:sldLayoutId id="2147483769" r:id="rId34"/>
    <p:sldLayoutId id="2147483770" r:id="rId35"/>
    <p:sldLayoutId id="2147483771" r:id="rId36"/>
    <p:sldLayoutId id="2147483772" r:id="rId37"/>
    <p:sldLayoutId id="2147483773" r:id="rId38"/>
    <p:sldLayoutId id="2147483774" r:id="rId39"/>
    <p:sldLayoutId id="2147483775" r:id="rId40"/>
    <p:sldLayoutId id="2147483776" r:id="rId41"/>
    <p:sldLayoutId id="2147483777" r:id="rId42"/>
    <p:sldLayoutId id="2147483778" r:id="rId43"/>
    <p:sldLayoutId id="2147483779" r:id="rId44"/>
    <p:sldLayoutId id="2147483780" r:id="rId45"/>
    <p:sldLayoutId id="2147483781" r:id="rId46"/>
    <p:sldLayoutId id="2147483782" r:id="rId47"/>
    <p:sldLayoutId id="2147483783" r:id="rId48"/>
    <p:sldLayoutId id="2147483784" r:id="rId49"/>
    <p:sldLayoutId id="2147483785" r:id="rId50"/>
    <p:sldLayoutId id="2147483786" r:id="rId51"/>
    <p:sldLayoutId id="2147483787" r:id="rId52"/>
    <p:sldLayoutId id="2147483788" r:id="rId53"/>
    <p:sldLayoutId id="2147483789" r:id="rId54"/>
  </p:sldLayoutIdLst>
  <mc:AlternateContent xmlns:mc="http://schemas.openxmlformats.org/markup-compatibility/2006" xmlns:p14="http://schemas.microsoft.com/office/powerpoint/2010/main">
    <mc:Choice Requires="p14">
      <p:transition p14:dur="250">
        <p:fade/>
      </p:transition>
    </mc:Choice>
    <mc:Fallback xmlns:ahyp="http://schemas.microsoft.com/office/drawing/2018/hyperlinkcolor" xmlns:p15="http://schemas.microsoft.com/office/powerpoint/2012/main" xmlns:com="http://schemas.openxmlformats.org/drawingml/2006/compatibility" xmlns:pvml="urn:schemas-microsoft-com:office:powerpoint" xmlns:v="urn:schemas-microsoft-com:vml" xmlns:o="urn:schemas-microsoft-com:office:office" xmlns:dgm="http://schemas.openxmlformats.org/drawingml/2006/diagram" xmlns:c="http://schemas.openxmlformats.org/drawingml/2006/chart" xmlns:mv="urn:schemas-microsoft-com:mac:vml" xmlns="">
      <p:transition>
        <p:fade/>
      </p:transition>
    </mc:Fallback>
  </mc:AlternateContent>
  <p:hf hdr="0" ftr="0" dt="0"/>
  <p:txStyles>
    <p:title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1pPr>
      <a:lvl2pPr marR="0" lvl="1"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2pPr>
      <a:lvl3pPr marR="0" lvl="2"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3pPr>
      <a:lvl4pPr marR="0" lvl="3"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4pPr>
      <a:lvl5pPr marR="0" lvl="4"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5pPr>
      <a:lvl6pPr marR="0" lvl="5"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6pPr>
      <a:lvl7pPr marR="0" lvl="6"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7pPr>
      <a:lvl8pPr marR="0" lvl="7"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8pPr>
      <a:lvl9pPr marR="0" lvl="8"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9pPr>
    </p:titleStyle>
    <p:body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1pPr>
      <a:lvl2pPr marR="0" lvl="1"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2pPr>
      <a:lvl3pPr marR="0" lvl="2"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3pPr>
      <a:lvl4pPr marR="0" lvl="3"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4pPr>
      <a:lvl5pPr marR="0" lvl="4"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5pPr>
      <a:lvl6pPr marR="0" lvl="5"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6pPr>
      <a:lvl7pPr marR="0" lvl="6"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7pPr>
      <a:lvl8pPr marR="0" lvl="7"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8pPr>
      <a:lvl9pPr marR="0" lvl="8"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9pPr>
    </p:bodyStyle>
    <p:other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1pPr>
      <a:lvl2pPr marR="0" lvl="1"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2pPr>
      <a:lvl3pPr marR="0" lvl="2"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3pPr>
      <a:lvl4pPr marR="0" lvl="3"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4pPr>
      <a:lvl5pPr marR="0" lvl="4"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5pPr>
      <a:lvl6pPr marR="0" lvl="5"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6pPr>
      <a:lvl7pPr marR="0" lvl="6"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7pPr>
      <a:lvl8pPr marR="0" lvl="7"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8pPr>
      <a:lvl9pPr marR="0" lvl="8"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9pPr>
    </p:otherStyle>
  </p:txStyles>
  <p:extLst>
    <p:ext uri="{27BBF7A9-308A-43DC-89C8-2F10F3537804}">
      <p15:sldGuideLst xmlns:p15="http://schemas.microsoft.com/office/powerpoint/2012/main">
        <p15:guide id="1" orient="horz" pos="2160" userDrawn="1">
          <p15:clr>
            <a:srgbClr val="F26B43"/>
          </p15:clr>
        </p15:guide>
        <p15:guide id="2" pos="3839" userDrawn="1">
          <p15:clr>
            <a:srgbClr val="F26B43"/>
          </p15:clr>
        </p15:guide>
        <p15:guide id="3" pos="287" userDrawn="1">
          <p15:clr>
            <a:srgbClr val="F26B43"/>
          </p15:clr>
        </p15:guide>
        <p15:guide id="4" orient="horz" pos="288" userDrawn="1">
          <p15:clr>
            <a:srgbClr val="F26B43"/>
          </p15:clr>
        </p15:guide>
        <p15:guide id="5" orient="horz" pos="4032" userDrawn="1">
          <p15:clr>
            <a:srgbClr val="F26B43"/>
          </p15:clr>
        </p15:guide>
        <p15:guide id="6" pos="7391" userDrawn="1">
          <p15:clr>
            <a:srgbClr val="F26B43"/>
          </p15:clr>
        </p15:guide>
        <p15:guide id="7" orient="horz" pos="3888" userDrawn="1">
          <p15:clr>
            <a:srgbClr val="F26B43"/>
          </p15:clr>
        </p15:guide>
        <p15:guide id="8" orient="horz" pos="4176" userDrawn="1">
          <p15:clr>
            <a:srgbClr val="F26B43"/>
          </p15:clr>
        </p15:guide>
        <p15:guide id="9" orient="horz" pos="3744" userDrawn="1">
          <p15:clr>
            <a:srgbClr val="F26B43"/>
          </p15:clr>
        </p15:guide>
      </p15:sldGuideLst>
    </p:ext>
  </p:extLst>
</p:sldMaster>
</file>

<file path=ppt/slides/_rels/slide1.xml.rels><?xml version="1.0" encoding="UTF-8" standalone="yes"?>
<Relationships xmlns="http://schemas.openxmlformats.org/package/2006/relationships"><Relationship Id="rId2" Type="http://schemas.openxmlformats.org/officeDocument/2006/relationships/notesSlide" Target="../notesSlides/notesSlide1.xml"/><Relationship Id="rId1" Type="http://schemas.openxmlformats.org/officeDocument/2006/relationships/slideLayout" Target="../slideLayouts/slideLayout12.xml"/></Relationships>
</file>

<file path=ppt/slides/_rels/slide2.xml.rels><?xml version="1.0" encoding="UTF-8" standalone="yes"?>
<Relationships xmlns="http://schemas.openxmlformats.org/package/2006/relationships"><Relationship Id="rId3" Type="http://schemas.openxmlformats.org/officeDocument/2006/relationships/image" Target="../media/image8.png"/><Relationship Id="rId2" Type="http://schemas.openxmlformats.org/officeDocument/2006/relationships/notesSlide" Target="../notesSlides/notesSlide2.xml"/><Relationship Id="rId1" Type="http://schemas.openxmlformats.org/officeDocument/2006/relationships/slideLayout" Target="../slideLayouts/slideLayout93.xml"/></Relationships>
</file>

<file path=ppt/slides/_rels/slide3.xml.rels><?xml version="1.0" encoding="UTF-8" standalone="yes"?>
<Relationships xmlns="http://schemas.openxmlformats.org/package/2006/relationships"><Relationship Id="rId3" Type="http://schemas.openxmlformats.org/officeDocument/2006/relationships/image" Target="../media/image9.JPG"/><Relationship Id="rId2" Type="http://schemas.openxmlformats.org/officeDocument/2006/relationships/notesSlide" Target="../notesSlides/notesSlide3.xml"/><Relationship Id="rId1" Type="http://schemas.openxmlformats.org/officeDocument/2006/relationships/slideLayout" Target="../slideLayouts/slideLayout93.xml"/></Relationships>
</file>

<file path=ppt/slides/_rels/slide4.xml.rels><?xml version="1.0" encoding="UTF-8" standalone="yes"?>
<Relationships xmlns="http://schemas.openxmlformats.org/package/2006/relationships"><Relationship Id="rId3" Type="http://schemas.openxmlformats.org/officeDocument/2006/relationships/image" Target="../media/image9.JPG"/><Relationship Id="rId2" Type="http://schemas.openxmlformats.org/officeDocument/2006/relationships/notesSlide" Target="../notesSlides/notesSlide4.xml"/><Relationship Id="rId1" Type="http://schemas.openxmlformats.org/officeDocument/2006/relationships/slideLayout" Target="../slideLayouts/slideLayout93.xml"/><Relationship Id="rId4" Type="http://schemas.openxmlformats.org/officeDocument/2006/relationships/image" Target="../media/image10.jpg"/></Relationships>
</file>

<file path=ppt/slides/_rels/slide5.xml.rels><?xml version="1.0" encoding="UTF-8" standalone="yes"?>
<Relationships xmlns="http://schemas.openxmlformats.org/package/2006/relationships"><Relationship Id="rId3" Type="http://schemas.openxmlformats.org/officeDocument/2006/relationships/image" Target="../media/image9.JPG"/><Relationship Id="rId2" Type="http://schemas.openxmlformats.org/officeDocument/2006/relationships/notesSlide" Target="../notesSlides/notesSlide5.xml"/><Relationship Id="rId1" Type="http://schemas.openxmlformats.org/officeDocument/2006/relationships/slideLayout" Target="../slideLayouts/slideLayout93.xml"/><Relationship Id="rId5" Type="http://schemas.openxmlformats.org/officeDocument/2006/relationships/image" Target="../media/image10.jpg"/><Relationship Id="rId4" Type="http://schemas.openxmlformats.org/officeDocument/2006/relationships/image" Target="../media/image11.JPG"/></Relationships>
</file>

<file path=ppt/slides/_rels/slide6.xml.rels><?xml version="1.0" encoding="UTF-8" standalone="yes"?>
<Relationships xmlns="http://schemas.openxmlformats.org/package/2006/relationships"><Relationship Id="rId3" Type="http://schemas.openxmlformats.org/officeDocument/2006/relationships/image" Target="../media/image9.JPG"/><Relationship Id="rId2" Type="http://schemas.openxmlformats.org/officeDocument/2006/relationships/notesSlide" Target="../notesSlides/notesSlide6.xml"/><Relationship Id="rId1" Type="http://schemas.openxmlformats.org/officeDocument/2006/relationships/slideLayout" Target="../slideLayouts/slideLayout93.xml"/><Relationship Id="rId6" Type="http://schemas.openxmlformats.org/officeDocument/2006/relationships/image" Target="../media/image12.jpg"/><Relationship Id="rId5" Type="http://schemas.openxmlformats.org/officeDocument/2006/relationships/image" Target="../media/image10.jpg"/><Relationship Id="rId4" Type="http://schemas.openxmlformats.org/officeDocument/2006/relationships/image" Target="../media/image11.JPG"/></Relationships>
</file>

<file path=ppt/slides/_rels/slide7.xml.rels><?xml version="1.0" encoding="UTF-8" standalone="yes"?>
<Relationships xmlns="http://schemas.openxmlformats.org/package/2006/relationships"><Relationship Id="rId3" Type="http://schemas.openxmlformats.org/officeDocument/2006/relationships/image" Target="../media/image9.JPG"/><Relationship Id="rId2" Type="http://schemas.openxmlformats.org/officeDocument/2006/relationships/notesSlide" Target="../notesSlides/notesSlide7.xml"/><Relationship Id="rId1" Type="http://schemas.openxmlformats.org/officeDocument/2006/relationships/slideLayout" Target="../slideLayouts/slideLayout93.xml"/><Relationship Id="rId6" Type="http://schemas.openxmlformats.org/officeDocument/2006/relationships/image" Target="../media/image12.jpg"/><Relationship Id="rId5" Type="http://schemas.openxmlformats.org/officeDocument/2006/relationships/image" Target="../media/image10.jpg"/><Relationship Id="rId4" Type="http://schemas.openxmlformats.org/officeDocument/2006/relationships/image" Target="../media/image11.JPG"/></Relationships>
</file>

<file path=ppt/slides/_rels/slide8.xml.rels><?xml version="1.0" encoding="UTF-8" standalone="yes"?>
<Relationships xmlns="http://schemas.openxmlformats.org/package/2006/relationships"><Relationship Id="rId3" Type="http://schemas.openxmlformats.org/officeDocument/2006/relationships/image" Target="../media/image13.jpg"/><Relationship Id="rId2" Type="http://schemas.openxmlformats.org/officeDocument/2006/relationships/notesSlide" Target="../notesSlides/notesSlide8.xml"/><Relationship Id="rId1" Type="http://schemas.openxmlformats.org/officeDocument/2006/relationships/slideLayout" Target="../slideLayouts/slideLayout93.xml"/></Relationships>
</file>

<file path=ppt/slides/_rels/slide9.xml.rels><?xml version="1.0" encoding="UTF-8" standalone="yes"?>
<Relationships xmlns="http://schemas.openxmlformats.org/package/2006/relationships"><Relationship Id="rId2" Type="http://schemas.openxmlformats.org/officeDocument/2006/relationships/notesSlide" Target="../notesSlides/notesSlide9.xml"/><Relationship Id="rId1" Type="http://schemas.openxmlformats.org/officeDocument/2006/relationships/slideLayout" Target="../slideLayouts/slideLayout93.xml"/></Relationships>
</file>

<file path=ppt/slides/_rels/slide10.xml.rels><?xml version="1.0" encoding="UTF-8" standalone="yes"?>
<Relationships xmlns="http://schemas.openxmlformats.org/package/2006/relationships"><Relationship Id="rId3" Type="http://schemas.openxmlformats.org/officeDocument/2006/relationships/image" Target="../media/image14.png"/><Relationship Id="rId2" Type="http://schemas.openxmlformats.org/officeDocument/2006/relationships/notesSlide" Target="../notesSlides/notesSlide10.xml"/><Relationship Id="rId1" Type="http://schemas.openxmlformats.org/officeDocument/2006/relationships/slideLayout" Target="../slideLayouts/slideLayout93.xml"/></Relationships>
</file>

<file path=ppt/slides/_rels/slide11.xml.rels><?xml version="1.0" encoding="UTF-8" standalone="yes"?>
<Relationships xmlns="http://schemas.openxmlformats.org/package/2006/relationships"><Relationship Id="rId3" Type="http://schemas.openxmlformats.org/officeDocument/2006/relationships/image" Target="../media/image15.png"/><Relationship Id="rId2" Type="http://schemas.openxmlformats.org/officeDocument/2006/relationships/notesSlide" Target="../notesSlides/notesSlide11.xml"/><Relationship Id="rId1" Type="http://schemas.openxmlformats.org/officeDocument/2006/relationships/slideLayout" Target="../slideLayouts/slideLayout93.xml"/></Relationships>
</file>

<file path=ppt/slides/_rels/slide12.xml.rels><?xml version="1.0" encoding="UTF-8" standalone="yes"?>
<Relationships xmlns="http://schemas.openxmlformats.org/package/2006/relationships"><Relationship Id="rId3" Type="http://schemas.openxmlformats.org/officeDocument/2006/relationships/image" Target="../media/image16.png"/><Relationship Id="rId2" Type="http://schemas.openxmlformats.org/officeDocument/2006/relationships/notesSlide" Target="../notesSlides/notesSlide12.xml"/><Relationship Id="rId1" Type="http://schemas.openxmlformats.org/officeDocument/2006/relationships/slideLayout" Target="../slideLayouts/slideLayout93.xml"/></Relationships>
</file>

<file path=ppt/slides/_rels/slide13.xml.rels><?xml version="1.0" encoding="UTF-8" standalone="yes"?>
<Relationships xmlns="http://schemas.openxmlformats.org/package/2006/relationships"><Relationship Id="rId3" Type="http://schemas.openxmlformats.org/officeDocument/2006/relationships/image" Target="../media/image17.png"/><Relationship Id="rId2" Type="http://schemas.openxmlformats.org/officeDocument/2006/relationships/notesSlide" Target="../notesSlides/notesSlide13.xml"/><Relationship Id="rId1" Type="http://schemas.openxmlformats.org/officeDocument/2006/relationships/slideLayout" Target="../slideLayouts/slideLayout93.xml"/></Relationships>
</file>

<file path=ppt/slides/_rels/slide14.xml.rels><?xml version="1.0" encoding="UTF-8" standalone="yes"?>
<Relationships xmlns="http://schemas.openxmlformats.org/package/2006/relationships"><Relationship Id="rId3" Type="http://schemas.openxmlformats.org/officeDocument/2006/relationships/image" Target="../media/image18.png"/><Relationship Id="rId2" Type="http://schemas.openxmlformats.org/officeDocument/2006/relationships/notesSlide" Target="../notesSlides/notesSlide14.xml"/><Relationship Id="rId1" Type="http://schemas.openxmlformats.org/officeDocument/2006/relationships/slideLayout" Target="../slideLayouts/slideLayout93.xml"/></Relationships>
</file>

<file path=ppt/slides/_rels/slide15.xml.rels><?xml version="1.0" encoding="UTF-8" standalone="yes"?>
<Relationships xmlns="http://schemas.openxmlformats.org/package/2006/relationships"><Relationship Id="rId3" Type="http://schemas.openxmlformats.org/officeDocument/2006/relationships/image" Target="../media/image19.png"/><Relationship Id="rId2" Type="http://schemas.openxmlformats.org/officeDocument/2006/relationships/notesSlide" Target="../notesSlides/notesSlide15.xml"/><Relationship Id="rId1" Type="http://schemas.openxmlformats.org/officeDocument/2006/relationships/slideLayout" Target="../slideLayouts/slideLayout93.xml"/></Relationships>
</file>

<file path=ppt/slides/_rels/slide16.xml.rels><?xml version="1.0" encoding="UTF-8" standalone="yes"?>
<Relationships xmlns="http://schemas.openxmlformats.org/package/2006/relationships"><Relationship Id="rId2" Type="http://schemas.openxmlformats.org/officeDocument/2006/relationships/notesSlide" Target="../notesSlides/notesSlide16.xml"/><Relationship Id="rId1" Type="http://schemas.openxmlformats.org/officeDocument/2006/relationships/slideLayout" Target="../slideLayouts/slideLayout93.xml"/></Relationships>
</file>

<file path=ppt/slides/_rels/slide17.xml.rels><?xml version="1.0" encoding="UTF-8" standalone="yes"?>
<Relationships xmlns="http://schemas.openxmlformats.org/package/2006/relationships"><Relationship Id="rId3" Type="http://schemas.openxmlformats.org/officeDocument/2006/relationships/image" Target="../media/image20.png"/><Relationship Id="rId2" Type="http://schemas.openxmlformats.org/officeDocument/2006/relationships/notesSlide" Target="../notesSlides/notesSlide17.xml"/><Relationship Id="rId1" Type="http://schemas.openxmlformats.org/officeDocument/2006/relationships/slideLayout" Target="../slideLayouts/slideLayout93.xml"/></Relationships>
</file>

<file path=ppt/slides/_rels/slide18.xml.rels><?xml version="1.0" encoding="UTF-8" standalone="yes"?>
<Relationships xmlns="http://schemas.openxmlformats.org/package/2006/relationships"><Relationship Id="rId3" Type="http://schemas.openxmlformats.org/officeDocument/2006/relationships/image" Target="../media/image21.png"/><Relationship Id="rId2" Type="http://schemas.openxmlformats.org/officeDocument/2006/relationships/notesSlide" Target="../notesSlides/notesSlide18.xml"/><Relationship Id="rId1" Type="http://schemas.openxmlformats.org/officeDocument/2006/relationships/slideLayout" Target="../slideLayouts/slideLayout93.xml"/></Relationships>
</file>

<file path=ppt/slides/_rels/slide19.xml.rels><?xml version="1.0" encoding="UTF-8" standalone="yes"?>
<Relationships xmlns="http://schemas.openxmlformats.org/package/2006/relationships"><Relationship Id="rId3" Type="http://schemas.openxmlformats.org/officeDocument/2006/relationships/image" Target="../media/image22.png"/><Relationship Id="rId2" Type="http://schemas.openxmlformats.org/officeDocument/2006/relationships/notesSlide" Target="../notesSlides/notesSlide19.xml"/><Relationship Id="rId1" Type="http://schemas.openxmlformats.org/officeDocument/2006/relationships/slideLayout" Target="../slideLayouts/slideLayout93.xml"/></Relationships>
</file>

<file path=ppt/slides/_rels/slide20.xml.rels><?xml version="1.0" encoding="UTF-8" standalone="yes"?>
<Relationships xmlns="http://schemas.openxmlformats.org/package/2006/relationships"><Relationship Id="rId3" Type="http://schemas.openxmlformats.org/officeDocument/2006/relationships/image" Target="../media/image22.png"/><Relationship Id="rId2" Type="http://schemas.openxmlformats.org/officeDocument/2006/relationships/notesSlide" Target="../notesSlides/notesSlide20.xml"/><Relationship Id="rId1" Type="http://schemas.openxmlformats.org/officeDocument/2006/relationships/slideLayout" Target="../slideLayouts/slideLayout93.xml"/></Relationships>
</file>

<file path=ppt/slides/_rels/slide21.xml.rels><?xml version="1.0" encoding="UTF-8" standalone="yes"?>
<Relationships xmlns="http://schemas.openxmlformats.org/package/2006/relationships"><Relationship Id="rId3" Type="http://schemas.openxmlformats.org/officeDocument/2006/relationships/image" Target="../media/image22.png"/><Relationship Id="rId2" Type="http://schemas.openxmlformats.org/officeDocument/2006/relationships/notesSlide" Target="../notesSlides/notesSlide21.xml"/><Relationship Id="rId1" Type="http://schemas.openxmlformats.org/officeDocument/2006/relationships/slideLayout" Target="../slideLayouts/slideLayout93.xml"/></Relationships>
</file>

<file path=ppt/slides/_rels/slide22.xml.rels><?xml version="1.0" encoding="UTF-8" standalone="yes"?>
<Relationships xmlns="http://schemas.openxmlformats.org/package/2006/relationships"><Relationship Id="rId2" Type="http://schemas.openxmlformats.org/officeDocument/2006/relationships/notesSlide" Target="../notesSlides/notesSlide22.xml"/><Relationship Id="rId1" Type="http://schemas.openxmlformats.org/officeDocument/2006/relationships/slideLayout" Target="../slideLayouts/slideLayout93.xml"/></Relationships>
</file>

<file path=ppt/slides/_rels/slide23.xml.rels><?xml version="1.0" encoding="UTF-8" standalone="yes"?>
<Relationships xmlns="http://schemas.openxmlformats.org/package/2006/relationships"><Relationship Id="rId3" Type="http://schemas.openxmlformats.org/officeDocument/2006/relationships/image" Target="../media/image23.png"/><Relationship Id="rId2" Type="http://schemas.openxmlformats.org/officeDocument/2006/relationships/notesSlide" Target="../notesSlides/notesSlide23.xml"/><Relationship Id="rId1" Type="http://schemas.openxmlformats.org/officeDocument/2006/relationships/slideLayout" Target="../slideLayouts/slideLayout93.xml"/></Relationships>
</file>

<file path=ppt/slides/_rels/slide24.xml.rels><?xml version="1.0" encoding="UTF-8" standalone="yes"?>
<Relationships xmlns="http://schemas.openxmlformats.org/package/2006/relationships"><Relationship Id="rId3" Type="http://schemas.openxmlformats.org/officeDocument/2006/relationships/image" Target="../media/image23.png"/><Relationship Id="rId2" Type="http://schemas.openxmlformats.org/officeDocument/2006/relationships/notesSlide" Target="../notesSlides/notesSlide24.xml"/><Relationship Id="rId1" Type="http://schemas.openxmlformats.org/officeDocument/2006/relationships/slideLayout" Target="../slideLayouts/slideLayout93.xml"/></Relationships>
</file>

<file path=ppt/slides/_rels/slide25.xml.rels><?xml version="1.0" encoding="UTF-8" standalone="yes"?>
<Relationships xmlns="http://schemas.openxmlformats.org/package/2006/relationships"><Relationship Id="rId3" Type="http://schemas.openxmlformats.org/officeDocument/2006/relationships/image" Target="../media/image23.png"/><Relationship Id="rId2" Type="http://schemas.openxmlformats.org/officeDocument/2006/relationships/notesSlide" Target="../notesSlides/notesSlide25.xml"/><Relationship Id="rId1" Type="http://schemas.openxmlformats.org/officeDocument/2006/relationships/slideLayout" Target="../slideLayouts/slideLayout93.xml"/></Relationships>
</file>

<file path=ppt/slides/_rels/slide26.xml.rels><?xml version="1.0" encoding="UTF-8" standalone="yes"?>
<Relationships xmlns="http://schemas.openxmlformats.org/package/2006/relationships"><Relationship Id="rId3" Type="http://schemas.openxmlformats.org/officeDocument/2006/relationships/image" Target="../media/image24.png"/><Relationship Id="rId2" Type="http://schemas.openxmlformats.org/officeDocument/2006/relationships/notesSlide" Target="../notesSlides/notesSlide26.xml"/><Relationship Id="rId1" Type="http://schemas.openxmlformats.org/officeDocument/2006/relationships/slideLayout" Target="../slideLayouts/slideLayout93.xml"/></Relationships>
</file>

<file path=ppt/slides/_rels/slide27.xml.rels><?xml version="1.0" encoding="UTF-8" standalone="yes"?>
<Relationships xmlns="http://schemas.openxmlformats.org/package/2006/relationships"><Relationship Id="rId3" Type="http://schemas.openxmlformats.org/officeDocument/2006/relationships/image" Target="../media/image24.png"/><Relationship Id="rId2" Type="http://schemas.openxmlformats.org/officeDocument/2006/relationships/notesSlide" Target="../notesSlides/notesSlide27.xml"/><Relationship Id="rId1" Type="http://schemas.openxmlformats.org/officeDocument/2006/relationships/slideLayout" Target="../slideLayouts/slideLayout93.xml"/></Relationships>
</file>

<file path=ppt/slides/_rels/slide28.xml.rels><?xml version="1.0" encoding="UTF-8" standalone="yes"?>
<Relationships xmlns="http://schemas.openxmlformats.org/package/2006/relationships"><Relationship Id="rId3" Type="http://schemas.openxmlformats.org/officeDocument/2006/relationships/image" Target="../media/image24.png"/><Relationship Id="rId2" Type="http://schemas.openxmlformats.org/officeDocument/2006/relationships/notesSlide" Target="../notesSlides/notesSlide28.xml"/><Relationship Id="rId1" Type="http://schemas.openxmlformats.org/officeDocument/2006/relationships/slideLayout" Target="../slideLayouts/slideLayout93.xml"/></Relationships>
</file>

<file path=ppt/slides/_rels/slide29.xml.rels><?xml version="1.0" encoding="UTF-8" standalone="yes"?>
<Relationships xmlns="http://schemas.openxmlformats.org/package/2006/relationships"><Relationship Id="rId2" Type="http://schemas.openxmlformats.org/officeDocument/2006/relationships/notesSlide" Target="../notesSlides/notesSlide29.xml"/><Relationship Id="rId1" Type="http://schemas.openxmlformats.org/officeDocument/2006/relationships/slideLayout" Target="../slideLayouts/slideLayout93.xml"/></Relationships>
</file>

<file path=ppt/slides/_rels/slide30.xml.rels><?xml version="1.0" encoding="UTF-8" standalone="yes"?>
<Relationships xmlns="http://schemas.openxmlformats.org/package/2006/relationships"><Relationship Id="rId3" Type="http://schemas.openxmlformats.org/officeDocument/2006/relationships/image" Target="../media/image25.png"/><Relationship Id="rId2" Type="http://schemas.openxmlformats.org/officeDocument/2006/relationships/notesSlide" Target="../notesSlides/notesSlide30.xml"/><Relationship Id="rId1" Type="http://schemas.openxmlformats.org/officeDocument/2006/relationships/slideLayout" Target="../slideLayouts/slideLayout93.xml"/></Relationships>
</file>

<file path=ppt/slides/_rels/slide31.xml.rels><?xml version="1.0" encoding="UTF-8" standalone="yes"?>
<Relationships xmlns="http://schemas.openxmlformats.org/package/2006/relationships"><Relationship Id="rId3" Type="http://schemas.openxmlformats.org/officeDocument/2006/relationships/image" Target="../media/image26.png"/><Relationship Id="rId2" Type="http://schemas.openxmlformats.org/officeDocument/2006/relationships/notesSlide" Target="../notesSlides/notesSlide31.xml"/><Relationship Id="rId1" Type="http://schemas.openxmlformats.org/officeDocument/2006/relationships/slideLayout" Target="../slideLayouts/slideLayout93.xml"/></Relationships>
</file>

<file path=ppt/slides/_rels/slide32.xml.rels><?xml version="1.0" encoding="UTF-8" standalone="yes"?>
<Relationships xmlns="http://schemas.openxmlformats.org/package/2006/relationships"><Relationship Id="rId3" Type="http://schemas.openxmlformats.org/officeDocument/2006/relationships/image" Target="../media/image27.png"/><Relationship Id="rId2" Type="http://schemas.openxmlformats.org/officeDocument/2006/relationships/notesSlide" Target="../notesSlides/notesSlide32.xml"/><Relationship Id="rId1" Type="http://schemas.openxmlformats.org/officeDocument/2006/relationships/slideLayout" Target="../slideLayouts/slideLayout93.xml"/></Relationships>
</file>

<file path=ppt/slides/_rels/slide33.xml.rels><?xml version="1.0" encoding="UTF-8" standalone="yes"?>
<Relationships xmlns="http://schemas.openxmlformats.org/package/2006/relationships"><Relationship Id="rId3" Type="http://schemas.openxmlformats.org/officeDocument/2006/relationships/image" Target="../media/image28.png"/><Relationship Id="rId2" Type="http://schemas.openxmlformats.org/officeDocument/2006/relationships/notesSlide" Target="../notesSlides/notesSlide33.xml"/><Relationship Id="rId1" Type="http://schemas.openxmlformats.org/officeDocument/2006/relationships/slideLayout" Target="../slideLayouts/slideLayout93.xml"/></Relationships>
</file>

<file path=ppt/slides/_rels/slide34.xml.rels><?xml version="1.0" encoding="UTF-8" standalone="yes"?>
<Relationships xmlns="http://schemas.openxmlformats.org/package/2006/relationships"><Relationship Id="rId2" Type="http://schemas.openxmlformats.org/officeDocument/2006/relationships/notesSlide" Target="../notesSlides/notesSlide34.xml"/><Relationship Id="rId1" Type="http://schemas.openxmlformats.org/officeDocument/2006/relationships/slideLayout" Target="../slideLayouts/slideLayout93.xml"/></Relationships>
</file>

<file path=ppt/slides/_rels/slide35.xml.rels><?xml version="1.0" encoding="UTF-8" standalone="yes"?>
<Relationships xmlns="http://schemas.openxmlformats.org/package/2006/relationships"><Relationship Id="rId3" Type="http://schemas.openxmlformats.org/officeDocument/2006/relationships/image" Target="../media/image29.png"/><Relationship Id="rId2" Type="http://schemas.openxmlformats.org/officeDocument/2006/relationships/notesSlide" Target="../notesSlides/notesSlide35.xml"/><Relationship Id="rId1" Type="http://schemas.openxmlformats.org/officeDocument/2006/relationships/slideLayout" Target="../slideLayouts/slideLayout93.xml"/></Relationships>
</file>

<file path=ppt/slides/_rels/slide36.xml.rels><?xml version="1.0" encoding="UTF-8" standalone="yes"?>
<Relationships xmlns="http://schemas.openxmlformats.org/package/2006/relationships"><Relationship Id="rId2" Type="http://schemas.openxmlformats.org/officeDocument/2006/relationships/notesSlide" Target="../notesSlides/notesSlide36.xml"/><Relationship Id="rId1" Type="http://schemas.openxmlformats.org/officeDocument/2006/relationships/slideLayout" Target="../slideLayouts/slideLayout93.xml"/></Relationships>
</file>

<file path=ppt/slides/_rels/slide37.xml.rels><?xml version="1.0" encoding="UTF-8" standalone="yes"?>
<Relationships xmlns="http://schemas.openxmlformats.org/package/2006/relationships"><Relationship Id="rId3" Type="http://schemas.openxmlformats.org/officeDocument/2006/relationships/image" Target="../media/image30.png"/><Relationship Id="rId2" Type="http://schemas.openxmlformats.org/officeDocument/2006/relationships/notesSlide" Target="../notesSlides/notesSlide37.xml"/><Relationship Id="rId1" Type="http://schemas.openxmlformats.org/officeDocument/2006/relationships/slideLayout" Target="../slideLayouts/slideLayout93.xml"/></Relationships>
</file>

<file path=ppt/slides/_rels/slide38.xml.rels><?xml version="1.0" encoding="UTF-8" standalone="yes"?>
<Relationships xmlns="http://schemas.openxmlformats.org/package/2006/relationships"><Relationship Id="rId2" Type="http://schemas.openxmlformats.org/officeDocument/2006/relationships/notesSlide" Target="../notesSlides/notesSlide38.xml"/><Relationship Id="rId1" Type="http://schemas.openxmlformats.org/officeDocument/2006/relationships/slideLayout" Target="../slideLayouts/slideLayout93.xml"/></Relationships>
</file>

<file path=ppt/slides/_rels/slide39.xml.rels><?xml version="1.0" encoding="UTF-8" standalone="yes"?>
<Relationships xmlns="http://schemas.openxmlformats.org/package/2006/relationships"><Relationship Id="rId3" Type="http://schemas.openxmlformats.org/officeDocument/2006/relationships/image" Target="../media/image31.png"/><Relationship Id="rId2" Type="http://schemas.openxmlformats.org/officeDocument/2006/relationships/notesSlide" Target="../notesSlides/notesSlide39.xml"/><Relationship Id="rId1" Type="http://schemas.openxmlformats.org/officeDocument/2006/relationships/slideLayout" Target="../slideLayouts/slideLayout93.xml"/></Relationships>
</file>

<file path=ppt/slides/_rels/slide40.xml.rels><?xml version="1.0" encoding="UTF-8" standalone="yes"?>
<Relationships xmlns="http://schemas.openxmlformats.org/package/2006/relationships"><Relationship Id="rId3" Type="http://schemas.openxmlformats.org/officeDocument/2006/relationships/image" Target="../media/image32.png"/><Relationship Id="rId2" Type="http://schemas.openxmlformats.org/officeDocument/2006/relationships/notesSlide" Target="../notesSlides/notesSlide40.xml"/><Relationship Id="rId1" Type="http://schemas.openxmlformats.org/officeDocument/2006/relationships/slideLayout" Target="../slideLayouts/slideLayout93.xml"/></Relationships>
</file>

<file path=ppt/slides/_rels/slide41.xml.rels><?xml version="1.0" encoding="UTF-8" standalone="yes"?>
<Relationships xmlns="http://schemas.openxmlformats.org/package/2006/relationships"><Relationship Id="rId3" Type="http://schemas.openxmlformats.org/officeDocument/2006/relationships/image" Target="../media/image33.png"/><Relationship Id="rId2" Type="http://schemas.openxmlformats.org/officeDocument/2006/relationships/notesSlide" Target="../notesSlides/notesSlide41.xml"/><Relationship Id="rId1" Type="http://schemas.openxmlformats.org/officeDocument/2006/relationships/slideLayout" Target="../slideLayouts/slideLayout93.xml"/></Relationships>
</file>

<file path=ppt/slides/_rels/slide42.xml.rels><?xml version="1.0" encoding="UTF-8" standalone="yes"?>
<Relationships xmlns="http://schemas.openxmlformats.org/package/2006/relationships"><Relationship Id="rId3" Type="http://schemas.openxmlformats.org/officeDocument/2006/relationships/image" Target="../media/image34.png"/><Relationship Id="rId2" Type="http://schemas.openxmlformats.org/officeDocument/2006/relationships/notesSlide" Target="../notesSlides/notesSlide42.xml"/><Relationship Id="rId1" Type="http://schemas.openxmlformats.org/officeDocument/2006/relationships/slideLayout" Target="../slideLayouts/slideLayout93.xml"/></Relationships>
</file>

<file path=ppt/slides/_rels/slide43.xml.rels><?xml version="1.0" encoding="UTF-8" standalone="yes"?>
<Relationships xmlns="http://schemas.openxmlformats.org/package/2006/relationships"><Relationship Id="rId3" Type="http://schemas.openxmlformats.org/officeDocument/2006/relationships/image" Target="../media/image35.png"/><Relationship Id="rId2" Type="http://schemas.openxmlformats.org/officeDocument/2006/relationships/notesSlide" Target="../notesSlides/notesSlide43.xml"/><Relationship Id="rId1" Type="http://schemas.openxmlformats.org/officeDocument/2006/relationships/slideLayout" Target="../slideLayouts/slideLayout93.xml"/></Relationships>
</file>

<file path=ppt/slides/_rels/slide44.xml.rels><?xml version="1.0" encoding="UTF-8" standalone="yes"?>
<Relationships xmlns="http://schemas.openxmlformats.org/package/2006/relationships"><Relationship Id="rId3" Type="http://schemas.openxmlformats.org/officeDocument/2006/relationships/image" Target="../media/image36.png"/><Relationship Id="rId2" Type="http://schemas.openxmlformats.org/officeDocument/2006/relationships/notesSlide" Target="../notesSlides/notesSlide44.xml"/><Relationship Id="rId1" Type="http://schemas.openxmlformats.org/officeDocument/2006/relationships/slideLayout" Target="../slideLayouts/slideLayout93.xml"/></Relationships>
</file>

<file path=ppt/slides/_rels/slide45.xml.rels><?xml version="1.0" encoding="UTF-8" standalone="yes"?>
<Relationships xmlns="http://schemas.openxmlformats.org/package/2006/relationships"><Relationship Id="rId3" Type="http://schemas.openxmlformats.org/officeDocument/2006/relationships/image" Target="../media/image37.png"/><Relationship Id="rId2" Type="http://schemas.openxmlformats.org/officeDocument/2006/relationships/notesSlide" Target="../notesSlides/notesSlide45.xml"/><Relationship Id="rId1" Type="http://schemas.openxmlformats.org/officeDocument/2006/relationships/slideLayout" Target="../slideLayouts/slideLayout93.xml"/></Relationships>
</file>

<file path=ppt/slides/_rels/slide46.xml.rels><?xml version="1.0" encoding="UTF-8" standalone="yes"?>
<Relationships xmlns="http://schemas.openxmlformats.org/package/2006/relationships"><Relationship Id="rId3" Type="http://schemas.openxmlformats.org/officeDocument/2006/relationships/image" Target="../media/image38.png"/><Relationship Id="rId2" Type="http://schemas.openxmlformats.org/officeDocument/2006/relationships/notesSlide" Target="../notesSlides/notesSlide46.xml"/><Relationship Id="rId1" Type="http://schemas.openxmlformats.org/officeDocument/2006/relationships/slideLayout" Target="../slideLayouts/slideLayout93.xml"/></Relationships>
</file>

<file path=ppt/slides/_rels/slide47.xml.rels><?xml version="1.0" encoding="UTF-8" standalone="yes"?>
<Relationships xmlns="http://schemas.openxmlformats.org/package/2006/relationships"><Relationship Id="rId3" Type="http://schemas.openxmlformats.org/officeDocument/2006/relationships/image" Target="../media/image27.png"/><Relationship Id="rId2" Type="http://schemas.openxmlformats.org/officeDocument/2006/relationships/notesSlide" Target="../notesSlides/notesSlide47.xml"/><Relationship Id="rId1" Type="http://schemas.openxmlformats.org/officeDocument/2006/relationships/slideLayout" Target="../slideLayouts/slideLayout93.xml"/></Relationships>
</file>

<file path=ppt/slides/_rels/slide48.xml.rels><?xml version="1.0" encoding="UTF-8" standalone="yes"?>
<Relationships xmlns="http://schemas.openxmlformats.org/package/2006/relationships"><Relationship Id="rId3" Type="http://schemas.openxmlformats.org/officeDocument/2006/relationships/image" Target="../media/image39.png"/><Relationship Id="rId2" Type="http://schemas.openxmlformats.org/officeDocument/2006/relationships/notesSlide" Target="../notesSlides/notesSlide48.xml"/><Relationship Id="rId1" Type="http://schemas.openxmlformats.org/officeDocument/2006/relationships/slideLayout" Target="../slideLayouts/slideLayout93.xml"/></Relationships>
</file>

<file path=ppt/slides/_rels/slide49.xml.rels><?xml version="1.0" encoding="UTF-8" standalone="yes"?>
<Relationships xmlns="http://schemas.openxmlformats.org/package/2006/relationships"><Relationship Id="rId2" Type="http://schemas.openxmlformats.org/officeDocument/2006/relationships/notesSlide" Target="../notesSlides/notesSlide49.xml"/><Relationship Id="rId1" Type="http://schemas.openxmlformats.org/officeDocument/2006/relationships/slideLayout" Target="../slideLayouts/slideLayout93.xml"/></Relationships>
</file>

<file path=ppt/slides/_rels/slide50.xml.rels><?xml version="1.0" encoding="UTF-8" standalone="yes"?>
<Relationships xmlns="http://schemas.openxmlformats.org/package/2006/relationships"><Relationship Id="rId3" Type="http://schemas.openxmlformats.org/officeDocument/2006/relationships/image" Target="../media/image40.png"/><Relationship Id="rId2" Type="http://schemas.openxmlformats.org/officeDocument/2006/relationships/notesSlide" Target="../notesSlides/notesSlide50.xml"/><Relationship Id="rId1" Type="http://schemas.openxmlformats.org/officeDocument/2006/relationships/slideLayout" Target="../slideLayouts/slideLayout93.xml"/></Relationships>
</file>

<file path=ppt/slides/_rels/slide51.xml.rels><?xml version="1.0" encoding="UTF-8" standalone="yes"?>
<Relationships xmlns="http://schemas.openxmlformats.org/package/2006/relationships"><Relationship Id="rId3" Type="http://schemas.openxmlformats.org/officeDocument/2006/relationships/image" Target="../media/image40.png"/><Relationship Id="rId2" Type="http://schemas.openxmlformats.org/officeDocument/2006/relationships/notesSlide" Target="../notesSlides/notesSlide51.xml"/><Relationship Id="rId1" Type="http://schemas.openxmlformats.org/officeDocument/2006/relationships/slideLayout" Target="../slideLayouts/slideLayout93.xml"/></Relationships>
</file>

<file path=ppt/slides/_rels/slide52.xml.rels><?xml version="1.0" encoding="UTF-8" standalone="yes"?>
<Relationships xmlns="http://schemas.openxmlformats.org/package/2006/relationships"><Relationship Id="rId3" Type="http://schemas.openxmlformats.org/officeDocument/2006/relationships/image" Target="../media/image40.png"/><Relationship Id="rId2" Type="http://schemas.openxmlformats.org/officeDocument/2006/relationships/notesSlide" Target="../notesSlides/notesSlide52.xml"/><Relationship Id="rId1" Type="http://schemas.openxmlformats.org/officeDocument/2006/relationships/slideLayout" Target="../slideLayouts/slideLayout93.xml"/></Relationships>
</file>

<file path=ppt/slides/_rels/slide53.xml.rels><?xml version="1.0" encoding="UTF-8" standalone="yes"?>
<Relationships xmlns="http://schemas.openxmlformats.org/package/2006/relationships"><Relationship Id="rId3" Type="http://schemas.openxmlformats.org/officeDocument/2006/relationships/image" Target="../media/image40.png"/><Relationship Id="rId2" Type="http://schemas.openxmlformats.org/officeDocument/2006/relationships/notesSlide" Target="../notesSlides/notesSlide53.xml"/><Relationship Id="rId1" Type="http://schemas.openxmlformats.org/officeDocument/2006/relationships/slideLayout" Target="../slideLayouts/slideLayout93.xml"/></Relationships>
</file>

<file path=ppt/slides/_rels/slide54.xml.rels><?xml version="1.0" encoding="UTF-8" standalone="yes"?>
<Relationships xmlns="http://schemas.openxmlformats.org/package/2006/relationships"><Relationship Id="rId3" Type="http://schemas.openxmlformats.org/officeDocument/2006/relationships/image" Target="../media/image40.png"/><Relationship Id="rId2" Type="http://schemas.openxmlformats.org/officeDocument/2006/relationships/notesSlide" Target="../notesSlides/notesSlide54.xml"/><Relationship Id="rId1" Type="http://schemas.openxmlformats.org/officeDocument/2006/relationships/slideLayout" Target="../slideLayouts/slideLayout93.xml"/></Relationships>
</file>

<file path=ppt/slides/_rels/slide55.xml.rels><?xml version="1.0" encoding="UTF-8" standalone="yes"?>
<Relationships xmlns="http://schemas.openxmlformats.org/package/2006/relationships"><Relationship Id="rId3" Type="http://schemas.openxmlformats.org/officeDocument/2006/relationships/image" Target="../media/image21.png"/><Relationship Id="rId2" Type="http://schemas.openxmlformats.org/officeDocument/2006/relationships/notesSlide" Target="../notesSlides/notesSlide55.xml"/><Relationship Id="rId1" Type="http://schemas.openxmlformats.org/officeDocument/2006/relationships/slideLayout" Target="../slideLayouts/slideLayout93.xml"/></Relationships>
</file>

<file path=ppt/slides/_rels/slide56.xml.rels><?xml version="1.0" encoding="UTF-8" standalone="yes"?>
<Relationships xmlns="http://schemas.openxmlformats.org/package/2006/relationships"><Relationship Id="rId3" Type="http://schemas.openxmlformats.org/officeDocument/2006/relationships/image" Target="../media/image41.png"/><Relationship Id="rId2" Type="http://schemas.openxmlformats.org/officeDocument/2006/relationships/notesSlide" Target="../notesSlides/notesSlide56.xml"/><Relationship Id="rId1" Type="http://schemas.openxmlformats.org/officeDocument/2006/relationships/slideLayout" Target="../slideLayouts/slideLayout93.xml"/></Relationships>
</file>

<file path=ppt/slides/_rels/slide57.xml.rels><?xml version="1.0" encoding="UTF-8" standalone="yes"?>
<Relationships xmlns="http://schemas.openxmlformats.org/package/2006/relationships"><Relationship Id="rId3" Type="http://schemas.openxmlformats.org/officeDocument/2006/relationships/image" Target="../media/image42.png"/><Relationship Id="rId2" Type="http://schemas.openxmlformats.org/officeDocument/2006/relationships/notesSlide" Target="../notesSlides/notesSlide57.xml"/><Relationship Id="rId1" Type="http://schemas.openxmlformats.org/officeDocument/2006/relationships/slideLayout" Target="../slideLayouts/slideLayout93.xml"/></Relationships>
</file>

<file path=ppt/slides/_rels/slide58.xml.rels><?xml version="1.0" encoding="UTF-8" standalone="yes"?>
<Relationships xmlns="http://schemas.openxmlformats.org/package/2006/relationships"><Relationship Id="rId2" Type="http://schemas.openxmlformats.org/officeDocument/2006/relationships/notesSlide" Target="../notesSlides/notesSlide58.xml"/><Relationship Id="rId1" Type="http://schemas.openxmlformats.org/officeDocument/2006/relationships/slideLayout" Target="../slideLayouts/slideLayout93.xml"/></Relationships>
</file>

<file path=ppt/slides/_rels/slide59.xml.rels><?xml version="1.0" encoding="UTF-8" standalone="yes"?>
<Relationships xmlns="http://schemas.openxmlformats.org/package/2006/relationships"><Relationship Id="rId3" Type="http://schemas.openxmlformats.org/officeDocument/2006/relationships/image" Target="../media/image43.png"/><Relationship Id="rId2" Type="http://schemas.openxmlformats.org/officeDocument/2006/relationships/notesSlide" Target="../notesSlides/notesSlide59.xml"/><Relationship Id="rId1" Type="http://schemas.openxmlformats.org/officeDocument/2006/relationships/slideLayout" Target="../slideLayouts/slideLayout93.xml"/></Relationships>
</file>

<file path=ppt/slides/_rels/slide60.xml.rels><?xml version="1.0" encoding="UTF-8" standalone="yes"?>
<Relationships xmlns="http://schemas.openxmlformats.org/package/2006/relationships"><Relationship Id="rId3" Type="http://schemas.openxmlformats.org/officeDocument/2006/relationships/image" Target="../media/image8.png"/><Relationship Id="rId2" Type="http://schemas.openxmlformats.org/officeDocument/2006/relationships/notesSlide" Target="../notesSlides/notesSlide60.xml"/><Relationship Id="rId1" Type="http://schemas.openxmlformats.org/officeDocument/2006/relationships/slideLayout" Target="../slideLayouts/slideLayout93.xml"/></Relationships>
</file>

<file path=ppt/slides/_rels/slide61.xml.rels><?xml version="1.0" encoding="UTF-8" standalone="yes"?>
<Relationships xmlns="http://schemas.openxmlformats.org/package/2006/relationships"><Relationship Id="rId3" Type="http://schemas.openxmlformats.org/officeDocument/2006/relationships/hyperlink" Target="https://www.first.org/cvss/" TargetMode="External"/><Relationship Id="rId2" Type="http://schemas.openxmlformats.org/officeDocument/2006/relationships/notesSlide" Target="../notesSlides/notesSlide61.xml"/><Relationship Id="rId1" Type="http://schemas.openxmlformats.org/officeDocument/2006/relationships/slideLayout" Target="../slideLayouts/slideLayout93.xml"/></Relationships>
</file>

<file path=ppt/slides/_rels/slide62.xml.rels><?xml version="1.0" encoding="UTF-8" standalone="yes"?>
<Relationships xmlns="http://schemas.openxmlformats.org/package/2006/relationships"><Relationship Id="rId8" Type="http://schemas.openxmlformats.org/officeDocument/2006/relationships/hyperlink" Target="https://www.iso.org/standard/72704.html" TargetMode="External"/><Relationship Id="rId3" Type="http://schemas.openxmlformats.org/officeDocument/2006/relationships/hyperlink" Target="https://nvlpubs.nist.gov/nistpubs/Legacy/SP/nistspecialpublication800-39.pdf" TargetMode="External"/><Relationship Id="rId7" Type="http://schemas.openxmlformats.org/officeDocument/2006/relationships/hyperlink" Target="https://www.iso.org/standard/68385.html" TargetMode="External"/><Relationship Id="rId2" Type="http://schemas.openxmlformats.org/officeDocument/2006/relationships/notesSlide" Target="../notesSlides/notesSlide62.xml"/><Relationship Id="rId1" Type="http://schemas.openxmlformats.org/officeDocument/2006/relationships/slideLayout" Target="../slideLayouts/slideLayout93.xml"/><Relationship Id="rId6" Type="http://schemas.openxmlformats.org/officeDocument/2006/relationships/hyperlink" Target="https://zenodo.org/record/1188418/files/EVITAD2.3v1.1.pdf" TargetMode="External"/><Relationship Id="rId5" Type="http://schemas.openxmlformats.org/officeDocument/2006/relationships/hyperlink" Target="https://www.fda.gov/regulatory-information/search-fda-guidance-documents/postmarket-management-cybersecurity-medical-devices" TargetMode="External"/><Relationship Id="rId4" Type="http://schemas.openxmlformats.org/officeDocument/2006/relationships/hyperlink" Target="https://nvlpubs.nist.gov/nistpubs/Legacy/SP/nistspecialpublication800-30r1.pdf" TargetMode="External"/></Relationships>
</file>

<file path=ppt/slides/_rels/slide63.xml.rels><?xml version="1.0" encoding="UTF-8" standalone="yes"?>
<Relationships xmlns="http://schemas.openxmlformats.org/package/2006/relationships"><Relationship Id="rId8" Type="http://schemas.openxmlformats.org/officeDocument/2006/relationships/hyperlink" Target="https://commons.wikimedia.org/w/index.php?curid=47237273" TargetMode="External"/><Relationship Id="rId3" Type="http://schemas.openxmlformats.org/officeDocument/2006/relationships/hyperlink" Target="https://nvlpubs.nist.gov/nistpubs/FIPS/NIST.FIPS.199.pdf" TargetMode="External"/><Relationship Id="rId7" Type="http://schemas.openxmlformats.org/officeDocument/2006/relationships/hyperlink" Target="https://commons.wikimedia.org/w/index.php?curid=47370848" TargetMode="External"/><Relationship Id="rId2" Type="http://schemas.openxmlformats.org/officeDocument/2006/relationships/notesSlide" Target="../notesSlides/notesSlide63.xml"/><Relationship Id="rId1" Type="http://schemas.openxmlformats.org/officeDocument/2006/relationships/slideLayout" Target="../slideLayouts/slideLayout93.xml"/><Relationship Id="rId6" Type="http://schemas.openxmlformats.org/officeDocument/2006/relationships/hyperlink" Target="https://www.flickr.com/photos/slgc/8037345945/" TargetMode="External"/><Relationship Id="rId5" Type="http://schemas.openxmlformats.org/officeDocument/2006/relationships/hyperlink" Target="https://en.wikipedia.org/wiki/Document_management_system" TargetMode="External"/><Relationship Id="rId10" Type="http://schemas.openxmlformats.org/officeDocument/2006/relationships/hyperlink" Target="https://commons.wikimedia.org/w/index.php?curid=5527428" TargetMode="External"/><Relationship Id="rId4" Type="http://schemas.openxmlformats.org/officeDocument/2006/relationships/hyperlink" Target="https://docs.oasis-open.org/sarif/sarif/v2.1.0/os/sarif-v2.1.0-os.pdf" TargetMode="External"/><Relationship Id="rId9" Type="http://schemas.openxmlformats.org/officeDocument/2006/relationships/hyperlink" Target="https://commons.wikimedia.org/w/index.php?curid=2070429" TargetMode="External"/></Relationships>
</file>

<file path=ppt/slides/_rels/slide64.xml.rels><?xml version="1.0" encoding="UTF-8" standalone="yes"?>
<Relationships xmlns="http://schemas.openxmlformats.org/package/2006/relationships"><Relationship Id="rId3" Type="http://schemas.openxmlformats.org/officeDocument/2006/relationships/hyperlink" Target="https://nvlpubs.nist.gov/nistpubs/legacy/ir/nistir7502.pdf" TargetMode="External"/><Relationship Id="rId2" Type="http://schemas.openxmlformats.org/officeDocument/2006/relationships/notesSlide" Target="../notesSlides/notesSlide64.xml"/><Relationship Id="rId1" Type="http://schemas.openxmlformats.org/officeDocument/2006/relationships/slideLayout" Target="../slideLayouts/slideLayout93.xml"/><Relationship Id="rId5" Type="http://schemas.openxmlformats.org/officeDocument/2006/relationships/hyperlink" Target="https://nvd.nist.gov/vuln-metrics/cvss/v2-calculator?calculator&amp;adv&amp;.0" TargetMode="External"/><Relationship Id="rId4" Type="http://schemas.openxmlformats.org/officeDocument/2006/relationships/hyperlink" Target="https://tsapps.nist.gov/publication/get_pdf.cfm?pub_id=910230" TargetMode="External"/></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Shape 872"/>
        <p:cNvGrpSpPr/>
        <p:nvPr/>
      </p:nvGrpSpPr>
      <p:grpSpPr>
        <a:xfrm>
          <a:off x="0" y="0"/>
          <a:ext cx="0" cy="0"/>
          <a:chOff x="0" y="0"/>
          <a:chExt cx="0" cy="0"/>
        </a:xfrm>
      </p:grpSpPr>
      <p:sp>
        <p:nvSpPr>
          <p:cNvPr id="873" name="Google Shape;873;p146"/>
          <p:cNvSpPr txBox="1">
            <a:spLocks noGrp="1"/>
          </p:cNvSpPr>
          <p:nvPr>
            <p:ph type="title"/>
          </p:nvPr>
        </p:nvSpPr>
        <p:spPr>
          <a:xfrm>
            <a:off x="668910" y="1815384"/>
            <a:ext cx="10851007" cy="3227235"/>
          </a:xfrm>
          <a:prstGeom prst="rect">
            <a:avLst/>
          </a:prstGeom>
          <a:noFill/>
          <a:ln>
            <a:noFill/>
          </a:ln>
        </p:spPr>
        <p:txBody>
          <a:bodyPr spcFirstLastPara="1" wrap="square" lIns="0" tIns="0" rIns="0" bIns="0" anchor="ctr" anchorCtr="0">
            <a:noAutofit/>
          </a:bodyPr>
          <a:lstStyle/>
          <a:p>
            <a:pPr>
              <a:lnSpc>
                <a:spcPct val="100000"/>
              </a:lnSpc>
            </a:pPr>
            <a:r>
              <a:rPr lang="en" sz="5400" dirty="0"/>
              <a:t>Threat Prioritization</a:t>
            </a:r>
            <a:endParaRPr sz="6600" dirty="0"/>
          </a:p>
        </p:txBody>
      </p:sp>
      <p:sp>
        <p:nvSpPr>
          <p:cNvPr id="2" name="Rectangle 1">
            <a:extLst>
              <a:ext uri="{FF2B5EF4-FFF2-40B4-BE49-F238E27FC236}">
                <a16:creationId xmlns:a16="http://schemas.microsoft.com/office/drawing/2014/main" id="{2FB5F0EE-3344-3E43-B412-5327D36C6F8A}"/>
              </a:ext>
            </a:extLst>
          </p:cNvPr>
          <p:cNvSpPr/>
          <p:nvPr/>
        </p:nvSpPr>
        <p:spPr>
          <a:xfrm>
            <a:off x="10744453" y="5270394"/>
            <a:ext cx="960520" cy="461665"/>
          </a:xfrm>
          <a:prstGeom prst="rect">
            <a:avLst/>
          </a:prstGeom>
        </p:spPr>
        <p:txBody>
          <a:bodyPr wrap="none">
            <a:spAutoFit/>
          </a:bodyPr>
          <a:lstStyle/>
          <a:p>
            <a:pPr algn="r"/>
            <a:r>
              <a:rPr lang="en-US" sz="1200" dirty="0">
                <a:solidFill>
                  <a:schemeClr val="accent3">
                    <a:lumMod val="20000"/>
                    <a:lumOff val="80000"/>
                  </a:schemeClr>
                </a:solidFill>
                <a:latin typeface="Roboto" panose="02000000000000000000" pitchFamily="2" charset="0"/>
                <a:ea typeface="Roboto" panose="02000000000000000000" pitchFamily="2" charset="0"/>
              </a:rPr>
              <a:t>version 5</a:t>
            </a:r>
          </a:p>
          <a:p>
            <a:pPr algn="r"/>
            <a:r>
              <a:rPr lang="en-US" sz="1200" dirty="0">
                <a:solidFill>
                  <a:schemeClr val="accent3">
                    <a:lumMod val="20000"/>
                    <a:lumOff val="80000"/>
                  </a:schemeClr>
                </a:solidFill>
                <a:latin typeface="Roboto" panose="02000000000000000000" pitchFamily="2" charset="0"/>
                <a:ea typeface="Roboto" panose="02000000000000000000" pitchFamily="2" charset="0"/>
              </a:rPr>
              <a:t>2023-10-12</a:t>
            </a:r>
          </a:p>
        </p:txBody>
      </p:sp>
      <p:sp>
        <p:nvSpPr>
          <p:cNvPr id="4" name="Rectangle 3">
            <a:extLst>
              <a:ext uri="{FF2B5EF4-FFF2-40B4-BE49-F238E27FC236}">
                <a16:creationId xmlns:a16="http://schemas.microsoft.com/office/drawing/2014/main" id="{74CD8A9C-5CEA-AD48-B075-78C4F71699EB}"/>
              </a:ext>
            </a:extLst>
          </p:cNvPr>
          <p:cNvSpPr/>
          <p:nvPr/>
        </p:nvSpPr>
        <p:spPr>
          <a:xfrm>
            <a:off x="668909" y="5208838"/>
            <a:ext cx="6374149" cy="523220"/>
          </a:xfrm>
          <a:prstGeom prst="rect">
            <a:avLst/>
          </a:prstGeom>
        </p:spPr>
        <p:txBody>
          <a:bodyPr wrap="square">
            <a:spAutoFit/>
          </a:bodyPr>
          <a:lstStyle/>
          <a:p>
            <a:r>
              <a:rPr lang="en-US" dirty="0">
                <a:solidFill>
                  <a:schemeClr val="accent3">
                    <a:lumMod val="20000"/>
                    <a:lumOff val="80000"/>
                  </a:schemeClr>
                </a:solidFill>
                <a:latin typeface="Roboto" panose="02000000000000000000" pitchFamily="2" charset="0"/>
                <a:ea typeface="Roboto" panose="02000000000000000000" pitchFamily="2" charset="0"/>
              </a:rPr>
              <a:t>Charles Wilson</a:t>
            </a:r>
          </a:p>
          <a:p>
            <a:r>
              <a:rPr lang="en-US" dirty="0">
                <a:solidFill>
                  <a:schemeClr val="accent3">
                    <a:lumMod val="20000"/>
                    <a:lumOff val="80000"/>
                  </a:schemeClr>
                </a:solidFill>
                <a:latin typeface="Roboto" panose="02000000000000000000" pitchFamily="2" charset="0"/>
                <a:ea typeface="Roboto" panose="02000000000000000000" pitchFamily="2" charset="0"/>
              </a:rPr>
              <a:t>Technical Fellow, Cybersecurity Engineering</a:t>
            </a:r>
          </a:p>
        </p:txBody>
      </p:sp>
    </p:spTree>
  </p:cSld>
  <p:clrMapOvr>
    <a:masterClrMapping/>
  </p:clrMapOvr>
  <mc:AlternateContent xmlns:mc="http://schemas.openxmlformats.org/markup-compatibility/2006" xmlns:p14="http://schemas.microsoft.com/office/powerpoint/2010/main">
    <mc:Choice Requires="p14">
      <p:transition p14:dur="250">
        <p:fade/>
      </p:transition>
    </mc:Choice>
    <mc:Fallback xmlns:ahyp="http://schemas.microsoft.com/office/drawing/2018/hyperlinkcolor" xmlns:p15="http://schemas.microsoft.com/office/powerpoint/2012/main" xmlns:com="http://schemas.openxmlformats.org/drawingml/2006/compatibility" xmlns:pvml="urn:schemas-microsoft-com:office:powerpoint" xmlns:v="urn:schemas-microsoft-com:vml" xmlns:o="urn:schemas-microsoft-com:office:office" xmlns:dgm="http://schemas.openxmlformats.org/drawingml/2006/diagram" xmlns:c="http://schemas.openxmlformats.org/drawingml/2006/chart" xmlns:mv="urn:schemas-microsoft-com:mac:vml" xmlns="">
      <p:transition>
        <p:fade/>
      </p:transition>
    </mc:Fallback>
  </mc:AlternateContent>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Shape 1198"/>
        <p:cNvGrpSpPr/>
        <p:nvPr/>
      </p:nvGrpSpPr>
      <p:grpSpPr>
        <a:xfrm>
          <a:off x="0" y="0"/>
          <a:ext cx="0" cy="0"/>
          <a:chOff x="0" y="0"/>
          <a:chExt cx="0" cy="0"/>
        </a:xfrm>
      </p:grpSpPr>
      <p:sp>
        <p:nvSpPr>
          <p:cNvPr id="1199" name="Google Shape;1199;p156"/>
          <p:cNvSpPr txBox="1">
            <a:spLocks noGrp="1"/>
          </p:cNvSpPr>
          <p:nvPr>
            <p:ph type="title"/>
          </p:nvPr>
        </p:nvSpPr>
        <p:spPr>
          <a:xfrm>
            <a:off x="455617" y="460684"/>
            <a:ext cx="11277833" cy="524399"/>
          </a:xfrm>
          <a:prstGeom prst="rect">
            <a:avLst/>
          </a:prstGeom>
        </p:spPr>
        <p:txBody>
          <a:bodyPr spcFirstLastPara="1" wrap="square" lIns="0" tIns="0" rIns="0" bIns="0" anchor="ctr" anchorCtr="0">
            <a:noAutofit/>
          </a:bodyPr>
          <a:lstStyle/>
          <a:p>
            <a:pPr>
              <a:lnSpc>
                <a:spcPct val="100000"/>
              </a:lnSpc>
            </a:pPr>
            <a:r>
              <a:rPr lang="en" dirty="0"/>
              <a:t>Training Path</a:t>
            </a:r>
            <a:endParaRPr dirty="0"/>
          </a:p>
        </p:txBody>
      </p:sp>
      <p:pic>
        <p:nvPicPr>
          <p:cNvPr id="7" name="Picture 6">
            <a:extLst>
              <a:ext uri="{FF2B5EF4-FFF2-40B4-BE49-F238E27FC236}">
                <a16:creationId xmlns:a16="http://schemas.microsoft.com/office/drawing/2014/main" id="{C52B1944-9D2E-B660-DF63-98B36A597D37}"/>
              </a:ext>
            </a:extLst>
          </p:cNvPr>
          <p:cNvPicPr>
            <a:picLocks noChangeAspect="1"/>
          </p:cNvPicPr>
          <p:nvPr/>
        </p:nvPicPr>
        <p:blipFill>
          <a:blip r:embed="rId3"/>
          <a:stretch>
            <a:fillRect/>
          </a:stretch>
        </p:blipFill>
        <p:spPr>
          <a:xfrm>
            <a:off x="741952" y="326959"/>
            <a:ext cx="10704920" cy="6204081"/>
          </a:xfrm>
          <a:prstGeom prst="rect">
            <a:avLst/>
          </a:prstGeom>
          <a:effectLst/>
        </p:spPr>
      </p:pic>
    </p:spTree>
    <p:extLst>
      <p:ext uri="{BB962C8B-B14F-4D97-AF65-F5344CB8AC3E}">
        <p14:creationId xmlns:p14="http://schemas.microsoft.com/office/powerpoint/2010/main" val="2777678009"/>
      </p:ext>
    </p:extLst>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Shape 1198"/>
        <p:cNvGrpSpPr/>
        <p:nvPr/>
      </p:nvGrpSpPr>
      <p:grpSpPr>
        <a:xfrm>
          <a:off x="0" y="0"/>
          <a:ext cx="0" cy="0"/>
          <a:chOff x="0" y="0"/>
          <a:chExt cx="0" cy="0"/>
        </a:xfrm>
      </p:grpSpPr>
      <p:pic>
        <p:nvPicPr>
          <p:cNvPr id="6" name="Picture 5">
            <a:extLst>
              <a:ext uri="{FF2B5EF4-FFF2-40B4-BE49-F238E27FC236}">
                <a16:creationId xmlns:a16="http://schemas.microsoft.com/office/drawing/2014/main" id="{73061BFB-B92A-5288-5D2A-2059EEBA683C}"/>
              </a:ext>
            </a:extLst>
          </p:cNvPr>
          <p:cNvPicPr>
            <a:picLocks noChangeAspect="1"/>
          </p:cNvPicPr>
          <p:nvPr/>
        </p:nvPicPr>
        <p:blipFill rotWithShape="1">
          <a:blip r:embed="rId3"/>
          <a:srcRect t="14985" b="10009"/>
          <a:stretch/>
        </p:blipFill>
        <p:spPr>
          <a:xfrm>
            <a:off x="1" y="0"/>
            <a:ext cx="12188824" cy="6858000"/>
          </a:xfrm>
          <a:prstGeom prst="rect">
            <a:avLst/>
          </a:prstGeom>
        </p:spPr>
      </p:pic>
      <p:sp>
        <p:nvSpPr>
          <p:cNvPr id="1199" name="Google Shape;1199;p156"/>
          <p:cNvSpPr txBox="1">
            <a:spLocks noGrp="1"/>
          </p:cNvSpPr>
          <p:nvPr>
            <p:ph type="title"/>
          </p:nvPr>
        </p:nvSpPr>
        <p:spPr>
          <a:xfrm>
            <a:off x="455618" y="460684"/>
            <a:ext cx="11277833" cy="524399"/>
          </a:xfrm>
          <a:prstGeom prst="rect">
            <a:avLst/>
          </a:prstGeom>
        </p:spPr>
        <p:txBody>
          <a:bodyPr spcFirstLastPara="1" wrap="square" lIns="0" tIns="0" rIns="0" bIns="0" anchor="ctr" anchorCtr="0">
            <a:noAutofit/>
          </a:bodyPr>
          <a:lstStyle/>
          <a:p>
            <a:pPr>
              <a:lnSpc>
                <a:spcPct val="100000"/>
              </a:lnSpc>
            </a:pPr>
            <a:r>
              <a:rPr lang="en" dirty="0">
                <a:solidFill>
                  <a:schemeClr val="tx1"/>
                </a:solidFill>
              </a:rPr>
              <a:t>Introduction</a:t>
            </a:r>
            <a:r>
              <a:rPr lang="en" baseline="30000" dirty="0">
                <a:solidFill>
                  <a:srgbClr val="FFFAB2"/>
                </a:solidFill>
              </a:rPr>
              <a:t>*</a:t>
            </a:r>
            <a:endParaRPr baseline="30000" dirty="0">
              <a:solidFill>
                <a:srgbClr val="FFFAB2"/>
              </a:solidFill>
            </a:endParaRPr>
          </a:p>
        </p:txBody>
      </p:sp>
      <p:sp>
        <p:nvSpPr>
          <p:cNvPr id="5" name="TextBox 4">
            <a:extLst>
              <a:ext uri="{FF2B5EF4-FFF2-40B4-BE49-F238E27FC236}">
                <a16:creationId xmlns:a16="http://schemas.microsoft.com/office/drawing/2014/main" id="{6917B4D1-3225-01F0-07A3-04829CC69DB6}"/>
              </a:ext>
            </a:extLst>
          </p:cNvPr>
          <p:cNvSpPr txBox="1"/>
          <p:nvPr/>
        </p:nvSpPr>
        <p:spPr>
          <a:xfrm>
            <a:off x="0" y="6596390"/>
            <a:ext cx="6094411" cy="261610"/>
          </a:xfrm>
          <a:prstGeom prst="rect">
            <a:avLst/>
          </a:prstGeom>
          <a:noFill/>
        </p:spPr>
        <p:txBody>
          <a:bodyPr wrap="square">
            <a:spAutoFit/>
          </a:bodyPr>
          <a:lstStyle/>
          <a:p>
            <a:r>
              <a:rPr lang="en-US" sz="1100" b="1" dirty="0">
                <a:solidFill>
                  <a:srgbClr val="FFFAB2"/>
                </a:solidFill>
              </a:rPr>
              <a:t>* </a:t>
            </a:r>
            <a:r>
              <a:rPr lang="en-US" sz="1100" b="1" i="1" dirty="0">
                <a:solidFill>
                  <a:srgbClr val="FFFAB2"/>
                </a:solidFill>
              </a:rPr>
              <a:t>Musician in London performs on electric guitar and a small drum kit </a:t>
            </a:r>
            <a:r>
              <a:rPr lang="en-US" sz="1100" dirty="0">
                <a:solidFill>
                  <a:srgbClr val="FFFAB2"/>
                </a:solidFill>
              </a:rPr>
              <a:t>(link in references) </a:t>
            </a:r>
          </a:p>
        </p:txBody>
      </p:sp>
    </p:spTree>
    <p:extLst>
      <p:ext uri="{BB962C8B-B14F-4D97-AF65-F5344CB8AC3E}">
        <p14:creationId xmlns:p14="http://schemas.microsoft.com/office/powerpoint/2010/main" val="2178533966"/>
      </p:ext>
    </p:extLst>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Shape 1198"/>
        <p:cNvGrpSpPr/>
        <p:nvPr/>
      </p:nvGrpSpPr>
      <p:grpSpPr>
        <a:xfrm>
          <a:off x="0" y="0"/>
          <a:ext cx="0" cy="0"/>
          <a:chOff x="0" y="0"/>
          <a:chExt cx="0" cy="0"/>
        </a:xfrm>
      </p:grpSpPr>
      <p:pic>
        <p:nvPicPr>
          <p:cNvPr id="6" name="Picture 5">
            <a:extLst>
              <a:ext uri="{FF2B5EF4-FFF2-40B4-BE49-F238E27FC236}">
                <a16:creationId xmlns:a16="http://schemas.microsoft.com/office/drawing/2014/main" id="{73061BFB-B92A-5288-5D2A-2059EEBA683C}"/>
              </a:ext>
            </a:extLst>
          </p:cNvPr>
          <p:cNvPicPr>
            <a:picLocks noChangeAspect="1"/>
          </p:cNvPicPr>
          <p:nvPr/>
        </p:nvPicPr>
        <p:blipFill rotWithShape="1">
          <a:blip r:embed="rId3">
            <a:alphaModFix amt="50000"/>
            <a:grayscl/>
          </a:blip>
          <a:srcRect t="14985" b="10009"/>
          <a:stretch/>
        </p:blipFill>
        <p:spPr>
          <a:xfrm>
            <a:off x="1" y="0"/>
            <a:ext cx="12188824" cy="6858000"/>
          </a:xfrm>
          <a:prstGeom prst="rect">
            <a:avLst/>
          </a:prstGeom>
        </p:spPr>
      </p:pic>
      <p:sp>
        <p:nvSpPr>
          <p:cNvPr id="1199" name="Google Shape;1199;p156"/>
          <p:cNvSpPr txBox="1">
            <a:spLocks noGrp="1"/>
          </p:cNvSpPr>
          <p:nvPr>
            <p:ph type="title"/>
          </p:nvPr>
        </p:nvSpPr>
        <p:spPr>
          <a:xfrm>
            <a:off x="455618" y="460684"/>
            <a:ext cx="11277833" cy="524399"/>
          </a:xfrm>
          <a:prstGeom prst="rect">
            <a:avLst/>
          </a:prstGeom>
        </p:spPr>
        <p:txBody>
          <a:bodyPr spcFirstLastPara="1" wrap="square" lIns="0" tIns="0" rIns="0" bIns="0" anchor="ctr" anchorCtr="0">
            <a:noAutofit/>
          </a:bodyPr>
          <a:lstStyle/>
          <a:p>
            <a:pPr>
              <a:lnSpc>
                <a:spcPct val="100000"/>
              </a:lnSpc>
            </a:pPr>
            <a:r>
              <a:rPr lang="en" dirty="0">
                <a:solidFill>
                  <a:schemeClr val="tx1"/>
                </a:solidFill>
              </a:rPr>
              <a:t>Introduction</a:t>
            </a:r>
            <a:r>
              <a:rPr lang="en" baseline="30000" dirty="0">
                <a:solidFill>
                  <a:schemeClr val="tx2"/>
                </a:solidFill>
              </a:rPr>
              <a:t>*</a:t>
            </a:r>
            <a:endParaRPr baseline="30000" dirty="0">
              <a:solidFill>
                <a:schemeClr val="tx2"/>
              </a:solidFill>
            </a:endParaRPr>
          </a:p>
        </p:txBody>
      </p:sp>
      <p:sp>
        <p:nvSpPr>
          <p:cNvPr id="5" name="TextBox 4">
            <a:extLst>
              <a:ext uri="{FF2B5EF4-FFF2-40B4-BE49-F238E27FC236}">
                <a16:creationId xmlns:a16="http://schemas.microsoft.com/office/drawing/2014/main" id="{6917B4D1-3225-01F0-07A3-04829CC69DB6}"/>
              </a:ext>
            </a:extLst>
          </p:cNvPr>
          <p:cNvSpPr txBox="1"/>
          <p:nvPr/>
        </p:nvSpPr>
        <p:spPr>
          <a:xfrm>
            <a:off x="0" y="6596390"/>
            <a:ext cx="6094411" cy="261610"/>
          </a:xfrm>
          <a:prstGeom prst="rect">
            <a:avLst/>
          </a:prstGeom>
          <a:noFill/>
        </p:spPr>
        <p:txBody>
          <a:bodyPr wrap="square">
            <a:spAutoFit/>
          </a:bodyPr>
          <a:lstStyle/>
          <a:p>
            <a:r>
              <a:rPr lang="en-US" sz="1100" b="1" dirty="0">
                <a:solidFill>
                  <a:srgbClr val="FFFAB2"/>
                </a:solidFill>
              </a:rPr>
              <a:t>* </a:t>
            </a:r>
            <a:r>
              <a:rPr lang="en-US" sz="1100" b="1" i="1" dirty="0">
                <a:solidFill>
                  <a:srgbClr val="FFFAB2"/>
                </a:solidFill>
              </a:rPr>
              <a:t>Musician in London performs on electric guitar and a small drum kit </a:t>
            </a:r>
            <a:r>
              <a:rPr lang="en-US" sz="1100" dirty="0">
                <a:solidFill>
                  <a:srgbClr val="FFFAB2"/>
                </a:solidFill>
              </a:rPr>
              <a:t>(link in references) </a:t>
            </a:r>
          </a:p>
        </p:txBody>
      </p:sp>
      <p:pic>
        <p:nvPicPr>
          <p:cNvPr id="3" name="Picture 2">
            <a:extLst>
              <a:ext uri="{FF2B5EF4-FFF2-40B4-BE49-F238E27FC236}">
                <a16:creationId xmlns:a16="http://schemas.microsoft.com/office/drawing/2014/main" id="{28DE84E5-F2D0-28A0-041D-FB2F0797F302}"/>
              </a:ext>
            </a:extLst>
          </p:cNvPr>
          <p:cNvPicPr>
            <a:picLocks noChangeAspect="1"/>
          </p:cNvPicPr>
          <p:nvPr/>
        </p:nvPicPr>
        <p:blipFill>
          <a:blip r:embed="rId4"/>
          <a:stretch>
            <a:fillRect/>
          </a:stretch>
        </p:blipFill>
        <p:spPr>
          <a:xfrm>
            <a:off x="336141" y="1058480"/>
            <a:ext cx="3355750" cy="5033625"/>
          </a:xfrm>
          <a:prstGeom prst="rect">
            <a:avLst/>
          </a:prstGeom>
          <a:ln w="12700">
            <a:solidFill>
              <a:schemeClr val="tx1"/>
            </a:solidFill>
          </a:ln>
          <a:effectLst>
            <a:outerShdw blurRad="50800" dist="198058" dir="2700000" algn="tl" rotWithShape="0">
              <a:prstClr val="black">
                <a:alpha val="40000"/>
              </a:prstClr>
            </a:outerShdw>
          </a:effectLst>
        </p:spPr>
      </p:pic>
      <p:sp>
        <p:nvSpPr>
          <p:cNvPr id="7" name="TextBox 6">
            <a:extLst>
              <a:ext uri="{FF2B5EF4-FFF2-40B4-BE49-F238E27FC236}">
                <a16:creationId xmlns:a16="http://schemas.microsoft.com/office/drawing/2014/main" id="{24A3FC87-967B-17E2-E7EC-45264323975C}"/>
              </a:ext>
            </a:extLst>
          </p:cNvPr>
          <p:cNvSpPr txBox="1"/>
          <p:nvPr/>
        </p:nvSpPr>
        <p:spPr>
          <a:xfrm>
            <a:off x="336140" y="6092105"/>
            <a:ext cx="3355750" cy="430887"/>
          </a:xfrm>
          <a:prstGeom prst="rect">
            <a:avLst/>
          </a:prstGeom>
          <a:solidFill>
            <a:schemeClr val="bg1">
              <a:lumMod val="95000"/>
            </a:schemeClr>
          </a:solidFill>
          <a:effectLst>
            <a:outerShdw blurRad="50800" dist="190500" dir="2700000" algn="tl" rotWithShape="0">
              <a:prstClr val="black">
                <a:alpha val="40000"/>
              </a:prstClr>
            </a:outerShdw>
          </a:effectLst>
        </p:spPr>
        <p:txBody>
          <a:bodyPr wrap="square">
            <a:spAutoFit/>
          </a:bodyPr>
          <a:lstStyle/>
          <a:p>
            <a:r>
              <a:rPr lang="en-US" sz="1100" b="1" i="1" dirty="0">
                <a:solidFill>
                  <a:schemeClr val="tx2"/>
                </a:solidFill>
              </a:rPr>
              <a:t>* Jeff Masin, a one-man band in New York City</a:t>
            </a:r>
            <a:br>
              <a:rPr lang="en-US" sz="1100" b="1" i="1" dirty="0">
                <a:solidFill>
                  <a:schemeClr val="tx2"/>
                </a:solidFill>
              </a:rPr>
            </a:br>
            <a:r>
              <a:rPr lang="en-US" sz="1100" dirty="0">
                <a:solidFill>
                  <a:schemeClr val="tx2"/>
                </a:solidFill>
              </a:rPr>
              <a:t>(link in references) </a:t>
            </a:r>
          </a:p>
        </p:txBody>
      </p:sp>
    </p:spTree>
    <p:extLst>
      <p:ext uri="{BB962C8B-B14F-4D97-AF65-F5344CB8AC3E}">
        <p14:creationId xmlns:p14="http://schemas.microsoft.com/office/powerpoint/2010/main" val="576996042"/>
      </p:ext>
    </p:extLst>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Shape 1198"/>
        <p:cNvGrpSpPr/>
        <p:nvPr/>
      </p:nvGrpSpPr>
      <p:grpSpPr>
        <a:xfrm>
          <a:off x="0" y="0"/>
          <a:ext cx="0" cy="0"/>
          <a:chOff x="0" y="0"/>
          <a:chExt cx="0" cy="0"/>
        </a:xfrm>
      </p:grpSpPr>
      <p:pic>
        <p:nvPicPr>
          <p:cNvPr id="6" name="Picture 5">
            <a:extLst>
              <a:ext uri="{FF2B5EF4-FFF2-40B4-BE49-F238E27FC236}">
                <a16:creationId xmlns:a16="http://schemas.microsoft.com/office/drawing/2014/main" id="{73061BFB-B92A-5288-5D2A-2059EEBA683C}"/>
              </a:ext>
            </a:extLst>
          </p:cNvPr>
          <p:cNvPicPr>
            <a:picLocks noChangeAspect="1"/>
          </p:cNvPicPr>
          <p:nvPr/>
        </p:nvPicPr>
        <p:blipFill rotWithShape="1">
          <a:blip r:embed="rId3">
            <a:alphaModFix amt="50000"/>
            <a:grayscl/>
          </a:blip>
          <a:srcRect t="14985" b="10009"/>
          <a:stretch/>
        </p:blipFill>
        <p:spPr>
          <a:xfrm>
            <a:off x="-1" y="0"/>
            <a:ext cx="12188824" cy="6858000"/>
          </a:xfrm>
          <a:prstGeom prst="rect">
            <a:avLst/>
          </a:prstGeom>
        </p:spPr>
      </p:pic>
      <p:sp>
        <p:nvSpPr>
          <p:cNvPr id="1199" name="Google Shape;1199;p156"/>
          <p:cNvSpPr txBox="1">
            <a:spLocks noGrp="1"/>
          </p:cNvSpPr>
          <p:nvPr>
            <p:ph type="title"/>
          </p:nvPr>
        </p:nvSpPr>
        <p:spPr>
          <a:xfrm>
            <a:off x="455618" y="460684"/>
            <a:ext cx="11277833" cy="524399"/>
          </a:xfrm>
          <a:prstGeom prst="rect">
            <a:avLst/>
          </a:prstGeom>
        </p:spPr>
        <p:txBody>
          <a:bodyPr spcFirstLastPara="1" wrap="square" lIns="0" tIns="0" rIns="0" bIns="0" anchor="ctr" anchorCtr="0">
            <a:noAutofit/>
          </a:bodyPr>
          <a:lstStyle/>
          <a:p>
            <a:pPr>
              <a:lnSpc>
                <a:spcPct val="100000"/>
              </a:lnSpc>
            </a:pPr>
            <a:r>
              <a:rPr lang="en" dirty="0">
                <a:solidFill>
                  <a:schemeClr val="tx1"/>
                </a:solidFill>
              </a:rPr>
              <a:t>Introduction</a:t>
            </a:r>
            <a:r>
              <a:rPr lang="en" baseline="30000" dirty="0">
                <a:solidFill>
                  <a:schemeClr val="tx2"/>
                </a:solidFill>
              </a:rPr>
              <a:t>*</a:t>
            </a:r>
            <a:endParaRPr baseline="30000" dirty="0">
              <a:solidFill>
                <a:schemeClr val="tx2"/>
              </a:solidFill>
            </a:endParaRPr>
          </a:p>
        </p:txBody>
      </p:sp>
      <p:sp>
        <p:nvSpPr>
          <p:cNvPr id="5" name="TextBox 4">
            <a:extLst>
              <a:ext uri="{FF2B5EF4-FFF2-40B4-BE49-F238E27FC236}">
                <a16:creationId xmlns:a16="http://schemas.microsoft.com/office/drawing/2014/main" id="{6917B4D1-3225-01F0-07A3-04829CC69DB6}"/>
              </a:ext>
            </a:extLst>
          </p:cNvPr>
          <p:cNvSpPr txBox="1"/>
          <p:nvPr/>
        </p:nvSpPr>
        <p:spPr>
          <a:xfrm>
            <a:off x="0" y="6596390"/>
            <a:ext cx="6094411" cy="261610"/>
          </a:xfrm>
          <a:prstGeom prst="rect">
            <a:avLst/>
          </a:prstGeom>
          <a:noFill/>
        </p:spPr>
        <p:txBody>
          <a:bodyPr wrap="square">
            <a:spAutoFit/>
          </a:bodyPr>
          <a:lstStyle/>
          <a:p>
            <a:r>
              <a:rPr lang="en-US" sz="1100" b="1" dirty="0">
                <a:solidFill>
                  <a:srgbClr val="FFFAB2"/>
                </a:solidFill>
              </a:rPr>
              <a:t>* </a:t>
            </a:r>
            <a:r>
              <a:rPr lang="en-US" sz="1100" b="1" i="1" dirty="0">
                <a:solidFill>
                  <a:srgbClr val="FFFAB2"/>
                </a:solidFill>
              </a:rPr>
              <a:t>Musician in London performs on electric guitar and a small drum kit </a:t>
            </a:r>
            <a:r>
              <a:rPr lang="en-US" sz="1100" dirty="0">
                <a:solidFill>
                  <a:srgbClr val="FFFAB2"/>
                </a:solidFill>
              </a:rPr>
              <a:t>(link in references) </a:t>
            </a:r>
          </a:p>
        </p:txBody>
      </p:sp>
      <p:pic>
        <p:nvPicPr>
          <p:cNvPr id="2" name="Picture 1">
            <a:extLst>
              <a:ext uri="{FF2B5EF4-FFF2-40B4-BE49-F238E27FC236}">
                <a16:creationId xmlns:a16="http://schemas.microsoft.com/office/drawing/2014/main" id="{4CD7D767-8DCE-6509-B07D-FB6A7D9FC369}"/>
              </a:ext>
            </a:extLst>
          </p:cNvPr>
          <p:cNvPicPr>
            <a:picLocks noChangeAspect="1"/>
          </p:cNvPicPr>
          <p:nvPr/>
        </p:nvPicPr>
        <p:blipFill>
          <a:blip r:embed="rId4"/>
          <a:stretch>
            <a:fillRect/>
          </a:stretch>
        </p:blipFill>
        <p:spPr>
          <a:xfrm>
            <a:off x="9386845" y="460684"/>
            <a:ext cx="2346362" cy="3823503"/>
          </a:xfrm>
          <a:prstGeom prst="rect">
            <a:avLst/>
          </a:prstGeom>
          <a:ln w="12700">
            <a:solidFill>
              <a:schemeClr val="tx1"/>
            </a:solidFill>
          </a:ln>
          <a:effectLst>
            <a:outerShdw blurRad="50800" dist="198058" dir="2700000" algn="tl" rotWithShape="0">
              <a:prstClr val="black">
                <a:alpha val="40000"/>
              </a:prstClr>
            </a:outerShdw>
          </a:effectLst>
        </p:spPr>
      </p:pic>
      <p:pic>
        <p:nvPicPr>
          <p:cNvPr id="3" name="Picture 2">
            <a:extLst>
              <a:ext uri="{FF2B5EF4-FFF2-40B4-BE49-F238E27FC236}">
                <a16:creationId xmlns:a16="http://schemas.microsoft.com/office/drawing/2014/main" id="{28DE84E5-F2D0-28A0-041D-FB2F0797F302}"/>
              </a:ext>
            </a:extLst>
          </p:cNvPr>
          <p:cNvPicPr>
            <a:picLocks noChangeAspect="1"/>
          </p:cNvPicPr>
          <p:nvPr/>
        </p:nvPicPr>
        <p:blipFill>
          <a:blip r:embed="rId5">
            <a:alphaModFix amt="50000"/>
            <a:grayscl/>
          </a:blip>
          <a:stretch>
            <a:fillRect/>
          </a:stretch>
        </p:blipFill>
        <p:spPr>
          <a:xfrm>
            <a:off x="336141" y="1058480"/>
            <a:ext cx="3355750" cy="5033625"/>
          </a:xfrm>
          <a:prstGeom prst="rect">
            <a:avLst/>
          </a:prstGeom>
          <a:ln w="12700">
            <a:solidFill>
              <a:schemeClr val="tx1"/>
            </a:solidFill>
          </a:ln>
          <a:effectLst>
            <a:outerShdw blurRad="50800" dist="198058" dir="2700000" algn="tl" rotWithShape="0">
              <a:prstClr val="black">
                <a:alpha val="10022"/>
              </a:prstClr>
            </a:outerShdw>
          </a:effectLst>
        </p:spPr>
      </p:pic>
      <p:sp>
        <p:nvSpPr>
          <p:cNvPr id="7" name="TextBox 6">
            <a:extLst>
              <a:ext uri="{FF2B5EF4-FFF2-40B4-BE49-F238E27FC236}">
                <a16:creationId xmlns:a16="http://schemas.microsoft.com/office/drawing/2014/main" id="{24A3FC87-967B-17E2-E7EC-45264323975C}"/>
              </a:ext>
            </a:extLst>
          </p:cNvPr>
          <p:cNvSpPr txBox="1"/>
          <p:nvPr/>
        </p:nvSpPr>
        <p:spPr>
          <a:xfrm>
            <a:off x="336140" y="6092105"/>
            <a:ext cx="3355750" cy="430887"/>
          </a:xfrm>
          <a:prstGeom prst="rect">
            <a:avLst/>
          </a:prstGeom>
          <a:noFill/>
          <a:effectLst>
            <a:outerShdw blurRad="50800" dist="190500" dir="2700000" algn="tl" rotWithShape="0">
              <a:prstClr val="black">
                <a:alpha val="40000"/>
              </a:prstClr>
            </a:outerShdw>
          </a:effectLst>
        </p:spPr>
        <p:txBody>
          <a:bodyPr wrap="square">
            <a:spAutoFit/>
          </a:bodyPr>
          <a:lstStyle/>
          <a:p>
            <a:r>
              <a:rPr lang="en-US" sz="1100" b="1" i="1" dirty="0">
                <a:solidFill>
                  <a:schemeClr val="tx2"/>
                </a:solidFill>
              </a:rPr>
              <a:t>* Jeff Masin, a one-man band in New York City</a:t>
            </a:r>
            <a:br>
              <a:rPr lang="en-US" sz="1100" b="1" i="1" dirty="0">
                <a:solidFill>
                  <a:schemeClr val="tx2"/>
                </a:solidFill>
              </a:rPr>
            </a:br>
            <a:r>
              <a:rPr lang="en-US" sz="1100" dirty="0">
                <a:solidFill>
                  <a:schemeClr val="tx2"/>
                </a:solidFill>
              </a:rPr>
              <a:t>(link in references) </a:t>
            </a:r>
          </a:p>
        </p:txBody>
      </p:sp>
      <p:sp>
        <p:nvSpPr>
          <p:cNvPr id="8" name="TextBox 7">
            <a:extLst>
              <a:ext uri="{FF2B5EF4-FFF2-40B4-BE49-F238E27FC236}">
                <a16:creationId xmlns:a16="http://schemas.microsoft.com/office/drawing/2014/main" id="{C3BEC5BC-3574-EC19-6E85-136A770AFC07}"/>
              </a:ext>
            </a:extLst>
          </p:cNvPr>
          <p:cNvSpPr txBox="1"/>
          <p:nvPr/>
        </p:nvSpPr>
        <p:spPr>
          <a:xfrm>
            <a:off x="9386845" y="4284187"/>
            <a:ext cx="2346362" cy="430887"/>
          </a:xfrm>
          <a:prstGeom prst="rect">
            <a:avLst/>
          </a:prstGeom>
          <a:solidFill>
            <a:schemeClr val="bg1">
              <a:lumMod val="95000"/>
            </a:schemeClr>
          </a:solidFill>
          <a:effectLst>
            <a:outerShdw blurRad="50800" dist="190500" dir="2700000" algn="tl" rotWithShape="0">
              <a:prstClr val="black">
                <a:alpha val="40000"/>
              </a:prstClr>
            </a:outerShdw>
          </a:effectLst>
        </p:spPr>
        <p:txBody>
          <a:bodyPr wrap="square">
            <a:spAutoFit/>
          </a:bodyPr>
          <a:lstStyle/>
          <a:p>
            <a:r>
              <a:rPr lang="en-US" sz="1100" b="1" i="1" dirty="0">
                <a:solidFill>
                  <a:schemeClr val="tx2"/>
                </a:solidFill>
              </a:rPr>
              <a:t>* One man band 1865</a:t>
            </a:r>
            <a:br>
              <a:rPr lang="en-US" sz="1100" b="1" i="1" dirty="0">
                <a:solidFill>
                  <a:schemeClr val="tx2"/>
                </a:solidFill>
              </a:rPr>
            </a:br>
            <a:r>
              <a:rPr lang="en-US" sz="1100" dirty="0">
                <a:solidFill>
                  <a:schemeClr val="tx2"/>
                </a:solidFill>
              </a:rPr>
              <a:t>(link in references) </a:t>
            </a:r>
          </a:p>
        </p:txBody>
      </p:sp>
    </p:spTree>
    <p:extLst>
      <p:ext uri="{BB962C8B-B14F-4D97-AF65-F5344CB8AC3E}">
        <p14:creationId xmlns:p14="http://schemas.microsoft.com/office/powerpoint/2010/main" val="2662284272"/>
      </p:ext>
    </p:extLst>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Shape 1198"/>
        <p:cNvGrpSpPr/>
        <p:nvPr/>
      </p:nvGrpSpPr>
      <p:grpSpPr>
        <a:xfrm>
          <a:off x="0" y="0"/>
          <a:ext cx="0" cy="0"/>
          <a:chOff x="0" y="0"/>
          <a:chExt cx="0" cy="0"/>
        </a:xfrm>
      </p:grpSpPr>
      <p:pic>
        <p:nvPicPr>
          <p:cNvPr id="6" name="Picture 5">
            <a:extLst>
              <a:ext uri="{FF2B5EF4-FFF2-40B4-BE49-F238E27FC236}">
                <a16:creationId xmlns:a16="http://schemas.microsoft.com/office/drawing/2014/main" id="{73061BFB-B92A-5288-5D2A-2059EEBA683C}"/>
              </a:ext>
            </a:extLst>
          </p:cNvPr>
          <p:cNvPicPr>
            <a:picLocks noChangeAspect="1"/>
          </p:cNvPicPr>
          <p:nvPr/>
        </p:nvPicPr>
        <p:blipFill rotWithShape="1">
          <a:blip r:embed="rId3">
            <a:alphaModFix amt="50000"/>
            <a:grayscl/>
          </a:blip>
          <a:srcRect t="14985" b="10009"/>
          <a:stretch/>
        </p:blipFill>
        <p:spPr>
          <a:xfrm>
            <a:off x="1" y="0"/>
            <a:ext cx="12188824" cy="6858000"/>
          </a:xfrm>
          <a:prstGeom prst="rect">
            <a:avLst/>
          </a:prstGeom>
        </p:spPr>
      </p:pic>
      <p:sp>
        <p:nvSpPr>
          <p:cNvPr id="1199" name="Google Shape;1199;p156"/>
          <p:cNvSpPr txBox="1">
            <a:spLocks noGrp="1"/>
          </p:cNvSpPr>
          <p:nvPr>
            <p:ph type="title"/>
          </p:nvPr>
        </p:nvSpPr>
        <p:spPr>
          <a:xfrm>
            <a:off x="455618" y="460684"/>
            <a:ext cx="11277833" cy="524399"/>
          </a:xfrm>
          <a:prstGeom prst="rect">
            <a:avLst/>
          </a:prstGeom>
        </p:spPr>
        <p:txBody>
          <a:bodyPr spcFirstLastPara="1" wrap="square" lIns="0" tIns="0" rIns="0" bIns="0" anchor="ctr" anchorCtr="0">
            <a:noAutofit/>
          </a:bodyPr>
          <a:lstStyle/>
          <a:p>
            <a:pPr>
              <a:lnSpc>
                <a:spcPct val="100000"/>
              </a:lnSpc>
            </a:pPr>
            <a:r>
              <a:rPr lang="en" dirty="0">
                <a:solidFill>
                  <a:schemeClr val="tx1"/>
                </a:solidFill>
              </a:rPr>
              <a:t>Introduction</a:t>
            </a:r>
            <a:r>
              <a:rPr lang="en" baseline="30000" dirty="0">
                <a:solidFill>
                  <a:schemeClr val="tx2"/>
                </a:solidFill>
              </a:rPr>
              <a:t>*</a:t>
            </a:r>
            <a:endParaRPr baseline="30000" dirty="0">
              <a:solidFill>
                <a:schemeClr val="tx2"/>
              </a:solidFill>
            </a:endParaRPr>
          </a:p>
        </p:txBody>
      </p:sp>
      <p:sp>
        <p:nvSpPr>
          <p:cNvPr id="5" name="TextBox 4">
            <a:extLst>
              <a:ext uri="{FF2B5EF4-FFF2-40B4-BE49-F238E27FC236}">
                <a16:creationId xmlns:a16="http://schemas.microsoft.com/office/drawing/2014/main" id="{6917B4D1-3225-01F0-07A3-04829CC69DB6}"/>
              </a:ext>
            </a:extLst>
          </p:cNvPr>
          <p:cNvSpPr txBox="1"/>
          <p:nvPr/>
        </p:nvSpPr>
        <p:spPr>
          <a:xfrm>
            <a:off x="0" y="6596390"/>
            <a:ext cx="6094411" cy="261610"/>
          </a:xfrm>
          <a:prstGeom prst="rect">
            <a:avLst/>
          </a:prstGeom>
          <a:noFill/>
        </p:spPr>
        <p:txBody>
          <a:bodyPr wrap="square">
            <a:spAutoFit/>
          </a:bodyPr>
          <a:lstStyle/>
          <a:p>
            <a:r>
              <a:rPr lang="en-US" sz="1100" b="1" dirty="0">
                <a:solidFill>
                  <a:srgbClr val="FFFAB2"/>
                </a:solidFill>
              </a:rPr>
              <a:t>* </a:t>
            </a:r>
            <a:r>
              <a:rPr lang="en-US" sz="1100" b="1" i="1" dirty="0">
                <a:solidFill>
                  <a:srgbClr val="FFFAB2"/>
                </a:solidFill>
              </a:rPr>
              <a:t>Musician in London performs on electric guitar and a small drum kit </a:t>
            </a:r>
            <a:r>
              <a:rPr lang="en-US" sz="1100" dirty="0">
                <a:solidFill>
                  <a:srgbClr val="FFFAB2"/>
                </a:solidFill>
              </a:rPr>
              <a:t>(link in references) </a:t>
            </a:r>
          </a:p>
        </p:txBody>
      </p:sp>
      <p:pic>
        <p:nvPicPr>
          <p:cNvPr id="2" name="Picture 1">
            <a:extLst>
              <a:ext uri="{FF2B5EF4-FFF2-40B4-BE49-F238E27FC236}">
                <a16:creationId xmlns:a16="http://schemas.microsoft.com/office/drawing/2014/main" id="{4CD7D767-8DCE-6509-B07D-FB6A7D9FC369}"/>
              </a:ext>
            </a:extLst>
          </p:cNvPr>
          <p:cNvPicPr>
            <a:picLocks noChangeAspect="1"/>
          </p:cNvPicPr>
          <p:nvPr/>
        </p:nvPicPr>
        <p:blipFill>
          <a:blip r:embed="rId4">
            <a:alphaModFix amt="50000"/>
            <a:grayscl/>
          </a:blip>
          <a:stretch>
            <a:fillRect/>
          </a:stretch>
        </p:blipFill>
        <p:spPr>
          <a:xfrm>
            <a:off x="9386845" y="460684"/>
            <a:ext cx="2346362" cy="3823503"/>
          </a:xfrm>
          <a:prstGeom prst="rect">
            <a:avLst/>
          </a:prstGeom>
          <a:ln w="12700">
            <a:solidFill>
              <a:schemeClr val="tx1"/>
            </a:solidFill>
          </a:ln>
          <a:effectLst>
            <a:outerShdw blurRad="50800" dist="198058" dir="2700000" algn="tl" rotWithShape="0">
              <a:prstClr val="black">
                <a:alpha val="10000"/>
              </a:prstClr>
            </a:outerShdw>
          </a:effectLst>
        </p:spPr>
      </p:pic>
      <p:pic>
        <p:nvPicPr>
          <p:cNvPr id="3" name="Picture 2">
            <a:extLst>
              <a:ext uri="{FF2B5EF4-FFF2-40B4-BE49-F238E27FC236}">
                <a16:creationId xmlns:a16="http://schemas.microsoft.com/office/drawing/2014/main" id="{28DE84E5-F2D0-28A0-041D-FB2F0797F302}"/>
              </a:ext>
            </a:extLst>
          </p:cNvPr>
          <p:cNvPicPr>
            <a:picLocks noChangeAspect="1"/>
          </p:cNvPicPr>
          <p:nvPr/>
        </p:nvPicPr>
        <p:blipFill>
          <a:blip r:embed="rId5">
            <a:alphaModFix amt="50000"/>
            <a:grayscl/>
          </a:blip>
          <a:stretch>
            <a:fillRect/>
          </a:stretch>
        </p:blipFill>
        <p:spPr>
          <a:xfrm>
            <a:off x="336141" y="1058480"/>
            <a:ext cx="3355750" cy="5033625"/>
          </a:xfrm>
          <a:prstGeom prst="rect">
            <a:avLst/>
          </a:prstGeom>
          <a:ln w="12700">
            <a:solidFill>
              <a:schemeClr val="tx1"/>
            </a:solidFill>
          </a:ln>
          <a:effectLst>
            <a:outerShdw blurRad="50800" dist="198058" dir="2700000" algn="tl" rotWithShape="0">
              <a:prstClr val="black">
                <a:alpha val="10000"/>
              </a:prstClr>
            </a:outerShdw>
          </a:effectLst>
        </p:spPr>
      </p:pic>
      <p:pic>
        <p:nvPicPr>
          <p:cNvPr id="4" name="Picture 3">
            <a:extLst>
              <a:ext uri="{FF2B5EF4-FFF2-40B4-BE49-F238E27FC236}">
                <a16:creationId xmlns:a16="http://schemas.microsoft.com/office/drawing/2014/main" id="{FE1B1755-0536-DA0F-9164-43064E7FAB69}"/>
              </a:ext>
            </a:extLst>
          </p:cNvPr>
          <p:cNvPicPr>
            <a:picLocks noChangeAspect="1"/>
          </p:cNvPicPr>
          <p:nvPr/>
        </p:nvPicPr>
        <p:blipFill>
          <a:blip r:embed="rId6"/>
          <a:stretch>
            <a:fillRect/>
          </a:stretch>
        </p:blipFill>
        <p:spPr>
          <a:xfrm>
            <a:off x="6473778" y="3429000"/>
            <a:ext cx="2221144" cy="2665373"/>
          </a:xfrm>
          <a:prstGeom prst="rect">
            <a:avLst/>
          </a:prstGeom>
          <a:ln w="12700">
            <a:solidFill>
              <a:schemeClr val="tx1"/>
            </a:solidFill>
          </a:ln>
          <a:effectLst>
            <a:outerShdw blurRad="50800" dist="198058" dir="2700000" algn="tl" rotWithShape="0">
              <a:prstClr val="black">
                <a:alpha val="40000"/>
              </a:prstClr>
            </a:outerShdw>
          </a:effectLst>
        </p:spPr>
      </p:pic>
      <p:sp>
        <p:nvSpPr>
          <p:cNvPr id="7" name="TextBox 6">
            <a:extLst>
              <a:ext uri="{FF2B5EF4-FFF2-40B4-BE49-F238E27FC236}">
                <a16:creationId xmlns:a16="http://schemas.microsoft.com/office/drawing/2014/main" id="{24A3FC87-967B-17E2-E7EC-45264323975C}"/>
              </a:ext>
            </a:extLst>
          </p:cNvPr>
          <p:cNvSpPr txBox="1"/>
          <p:nvPr/>
        </p:nvSpPr>
        <p:spPr>
          <a:xfrm>
            <a:off x="336140" y="6092105"/>
            <a:ext cx="3355750" cy="430887"/>
          </a:xfrm>
          <a:prstGeom prst="rect">
            <a:avLst/>
          </a:prstGeom>
          <a:noFill/>
          <a:effectLst>
            <a:outerShdw blurRad="50800" dist="190500" dir="2700000" algn="tl" rotWithShape="0">
              <a:prstClr val="black">
                <a:alpha val="40000"/>
              </a:prstClr>
            </a:outerShdw>
          </a:effectLst>
        </p:spPr>
        <p:txBody>
          <a:bodyPr wrap="square">
            <a:spAutoFit/>
          </a:bodyPr>
          <a:lstStyle/>
          <a:p>
            <a:r>
              <a:rPr lang="en-US" sz="1100" b="1" i="1" dirty="0">
                <a:solidFill>
                  <a:schemeClr val="tx2"/>
                </a:solidFill>
              </a:rPr>
              <a:t>* Jeff Masin, a one-man band in New York City</a:t>
            </a:r>
            <a:br>
              <a:rPr lang="en-US" sz="1100" b="1" i="1" dirty="0">
                <a:solidFill>
                  <a:schemeClr val="tx2"/>
                </a:solidFill>
              </a:rPr>
            </a:br>
            <a:r>
              <a:rPr lang="en-US" sz="1100" dirty="0">
                <a:solidFill>
                  <a:schemeClr val="tx2"/>
                </a:solidFill>
              </a:rPr>
              <a:t>(link in references) </a:t>
            </a:r>
          </a:p>
        </p:txBody>
      </p:sp>
      <p:sp>
        <p:nvSpPr>
          <p:cNvPr id="8" name="TextBox 7">
            <a:extLst>
              <a:ext uri="{FF2B5EF4-FFF2-40B4-BE49-F238E27FC236}">
                <a16:creationId xmlns:a16="http://schemas.microsoft.com/office/drawing/2014/main" id="{C3BEC5BC-3574-EC19-6E85-136A770AFC07}"/>
              </a:ext>
            </a:extLst>
          </p:cNvPr>
          <p:cNvSpPr txBox="1"/>
          <p:nvPr/>
        </p:nvSpPr>
        <p:spPr>
          <a:xfrm>
            <a:off x="9386845" y="4284187"/>
            <a:ext cx="2346362" cy="430887"/>
          </a:xfrm>
          <a:prstGeom prst="rect">
            <a:avLst/>
          </a:prstGeom>
          <a:noFill/>
          <a:effectLst>
            <a:outerShdw blurRad="50800" dist="190500" dir="2700000" algn="tl" rotWithShape="0">
              <a:prstClr val="black">
                <a:alpha val="40000"/>
              </a:prstClr>
            </a:outerShdw>
          </a:effectLst>
        </p:spPr>
        <p:txBody>
          <a:bodyPr wrap="square">
            <a:spAutoFit/>
          </a:bodyPr>
          <a:lstStyle/>
          <a:p>
            <a:r>
              <a:rPr lang="en-US" sz="1100" b="1" i="1" dirty="0">
                <a:solidFill>
                  <a:schemeClr val="tx2"/>
                </a:solidFill>
              </a:rPr>
              <a:t>* One man band 1865</a:t>
            </a:r>
            <a:br>
              <a:rPr lang="en-US" sz="1100" b="1" i="1" dirty="0">
                <a:solidFill>
                  <a:schemeClr val="tx2"/>
                </a:solidFill>
              </a:rPr>
            </a:br>
            <a:r>
              <a:rPr lang="en-US" sz="1100" dirty="0">
                <a:solidFill>
                  <a:schemeClr val="tx2"/>
                </a:solidFill>
              </a:rPr>
              <a:t>(link in references) </a:t>
            </a:r>
          </a:p>
        </p:txBody>
      </p:sp>
      <p:sp>
        <p:nvSpPr>
          <p:cNvPr id="9" name="TextBox 8">
            <a:extLst>
              <a:ext uri="{FF2B5EF4-FFF2-40B4-BE49-F238E27FC236}">
                <a16:creationId xmlns:a16="http://schemas.microsoft.com/office/drawing/2014/main" id="{50181B0B-DB08-BB00-48D9-D9D7BF0661C2}"/>
              </a:ext>
            </a:extLst>
          </p:cNvPr>
          <p:cNvSpPr txBox="1"/>
          <p:nvPr/>
        </p:nvSpPr>
        <p:spPr>
          <a:xfrm>
            <a:off x="6473778" y="6092105"/>
            <a:ext cx="2221144" cy="430887"/>
          </a:xfrm>
          <a:prstGeom prst="rect">
            <a:avLst/>
          </a:prstGeom>
          <a:solidFill>
            <a:schemeClr val="bg1">
              <a:lumMod val="95000"/>
            </a:schemeClr>
          </a:solidFill>
          <a:effectLst>
            <a:outerShdw blurRad="50800" dist="190500" dir="2700000" algn="tl" rotWithShape="0">
              <a:prstClr val="black">
                <a:alpha val="40000"/>
              </a:prstClr>
            </a:outerShdw>
          </a:effectLst>
        </p:spPr>
        <p:txBody>
          <a:bodyPr wrap="square">
            <a:spAutoFit/>
          </a:bodyPr>
          <a:lstStyle/>
          <a:p>
            <a:r>
              <a:rPr lang="en-US" sz="1100" b="1" i="1" dirty="0">
                <a:solidFill>
                  <a:schemeClr val="tx2"/>
                </a:solidFill>
              </a:rPr>
              <a:t>* Onemanband</a:t>
            </a:r>
            <a:br>
              <a:rPr lang="en-US" sz="1100" b="1" i="1" dirty="0">
                <a:solidFill>
                  <a:schemeClr val="tx2"/>
                </a:solidFill>
              </a:rPr>
            </a:br>
            <a:r>
              <a:rPr lang="en-US" sz="1100" dirty="0">
                <a:solidFill>
                  <a:schemeClr val="tx2"/>
                </a:solidFill>
              </a:rPr>
              <a:t>(link in references) </a:t>
            </a:r>
          </a:p>
        </p:txBody>
      </p:sp>
    </p:spTree>
    <p:extLst>
      <p:ext uri="{BB962C8B-B14F-4D97-AF65-F5344CB8AC3E}">
        <p14:creationId xmlns:p14="http://schemas.microsoft.com/office/powerpoint/2010/main" val="1298099727"/>
      </p:ext>
    </p:extLst>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p:spTree>
      <p:nvGrpSpPr>
        <p:cNvPr id="1" name="Shape 1198"/>
        <p:cNvGrpSpPr/>
        <p:nvPr/>
      </p:nvGrpSpPr>
      <p:grpSpPr>
        <a:xfrm>
          <a:off x="0" y="0"/>
          <a:ext cx="0" cy="0"/>
          <a:chOff x="0" y="0"/>
          <a:chExt cx="0" cy="0"/>
        </a:xfrm>
      </p:grpSpPr>
      <p:pic>
        <p:nvPicPr>
          <p:cNvPr id="6" name="Picture 5">
            <a:extLst>
              <a:ext uri="{FF2B5EF4-FFF2-40B4-BE49-F238E27FC236}">
                <a16:creationId xmlns:a16="http://schemas.microsoft.com/office/drawing/2014/main" id="{73061BFB-B92A-5288-5D2A-2059EEBA683C}"/>
              </a:ext>
            </a:extLst>
          </p:cNvPr>
          <p:cNvPicPr>
            <a:picLocks noChangeAspect="1"/>
          </p:cNvPicPr>
          <p:nvPr/>
        </p:nvPicPr>
        <p:blipFill rotWithShape="1">
          <a:blip r:embed="rId3">
            <a:alphaModFix/>
          </a:blip>
          <a:srcRect t="14985" b="10009"/>
          <a:stretch/>
        </p:blipFill>
        <p:spPr>
          <a:xfrm>
            <a:off x="1" y="0"/>
            <a:ext cx="12188824" cy="6858000"/>
          </a:xfrm>
          <a:prstGeom prst="rect">
            <a:avLst/>
          </a:prstGeom>
        </p:spPr>
      </p:pic>
      <p:sp>
        <p:nvSpPr>
          <p:cNvPr id="1199" name="Google Shape;1199;p156"/>
          <p:cNvSpPr txBox="1">
            <a:spLocks noGrp="1"/>
          </p:cNvSpPr>
          <p:nvPr>
            <p:ph type="title"/>
          </p:nvPr>
        </p:nvSpPr>
        <p:spPr>
          <a:xfrm>
            <a:off x="455618" y="460684"/>
            <a:ext cx="11277833" cy="524399"/>
          </a:xfrm>
          <a:prstGeom prst="rect">
            <a:avLst/>
          </a:prstGeom>
        </p:spPr>
        <p:txBody>
          <a:bodyPr spcFirstLastPara="1" wrap="square" lIns="0" tIns="0" rIns="0" bIns="0" anchor="ctr" anchorCtr="0">
            <a:noAutofit/>
          </a:bodyPr>
          <a:lstStyle/>
          <a:p>
            <a:pPr>
              <a:lnSpc>
                <a:spcPct val="100000"/>
              </a:lnSpc>
            </a:pPr>
            <a:r>
              <a:rPr lang="en" dirty="0">
                <a:solidFill>
                  <a:schemeClr val="tx1"/>
                </a:solidFill>
              </a:rPr>
              <a:t>Introduction</a:t>
            </a:r>
            <a:r>
              <a:rPr lang="en" baseline="30000" dirty="0">
                <a:solidFill>
                  <a:schemeClr val="tx2"/>
                </a:solidFill>
              </a:rPr>
              <a:t>*</a:t>
            </a:r>
            <a:endParaRPr baseline="30000" dirty="0">
              <a:solidFill>
                <a:schemeClr val="tx2"/>
              </a:solidFill>
            </a:endParaRPr>
          </a:p>
        </p:txBody>
      </p:sp>
      <p:sp>
        <p:nvSpPr>
          <p:cNvPr id="5" name="TextBox 4">
            <a:extLst>
              <a:ext uri="{FF2B5EF4-FFF2-40B4-BE49-F238E27FC236}">
                <a16:creationId xmlns:a16="http://schemas.microsoft.com/office/drawing/2014/main" id="{6917B4D1-3225-01F0-07A3-04829CC69DB6}"/>
              </a:ext>
            </a:extLst>
          </p:cNvPr>
          <p:cNvSpPr txBox="1"/>
          <p:nvPr/>
        </p:nvSpPr>
        <p:spPr>
          <a:xfrm>
            <a:off x="0" y="6596390"/>
            <a:ext cx="6094411" cy="261610"/>
          </a:xfrm>
          <a:prstGeom prst="rect">
            <a:avLst/>
          </a:prstGeom>
          <a:noFill/>
        </p:spPr>
        <p:txBody>
          <a:bodyPr wrap="square">
            <a:spAutoFit/>
          </a:bodyPr>
          <a:lstStyle/>
          <a:p>
            <a:r>
              <a:rPr lang="en-US" sz="1100" b="1" dirty="0">
                <a:solidFill>
                  <a:srgbClr val="FFFAB2"/>
                </a:solidFill>
              </a:rPr>
              <a:t>* </a:t>
            </a:r>
            <a:r>
              <a:rPr lang="en-US" sz="1100" b="1" i="1" dirty="0">
                <a:solidFill>
                  <a:srgbClr val="FFFAB2"/>
                </a:solidFill>
              </a:rPr>
              <a:t>Musician in London performs on electric guitar and a small drum kit </a:t>
            </a:r>
            <a:r>
              <a:rPr lang="en-US" sz="1100" dirty="0">
                <a:solidFill>
                  <a:srgbClr val="FFFAB2"/>
                </a:solidFill>
              </a:rPr>
              <a:t>(link in references) </a:t>
            </a:r>
          </a:p>
        </p:txBody>
      </p:sp>
      <p:pic>
        <p:nvPicPr>
          <p:cNvPr id="2" name="Picture 1">
            <a:extLst>
              <a:ext uri="{FF2B5EF4-FFF2-40B4-BE49-F238E27FC236}">
                <a16:creationId xmlns:a16="http://schemas.microsoft.com/office/drawing/2014/main" id="{4CD7D767-8DCE-6509-B07D-FB6A7D9FC369}"/>
              </a:ext>
            </a:extLst>
          </p:cNvPr>
          <p:cNvPicPr>
            <a:picLocks noChangeAspect="1"/>
          </p:cNvPicPr>
          <p:nvPr/>
        </p:nvPicPr>
        <p:blipFill>
          <a:blip r:embed="rId4"/>
          <a:stretch>
            <a:fillRect/>
          </a:stretch>
        </p:blipFill>
        <p:spPr>
          <a:xfrm>
            <a:off x="9386845" y="460684"/>
            <a:ext cx="2346362" cy="3823503"/>
          </a:xfrm>
          <a:prstGeom prst="rect">
            <a:avLst/>
          </a:prstGeom>
          <a:ln w="12700">
            <a:solidFill>
              <a:schemeClr val="tx1"/>
            </a:solidFill>
          </a:ln>
          <a:effectLst>
            <a:outerShdw blurRad="50800" dist="198058" dir="2700000" algn="tl" rotWithShape="0">
              <a:prstClr val="black">
                <a:alpha val="40000"/>
              </a:prstClr>
            </a:outerShdw>
          </a:effectLst>
        </p:spPr>
      </p:pic>
      <p:pic>
        <p:nvPicPr>
          <p:cNvPr id="3" name="Picture 2">
            <a:extLst>
              <a:ext uri="{FF2B5EF4-FFF2-40B4-BE49-F238E27FC236}">
                <a16:creationId xmlns:a16="http://schemas.microsoft.com/office/drawing/2014/main" id="{28DE84E5-F2D0-28A0-041D-FB2F0797F302}"/>
              </a:ext>
            </a:extLst>
          </p:cNvPr>
          <p:cNvPicPr>
            <a:picLocks noChangeAspect="1"/>
          </p:cNvPicPr>
          <p:nvPr/>
        </p:nvPicPr>
        <p:blipFill>
          <a:blip r:embed="rId5"/>
          <a:stretch>
            <a:fillRect/>
          </a:stretch>
        </p:blipFill>
        <p:spPr>
          <a:xfrm>
            <a:off x="336141" y="1058480"/>
            <a:ext cx="3355750" cy="5033625"/>
          </a:xfrm>
          <a:prstGeom prst="rect">
            <a:avLst/>
          </a:prstGeom>
          <a:ln w="12700">
            <a:solidFill>
              <a:schemeClr val="tx1"/>
            </a:solidFill>
          </a:ln>
          <a:effectLst>
            <a:outerShdw blurRad="50800" dist="198058" dir="2700000" algn="tl" rotWithShape="0">
              <a:schemeClr val="tx1">
                <a:alpha val="40000"/>
              </a:schemeClr>
            </a:outerShdw>
          </a:effectLst>
        </p:spPr>
      </p:pic>
      <p:pic>
        <p:nvPicPr>
          <p:cNvPr id="4" name="Picture 3">
            <a:extLst>
              <a:ext uri="{FF2B5EF4-FFF2-40B4-BE49-F238E27FC236}">
                <a16:creationId xmlns:a16="http://schemas.microsoft.com/office/drawing/2014/main" id="{FE1B1755-0536-DA0F-9164-43064E7FAB69}"/>
              </a:ext>
            </a:extLst>
          </p:cNvPr>
          <p:cNvPicPr>
            <a:picLocks noChangeAspect="1"/>
          </p:cNvPicPr>
          <p:nvPr/>
        </p:nvPicPr>
        <p:blipFill>
          <a:blip r:embed="rId6"/>
          <a:stretch>
            <a:fillRect/>
          </a:stretch>
        </p:blipFill>
        <p:spPr>
          <a:xfrm>
            <a:off x="6473778" y="3429000"/>
            <a:ext cx="2221144" cy="2665373"/>
          </a:xfrm>
          <a:prstGeom prst="rect">
            <a:avLst/>
          </a:prstGeom>
          <a:ln w="12700">
            <a:solidFill>
              <a:schemeClr val="tx1"/>
            </a:solidFill>
          </a:ln>
          <a:effectLst>
            <a:outerShdw blurRad="50800" dist="198058" dir="2700000" algn="tl" rotWithShape="0">
              <a:prstClr val="black">
                <a:alpha val="40000"/>
              </a:prstClr>
            </a:outerShdw>
          </a:effectLst>
        </p:spPr>
      </p:pic>
      <p:sp>
        <p:nvSpPr>
          <p:cNvPr id="7" name="TextBox 6">
            <a:extLst>
              <a:ext uri="{FF2B5EF4-FFF2-40B4-BE49-F238E27FC236}">
                <a16:creationId xmlns:a16="http://schemas.microsoft.com/office/drawing/2014/main" id="{24A3FC87-967B-17E2-E7EC-45264323975C}"/>
              </a:ext>
            </a:extLst>
          </p:cNvPr>
          <p:cNvSpPr txBox="1"/>
          <p:nvPr/>
        </p:nvSpPr>
        <p:spPr>
          <a:xfrm>
            <a:off x="336140" y="6092105"/>
            <a:ext cx="3355750" cy="430887"/>
          </a:xfrm>
          <a:prstGeom prst="rect">
            <a:avLst/>
          </a:prstGeom>
          <a:solidFill>
            <a:schemeClr val="bg1">
              <a:lumMod val="95000"/>
            </a:schemeClr>
          </a:solidFill>
          <a:effectLst>
            <a:outerShdw blurRad="50800" dist="190500" dir="2700000" algn="tl" rotWithShape="0">
              <a:prstClr val="black">
                <a:alpha val="40000"/>
              </a:prstClr>
            </a:outerShdw>
          </a:effectLst>
        </p:spPr>
        <p:txBody>
          <a:bodyPr wrap="square">
            <a:spAutoFit/>
          </a:bodyPr>
          <a:lstStyle/>
          <a:p>
            <a:r>
              <a:rPr lang="en-US" sz="1100" b="1" i="1" dirty="0">
                <a:solidFill>
                  <a:schemeClr val="tx2"/>
                </a:solidFill>
              </a:rPr>
              <a:t>* Jeff Masin, a one-man band in New York City</a:t>
            </a:r>
            <a:br>
              <a:rPr lang="en-US" sz="1100" b="1" i="1" dirty="0">
                <a:solidFill>
                  <a:schemeClr val="tx2"/>
                </a:solidFill>
              </a:rPr>
            </a:br>
            <a:r>
              <a:rPr lang="en-US" sz="1100" dirty="0">
                <a:solidFill>
                  <a:schemeClr val="tx2"/>
                </a:solidFill>
              </a:rPr>
              <a:t>(link in references) </a:t>
            </a:r>
          </a:p>
        </p:txBody>
      </p:sp>
      <p:sp>
        <p:nvSpPr>
          <p:cNvPr id="8" name="TextBox 7">
            <a:extLst>
              <a:ext uri="{FF2B5EF4-FFF2-40B4-BE49-F238E27FC236}">
                <a16:creationId xmlns:a16="http://schemas.microsoft.com/office/drawing/2014/main" id="{C3BEC5BC-3574-EC19-6E85-136A770AFC07}"/>
              </a:ext>
            </a:extLst>
          </p:cNvPr>
          <p:cNvSpPr txBox="1"/>
          <p:nvPr/>
        </p:nvSpPr>
        <p:spPr>
          <a:xfrm>
            <a:off x="9386845" y="4284187"/>
            <a:ext cx="2346362" cy="430887"/>
          </a:xfrm>
          <a:prstGeom prst="rect">
            <a:avLst/>
          </a:prstGeom>
          <a:solidFill>
            <a:schemeClr val="bg1">
              <a:lumMod val="95000"/>
            </a:schemeClr>
          </a:solidFill>
          <a:effectLst>
            <a:outerShdw blurRad="50800" dist="190500" dir="2700000" algn="tl" rotWithShape="0">
              <a:prstClr val="black">
                <a:alpha val="40000"/>
              </a:prstClr>
            </a:outerShdw>
          </a:effectLst>
        </p:spPr>
        <p:txBody>
          <a:bodyPr wrap="square">
            <a:spAutoFit/>
          </a:bodyPr>
          <a:lstStyle/>
          <a:p>
            <a:r>
              <a:rPr lang="en-US" sz="1100" b="1" i="1" dirty="0">
                <a:solidFill>
                  <a:schemeClr val="tx2"/>
                </a:solidFill>
              </a:rPr>
              <a:t>* One man band 1865</a:t>
            </a:r>
            <a:br>
              <a:rPr lang="en-US" sz="1100" b="1" i="1" dirty="0">
                <a:solidFill>
                  <a:schemeClr val="tx2"/>
                </a:solidFill>
              </a:rPr>
            </a:br>
            <a:r>
              <a:rPr lang="en-US" sz="1100" dirty="0">
                <a:solidFill>
                  <a:schemeClr val="tx2"/>
                </a:solidFill>
              </a:rPr>
              <a:t>(link in references) </a:t>
            </a:r>
          </a:p>
        </p:txBody>
      </p:sp>
      <p:sp>
        <p:nvSpPr>
          <p:cNvPr id="9" name="TextBox 8">
            <a:extLst>
              <a:ext uri="{FF2B5EF4-FFF2-40B4-BE49-F238E27FC236}">
                <a16:creationId xmlns:a16="http://schemas.microsoft.com/office/drawing/2014/main" id="{50181B0B-DB08-BB00-48D9-D9D7BF0661C2}"/>
              </a:ext>
            </a:extLst>
          </p:cNvPr>
          <p:cNvSpPr txBox="1"/>
          <p:nvPr/>
        </p:nvSpPr>
        <p:spPr>
          <a:xfrm>
            <a:off x="6473778" y="6092105"/>
            <a:ext cx="2221144" cy="430887"/>
          </a:xfrm>
          <a:prstGeom prst="rect">
            <a:avLst/>
          </a:prstGeom>
          <a:solidFill>
            <a:schemeClr val="bg1">
              <a:lumMod val="95000"/>
            </a:schemeClr>
          </a:solidFill>
          <a:effectLst>
            <a:outerShdw blurRad="50800" dist="190500" dir="2700000" algn="tl" rotWithShape="0">
              <a:prstClr val="black">
                <a:alpha val="40000"/>
              </a:prstClr>
            </a:outerShdw>
          </a:effectLst>
        </p:spPr>
        <p:txBody>
          <a:bodyPr wrap="square">
            <a:spAutoFit/>
          </a:bodyPr>
          <a:lstStyle/>
          <a:p>
            <a:r>
              <a:rPr lang="en-US" sz="1100" b="1" i="1" dirty="0">
                <a:solidFill>
                  <a:schemeClr val="tx2"/>
                </a:solidFill>
              </a:rPr>
              <a:t>* Onemanband</a:t>
            </a:r>
            <a:br>
              <a:rPr lang="en-US" sz="1100" b="1" i="1" dirty="0">
                <a:solidFill>
                  <a:schemeClr val="tx2"/>
                </a:solidFill>
              </a:rPr>
            </a:br>
            <a:r>
              <a:rPr lang="en-US" sz="1100" dirty="0">
                <a:solidFill>
                  <a:schemeClr val="tx2"/>
                </a:solidFill>
              </a:rPr>
              <a:t>(link in references) </a:t>
            </a:r>
          </a:p>
        </p:txBody>
      </p:sp>
    </p:spTree>
    <p:extLst>
      <p:ext uri="{BB962C8B-B14F-4D97-AF65-F5344CB8AC3E}">
        <p14:creationId xmlns:p14="http://schemas.microsoft.com/office/powerpoint/2010/main" val="2226420055"/>
      </p:ext>
    </p:extLst>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p:spTree>
      <p:nvGrpSpPr>
        <p:cNvPr id="1" name="Shape 1198"/>
        <p:cNvGrpSpPr/>
        <p:nvPr/>
      </p:nvGrpSpPr>
      <p:grpSpPr>
        <a:xfrm>
          <a:off x="0" y="0"/>
          <a:ext cx="0" cy="0"/>
          <a:chOff x="0" y="0"/>
          <a:chExt cx="0" cy="0"/>
        </a:xfrm>
      </p:grpSpPr>
      <p:pic>
        <p:nvPicPr>
          <p:cNvPr id="4" name="Picture 3">
            <a:extLst>
              <a:ext uri="{FF2B5EF4-FFF2-40B4-BE49-F238E27FC236}">
                <a16:creationId xmlns:a16="http://schemas.microsoft.com/office/drawing/2014/main" id="{A419182F-B9EF-81BE-769F-0D69A152C0AA}"/>
              </a:ext>
            </a:extLst>
          </p:cNvPr>
          <p:cNvPicPr>
            <a:picLocks noChangeAspect="1"/>
          </p:cNvPicPr>
          <p:nvPr/>
        </p:nvPicPr>
        <p:blipFill rotWithShape="1">
          <a:blip r:embed="rId3"/>
          <a:srcRect t="-15328" b="15328"/>
          <a:stretch/>
        </p:blipFill>
        <p:spPr>
          <a:xfrm>
            <a:off x="0" y="-1241439"/>
            <a:ext cx="12188825" cy="8110728"/>
          </a:xfrm>
          <a:prstGeom prst="rect">
            <a:avLst/>
          </a:prstGeom>
        </p:spPr>
      </p:pic>
      <p:sp>
        <p:nvSpPr>
          <p:cNvPr id="1199" name="Google Shape;1199;p156"/>
          <p:cNvSpPr txBox="1">
            <a:spLocks noGrp="1"/>
          </p:cNvSpPr>
          <p:nvPr>
            <p:ph type="title"/>
          </p:nvPr>
        </p:nvSpPr>
        <p:spPr>
          <a:xfrm>
            <a:off x="455618" y="460684"/>
            <a:ext cx="11277833" cy="524399"/>
          </a:xfrm>
          <a:prstGeom prst="rect">
            <a:avLst/>
          </a:prstGeom>
        </p:spPr>
        <p:txBody>
          <a:bodyPr spcFirstLastPara="1" wrap="square" lIns="0" tIns="0" rIns="0" bIns="0" anchor="ctr" anchorCtr="0">
            <a:noAutofit/>
          </a:bodyPr>
          <a:lstStyle/>
          <a:p>
            <a:pPr>
              <a:lnSpc>
                <a:spcPct val="100000"/>
              </a:lnSpc>
            </a:pPr>
            <a:r>
              <a:rPr lang="en" dirty="0">
                <a:solidFill>
                  <a:schemeClr val="bg1"/>
                </a:solidFill>
              </a:rPr>
              <a:t>Introduction</a:t>
            </a:r>
            <a:r>
              <a:rPr lang="en" baseline="30000" dirty="0">
                <a:solidFill>
                  <a:srgbClr val="FFFAB2"/>
                </a:solidFill>
              </a:rPr>
              <a:t>*</a:t>
            </a:r>
            <a:endParaRPr baseline="30000" dirty="0">
              <a:solidFill>
                <a:srgbClr val="FFFAB2"/>
              </a:solidFill>
            </a:endParaRPr>
          </a:p>
        </p:txBody>
      </p:sp>
      <p:sp>
        <p:nvSpPr>
          <p:cNvPr id="5" name="TextBox 4">
            <a:extLst>
              <a:ext uri="{FF2B5EF4-FFF2-40B4-BE49-F238E27FC236}">
                <a16:creationId xmlns:a16="http://schemas.microsoft.com/office/drawing/2014/main" id="{6917B4D1-3225-01F0-07A3-04829CC69DB6}"/>
              </a:ext>
            </a:extLst>
          </p:cNvPr>
          <p:cNvSpPr txBox="1"/>
          <p:nvPr/>
        </p:nvSpPr>
        <p:spPr>
          <a:xfrm>
            <a:off x="1" y="6596390"/>
            <a:ext cx="3557588" cy="261610"/>
          </a:xfrm>
          <a:prstGeom prst="rect">
            <a:avLst/>
          </a:prstGeom>
          <a:noFill/>
        </p:spPr>
        <p:txBody>
          <a:bodyPr wrap="square">
            <a:spAutoFit/>
          </a:bodyPr>
          <a:lstStyle/>
          <a:p>
            <a:r>
              <a:rPr lang="en-US" sz="1100" b="1" dirty="0">
                <a:solidFill>
                  <a:srgbClr val="FFFAB2"/>
                </a:solidFill>
              </a:rPr>
              <a:t>* </a:t>
            </a:r>
            <a:r>
              <a:rPr lang="en-US" sz="1100" b="1" i="1" dirty="0">
                <a:solidFill>
                  <a:srgbClr val="FFFAB2"/>
                </a:solidFill>
              </a:rPr>
              <a:t>Orchestra Simfonica București </a:t>
            </a:r>
            <a:r>
              <a:rPr lang="en-US" sz="1100" dirty="0">
                <a:solidFill>
                  <a:srgbClr val="FFFAB2"/>
                </a:solidFill>
              </a:rPr>
              <a:t>(link in references) </a:t>
            </a:r>
          </a:p>
        </p:txBody>
      </p:sp>
    </p:spTree>
    <p:extLst>
      <p:ext uri="{BB962C8B-B14F-4D97-AF65-F5344CB8AC3E}">
        <p14:creationId xmlns:p14="http://schemas.microsoft.com/office/powerpoint/2010/main" val="4074851749"/>
      </p:ext>
    </p:extLst>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p:spTree>
      <p:nvGrpSpPr>
        <p:cNvPr id="1" name="Shape 1198"/>
        <p:cNvGrpSpPr/>
        <p:nvPr/>
      </p:nvGrpSpPr>
      <p:grpSpPr>
        <a:xfrm>
          <a:off x="0" y="0"/>
          <a:ext cx="0" cy="0"/>
          <a:chOff x="0" y="0"/>
          <a:chExt cx="0" cy="0"/>
        </a:xfrm>
      </p:grpSpPr>
      <p:sp>
        <p:nvSpPr>
          <p:cNvPr id="1199" name="Google Shape;1199;p156"/>
          <p:cNvSpPr txBox="1">
            <a:spLocks noGrp="1"/>
          </p:cNvSpPr>
          <p:nvPr>
            <p:ph type="title"/>
          </p:nvPr>
        </p:nvSpPr>
        <p:spPr>
          <a:xfrm>
            <a:off x="455618" y="460684"/>
            <a:ext cx="11277833" cy="524399"/>
          </a:xfrm>
          <a:prstGeom prst="rect">
            <a:avLst/>
          </a:prstGeom>
        </p:spPr>
        <p:txBody>
          <a:bodyPr spcFirstLastPara="1" wrap="square" lIns="0" tIns="0" rIns="0" bIns="0" anchor="ctr" anchorCtr="0">
            <a:noAutofit/>
          </a:bodyPr>
          <a:lstStyle/>
          <a:p>
            <a:pPr>
              <a:lnSpc>
                <a:spcPct val="100000"/>
              </a:lnSpc>
            </a:pPr>
            <a:r>
              <a:rPr lang="en" dirty="0"/>
              <a:t>Threat Prioritization and Feedback</a:t>
            </a:r>
            <a:endParaRPr dirty="0"/>
          </a:p>
        </p:txBody>
      </p:sp>
    </p:spTree>
    <p:extLst>
      <p:ext uri="{BB962C8B-B14F-4D97-AF65-F5344CB8AC3E}">
        <p14:creationId xmlns:p14="http://schemas.microsoft.com/office/powerpoint/2010/main" val="1166095445"/>
      </p:ext>
    </p:extLst>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p:spTree>
      <p:nvGrpSpPr>
        <p:cNvPr id="1" name="Shape 1198"/>
        <p:cNvGrpSpPr/>
        <p:nvPr/>
      </p:nvGrpSpPr>
      <p:grpSpPr>
        <a:xfrm>
          <a:off x="0" y="0"/>
          <a:ext cx="0" cy="0"/>
          <a:chOff x="0" y="0"/>
          <a:chExt cx="0" cy="0"/>
        </a:xfrm>
      </p:grpSpPr>
      <p:sp>
        <p:nvSpPr>
          <p:cNvPr id="1199" name="Google Shape;1199;p156"/>
          <p:cNvSpPr txBox="1">
            <a:spLocks noGrp="1"/>
          </p:cNvSpPr>
          <p:nvPr>
            <p:ph type="title"/>
          </p:nvPr>
        </p:nvSpPr>
        <p:spPr>
          <a:xfrm>
            <a:off x="455618" y="460684"/>
            <a:ext cx="11277833" cy="524399"/>
          </a:xfrm>
          <a:prstGeom prst="rect">
            <a:avLst/>
          </a:prstGeom>
        </p:spPr>
        <p:txBody>
          <a:bodyPr spcFirstLastPara="1" wrap="square" lIns="0" tIns="0" rIns="0" bIns="0" anchor="ctr" anchorCtr="0">
            <a:noAutofit/>
          </a:bodyPr>
          <a:lstStyle/>
          <a:p>
            <a:pPr>
              <a:lnSpc>
                <a:spcPct val="100000"/>
              </a:lnSpc>
            </a:pPr>
            <a:r>
              <a:rPr lang="en" dirty="0"/>
              <a:t>Threat Prioritization and Feedback</a:t>
            </a:r>
            <a:endParaRPr dirty="0"/>
          </a:p>
        </p:txBody>
      </p:sp>
      <p:pic>
        <p:nvPicPr>
          <p:cNvPr id="3" name="Picture 2">
            <a:extLst>
              <a:ext uri="{FF2B5EF4-FFF2-40B4-BE49-F238E27FC236}">
                <a16:creationId xmlns:a16="http://schemas.microsoft.com/office/drawing/2014/main" id="{25532136-D257-1255-0E89-6DDDA3FA2D80}"/>
              </a:ext>
            </a:extLst>
          </p:cNvPr>
          <p:cNvPicPr>
            <a:picLocks noChangeAspect="1"/>
          </p:cNvPicPr>
          <p:nvPr/>
        </p:nvPicPr>
        <p:blipFill>
          <a:blip r:embed="rId3"/>
          <a:stretch>
            <a:fillRect/>
          </a:stretch>
        </p:blipFill>
        <p:spPr>
          <a:xfrm>
            <a:off x="244836" y="2738032"/>
            <a:ext cx="11699152" cy="2492890"/>
          </a:xfrm>
          <a:prstGeom prst="rect">
            <a:avLst/>
          </a:prstGeom>
        </p:spPr>
      </p:pic>
    </p:spTree>
    <p:extLst>
      <p:ext uri="{BB962C8B-B14F-4D97-AF65-F5344CB8AC3E}">
        <p14:creationId xmlns:p14="http://schemas.microsoft.com/office/powerpoint/2010/main" val="2417312493"/>
      </p:ext>
    </p:extLst>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p:spTree>
      <p:nvGrpSpPr>
        <p:cNvPr id="1" name="Shape 1198"/>
        <p:cNvGrpSpPr/>
        <p:nvPr/>
      </p:nvGrpSpPr>
      <p:grpSpPr>
        <a:xfrm>
          <a:off x="0" y="0"/>
          <a:ext cx="0" cy="0"/>
          <a:chOff x="0" y="0"/>
          <a:chExt cx="0" cy="0"/>
        </a:xfrm>
      </p:grpSpPr>
      <p:sp>
        <p:nvSpPr>
          <p:cNvPr id="1199" name="Google Shape;1199;p156"/>
          <p:cNvSpPr txBox="1">
            <a:spLocks noGrp="1"/>
          </p:cNvSpPr>
          <p:nvPr>
            <p:ph type="title"/>
          </p:nvPr>
        </p:nvSpPr>
        <p:spPr>
          <a:xfrm>
            <a:off x="455618" y="460684"/>
            <a:ext cx="11277833" cy="524399"/>
          </a:xfrm>
          <a:prstGeom prst="rect">
            <a:avLst/>
          </a:prstGeom>
        </p:spPr>
        <p:txBody>
          <a:bodyPr spcFirstLastPara="1" wrap="square" lIns="0" tIns="0" rIns="0" bIns="0" anchor="ctr" anchorCtr="0">
            <a:noAutofit/>
          </a:bodyPr>
          <a:lstStyle/>
          <a:p>
            <a:pPr>
              <a:lnSpc>
                <a:spcPct val="100000"/>
              </a:lnSpc>
            </a:pPr>
            <a:r>
              <a:rPr lang="en" dirty="0"/>
              <a:t>Threat Prioritization and Feedback</a:t>
            </a:r>
            <a:endParaRPr dirty="0"/>
          </a:p>
        </p:txBody>
      </p:sp>
      <p:pic>
        <p:nvPicPr>
          <p:cNvPr id="4" name="Picture 3">
            <a:extLst>
              <a:ext uri="{FF2B5EF4-FFF2-40B4-BE49-F238E27FC236}">
                <a16:creationId xmlns:a16="http://schemas.microsoft.com/office/drawing/2014/main" id="{BD50C72E-F744-9EAA-8EBC-5B81A70C2637}"/>
              </a:ext>
            </a:extLst>
          </p:cNvPr>
          <p:cNvPicPr>
            <a:picLocks noChangeAspect="1"/>
          </p:cNvPicPr>
          <p:nvPr/>
        </p:nvPicPr>
        <p:blipFill>
          <a:blip r:embed="rId3"/>
          <a:stretch>
            <a:fillRect/>
          </a:stretch>
        </p:blipFill>
        <p:spPr>
          <a:xfrm>
            <a:off x="2208212" y="1204013"/>
            <a:ext cx="7772400" cy="4971111"/>
          </a:xfrm>
          <a:prstGeom prst="rect">
            <a:avLst/>
          </a:prstGeom>
        </p:spPr>
      </p:pic>
    </p:spTree>
    <p:extLst>
      <p:ext uri="{BB962C8B-B14F-4D97-AF65-F5344CB8AC3E}">
        <p14:creationId xmlns:p14="http://schemas.microsoft.com/office/powerpoint/2010/main" val="4126400966"/>
      </p:ext>
    </p:extLst>
  </p:cSld>
  <p:clrMapOvr>
    <a:masterClrMapping/>
  </p:clrMapOvr>
</p:sld>
</file>

<file path=ppt/slides/slide12.xml><?xml version="1.0" encoding="utf-8"?>
<p:sld xmlns:a="http://schemas.openxmlformats.org/drawingml/2006/main" xmlns:r="http://schemas.openxmlformats.org/officeDocument/2006/relationships" xmlns:p="http://schemas.openxmlformats.org/presentationml/2006/main">
  <p:cSld>
    <p:spTree>
      <p:nvGrpSpPr>
        <p:cNvPr id="1" name="Shape 1198"/>
        <p:cNvGrpSpPr/>
        <p:nvPr/>
      </p:nvGrpSpPr>
      <p:grpSpPr>
        <a:xfrm>
          <a:off x="0" y="0"/>
          <a:ext cx="0" cy="0"/>
          <a:chOff x="0" y="0"/>
          <a:chExt cx="0" cy="0"/>
        </a:xfrm>
      </p:grpSpPr>
      <p:sp>
        <p:nvSpPr>
          <p:cNvPr id="1199" name="Google Shape;1199;p156"/>
          <p:cNvSpPr txBox="1">
            <a:spLocks noGrp="1"/>
          </p:cNvSpPr>
          <p:nvPr>
            <p:ph type="title"/>
          </p:nvPr>
        </p:nvSpPr>
        <p:spPr>
          <a:xfrm>
            <a:off x="455618" y="460684"/>
            <a:ext cx="11277833" cy="524399"/>
          </a:xfrm>
          <a:prstGeom prst="rect">
            <a:avLst/>
          </a:prstGeom>
        </p:spPr>
        <p:txBody>
          <a:bodyPr spcFirstLastPara="1" wrap="square" lIns="0" tIns="0" rIns="0" bIns="0" anchor="ctr" anchorCtr="0">
            <a:noAutofit/>
          </a:bodyPr>
          <a:lstStyle/>
          <a:p>
            <a:pPr>
              <a:lnSpc>
                <a:spcPct val="100000"/>
              </a:lnSpc>
            </a:pPr>
            <a:r>
              <a:rPr lang="en" dirty="0"/>
              <a:t>Threat Prioritization and Feedback</a:t>
            </a:r>
            <a:endParaRPr dirty="0"/>
          </a:p>
        </p:txBody>
      </p:sp>
      <p:pic>
        <p:nvPicPr>
          <p:cNvPr id="4" name="Picture 3">
            <a:extLst>
              <a:ext uri="{FF2B5EF4-FFF2-40B4-BE49-F238E27FC236}">
                <a16:creationId xmlns:a16="http://schemas.microsoft.com/office/drawing/2014/main" id="{99B3F92B-E563-B6FA-07FD-E7918E2BB8B7}"/>
              </a:ext>
            </a:extLst>
          </p:cNvPr>
          <p:cNvPicPr>
            <a:picLocks noChangeAspect="1"/>
          </p:cNvPicPr>
          <p:nvPr/>
        </p:nvPicPr>
        <p:blipFill>
          <a:blip r:embed="rId3"/>
          <a:stretch>
            <a:fillRect/>
          </a:stretch>
        </p:blipFill>
        <p:spPr>
          <a:xfrm>
            <a:off x="2415447" y="1195557"/>
            <a:ext cx="7357929" cy="5201759"/>
          </a:xfrm>
          <a:prstGeom prst="rect">
            <a:avLst/>
          </a:prstGeom>
        </p:spPr>
      </p:pic>
    </p:spTree>
    <p:extLst>
      <p:ext uri="{BB962C8B-B14F-4D97-AF65-F5344CB8AC3E}">
        <p14:creationId xmlns:p14="http://schemas.microsoft.com/office/powerpoint/2010/main" val="2652668415"/>
      </p:ext>
    </p:extLst>
  </p:cSld>
  <p:clrMapOvr>
    <a:masterClrMapping/>
  </p:clrMapOvr>
</p:sld>
</file>

<file path=ppt/slides/slide13.xml><?xml version="1.0" encoding="utf-8"?>
<p:sld xmlns:a="http://schemas.openxmlformats.org/drawingml/2006/main" xmlns:r="http://schemas.openxmlformats.org/officeDocument/2006/relationships" xmlns:p="http://schemas.openxmlformats.org/presentationml/2006/main">
  <p:cSld>
    <p:spTree>
      <p:nvGrpSpPr>
        <p:cNvPr id="1" name="Shape 1198"/>
        <p:cNvGrpSpPr/>
        <p:nvPr/>
      </p:nvGrpSpPr>
      <p:grpSpPr>
        <a:xfrm>
          <a:off x="0" y="0"/>
          <a:ext cx="0" cy="0"/>
          <a:chOff x="0" y="0"/>
          <a:chExt cx="0" cy="0"/>
        </a:xfrm>
      </p:grpSpPr>
      <p:sp>
        <p:nvSpPr>
          <p:cNvPr id="1199" name="Google Shape;1199;p156"/>
          <p:cNvSpPr txBox="1">
            <a:spLocks noGrp="1"/>
          </p:cNvSpPr>
          <p:nvPr>
            <p:ph type="title"/>
          </p:nvPr>
        </p:nvSpPr>
        <p:spPr>
          <a:xfrm>
            <a:off x="455618" y="460684"/>
            <a:ext cx="11277833" cy="524399"/>
          </a:xfrm>
          <a:prstGeom prst="rect">
            <a:avLst/>
          </a:prstGeom>
        </p:spPr>
        <p:txBody>
          <a:bodyPr spcFirstLastPara="1" wrap="square" lIns="0" tIns="0" rIns="0" bIns="0" anchor="ctr" anchorCtr="0">
            <a:noAutofit/>
          </a:bodyPr>
          <a:lstStyle/>
          <a:p>
            <a:pPr>
              <a:lnSpc>
                <a:spcPct val="100000"/>
              </a:lnSpc>
            </a:pPr>
            <a:r>
              <a:rPr lang="en" dirty="0"/>
              <a:t>Threat Prioritization and Feedback</a:t>
            </a:r>
            <a:endParaRPr dirty="0"/>
          </a:p>
        </p:txBody>
      </p:sp>
      <p:pic>
        <p:nvPicPr>
          <p:cNvPr id="4" name="Picture 3">
            <a:extLst>
              <a:ext uri="{FF2B5EF4-FFF2-40B4-BE49-F238E27FC236}">
                <a16:creationId xmlns:a16="http://schemas.microsoft.com/office/drawing/2014/main" id="{09232CBC-EE22-1DDA-8CF5-DB5BE8DCD916}"/>
              </a:ext>
            </a:extLst>
          </p:cNvPr>
          <p:cNvPicPr>
            <a:picLocks noChangeAspect="1"/>
          </p:cNvPicPr>
          <p:nvPr/>
        </p:nvPicPr>
        <p:blipFill>
          <a:blip r:embed="rId3"/>
          <a:stretch>
            <a:fillRect/>
          </a:stretch>
        </p:blipFill>
        <p:spPr>
          <a:xfrm>
            <a:off x="2120498" y="1206350"/>
            <a:ext cx="7947827" cy="5190966"/>
          </a:xfrm>
          <a:prstGeom prst="rect">
            <a:avLst/>
          </a:prstGeom>
        </p:spPr>
      </p:pic>
    </p:spTree>
    <p:extLst>
      <p:ext uri="{BB962C8B-B14F-4D97-AF65-F5344CB8AC3E}">
        <p14:creationId xmlns:p14="http://schemas.microsoft.com/office/powerpoint/2010/main" val="3749846825"/>
      </p:ext>
    </p:extLst>
  </p:cSld>
  <p:clrMapOvr>
    <a:masterClrMapping/>
  </p:clrMapOvr>
</p:sld>
</file>

<file path=ppt/slides/slide14.xml><?xml version="1.0" encoding="utf-8"?>
<p:sld xmlns:a="http://schemas.openxmlformats.org/drawingml/2006/main" xmlns:r="http://schemas.openxmlformats.org/officeDocument/2006/relationships" xmlns:p="http://schemas.openxmlformats.org/presentationml/2006/main">
  <p:cSld>
    <p:spTree>
      <p:nvGrpSpPr>
        <p:cNvPr id="1" name="Shape 1198"/>
        <p:cNvGrpSpPr/>
        <p:nvPr/>
      </p:nvGrpSpPr>
      <p:grpSpPr>
        <a:xfrm>
          <a:off x="0" y="0"/>
          <a:ext cx="0" cy="0"/>
          <a:chOff x="0" y="0"/>
          <a:chExt cx="0" cy="0"/>
        </a:xfrm>
      </p:grpSpPr>
      <p:sp>
        <p:nvSpPr>
          <p:cNvPr id="1199" name="Google Shape;1199;p156"/>
          <p:cNvSpPr txBox="1">
            <a:spLocks noGrp="1"/>
          </p:cNvSpPr>
          <p:nvPr>
            <p:ph type="title"/>
          </p:nvPr>
        </p:nvSpPr>
        <p:spPr>
          <a:xfrm>
            <a:off x="455618" y="460684"/>
            <a:ext cx="11277833" cy="524399"/>
          </a:xfrm>
          <a:prstGeom prst="rect">
            <a:avLst/>
          </a:prstGeom>
        </p:spPr>
        <p:txBody>
          <a:bodyPr spcFirstLastPara="1" wrap="square" lIns="0" tIns="0" rIns="0" bIns="0" anchor="ctr" anchorCtr="0">
            <a:noAutofit/>
          </a:bodyPr>
          <a:lstStyle/>
          <a:p>
            <a:pPr>
              <a:lnSpc>
                <a:spcPct val="100000"/>
              </a:lnSpc>
            </a:pPr>
            <a:r>
              <a:rPr lang="en" dirty="0"/>
              <a:t>Threat Prioritization and Feedback</a:t>
            </a:r>
            <a:endParaRPr dirty="0"/>
          </a:p>
        </p:txBody>
      </p:sp>
      <p:pic>
        <p:nvPicPr>
          <p:cNvPr id="4" name="Picture 3">
            <a:extLst>
              <a:ext uri="{FF2B5EF4-FFF2-40B4-BE49-F238E27FC236}">
                <a16:creationId xmlns:a16="http://schemas.microsoft.com/office/drawing/2014/main" id="{53C812B5-60A3-22EA-5439-FB7ADBACB458}"/>
              </a:ext>
            </a:extLst>
          </p:cNvPr>
          <p:cNvPicPr>
            <a:picLocks noChangeAspect="1"/>
          </p:cNvPicPr>
          <p:nvPr/>
        </p:nvPicPr>
        <p:blipFill>
          <a:blip r:embed="rId3"/>
          <a:stretch>
            <a:fillRect/>
          </a:stretch>
        </p:blipFill>
        <p:spPr>
          <a:xfrm>
            <a:off x="2065557" y="1200530"/>
            <a:ext cx="8057710" cy="5196786"/>
          </a:xfrm>
          <a:prstGeom prst="rect">
            <a:avLst/>
          </a:prstGeom>
        </p:spPr>
      </p:pic>
    </p:spTree>
    <p:extLst>
      <p:ext uri="{BB962C8B-B14F-4D97-AF65-F5344CB8AC3E}">
        <p14:creationId xmlns:p14="http://schemas.microsoft.com/office/powerpoint/2010/main" val="3611441856"/>
      </p:ext>
    </p:extLst>
  </p:cSld>
  <p:clrMapOvr>
    <a:masterClrMapping/>
  </p:clrMapOvr>
</p:sld>
</file>

<file path=ppt/slides/slide15.xml><?xml version="1.0" encoding="utf-8"?>
<p:sld xmlns:a="http://schemas.openxmlformats.org/drawingml/2006/main" xmlns:r="http://schemas.openxmlformats.org/officeDocument/2006/relationships" xmlns:p="http://schemas.openxmlformats.org/presentationml/2006/main">
  <p:cSld>
    <p:spTree>
      <p:nvGrpSpPr>
        <p:cNvPr id="1" name="Shape 1198"/>
        <p:cNvGrpSpPr/>
        <p:nvPr/>
      </p:nvGrpSpPr>
      <p:grpSpPr>
        <a:xfrm>
          <a:off x="0" y="0"/>
          <a:ext cx="0" cy="0"/>
          <a:chOff x="0" y="0"/>
          <a:chExt cx="0" cy="0"/>
        </a:xfrm>
      </p:grpSpPr>
      <p:sp>
        <p:nvSpPr>
          <p:cNvPr id="1199" name="Google Shape;1199;p156"/>
          <p:cNvSpPr txBox="1">
            <a:spLocks noGrp="1"/>
          </p:cNvSpPr>
          <p:nvPr>
            <p:ph type="title"/>
          </p:nvPr>
        </p:nvSpPr>
        <p:spPr>
          <a:xfrm>
            <a:off x="455618" y="460684"/>
            <a:ext cx="11277833" cy="524399"/>
          </a:xfrm>
          <a:prstGeom prst="rect">
            <a:avLst/>
          </a:prstGeom>
        </p:spPr>
        <p:txBody>
          <a:bodyPr spcFirstLastPara="1" wrap="square" lIns="0" tIns="0" rIns="0" bIns="0" anchor="ctr" anchorCtr="0">
            <a:noAutofit/>
          </a:bodyPr>
          <a:lstStyle/>
          <a:p>
            <a:pPr>
              <a:lnSpc>
                <a:spcPct val="100000"/>
              </a:lnSpc>
            </a:pPr>
            <a:r>
              <a:rPr lang="en" dirty="0"/>
              <a:t>Threat Prioritization and Feedback</a:t>
            </a:r>
            <a:endParaRPr dirty="0"/>
          </a:p>
        </p:txBody>
      </p:sp>
      <p:pic>
        <p:nvPicPr>
          <p:cNvPr id="4" name="Picture 3">
            <a:extLst>
              <a:ext uri="{FF2B5EF4-FFF2-40B4-BE49-F238E27FC236}">
                <a16:creationId xmlns:a16="http://schemas.microsoft.com/office/drawing/2014/main" id="{195EC068-4122-396A-CEF5-26B9A4EB54EF}"/>
              </a:ext>
            </a:extLst>
          </p:cNvPr>
          <p:cNvPicPr>
            <a:picLocks noChangeAspect="1"/>
          </p:cNvPicPr>
          <p:nvPr/>
        </p:nvPicPr>
        <p:blipFill>
          <a:blip r:embed="rId3"/>
          <a:stretch>
            <a:fillRect/>
          </a:stretch>
        </p:blipFill>
        <p:spPr>
          <a:xfrm>
            <a:off x="2659002" y="1207227"/>
            <a:ext cx="6870819" cy="5190089"/>
          </a:xfrm>
          <a:prstGeom prst="rect">
            <a:avLst/>
          </a:prstGeom>
        </p:spPr>
      </p:pic>
    </p:spTree>
    <p:extLst>
      <p:ext uri="{BB962C8B-B14F-4D97-AF65-F5344CB8AC3E}">
        <p14:creationId xmlns:p14="http://schemas.microsoft.com/office/powerpoint/2010/main" val="3012672520"/>
      </p:ext>
    </p:extLst>
  </p:cSld>
  <p:clrMapOvr>
    <a:masterClrMapping/>
  </p:clrMapOvr>
</p:sld>
</file>

<file path=ppt/slides/slide16.xml><?xml version="1.0" encoding="utf-8"?>
<p:sld xmlns:a="http://schemas.openxmlformats.org/drawingml/2006/main" xmlns:r="http://schemas.openxmlformats.org/officeDocument/2006/relationships" xmlns:p="http://schemas.openxmlformats.org/presentationml/2006/main">
  <p:cSld>
    <p:spTree>
      <p:nvGrpSpPr>
        <p:cNvPr id="1" name="Shape 1198"/>
        <p:cNvGrpSpPr/>
        <p:nvPr/>
      </p:nvGrpSpPr>
      <p:grpSpPr>
        <a:xfrm>
          <a:off x="0" y="0"/>
          <a:ext cx="0" cy="0"/>
          <a:chOff x="0" y="0"/>
          <a:chExt cx="0" cy="0"/>
        </a:xfrm>
      </p:grpSpPr>
      <p:sp>
        <p:nvSpPr>
          <p:cNvPr id="1199" name="Google Shape;1199;p156"/>
          <p:cNvSpPr txBox="1">
            <a:spLocks noGrp="1"/>
          </p:cNvSpPr>
          <p:nvPr>
            <p:ph type="title"/>
          </p:nvPr>
        </p:nvSpPr>
        <p:spPr>
          <a:xfrm>
            <a:off x="455618" y="460684"/>
            <a:ext cx="11277833" cy="524399"/>
          </a:xfrm>
          <a:prstGeom prst="rect">
            <a:avLst/>
          </a:prstGeom>
        </p:spPr>
        <p:txBody>
          <a:bodyPr spcFirstLastPara="1" wrap="square" lIns="0" tIns="0" rIns="0" bIns="0" anchor="ctr" anchorCtr="0">
            <a:noAutofit/>
          </a:bodyPr>
          <a:lstStyle/>
          <a:p>
            <a:pPr>
              <a:lnSpc>
                <a:spcPct val="100000"/>
              </a:lnSpc>
            </a:pPr>
            <a:r>
              <a:rPr lang="en" dirty="0"/>
              <a:t>Threat Candidate Sources</a:t>
            </a:r>
            <a:endParaRPr dirty="0"/>
          </a:p>
        </p:txBody>
      </p:sp>
    </p:spTree>
    <p:extLst>
      <p:ext uri="{BB962C8B-B14F-4D97-AF65-F5344CB8AC3E}">
        <p14:creationId xmlns:p14="http://schemas.microsoft.com/office/powerpoint/2010/main" val="1615450616"/>
      </p:ext>
    </p:extLst>
  </p:cSld>
  <p:clrMapOvr>
    <a:masterClrMapping/>
  </p:clrMapOvr>
</p:sld>
</file>

<file path=ppt/slides/slide17.xml><?xml version="1.0" encoding="utf-8"?>
<p:sld xmlns:a="http://schemas.openxmlformats.org/drawingml/2006/main" xmlns:r="http://schemas.openxmlformats.org/officeDocument/2006/relationships" xmlns:p="http://schemas.openxmlformats.org/presentationml/2006/main">
  <p:cSld>
    <p:spTree>
      <p:nvGrpSpPr>
        <p:cNvPr id="1" name="Shape 1198"/>
        <p:cNvGrpSpPr/>
        <p:nvPr/>
      </p:nvGrpSpPr>
      <p:grpSpPr>
        <a:xfrm>
          <a:off x="0" y="0"/>
          <a:ext cx="0" cy="0"/>
          <a:chOff x="0" y="0"/>
          <a:chExt cx="0" cy="0"/>
        </a:xfrm>
      </p:grpSpPr>
      <p:sp>
        <p:nvSpPr>
          <p:cNvPr id="1199" name="Google Shape;1199;p156"/>
          <p:cNvSpPr txBox="1">
            <a:spLocks noGrp="1"/>
          </p:cNvSpPr>
          <p:nvPr>
            <p:ph type="title"/>
          </p:nvPr>
        </p:nvSpPr>
        <p:spPr>
          <a:xfrm>
            <a:off x="455618" y="460684"/>
            <a:ext cx="11277833" cy="524399"/>
          </a:xfrm>
          <a:prstGeom prst="rect">
            <a:avLst/>
          </a:prstGeom>
        </p:spPr>
        <p:txBody>
          <a:bodyPr spcFirstLastPara="1" wrap="square" lIns="0" tIns="0" rIns="0" bIns="0" anchor="ctr" anchorCtr="0">
            <a:noAutofit/>
          </a:bodyPr>
          <a:lstStyle/>
          <a:p>
            <a:pPr>
              <a:lnSpc>
                <a:spcPct val="100000"/>
              </a:lnSpc>
            </a:pPr>
            <a:r>
              <a:rPr lang="en" dirty="0"/>
              <a:t>Threat Candidate Sources</a:t>
            </a:r>
            <a:endParaRPr dirty="0"/>
          </a:p>
        </p:txBody>
      </p:sp>
      <p:pic>
        <p:nvPicPr>
          <p:cNvPr id="2" name="Picture 1">
            <a:extLst>
              <a:ext uri="{FF2B5EF4-FFF2-40B4-BE49-F238E27FC236}">
                <a16:creationId xmlns:a16="http://schemas.microsoft.com/office/drawing/2014/main" id="{A5A6B26E-E891-5AD8-8D41-34F2B82B977C}"/>
              </a:ext>
            </a:extLst>
          </p:cNvPr>
          <p:cNvPicPr>
            <a:picLocks noChangeAspect="1"/>
          </p:cNvPicPr>
          <p:nvPr/>
        </p:nvPicPr>
        <p:blipFill>
          <a:blip r:embed="rId3"/>
          <a:stretch>
            <a:fillRect/>
          </a:stretch>
        </p:blipFill>
        <p:spPr>
          <a:xfrm>
            <a:off x="1095439" y="1077755"/>
            <a:ext cx="9997944" cy="5143666"/>
          </a:xfrm>
          <a:prstGeom prst="rect">
            <a:avLst/>
          </a:prstGeom>
        </p:spPr>
      </p:pic>
    </p:spTree>
    <p:extLst>
      <p:ext uri="{BB962C8B-B14F-4D97-AF65-F5344CB8AC3E}">
        <p14:creationId xmlns:p14="http://schemas.microsoft.com/office/powerpoint/2010/main" val="3728158208"/>
      </p:ext>
    </p:extLst>
  </p:cSld>
  <p:clrMapOvr>
    <a:masterClrMapping/>
  </p:clrMapOvr>
</p:sld>
</file>

<file path=ppt/slides/slide18.xml><?xml version="1.0" encoding="utf-8"?>
<p:sld xmlns:a="http://schemas.openxmlformats.org/drawingml/2006/main" xmlns:r="http://schemas.openxmlformats.org/officeDocument/2006/relationships" xmlns:p="http://schemas.openxmlformats.org/presentationml/2006/main">
  <p:cSld>
    <p:spTree>
      <p:nvGrpSpPr>
        <p:cNvPr id="1" name="Shape 1198"/>
        <p:cNvGrpSpPr/>
        <p:nvPr/>
      </p:nvGrpSpPr>
      <p:grpSpPr>
        <a:xfrm>
          <a:off x="0" y="0"/>
          <a:ext cx="0" cy="0"/>
          <a:chOff x="0" y="0"/>
          <a:chExt cx="0" cy="0"/>
        </a:xfrm>
      </p:grpSpPr>
      <p:sp>
        <p:nvSpPr>
          <p:cNvPr id="1199" name="Google Shape;1199;p156"/>
          <p:cNvSpPr txBox="1">
            <a:spLocks noGrp="1"/>
          </p:cNvSpPr>
          <p:nvPr>
            <p:ph type="title"/>
          </p:nvPr>
        </p:nvSpPr>
        <p:spPr>
          <a:xfrm>
            <a:off x="455618" y="460684"/>
            <a:ext cx="11277833" cy="524399"/>
          </a:xfrm>
          <a:prstGeom prst="rect">
            <a:avLst/>
          </a:prstGeom>
        </p:spPr>
        <p:txBody>
          <a:bodyPr spcFirstLastPara="1" wrap="square" lIns="0" tIns="0" rIns="0" bIns="0" anchor="ctr" anchorCtr="0">
            <a:noAutofit/>
          </a:bodyPr>
          <a:lstStyle/>
          <a:p>
            <a:pPr>
              <a:lnSpc>
                <a:spcPct val="100000"/>
              </a:lnSpc>
            </a:pPr>
            <a:r>
              <a:rPr lang="en" dirty="0"/>
              <a:t>Threat Prioritization Workflow</a:t>
            </a:r>
            <a:endParaRPr dirty="0"/>
          </a:p>
        </p:txBody>
      </p:sp>
      <p:pic>
        <p:nvPicPr>
          <p:cNvPr id="4" name="Picture 3">
            <a:extLst>
              <a:ext uri="{FF2B5EF4-FFF2-40B4-BE49-F238E27FC236}">
                <a16:creationId xmlns:a16="http://schemas.microsoft.com/office/drawing/2014/main" id="{06D5297C-03CA-BA6D-C8DA-9024375FD8D4}"/>
              </a:ext>
            </a:extLst>
          </p:cNvPr>
          <p:cNvPicPr>
            <a:picLocks noChangeAspect="1"/>
          </p:cNvPicPr>
          <p:nvPr/>
        </p:nvPicPr>
        <p:blipFill>
          <a:blip r:embed="rId3"/>
          <a:srcRect/>
          <a:stretch/>
        </p:blipFill>
        <p:spPr>
          <a:xfrm>
            <a:off x="449481" y="1380894"/>
            <a:ext cx="11271697" cy="4641287"/>
          </a:xfrm>
          <a:prstGeom prst="rect">
            <a:avLst/>
          </a:prstGeom>
        </p:spPr>
      </p:pic>
    </p:spTree>
    <p:extLst>
      <p:ext uri="{BB962C8B-B14F-4D97-AF65-F5344CB8AC3E}">
        <p14:creationId xmlns:p14="http://schemas.microsoft.com/office/powerpoint/2010/main" val="3876755622"/>
      </p:ext>
    </p:extLst>
  </p:cSld>
  <p:clrMapOvr>
    <a:masterClrMapping/>
  </p:clrMapOvr>
</p:sld>
</file>

<file path=ppt/slides/slide19.xml><?xml version="1.0" encoding="utf-8"?>
<p:sld xmlns:a="http://schemas.openxmlformats.org/drawingml/2006/main" xmlns:r="http://schemas.openxmlformats.org/officeDocument/2006/relationships" xmlns:p="http://schemas.openxmlformats.org/presentationml/2006/main">
  <p:cSld>
    <p:spTree>
      <p:nvGrpSpPr>
        <p:cNvPr id="1" name="Shape 1198"/>
        <p:cNvGrpSpPr/>
        <p:nvPr/>
      </p:nvGrpSpPr>
      <p:grpSpPr>
        <a:xfrm>
          <a:off x="0" y="0"/>
          <a:ext cx="0" cy="0"/>
          <a:chOff x="0" y="0"/>
          <a:chExt cx="0" cy="0"/>
        </a:xfrm>
      </p:grpSpPr>
      <p:pic>
        <p:nvPicPr>
          <p:cNvPr id="3" name="Picture 2">
            <a:extLst>
              <a:ext uri="{FF2B5EF4-FFF2-40B4-BE49-F238E27FC236}">
                <a16:creationId xmlns:a16="http://schemas.microsoft.com/office/drawing/2014/main" id="{5AC73DB0-8895-6359-F5E8-C01F36F83F72}"/>
              </a:ext>
            </a:extLst>
          </p:cNvPr>
          <p:cNvPicPr>
            <a:picLocks noChangeAspect="1"/>
          </p:cNvPicPr>
          <p:nvPr/>
        </p:nvPicPr>
        <p:blipFill>
          <a:blip r:embed="rId3"/>
          <a:srcRect/>
          <a:stretch/>
        </p:blipFill>
        <p:spPr>
          <a:xfrm>
            <a:off x="3871996" y="1375556"/>
            <a:ext cx="4330528" cy="4646625"/>
          </a:xfrm>
          <a:prstGeom prst="rect">
            <a:avLst/>
          </a:prstGeom>
        </p:spPr>
      </p:pic>
      <p:sp>
        <p:nvSpPr>
          <p:cNvPr id="1199" name="Google Shape;1199;p156"/>
          <p:cNvSpPr txBox="1">
            <a:spLocks noGrp="1"/>
          </p:cNvSpPr>
          <p:nvPr>
            <p:ph type="title"/>
          </p:nvPr>
        </p:nvSpPr>
        <p:spPr>
          <a:xfrm>
            <a:off x="455618" y="460684"/>
            <a:ext cx="11277833" cy="524399"/>
          </a:xfrm>
          <a:prstGeom prst="rect">
            <a:avLst/>
          </a:prstGeom>
        </p:spPr>
        <p:txBody>
          <a:bodyPr spcFirstLastPara="1" wrap="square" lIns="0" tIns="0" rIns="0" bIns="0" anchor="ctr" anchorCtr="0">
            <a:noAutofit/>
          </a:bodyPr>
          <a:lstStyle/>
          <a:p>
            <a:pPr>
              <a:lnSpc>
                <a:spcPct val="100000"/>
              </a:lnSpc>
            </a:pPr>
            <a:r>
              <a:rPr lang="en" dirty="0"/>
              <a:t>Threat Candidate Ranking</a:t>
            </a:r>
            <a:endParaRPr dirty="0"/>
          </a:p>
        </p:txBody>
      </p:sp>
    </p:spTree>
    <p:extLst>
      <p:ext uri="{BB962C8B-B14F-4D97-AF65-F5344CB8AC3E}">
        <p14:creationId xmlns:p14="http://schemas.microsoft.com/office/powerpoint/2010/main" val="1272617340"/>
      </p:ext>
    </p:extLst>
  </p:cSld>
  <p:clrMapOvr>
    <a:masterClrMapping/>
  </p:clrMapOvr>
</p:sld>
</file>

<file path=ppt/slides/slide20.xml><?xml version="1.0" encoding="utf-8"?>
<p:sld xmlns:a="http://schemas.openxmlformats.org/drawingml/2006/main" xmlns:r="http://schemas.openxmlformats.org/officeDocument/2006/relationships" xmlns:p="http://schemas.openxmlformats.org/presentationml/2006/main">
  <p:cSld>
    <p:spTree>
      <p:nvGrpSpPr>
        <p:cNvPr id="1" name="Shape 1198"/>
        <p:cNvGrpSpPr/>
        <p:nvPr/>
      </p:nvGrpSpPr>
      <p:grpSpPr>
        <a:xfrm>
          <a:off x="0" y="0"/>
          <a:ext cx="0" cy="0"/>
          <a:chOff x="0" y="0"/>
          <a:chExt cx="0" cy="0"/>
        </a:xfrm>
      </p:grpSpPr>
      <p:pic>
        <p:nvPicPr>
          <p:cNvPr id="3" name="Picture 2">
            <a:extLst>
              <a:ext uri="{FF2B5EF4-FFF2-40B4-BE49-F238E27FC236}">
                <a16:creationId xmlns:a16="http://schemas.microsoft.com/office/drawing/2014/main" id="{5AC73DB0-8895-6359-F5E8-C01F36F83F72}"/>
              </a:ext>
            </a:extLst>
          </p:cNvPr>
          <p:cNvPicPr>
            <a:picLocks noChangeAspect="1"/>
          </p:cNvPicPr>
          <p:nvPr/>
        </p:nvPicPr>
        <p:blipFill>
          <a:blip r:embed="rId3"/>
          <a:srcRect/>
          <a:stretch/>
        </p:blipFill>
        <p:spPr>
          <a:xfrm>
            <a:off x="3871996" y="1375556"/>
            <a:ext cx="4330528" cy="4646625"/>
          </a:xfrm>
          <a:prstGeom prst="rect">
            <a:avLst/>
          </a:prstGeom>
        </p:spPr>
      </p:pic>
      <p:sp>
        <p:nvSpPr>
          <p:cNvPr id="1199" name="Google Shape;1199;p156"/>
          <p:cNvSpPr txBox="1">
            <a:spLocks noGrp="1"/>
          </p:cNvSpPr>
          <p:nvPr>
            <p:ph type="title"/>
          </p:nvPr>
        </p:nvSpPr>
        <p:spPr>
          <a:xfrm>
            <a:off x="455618" y="460684"/>
            <a:ext cx="11277833" cy="524399"/>
          </a:xfrm>
          <a:prstGeom prst="rect">
            <a:avLst/>
          </a:prstGeom>
        </p:spPr>
        <p:txBody>
          <a:bodyPr spcFirstLastPara="1" wrap="square" lIns="0" tIns="0" rIns="0" bIns="0" anchor="ctr" anchorCtr="0">
            <a:noAutofit/>
          </a:bodyPr>
          <a:lstStyle/>
          <a:p>
            <a:pPr>
              <a:lnSpc>
                <a:spcPct val="100000"/>
              </a:lnSpc>
            </a:pPr>
            <a:r>
              <a:rPr lang="en" dirty="0"/>
              <a:t>Threat Candidate Ranking</a:t>
            </a:r>
            <a:endParaRPr dirty="0"/>
          </a:p>
        </p:txBody>
      </p:sp>
      <p:sp>
        <p:nvSpPr>
          <p:cNvPr id="5" name="TextBox 4">
            <a:extLst>
              <a:ext uri="{FF2B5EF4-FFF2-40B4-BE49-F238E27FC236}">
                <a16:creationId xmlns:a16="http://schemas.microsoft.com/office/drawing/2014/main" id="{23D20929-600C-CD54-E3DE-7F2F3D4BA5A2}"/>
              </a:ext>
            </a:extLst>
          </p:cNvPr>
          <p:cNvSpPr txBox="1"/>
          <p:nvPr/>
        </p:nvSpPr>
        <p:spPr>
          <a:xfrm>
            <a:off x="794351" y="2890908"/>
            <a:ext cx="2220801" cy="1384995"/>
          </a:xfrm>
          <a:prstGeom prst="rect">
            <a:avLst/>
          </a:prstGeom>
          <a:noFill/>
        </p:spPr>
        <p:txBody>
          <a:bodyPr wrap="none" rtlCol="0">
            <a:spAutoFit/>
          </a:bodyPr>
          <a:lstStyle/>
          <a:p>
            <a:pPr marL="236538" indent="-236538">
              <a:buFont typeface="Arial" panose="020B0604020202020204" pitchFamily="34" charset="0"/>
              <a:buChar char="•"/>
            </a:pPr>
            <a:r>
              <a:rPr lang="en-US" sz="2800" dirty="0"/>
              <a:t>What</a:t>
            </a:r>
          </a:p>
          <a:p>
            <a:pPr marL="236538" indent="-236538">
              <a:buFont typeface="Arial" panose="020B0604020202020204" pitchFamily="34" charset="0"/>
              <a:buChar char="•"/>
            </a:pPr>
            <a:r>
              <a:rPr lang="en-US" sz="2800" dirty="0"/>
              <a:t>Where</a:t>
            </a:r>
          </a:p>
          <a:p>
            <a:pPr marL="236538" indent="-236538">
              <a:buFont typeface="Arial" panose="020B0604020202020204" pitchFamily="34" charset="0"/>
              <a:buChar char="•"/>
            </a:pPr>
            <a:r>
              <a:rPr lang="en-US" sz="2800" dirty="0"/>
              <a:t>Worst case</a:t>
            </a:r>
          </a:p>
        </p:txBody>
      </p:sp>
    </p:spTree>
    <p:extLst>
      <p:ext uri="{BB962C8B-B14F-4D97-AF65-F5344CB8AC3E}">
        <p14:creationId xmlns:p14="http://schemas.microsoft.com/office/powerpoint/2010/main" val="2299363539"/>
      </p:ext>
    </p:extLst>
  </p:cSld>
  <p:clrMapOvr>
    <a:masterClrMapping/>
  </p:clrMapOvr>
</p:sld>
</file>

<file path=ppt/slides/slide21.xml><?xml version="1.0" encoding="utf-8"?>
<p:sld xmlns:a="http://schemas.openxmlformats.org/drawingml/2006/main" xmlns:r="http://schemas.openxmlformats.org/officeDocument/2006/relationships" xmlns:p="http://schemas.openxmlformats.org/presentationml/2006/main">
  <p:cSld>
    <p:spTree>
      <p:nvGrpSpPr>
        <p:cNvPr id="1" name="Shape 1198"/>
        <p:cNvGrpSpPr/>
        <p:nvPr/>
      </p:nvGrpSpPr>
      <p:grpSpPr>
        <a:xfrm>
          <a:off x="0" y="0"/>
          <a:ext cx="0" cy="0"/>
          <a:chOff x="0" y="0"/>
          <a:chExt cx="0" cy="0"/>
        </a:xfrm>
      </p:grpSpPr>
      <p:pic>
        <p:nvPicPr>
          <p:cNvPr id="3" name="Picture 2">
            <a:extLst>
              <a:ext uri="{FF2B5EF4-FFF2-40B4-BE49-F238E27FC236}">
                <a16:creationId xmlns:a16="http://schemas.microsoft.com/office/drawing/2014/main" id="{5AC73DB0-8895-6359-F5E8-C01F36F83F72}"/>
              </a:ext>
            </a:extLst>
          </p:cNvPr>
          <p:cNvPicPr>
            <a:picLocks noChangeAspect="1"/>
          </p:cNvPicPr>
          <p:nvPr/>
        </p:nvPicPr>
        <p:blipFill>
          <a:blip r:embed="rId3"/>
          <a:srcRect/>
          <a:stretch/>
        </p:blipFill>
        <p:spPr>
          <a:xfrm>
            <a:off x="3871996" y="1375556"/>
            <a:ext cx="4330528" cy="4646625"/>
          </a:xfrm>
          <a:prstGeom prst="rect">
            <a:avLst/>
          </a:prstGeom>
        </p:spPr>
      </p:pic>
      <p:sp>
        <p:nvSpPr>
          <p:cNvPr id="1199" name="Google Shape;1199;p156"/>
          <p:cNvSpPr txBox="1">
            <a:spLocks noGrp="1"/>
          </p:cNvSpPr>
          <p:nvPr>
            <p:ph type="title"/>
          </p:nvPr>
        </p:nvSpPr>
        <p:spPr>
          <a:xfrm>
            <a:off x="455618" y="460684"/>
            <a:ext cx="11277833" cy="524399"/>
          </a:xfrm>
          <a:prstGeom prst="rect">
            <a:avLst/>
          </a:prstGeom>
        </p:spPr>
        <p:txBody>
          <a:bodyPr spcFirstLastPara="1" wrap="square" lIns="0" tIns="0" rIns="0" bIns="0" anchor="ctr" anchorCtr="0">
            <a:noAutofit/>
          </a:bodyPr>
          <a:lstStyle/>
          <a:p>
            <a:pPr>
              <a:lnSpc>
                <a:spcPct val="100000"/>
              </a:lnSpc>
            </a:pPr>
            <a:r>
              <a:rPr lang="en" dirty="0"/>
              <a:t>Threat Candidate Ranking</a:t>
            </a:r>
            <a:endParaRPr dirty="0"/>
          </a:p>
        </p:txBody>
      </p:sp>
      <p:sp>
        <p:nvSpPr>
          <p:cNvPr id="2" name="TextBox 1">
            <a:extLst>
              <a:ext uri="{FF2B5EF4-FFF2-40B4-BE49-F238E27FC236}">
                <a16:creationId xmlns:a16="http://schemas.microsoft.com/office/drawing/2014/main" id="{5FD78373-AAC1-0F4B-9F51-9C53DC47DA39}"/>
              </a:ext>
            </a:extLst>
          </p:cNvPr>
          <p:cNvSpPr txBox="1"/>
          <p:nvPr/>
        </p:nvSpPr>
        <p:spPr>
          <a:xfrm>
            <a:off x="794351" y="2890908"/>
            <a:ext cx="2220801" cy="1384995"/>
          </a:xfrm>
          <a:prstGeom prst="rect">
            <a:avLst/>
          </a:prstGeom>
          <a:noFill/>
        </p:spPr>
        <p:txBody>
          <a:bodyPr wrap="none" rtlCol="0">
            <a:spAutoFit/>
          </a:bodyPr>
          <a:lstStyle/>
          <a:p>
            <a:pPr marL="236538" indent="-236538">
              <a:buFont typeface="Arial" panose="020B0604020202020204" pitchFamily="34" charset="0"/>
              <a:buChar char="•"/>
            </a:pPr>
            <a:r>
              <a:rPr lang="en-US" sz="2800" dirty="0"/>
              <a:t>What</a:t>
            </a:r>
          </a:p>
          <a:p>
            <a:pPr marL="236538" indent="-236538">
              <a:buFont typeface="Arial" panose="020B0604020202020204" pitchFamily="34" charset="0"/>
              <a:buChar char="•"/>
            </a:pPr>
            <a:r>
              <a:rPr lang="en-US" sz="2800" dirty="0"/>
              <a:t>Where</a:t>
            </a:r>
          </a:p>
          <a:p>
            <a:pPr marL="236538" indent="-236538">
              <a:buFont typeface="Arial" panose="020B0604020202020204" pitchFamily="34" charset="0"/>
              <a:buChar char="•"/>
            </a:pPr>
            <a:r>
              <a:rPr lang="en-US" sz="2800" dirty="0"/>
              <a:t>Worst case</a:t>
            </a:r>
          </a:p>
        </p:txBody>
      </p:sp>
      <p:sp>
        <p:nvSpPr>
          <p:cNvPr id="4" name="TextBox 3">
            <a:extLst>
              <a:ext uri="{FF2B5EF4-FFF2-40B4-BE49-F238E27FC236}">
                <a16:creationId xmlns:a16="http://schemas.microsoft.com/office/drawing/2014/main" id="{4861ACE7-BAAB-6BDC-E971-DE738E27EA8F}"/>
              </a:ext>
            </a:extLst>
          </p:cNvPr>
          <p:cNvSpPr txBox="1"/>
          <p:nvPr/>
        </p:nvSpPr>
        <p:spPr>
          <a:xfrm>
            <a:off x="9173673" y="2675465"/>
            <a:ext cx="2220801" cy="1815882"/>
          </a:xfrm>
          <a:prstGeom prst="rect">
            <a:avLst/>
          </a:prstGeom>
          <a:noFill/>
        </p:spPr>
        <p:txBody>
          <a:bodyPr wrap="none" rtlCol="0">
            <a:spAutoFit/>
          </a:bodyPr>
          <a:lstStyle/>
          <a:p>
            <a:pPr marL="236538" indent="-236538">
              <a:buFont typeface="Arial" panose="020B0604020202020204" pitchFamily="34" charset="0"/>
              <a:buChar char="•"/>
            </a:pPr>
            <a:r>
              <a:rPr lang="en-US" sz="2800" dirty="0"/>
              <a:t>What</a:t>
            </a:r>
          </a:p>
          <a:p>
            <a:pPr marL="236538" indent="-236538">
              <a:buFont typeface="Arial" panose="020B0604020202020204" pitchFamily="34" charset="0"/>
              <a:buChar char="•"/>
            </a:pPr>
            <a:r>
              <a:rPr lang="en-US" sz="2800" dirty="0"/>
              <a:t>Where</a:t>
            </a:r>
          </a:p>
          <a:p>
            <a:pPr marL="236538" indent="-236538">
              <a:buFont typeface="Arial" panose="020B0604020202020204" pitchFamily="34" charset="0"/>
              <a:buChar char="•"/>
            </a:pPr>
            <a:r>
              <a:rPr lang="en-US" sz="2800" dirty="0"/>
              <a:t>Worst case</a:t>
            </a:r>
          </a:p>
          <a:p>
            <a:pPr marL="236538" indent="-236538">
              <a:buFont typeface="Arial" panose="020B0604020202020204" pitchFamily="34" charset="0"/>
              <a:buChar char="•"/>
            </a:pPr>
            <a:r>
              <a:rPr lang="en-US" sz="2800" dirty="0"/>
              <a:t>Likelihood</a:t>
            </a:r>
          </a:p>
        </p:txBody>
      </p:sp>
    </p:spTree>
    <p:extLst>
      <p:ext uri="{BB962C8B-B14F-4D97-AF65-F5344CB8AC3E}">
        <p14:creationId xmlns:p14="http://schemas.microsoft.com/office/powerpoint/2010/main" val="3534932011"/>
      </p:ext>
    </p:extLst>
  </p:cSld>
  <p:clrMapOvr>
    <a:masterClrMapping/>
  </p:clrMapOvr>
</p:sld>
</file>

<file path=ppt/slides/slide22.xml><?xml version="1.0" encoding="utf-8"?>
<p:sld xmlns:a="http://schemas.openxmlformats.org/drawingml/2006/main" xmlns:r="http://schemas.openxmlformats.org/officeDocument/2006/relationships" xmlns:p="http://schemas.openxmlformats.org/presentationml/2006/main">
  <p:cSld>
    <p:spTree>
      <p:nvGrpSpPr>
        <p:cNvPr id="1" name="Shape 1198"/>
        <p:cNvGrpSpPr/>
        <p:nvPr/>
      </p:nvGrpSpPr>
      <p:grpSpPr>
        <a:xfrm>
          <a:off x="0" y="0"/>
          <a:ext cx="0" cy="0"/>
          <a:chOff x="0" y="0"/>
          <a:chExt cx="0" cy="0"/>
        </a:xfrm>
      </p:grpSpPr>
      <p:sp>
        <p:nvSpPr>
          <p:cNvPr id="1199" name="Google Shape;1199;p156"/>
          <p:cNvSpPr txBox="1">
            <a:spLocks noGrp="1"/>
          </p:cNvSpPr>
          <p:nvPr>
            <p:ph type="title"/>
          </p:nvPr>
        </p:nvSpPr>
        <p:spPr>
          <a:xfrm>
            <a:off x="455618" y="460684"/>
            <a:ext cx="11277833" cy="524399"/>
          </a:xfrm>
          <a:prstGeom prst="rect">
            <a:avLst/>
          </a:prstGeom>
        </p:spPr>
        <p:txBody>
          <a:bodyPr spcFirstLastPara="1" wrap="square" lIns="0" tIns="0" rIns="0" bIns="0" anchor="ctr" anchorCtr="0">
            <a:noAutofit/>
          </a:bodyPr>
          <a:lstStyle/>
          <a:p>
            <a:pPr>
              <a:lnSpc>
                <a:spcPct val="100000"/>
              </a:lnSpc>
            </a:pPr>
            <a:r>
              <a:rPr lang="en" dirty="0"/>
              <a:t>Threat Candidate Information</a:t>
            </a:r>
            <a:endParaRPr dirty="0"/>
          </a:p>
        </p:txBody>
      </p:sp>
      <p:graphicFrame>
        <p:nvGraphicFramePr>
          <p:cNvPr id="2" name="Table 3">
            <a:extLst>
              <a:ext uri="{FF2B5EF4-FFF2-40B4-BE49-F238E27FC236}">
                <a16:creationId xmlns:a16="http://schemas.microsoft.com/office/drawing/2014/main" id="{AFA8AA0E-0D7C-D561-471F-9056F8ADCEF2}"/>
              </a:ext>
            </a:extLst>
          </p:cNvPr>
          <p:cNvGraphicFramePr>
            <a:graphicFrameLocks noGrp="1"/>
          </p:cNvGraphicFramePr>
          <p:nvPr>
            <p:extLst>
              <p:ext uri="{D42A27DB-BD31-4B8C-83A1-F6EECF244321}">
                <p14:modId xmlns:p14="http://schemas.microsoft.com/office/powerpoint/2010/main" val="3324929384"/>
              </p:ext>
            </p:extLst>
          </p:nvPr>
        </p:nvGraphicFramePr>
        <p:xfrm>
          <a:off x="489104" y="1663511"/>
          <a:ext cx="11244347" cy="4236720"/>
        </p:xfrm>
        <a:graphic>
          <a:graphicData uri="http://schemas.openxmlformats.org/drawingml/2006/table">
            <a:tbl>
              <a:tblPr firstRow="1" bandRow="1">
                <a:tableStyleId>{F9A1F375-83D2-49B6-B6D9-1E75FAB2CD22}</a:tableStyleId>
              </a:tblPr>
              <a:tblGrid>
                <a:gridCol w="2757361">
                  <a:extLst>
                    <a:ext uri="{9D8B030D-6E8A-4147-A177-3AD203B41FA5}">
                      <a16:colId xmlns:a16="http://schemas.microsoft.com/office/drawing/2014/main" val="2020875351"/>
                    </a:ext>
                  </a:extLst>
                </a:gridCol>
                <a:gridCol w="1179319">
                  <a:extLst>
                    <a:ext uri="{9D8B030D-6E8A-4147-A177-3AD203B41FA5}">
                      <a16:colId xmlns:a16="http://schemas.microsoft.com/office/drawing/2014/main" val="2434688409"/>
                    </a:ext>
                  </a:extLst>
                </a:gridCol>
                <a:gridCol w="1170774">
                  <a:extLst>
                    <a:ext uri="{9D8B030D-6E8A-4147-A177-3AD203B41FA5}">
                      <a16:colId xmlns:a16="http://schemas.microsoft.com/office/drawing/2014/main" val="4061408409"/>
                    </a:ext>
                  </a:extLst>
                </a:gridCol>
                <a:gridCol w="1384419">
                  <a:extLst>
                    <a:ext uri="{9D8B030D-6E8A-4147-A177-3AD203B41FA5}">
                      <a16:colId xmlns:a16="http://schemas.microsoft.com/office/drawing/2014/main" val="3739145920"/>
                    </a:ext>
                  </a:extLst>
                </a:gridCol>
                <a:gridCol w="3534624">
                  <a:extLst>
                    <a:ext uri="{9D8B030D-6E8A-4147-A177-3AD203B41FA5}">
                      <a16:colId xmlns:a16="http://schemas.microsoft.com/office/drawing/2014/main" val="329333426"/>
                    </a:ext>
                  </a:extLst>
                </a:gridCol>
                <a:gridCol w="1217850">
                  <a:extLst>
                    <a:ext uri="{9D8B030D-6E8A-4147-A177-3AD203B41FA5}">
                      <a16:colId xmlns:a16="http://schemas.microsoft.com/office/drawing/2014/main" val="3402597505"/>
                    </a:ext>
                  </a:extLst>
                </a:gridCol>
              </a:tblGrid>
              <a:tr h="215799">
                <a:tc rowSpan="3">
                  <a:txBody>
                    <a:bodyPr/>
                    <a:lstStyle/>
                    <a:p>
                      <a:pPr algn="r"/>
                      <a:r>
                        <a:rPr lang="en-US" sz="2000" b="1" dirty="0"/>
                        <a:t>Process</a:t>
                      </a:r>
                    </a:p>
                  </a:txBody>
                  <a:tcPr anchor="b">
                    <a:solidFill>
                      <a:schemeClr val="bg2">
                        <a:lumMod val="20000"/>
                        <a:lumOff val="80000"/>
                      </a:schemeClr>
                    </a:solidFill>
                  </a:tcPr>
                </a:tc>
                <a:tc gridSpan="5">
                  <a:txBody>
                    <a:bodyPr/>
                    <a:lstStyle/>
                    <a:p>
                      <a:pPr algn="ctr"/>
                      <a:r>
                        <a:rPr lang="en-US" sz="2000" b="1" dirty="0"/>
                        <a:t>SARIF element</a:t>
                      </a:r>
                    </a:p>
                  </a:txBody>
                  <a:tcPr anchor="b">
                    <a:solidFill>
                      <a:schemeClr val="bg2">
                        <a:lumMod val="20000"/>
                        <a:lumOff val="80000"/>
                      </a:schemeClr>
                    </a:solidFill>
                  </a:tcPr>
                </a:tc>
                <a:tc hMerge="1">
                  <a:txBody>
                    <a:bodyPr/>
                    <a:lstStyle/>
                    <a:p>
                      <a:endParaRPr lang="en-US" dirty="0"/>
                    </a:p>
                  </a:txBody>
                  <a:tcPr/>
                </a:tc>
                <a:tc hMerge="1">
                  <a:txBody>
                    <a:bodyPr/>
                    <a:lstStyle/>
                    <a:p>
                      <a:endParaRPr lang="en-US" dirty="0"/>
                    </a:p>
                  </a:txBody>
                  <a:tcPr/>
                </a:tc>
                <a:tc hMerge="1">
                  <a:txBody>
                    <a:bodyPr/>
                    <a:lstStyle/>
                    <a:p>
                      <a:endParaRPr lang="en-US" dirty="0"/>
                    </a:p>
                  </a:txBody>
                  <a:tcPr/>
                </a:tc>
                <a:tc hMerge="1">
                  <a:txBody>
                    <a:bodyPr/>
                    <a:lstStyle/>
                    <a:p>
                      <a:endParaRPr lang="en-US" dirty="0"/>
                    </a:p>
                  </a:txBody>
                  <a:tcPr/>
                </a:tc>
                <a:extLst>
                  <a:ext uri="{0D108BD9-81ED-4DB2-BD59-A6C34878D82A}">
                    <a16:rowId xmlns:a16="http://schemas.microsoft.com/office/drawing/2014/main" val="4085831285"/>
                  </a:ext>
                </a:extLst>
              </a:tr>
              <a:tr h="236845">
                <a:tc vMerge="1">
                  <a:txBody>
                    <a:bodyPr/>
                    <a:lstStyle/>
                    <a:p>
                      <a:endParaRPr lang="en-US" dirty="0"/>
                    </a:p>
                  </a:txBody>
                  <a:tcPr/>
                </a:tc>
                <a:tc rowSpan="2">
                  <a:txBody>
                    <a:bodyPr/>
                    <a:lstStyle/>
                    <a:p>
                      <a:pPr algn="ctr"/>
                      <a:r>
                        <a:rPr lang="en-US" sz="2000" b="1" dirty="0"/>
                        <a:t>Context</a:t>
                      </a:r>
                    </a:p>
                  </a:txBody>
                  <a:tcPr anchor="b">
                    <a:solidFill>
                      <a:schemeClr val="bg2">
                        <a:lumMod val="20000"/>
                        <a:lumOff val="80000"/>
                      </a:schemeClr>
                    </a:solidFill>
                  </a:tcPr>
                </a:tc>
                <a:tc rowSpan="2">
                  <a:txBody>
                    <a:bodyPr/>
                    <a:lstStyle/>
                    <a:p>
                      <a:pPr algn="ctr"/>
                      <a:r>
                        <a:rPr lang="en-US" sz="2000" b="1" dirty="0"/>
                        <a:t>Run</a:t>
                      </a:r>
                    </a:p>
                  </a:txBody>
                  <a:tcPr anchor="b">
                    <a:solidFill>
                      <a:schemeClr val="bg2">
                        <a:lumMod val="20000"/>
                        <a:lumOff val="80000"/>
                      </a:schemeClr>
                    </a:solidFill>
                  </a:tcPr>
                </a:tc>
                <a:tc rowSpan="2">
                  <a:txBody>
                    <a:bodyPr/>
                    <a:lstStyle/>
                    <a:p>
                      <a:pPr algn="l"/>
                      <a:r>
                        <a:rPr lang="en-US" sz="2000" b="1" dirty="0"/>
                        <a:t>Test</a:t>
                      </a:r>
                    </a:p>
                  </a:txBody>
                  <a:tcPr anchor="b">
                    <a:solidFill>
                      <a:schemeClr val="bg2">
                        <a:lumMod val="20000"/>
                        <a:lumOff val="80000"/>
                      </a:schemeClr>
                    </a:solidFill>
                  </a:tcPr>
                </a:tc>
                <a:tc gridSpan="2">
                  <a:txBody>
                    <a:bodyPr/>
                    <a:lstStyle/>
                    <a:p>
                      <a:pPr algn="ctr"/>
                      <a:r>
                        <a:rPr lang="en-US" sz="2000" b="1" dirty="0"/>
                        <a:t>Finding</a:t>
                      </a:r>
                    </a:p>
                  </a:txBody>
                  <a:tcPr anchor="b">
                    <a:solidFill>
                      <a:schemeClr val="bg2">
                        <a:lumMod val="20000"/>
                        <a:lumOff val="80000"/>
                      </a:schemeClr>
                    </a:solidFill>
                  </a:tcPr>
                </a:tc>
                <a:tc hMerge="1">
                  <a:txBody>
                    <a:bodyPr/>
                    <a:lstStyle/>
                    <a:p>
                      <a:endParaRPr lang="en-US" dirty="0"/>
                    </a:p>
                  </a:txBody>
                  <a:tcPr/>
                </a:tc>
                <a:extLst>
                  <a:ext uri="{0D108BD9-81ED-4DB2-BD59-A6C34878D82A}">
                    <a16:rowId xmlns:a16="http://schemas.microsoft.com/office/drawing/2014/main" val="1740869558"/>
                  </a:ext>
                </a:extLst>
              </a:tr>
              <a:tr h="225234">
                <a:tc vMerge="1">
                  <a:txBody>
                    <a:bodyPr/>
                    <a:lstStyle/>
                    <a:p>
                      <a:r>
                        <a:rPr lang="en-US" dirty="0"/>
                        <a:t>Process</a:t>
                      </a:r>
                    </a:p>
                  </a:txBody>
                  <a:tcPr/>
                </a:tc>
                <a:tc vMerge="1">
                  <a:txBody>
                    <a:bodyPr/>
                    <a:lstStyle/>
                    <a:p>
                      <a:endParaRPr lang="en-US" dirty="0"/>
                    </a:p>
                  </a:txBody>
                  <a:tcPr/>
                </a:tc>
                <a:tc vMerge="1">
                  <a:txBody>
                    <a:bodyPr/>
                    <a:lstStyle/>
                    <a:p>
                      <a:endParaRPr lang="en-US" dirty="0"/>
                    </a:p>
                  </a:txBody>
                  <a:tcPr/>
                </a:tc>
                <a:tc vMerge="1">
                  <a:txBody>
                    <a:bodyPr/>
                    <a:lstStyle/>
                    <a:p>
                      <a:endParaRPr lang="en-US" dirty="0"/>
                    </a:p>
                  </a:txBody>
                  <a:tcPr/>
                </a:tc>
                <a:tc>
                  <a:txBody>
                    <a:bodyPr/>
                    <a:lstStyle/>
                    <a:p>
                      <a:pPr algn="l"/>
                      <a:r>
                        <a:rPr lang="en-US" sz="2000" b="1" dirty="0"/>
                        <a:t>Location</a:t>
                      </a:r>
                    </a:p>
                  </a:txBody>
                  <a:tcPr anchor="b">
                    <a:solidFill>
                      <a:schemeClr val="bg2">
                        <a:lumMod val="20000"/>
                        <a:lumOff val="80000"/>
                      </a:schemeClr>
                    </a:solidFill>
                  </a:tcPr>
                </a:tc>
                <a:tc>
                  <a:txBody>
                    <a:bodyPr/>
                    <a:lstStyle/>
                    <a:p>
                      <a:pPr algn="l"/>
                      <a:r>
                        <a:rPr lang="en-US" sz="2000" b="1" dirty="0"/>
                        <a:t>Issue</a:t>
                      </a:r>
                    </a:p>
                  </a:txBody>
                  <a:tcPr anchor="b">
                    <a:solidFill>
                      <a:schemeClr val="bg2">
                        <a:lumMod val="20000"/>
                        <a:lumOff val="80000"/>
                      </a:schemeClr>
                    </a:solidFill>
                  </a:tcPr>
                </a:tc>
                <a:extLst>
                  <a:ext uri="{0D108BD9-81ED-4DB2-BD59-A6C34878D82A}">
                    <a16:rowId xmlns:a16="http://schemas.microsoft.com/office/drawing/2014/main" val="3134192100"/>
                  </a:ext>
                </a:extLst>
              </a:tr>
              <a:tr h="370840">
                <a:tc>
                  <a:txBody>
                    <a:bodyPr/>
                    <a:lstStyle/>
                    <a:p>
                      <a:pPr algn="r"/>
                      <a:r>
                        <a:rPr lang="en-US" sz="1900" dirty="0"/>
                        <a:t>Attack Surface Analysis</a:t>
                      </a:r>
                    </a:p>
                  </a:txBody>
                  <a:tcPr anchor="ctr">
                    <a:solidFill>
                      <a:srgbClr val="FFC161"/>
                    </a:solidFill>
                  </a:tcPr>
                </a:tc>
                <a:tc rowSpan="8">
                  <a:txBody>
                    <a:bodyPr/>
                    <a:lstStyle/>
                    <a:p>
                      <a:pPr algn="ctr"/>
                      <a:r>
                        <a:rPr lang="en-US" sz="1900" dirty="0"/>
                        <a:t>Common</a:t>
                      </a:r>
                    </a:p>
                  </a:txBody>
                  <a:tcPr anchor="ctr">
                    <a:solidFill>
                      <a:schemeClr val="bg1">
                        <a:lumMod val="85000"/>
                      </a:schemeClr>
                    </a:solidFill>
                  </a:tcPr>
                </a:tc>
                <a:tc rowSpan="8">
                  <a:txBody>
                    <a:bodyPr/>
                    <a:lstStyle/>
                    <a:p>
                      <a:pPr algn="ctr"/>
                      <a:r>
                        <a:rPr lang="en-US" sz="1900" dirty="0"/>
                        <a:t>Common</a:t>
                      </a:r>
                    </a:p>
                  </a:txBody>
                  <a:tcPr anchor="ctr">
                    <a:solidFill>
                      <a:schemeClr val="bg1">
                        <a:lumMod val="85000"/>
                      </a:schemeClr>
                    </a:solidFill>
                  </a:tcPr>
                </a:tc>
                <a:tc>
                  <a:txBody>
                    <a:bodyPr/>
                    <a:lstStyle/>
                    <a:p>
                      <a:r>
                        <a:rPr lang="en-US" sz="1900" dirty="0"/>
                        <a:t>Type</a:t>
                      </a:r>
                    </a:p>
                  </a:txBody>
                  <a:tcPr anchor="ctr">
                    <a:solidFill>
                      <a:srgbClr val="FFC161"/>
                    </a:solidFill>
                  </a:tcPr>
                </a:tc>
                <a:tc>
                  <a:txBody>
                    <a:bodyPr/>
                    <a:lstStyle/>
                    <a:p>
                      <a:r>
                        <a:rPr lang="en-US" sz="1900" dirty="0"/>
                        <a:t>Exposure</a:t>
                      </a:r>
                    </a:p>
                  </a:txBody>
                  <a:tcPr anchor="ctr">
                    <a:solidFill>
                      <a:srgbClr val="FFC161"/>
                    </a:solidFill>
                  </a:tcPr>
                </a:tc>
                <a:tc>
                  <a:txBody>
                    <a:bodyPr/>
                    <a:lstStyle/>
                    <a:p>
                      <a:r>
                        <a:rPr lang="en-US" sz="1900" dirty="0"/>
                        <a:t>Excess</a:t>
                      </a:r>
                    </a:p>
                  </a:txBody>
                  <a:tcPr anchor="ctr">
                    <a:solidFill>
                      <a:srgbClr val="FFC161"/>
                    </a:solidFill>
                  </a:tcPr>
                </a:tc>
                <a:extLst>
                  <a:ext uri="{0D108BD9-81ED-4DB2-BD59-A6C34878D82A}">
                    <a16:rowId xmlns:a16="http://schemas.microsoft.com/office/drawing/2014/main" val="338492927"/>
                  </a:ext>
                </a:extLst>
              </a:tr>
              <a:tr h="370840">
                <a:tc>
                  <a:txBody>
                    <a:bodyPr/>
                    <a:lstStyle/>
                    <a:p>
                      <a:pPr marL="0" marR="0" lvl="0" indent="0" algn="r" defTabSz="914400" rtl="0" eaLnBrk="1" fontAlgn="auto" latinLnBrk="0" hangingPunct="1">
                        <a:lnSpc>
                          <a:spcPct val="100000"/>
                        </a:lnSpc>
                        <a:spcBef>
                          <a:spcPts val="0"/>
                        </a:spcBef>
                        <a:spcAft>
                          <a:spcPts val="0"/>
                        </a:spcAft>
                        <a:buClr>
                          <a:srgbClr val="000000"/>
                        </a:buClr>
                        <a:buSzTx/>
                        <a:buFont typeface="Arial"/>
                        <a:buNone/>
                        <a:tabLst/>
                        <a:defRPr/>
                      </a:pPr>
                      <a:r>
                        <a:rPr lang="en-US" sz="1900" dirty="0"/>
                        <a:t>Threat Modeling</a:t>
                      </a:r>
                    </a:p>
                  </a:txBody>
                  <a:tcPr anchor="ctr">
                    <a:solidFill>
                      <a:srgbClr val="FFFAB2"/>
                    </a:solidFill>
                  </a:tcPr>
                </a:tc>
                <a:tc vMerge="1">
                  <a:txBody>
                    <a:bodyPr/>
                    <a:lstStyle/>
                    <a:p>
                      <a:endParaRPr lang="en-US"/>
                    </a:p>
                  </a:txBody>
                  <a:tcPr/>
                </a:tc>
                <a:tc vMerge="1">
                  <a:txBody>
                    <a:bodyPr/>
                    <a:lstStyle/>
                    <a:p>
                      <a:endParaRPr lang="en-US"/>
                    </a:p>
                  </a:txBody>
                  <a:tcPr/>
                </a:tc>
                <a:tc>
                  <a:txBody>
                    <a:bodyPr/>
                    <a:lstStyle/>
                    <a:p>
                      <a:r>
                        <a:rPr lang="en-US" sz="1900" dirty="0"/>
                        <a:t>Rule</a:t>
                      </a:r>
                    </a:p>
                  </a:txBody>
                  <a:tcPr anchor="ctr">
                    <a:solidFill>
                      <a:srgbClr val="FFFAB2"/>
                    </a:solidFill>
                  </a:tcPr>
                </a:tc>
                <a:tc>
                  <a:txBody>
                    <a:bodyPr/>
                    <a:lstStyle/>
                    <a:p>
                      <a:r>
                        <a:rPr lang="en-US" sz="1900" dirty="0"/>
                        <a:t>Graph Edge</a:t>
                      </a:r>
                    </a:p>
                  </a:txBody>
                  <a:tcPr anchor="ctr">
                    <a:solidFill>
                      <a:srgbClr val="FFFAB2"/>
                    </a:solidFill>
                  </a:tcPr>
                </a:tc>
                <a:tc>
                  <a:txBody>
                    <a:bodyPr/>
                    <a:lstStyle/>
                    <a:p>
                      <a:r>
                        <a:rPr lang="en-US" sz="1900" dirty="0"/>
                        <a:t>Violation</a:t>
                      </a:r>
                    </a:p>
                  </a:txBody>
                  <a:tcPr anchor="ctr">
                    <a:solidFill>
                      <a:srgbClr val="FFFAB2"/>
                    </a:solidFill>
                  </a:tcPr>
                </a:tc>
                <a:extLst>
                  <a:ext uri="{0D108BD9-81ED-4DB2-BD59-A6C34878D82A}">
                    <a16:rowId xmlns:a16="http://schemas.microsoft.com/office/drawing/2014/main" val="3155609566"/>
                  </a:ext>
                </a:extLst>
              </a:tr>
              <a:tr h="370840">
                <a:tc>
                  <a:txBody>
                    <a:bodyPr/>
                    <a:lstStyle/>
                    <a:p>
                      <a:pPr algn="r"/>
                      <a:r>
                        <a:rPr lang="en-US" sz="1900" dirty="0"/>
                        <a:t>Static Analysis</a:t>
                      </a:r>
                    </a:p>
                  </a:txBody>
                  <a:tcPr anchor="ctr">
                    <a:solidFill>
                      <a:srgbClr val="CCFFCC"/>
                    </a:solidFill>
                  </a:tcPr>
                </a:tc>
                <a:tc vMerge="1">
                  <a:txBody>
                    <a:bodyPr/>
                    <a:lstStyle/>
                    <a:p>
                      <a:r>
                        <a:rPr lang="en-US" sz="1800" dirty="0"/>
                        <a:t>Common</a:t>
                      </a:r>
                    </a:p>
                  </a:txBody>
                  <a:tcPr anchor="ctr">
                    <a:noFill/>
                  </a:tcPr>
                </a:tc>
                <a:tc vMerge="1">
                  <a:txBody>
                    <a:bodyPr/>
                    <a:lstStyle/>
                    <a:p>
                      <a:r>
                        <a:rPr lang="en-US" sz="1800" dirty="0"/>
                        <a:t>Common</a:t>
                      </a:r>
                    </a:p>
                  </a:txBody>
                  <a:tcPr anchor="ctr">
                    <a:noFill/>
                  </a:tcPr>
                </a:tc>
                <a:tc>
                  <a:txBody>
                    <a:bodyPr/>
                    <a:lstStyle/>
                    <a:p>
                      <a:r>
                        <a:rPr lang="en-US" sz="1900" dirty="0"/>
                        <a:t>Checker</a:t>
                      </a:r>
                    </a:p>
                  </a:txBody>
                  <a:tcPr anchor="ctr">
                    <a:solidFill>
                      <a:srgbClr val="CCFFCC"/>
                    </a:solidFill>
                  </a:tcPr>
                </a:tc>
                <a:tc>
                  <a:txBody>
                    <a:bodyPr/>
                    <a:lstStyle/>
                    <a:p>
                      <a:r>
                        <a:rPr lang="en-US" sz="1900" dirty="0"/>
                        <a:t>File / Line</a:t>
                      </a:r>
                    </a:p>
                  </a:txBody>
                  <a:tcPr anchor="ctr">
                    <a:solidFill>
                      <a:srgbClr val="CCFFCC"/>
                    </a:solidFill>
                  </a:tcPr>
                </a:tc>
                <a:tc>
                  <a:txBody>
                    <a:bodyPr/>
                    <a:lstStyle/>
                    <a:p>
                      <a:r>
                        <a:rPr lang="en-US" sz="1900" dirty="0"/>
                        <a:t>Violation</a:t>
                      </a:r>
                    </a:p>
                  </a:txBody>
                  <a:tcPr anchor="ctr">
                    <a:solidFill>
                      <a:srgbClr val="CCFFCC"/>
                    </a:solidFill>
                  </a:tcPr>
                </a:tc>
                <a:extLst>
                  <a:ext uri="{0D108BD9-81ED-4DB2-BD59-A6C34878D82A}">
                    <a16:rowId xmlns:a16="http://schemas.microsoft.com/office/drawing/2014/main" val="1208917037"/>
                  </a:ext>
                </a:extLst>
              </a:tr>
              <a:tr h="370840">
                <a:tc>
                  <a:txBody>
                    <a:bodyPr/>
                    <a:lstStyle/>
                    <a:p>
                      <a:pPr algn="r"/>
                      <a:r>
                        <a:rPr lang="en-US" sz="1900" dirty="0"/>
                        <a:t>Fuzz Testing</a:t>
                      </a:r>
                    </a:p>
                  </a:txBody>
                  <a:tcPr anchor="ctr">
                    <a:solidFill>
                      <a:srgbClr val="CCFFCC"/>
                    </a:solidFill>
                  </a:tcPr>
                </a:tc>
                <a:tc vMerge="1">
                  <a:txBody>
                    <a:bodyPr/>
                    <a:lstStyle/>
                    <a:p>
                      <a:endParaRPr lang="en-US" dirty="0"/>
                    </a:p>
                  </a:txBody>
                  <a:tcPr anchor="ctr"/>
                </a:tc>
                <a:tc vMerge="1">
                  <a:txBody>
                    <a:bodyPr/>
                    <a:lstStyle/>
                    <a:p>
                      <a:endParaRPr lang="en-US" dirty="0"/>
                    </a:p>
                  </a:txBody>
                  <a:tcPr anchor="ctr"/>
                </a:tc>
                <a:tc>
                  <a:txBody>
                    <a:bodyPr/>
                    <a:lstStyle/>
                    <a:p>
                      <a:r>
                        <a:rPr lang="en-US" sz="1900" dirty="0"/>
                        <a:t>Checker</a:t>
                      </a:r>
                    </a:p>
                  </a:txBody>
                  <a:tcPr anchor="ctr">
                    <a:solidFill>
                      <a:srgbClr val="CCFFCC"/>
                    </a:solidFill>
                  </a:tcPr>
                </a:tc>
                <a:tc>
                  <a:txBody>
                    <a:bodyPr/>
                    <a:lstStyle/>
                    <a:p>
                      <a:r>
                        <a:rPr lang="en-US" sz="1900" dirty="0"/>
                        <a:t>File / Line</a:t>
                      </a:r>
                    </a:p>
                  </a:txBody>
                  <a:tcPr anchor="ctr">
                    <a:solidFill>
                      <a:srgbClr val="CCFFCC"/>
                    </a:solidFill>
                  </a:tcPr>
                </a:tc>
                <a:tc>
                  <a:txBody>
                    <a:bodyPr/>
                    <a:lstStyle/>
                    <a:p>
                      <a:r>
                        <a:rPr lang="en-US" sz="1900" dirty="0"/>
                        <a:t>Fault</a:t>
                      </a:r>
                    </a:p>
                  </a:txBody>
                  <a:tcPr anchor="ctr">
                    <a:solidFill>
                      <a:srgbClr val="CCFFCC"/>
                    </a:solidFill>
                  </a:tcPr>
                </a:tc>
                <a:extLst>
                  <a:ext uri="{0D108BD9-81ED-4DB2-BD59-A6C34878D82A}">
                    <a16:rowId xmlns:a16="http://schemas.microsoft.com/office/drawing/2014/main" val="3642369208"/>
                  </a:ext>
                </a:extLst>
              </a:tr>
              <a:tr h="370840">
                <a:tc>
                  <a:txBody>
                    <a:bodyPr/>
                    <a:lstStyle/>
                    <a:p>
                      <a:pPr algn="r"/>
                      <a:r>
                        <a:rPr lang="en-US" sz="1900" dirty="0"/>
                        <a:t>Secure Code Review</a:t>
                      </a:r>
                    </a:p>
                  </a:txBody>
                  <a:tcPr anchor="ctr">
                    <a:solidFill>
                      <a:srgbClr val="CCFFCC"/>
                    </a:solidFill>
                  </a:tcPr>
                </a:tc>
                <a:tc vMerge="1">
                  <a:txBody>
                    <a:bodyPr/>
                    <a:lstStyle/>
                    <a:p>
                      <a:endParaRPr lang="en-US"/>
                    </a:p>
                  </a:txBody>
                  <a:tcPr/>
                </a:tc>
                <a:tc vMerge="1">
                  <a:txBody>
                    <a:bodyPr/>
                    <a:lstStyle/>
                    <a:p>
                      <a:endParaRPr lang="en-US"/>
                    </a:p>
                  </a:txBody>
                  <a:tcPr/>
                </a:tc>
                <a:tc>
                  <a:txBody>
                    <a:bodyPr/>
                    <a:lstStyle/>
                    <a:p>
                      <a:r>
                        <a:rPr lang="en-US" sz="1900" dirty="0"/>
                        <a:t>Checker</a:t>
                      </a:r>
                    </a:p>
                  </a:txBody>
                  <a:tcPr anchor="ctr">
                    <a:solidFill>
                      <a:srgbClr val="CCFFCC"/>
                    </a:solidFill>
                  </a:tcPr>
                </a:tc>
                <a:tc>
                  <a:txBody>
                    <a:bodyPr/>
                    <a:lstStyle/>
                    <a:p>
                      <a:r>
                        <a:rPr lang="en-US" sz="1900" dirty="0"/>
                        <a:t>File / Line</a:t>
                      </a:r>
                    </a:p>
                  </a:txBody>
                  <a:tcPr anchor="ctr">
                    <a:solidFill>
                      <a:srgbClr val="CCFFCC"/>
                    </a:solidFill>
                  </a:tcPr>
                </a:tc>
                <a:tc>
                  <a:txBody>
                    <a:bodyPr/>
                    <a:lstStyle/>
                    <a:p>
                      <a:r>
                        <a:rPr lang="en-US" sz="1900" dirty="0"/>
                        <a:t>Violation</a:t>
                      </a:r>
                    </a:p>
                  </a:txBody>
                  <a:tcPr anchor="ctr">
                    <a:solidFill>
                      <a:srgbClr val="CCFFCC"/>
                    </a:solidFill>
                  </a:tcPr>
                </a:tc>
                <a:extLst>
                  <a:ext uri="{0D108BD9-81ED-4DB2-BD59-A6C34878D82A}">
                    <a16:rowId xmlns:a16="http://schemas.microsoft.com/office/drawing/2014/main" val="2101228276"/>
                  </a:ext>
                </a:extLst>
              </a:tr>
              <a:tr h="370840">
                <a:tc>
                  <a:txBody>
                    <a:bodyPr/>
                    <a:lstStyle/>
                    <a:p>
                      <a:pPr algn="r"/>
                      <a:r>
                        <a:rPr lang="en-US" sz="1900" dirty="0"/>
                        <a:t>Dynamic Analysis</a:t>
                      </a:r>
                    </a:p>
                  </a:txBody>
                  <a:tcPr anchor="ctr">
                    <a:solidFill>
                      <a:schemeClr val="tx2">
                        <a:lumMod val="20000"/>
                        <a:lumOff val="80000"/>
                      </a:schemeClr>
                    </a:solidFill>
                  </a:tcPr>
                </a:tc>
                <a:tc vMerge="1">
                  <a:txBody>
                    <a:bodyPr/>
                    <a:lstStyle/>
                    <a:p>
                      <a:endParaRPr lang="en-US" dirty="0"/>
                    </a:p>
                  </a:txBody>
                  <a:tcPr anchor="ctr"/>
                </a:tc>
                <a:tc vMerge="1">
                  <a:txBody>
                    <a:bodyPr/>
                    <a:lstStyle/>
                    <a:p>
                      <a:endParaRPr lang="en-US" dirty="0"/>
                    </a:p>
                  </a:txBody>
                  <a:tcPr anchor="ctr"/>
                </a:tc>
                <a:tc>
                  <a:txBody>
                    <a:bodyPr/>
                    <a:lstStyle/>
                    <a:p>
                      <a:r>
                        <a:rPr lang="en-US" sz="1900" dirty="0"/>
                        <a:t>Checker</a:t>
                      </a:r>
                    </a:p>
                  </a:txBody>
                  <a:tcPr anchor="ctr">
                    <a:solidFill>
                      <a:schemeClr val="tx2">
                        <a:lumMod val="20000"/>
                        <a:lumOff val="80000"/>
                      </a:schemeClr>
                    </a:solidFill>
                  </a:tcPr>
                </a:tc>
                <a:tc>
                  <a:txBody>
                    <a:bodyPr/>
                    <a:lstStyle/>
                    <a:p>
                      <a:r>
                        <a:rPr lang="en-US" sz="1900" dirty="0"/>
                        <a:t>(variable resolution location)</a:t>
                      </a:r>
                    </a:p>
                  </a:txBody>
                  <a:tcPr anchor="ctr">
                    <a:solidFill>
                      <a:schemeClr val="tx2">
                        <a:lumMod val="20000"/>
                        <a:lumOff val="80000"/>
                      </a:schemeClr>
                    </a:solidFill>
                  </a:tcPr>
                </a:tc>
                <a:tc>
                  <a:txBody>
                    <a:bodyPr/>
                    <a:lstStyle/>
                    <a:p>
                      <a:r>
                        <a:rPr lang="en-US" sz="1900" dirty="0"/>
                        <a:t>Failure</a:t>
                      </a:r>
                    </a:p>
                  </a:txBody>
                  <a:tcPr anchor="ctr">
                    <a:solidFill>
                      <a:schemeClr val="tx2">
                        <a:lumMod val="20000"/>
                        <a:lumOff val="80000"/>
                      </a:schemeClr>
                    </a:solidFill>
                  </a:tcPr>
                </a:tc>
                <a:extLst>
                  <a:ext uri="{0D108BD9-81ED-4DB2-BD59-A6C34878D82A}">
                    <a16:rowId xmlns:a16="http://schemas.microsoft.com/office/drawing/2014/main" val="1218600564"/>
                  </a:ext>
                </a:extLst>
              </a:tr>
              <a:tr h="370840">
                <a:tc>
                  <a:txBody>
                    <a:bodyPr/>
                    <a:lstStyle/>
                    <a:p>
                      <a:pPr algn="r"/>
                      <a:r>
                        <a:rPr lang="en-US" sz="1900" dirty="0"/>
                        <a:t>Penetration Testing</a:t>
                      </a:r>
                    </a:p>
                  </a:txBody>
                  <a:tcPr anchor="ctr">
                    <a:solidFill>
                      <a:srgbClr val="FFE6CC"/>
                    </a:solidFill>
                  </a:tcPr>
                </a:tc>
                <a:tc vMerge="1">
                  <a:txBody>
                    <a:bodyPr/>
                    <a:lstStyle/>
                    <a:p>
                      <a:endParaRPr lang="en-US" dirty="0"/>
                    </a:p>
                  </a:txBody>
                  <a:tcPr anchor="ctr"/>
                </a:tc>
                <a:tc vMerge="1">
                  <a:txBody>
                    <a:bodyPr/>
                    <a:lstStyle/>
                    <a:p>
                      <a:endParaRPr lang="en-US" dirty="0"/>
                    </a:p>
                  </a:txBody>
                  <a:tcPr anchor="ctr"/>
                </a:tc>
                <a:tc>
                  <a:txBody>
                    <a:bodyPr/>
                    <a:lstStyle/>
                    <a:p>
                      <a:r>
                        <a:rPr lang="en-US" sz="1900" dirty="0"/>
                        <a:t>Test</a:t>
                      </a:r>
                    </a:p>
                  </a:txBody>
                  <a:tcPr anchor="ctr">
                    <a:solidFill>
                      <a:srgbClr val="FFE6CC"/>
                    </a:solidFill>
                  </a:tcPr>
                </a:tc>
                <a:tc>
                  <a:txBody>
                    <a:bodyPr/>
                    <a:lstStyle/>
                    <a:p>
                      <a:r>
                        <a:rPr lang="en-US" sz="1900" dirty="0"/>
                        <a:t>Test Step</a:t>
                      </a:r>
                    </a:p>
                  </a:txBody>
                  <a:tcPr anchor="ctr">
                    <a:solidFill>
                      <a:srgbClr val="FFE6CC"/>
                    </a:solidFill>
                  </a:tcPr>
                </a:tc>
                <a:tc>
                  <a:txBody>
                    <a:bodyPr/>
                    <a:lstStyle/>
                    <a:p>
                      <a:r>
                        <a:rPr lang="en-US" sz="1900" dirty="0"/>
                        <a:t>Failure</a:t>
                      </a:r>
                    </a:p>
                  </a:txBody>
                  <a:tcPr anchor="ctr">
                    <a:solidFill>
                      <a:srgbClr val="FFE6CC"/>
                    </a:solidFill>
                  </a:tcPr>
                </a:tc>
                <a:extLst>
                  <a:ext uri="{0D108BD9-81ED-4DB2-BD59-A6C34878D82A}">
                    <a16:rowId xmlns:a16="http://schemas.microsoft.com/office/drawing/2014/main" val="3163205013"/>
                  </a:ext>
                </a:extLst>
              </a:tr>
              <a:tr h="370840">
                <a:tc>
                  <a:txBody>
                    <a:bodyPr/>
                    <a:lstStyle/>
                    <a:p>
                      <a:pPr algn="r"/>
                      <a:r>
                        <a:rPr lang="en-US" sz="1900" dirty="0"/>
                        <a:t>Incident Response</a:t>
                      </a:r>
                    </a:p>
                  </a:txBody>
                  <a:tcPr anchor="ctr">
                    <a:solidFill>
                      <a:srgbClr val="FFE6CC"/>
                    </a:solidFill>
                  </a:tcPr>
                </a:tc>
                <a:tc vMerge="1">
                  <a:txBody>
                    <a:bodyPr/>
                    <a:lstStyle/>
                    <a:p>
                      <a:endParaRPr lang="en-US" sz="2000" dirty="0"/>
                    </a:p>
                  </a:txBody>
                  <a:tcPr anchor="ctr"/>
                </a:tc>
                <a:tc vMerge="1">
                  <a:txBody>
                    <a:bodyPr/>
                    <a:lstStyle/>
                    <a:p>
                      <a:endParaRPr lang="en-US" sz="2000" dirty="0"/>
                    </a:p>
                  </a:txBody>
                  <a:tcPr anchor="ctr"/>
                </a:tc>
                <a:tc>
                  <a:txBody>
                    <a:bodyPr/>
                    <a:lstStyle/>
                    <a:p>
                      <a:r>
                        <a:rPr lang="en-US" sz="1900" dirty="0"/>
                        <a:t>Verification</a:t>
                      </a:r>
                    </a:p>
                  </a:txBody>
                  <a:tcPr anchor="ctr">
                    <a:solidFill>
                      <a:srgbClr val="FFE6CC"/>
                    </a:solidFill>
                  </a:tcPr>
                </a:tc>
                <a:tc>
                  <a:txBody>
                    <a:bodyPr/>
                    <a:lstStyle/>
                    <a:p>
                      <a:r>
                        <a:rPr lang="en-US" sz="1900" dirty="0"/>
                        <a:t>Verification Step</a:t>
                      </a:r>
                    </a:p>
                  </a:txBody>
                  <a:tcPr anchor="ctr">
                    <a:solidFill>
                      <a:srgbClr val="FFE6CC"/>
                    </a:solidFill>
                  </a:tcPr>
                </a:tc>
                <a:tc>
                  <a:txBody>
                    <a:bodyPr/>
                    <a:lstStyle/>
                    <a:p>
                      <a:r>
                        <a:rPr lang="en-US" sz="1900" dirty="0"/>
                        <a:t>Failure</a:t>
                      </a:r>
                    </a:p>
                  </a:txBody>
                  <a:tcPr anchor="ctr">
                    <a:solidFill>
                      <a:srgbClr val="FFE6CC"/>
                    </a:solidFill>
                  </a:tcPr>
                </a:tc>
                <a:extLst>
                  <a:ext uri="{0D108BD9-81ED-4DB2-BD59-A6C34878D82A}">
                    <a16:rowId xmlns:a16="http://schemas.microsoft.com/office/drawing/2014/main" val="1726977953"/>
                  </a:ext>
                </a:extLst>
              </a:tr>
            </a:tbl>
          </a:graphicData>
        </a:graphic>
      </p:graphicFrame>
    </p:spTree>
    <p:extLst>
      <p:ext uri="{BB962C8B-B14F-4D97-AF65-F5344CB8AC3E}">
        <p14:creationId xmlns:p14="http://schemas.microsoft.com/office/powerpoint/2010/main" val="4179055551"/>
      </p:ext>
    </p:extLst>
  </p:cSld>
  <p:clrMapOvr>
    <a:masterClrMapping/>
  </p:clrMapOvr>
</p:sld>
</file>

<file path=ppt/slides/slide23.xml><?xml version="1.0" encoding="utf-8"?>
<p:sld xmlns:a="http://schemas.openxmlformats.org/drawingml/2006/main" xmlns:r="http://schemas.openxmlformats.org/officeDocument/2006/relationships" xmlns:p="http://schemas.openxmlformats.org/presentationml/2006/main">
  <p:cSld>
    <p:spTree>
      <p:nvGrpSpPr>
        <p:cNvPr id="1" name="Shape 1198"/>
        <p:cNvGrpSpPr/>
        <p:nvPr/>
      </p:nvGrpSpPr>
      <p:grpSpPr>
        <a:xfrm>
          <a:off x="0" y="0"/>
          <a:ext cx="0" cy="0"/>
          <a:chOff x="0" y="0"/>
          <a:chExt cx="0" cy="0"/>
        </a:xfrm>
      </p:grpSpPr>
      <p:pic>
        <p:nvPicPr>
          <p:cNvPr id="3" name="Picture 2">
            <a:extLst>
              <a:ext uri="{FF2B5EF4-FFF2-40B4-BE49-F238E27FC236}">
                <a16:creationId xmlns:a16="http://schemas.microsoft.com/office/drawing/2014/main" id="{5AC73DB0-8895-6359-F5E8-C01F36F83F72}"/>
              </a:ext>
            </a:extLst>
          </p:cNvPr>
          <p:cNvPicPr>
            <a:picLocks noChangeAspect="1"/>
          </p:cNvPicPr>
          <p:nvPr/>
        </p:nvPicPr>
        <p:blipFill>
          <a:blip r:embed="rId3"/>
          <a:srcRect/>
          <a:stretch/>
        </p:blipFill>
        <p:spPr>
          <a:xfrm>
            <a:off x="4191682" y="1368412"/>
            <a:ext cx="4119796" cy="4646625"/>
          </a:xfrm>
          <a:prstGeom prst="rect">
            <a:avLst/>
          </a:prstGeom>
        </p:spPr>
      </p:pic>
      <p:sp>
        <p:nvSpPr>
          <p:cNvPr id="1199" name="Google Shape;1199;p156"/>
          <p:cNvSpPr txBox="1">
            <a:spLocks noGrp="1"/>
          </p:cNvSpPr>
          <p:nvPr>
            <p:ph type="title"/>
          </p:nvPr>
        </p:nvSpPr>
        <p:spPr>
          <a:xfrm>
            <a:off x="455618" y="460684"/>
            <a:ext cx="11277833" cy="524399"/>
          </a:xfrm>
          <a:prstGeom prst="rect">
            <a:avLst/>
          </a:prstGeom>
        </p:spPr>
        <p:txBody>
          <a:bodyPr spcFirstLastPara="1" wrap="square" lIns="0" tIns="0" rIns="0" bIns="0" anchor="ctr" anchorCtr="0">
            <a:noAutofit/>
          </a:bodyPr>
          <a:lstStyle/>
          <a:p>
            <a:pPr>
              <a:lnSpc>
                <a:spcPct val="100000"/>
              </a:lnSpc>
            </a:pPr>
            <a:r>
              <a:rPr lang="en" dirty="0"/>
              <a:t>Threat Candidate Risking</a:t>
            </a:r>
            <a:endParaRPr dirty="0"/>
          </a:p>
        </p:txBody>
      </p:sp>
    </p:spTree>
    <p:extLst>
      <p:ext uri="{BB962C8B-B14F-4D97-AF65-F5344CB8AC3E}">
        <p14:creationId xmlns:p14="http://schemas.microsoft.com/office/powerpoint/2010/main" val="1141103172"/>
      </p:ext>
    </p:extLst>
  </p:cSld>
  <p:clrMapOvr>
    <a:masterClrMapping/>
  </p:clrMapOvr>
</p:sld>
</file>

<file path=ppt/slides/slide24.xml><?xml version="1.0" encoding="utf-8"?>
<p:sld xmlns:a="http://schemas.openxmlformats.org/drawingml/2006/main" xmlns:r="http://schemas.openxmlformats.org/officeDocument/2006/relationships" xmlns:p="http://schemas.openxmlformats.org/presentationml/2006/main">
  <p:cSld>
    <p:spTree>
      <p:nvGrpSpPr>
        <p:cNvPr id="1" name="Shape 1198"/>
        <p:cNvGrpSpPr/>
        <p:nvPr/>
      </p:nvGrpSpPr>
      <p:grpSpPr>
        <a:xfrm>
          <a:off x="0" y="0"/>
          <a:ext cx="0" cy="0"/>
          <a:chOff x="0" y="0"/>
          <a:chExt cx="0" cy="0"/>
        </a:xfrm>
      </p:grpSpPr>
      <p:pic>
        <p:nvPicPr>
          <p:cNvPr id="3" name="Picture 2">
            <a:extLst>
              <a:ext uri="{FF2B5EF4-FFF2-40B4-BE49-F238E27FC236}">
                <a16:creationId xmlns:a16="http://schemas.microsoft.com/office/drawing/2014/main" id="{5AC73DB0-8895-6359-F5E8-C01F36F83F72}"/>
              </a:ext>
            </a:extLst>
          </p:cNvPr>
          <p:cNvPicPr>
            <a:picLocks noChangeAspect="1"/>
          </p:cNvPicPr>
          <p:nvPr/>
        </p:nvPicPr>
        <p:blipFill>
          <a:blip r:embed="rId3"/>
          <a:srcRect/>
          <a:stretch/>
        </p:blipFill>
        <p:spPr>
          <a:xfrm>
            <a:off x="4191682" y="1368412"/>
            <a:ext cx="4119796" cy="4646625"/>
          </a:xfrm>
          <a:prstGeom prst="rect">
            <a:avLst/>
          </a:prstGeom>
        </p:spPr>
      </p:pic>
      <p:sp>
        <p:nvSpPr>
          <p:cNvPr id="1199" name="Google Shape;1199;p156"/>
          <p:cNvSpPr txBox="1">
            <a:spLocks noGrp="1"/>
          </p:cNvSpPr>
          <p:nvPr>
            <p:ph type="title"/>
          </p:nvPr>
        </p:nvSpPr>
        <p:spPr>
          <a:xfrm>
            <a:off x="455618" y="460684"/>
            <a:ext cx="11277833" cy="524399"/>
          </a:xfrm>
          <a:prstGeom prst="rect">
            <a:avLst/>
          </a:prstGeom>
        </p:spPr>
        <p:txBody>
          <a:bodyPr spcFirstLastPara="1" wrap="square" lIns="0" tIns="0" rIns="0" bIns="0" anchor="ctr" anchorCtr="0">
            <a:noAutofit/>
          </a:bodyPr>
          <a:lstStyle/>
          <a:p>
            <a:pPr>
              <a:lnSpc>
                <a:spcPct val="100000"/>
              </a:lnSpc>
            </a:pPr>
            <a:r>
              <a:rPr lang="en" dirty="0"/>
              <a:t>Threat Candidate Risking</a:t>
            </a:r>
            <a:endParaRPr dirty="0"/>
          </a:p>
        </p:txBody>
      </p:sp>
      <p:sp>
        <p:nvSpPr>
          <p:cNvPr id="2" name="TextBox 1">
            <a:extLst>
              <a:ext uri="{FF2B5EF4-FFF2-40B4-BE49-F238E27FC236}">
                <a16:creationId xmlns:a16="http://schemas.microsoft.com/office/drawing/2014/main" id="{91A70B0D-4E32-F1B4-D5AC-E075589FAAAC}"/>
              </a:ext>
            </a:extLst>
          </p:cNvPr>
          <p:cNvSpPr txBox="1"/>
          <p:nvPr/>
        </p:nvSpPr>
        <p:spPr>
          <a:xfrm>
            <a:off x="794351" y="2675463"/>
            <a:ext cx="2220801" cy="1815882"/>
          </a:xfrm>
          <a:prstGeom prst="rect">
            <a:avLst/>
          </a:prstGeom>
          <a:noFill/>
        </p:spPr>
        <p:txBody>
          <a:bodyPr wrap="none" rtlCol="0">
            <a:spAutoFit/>
          </a:bodyPr>
          <a:lstStyle/>
          <a:p>
            <a:pPr marL="236538" indent="-236538">
              <a:buFont typeface="Arial" panose="020B0604020202020204" pitchFamily="34" charset="0"/>
              <a:buChar char="•"/>
            </a:pPr>
            <a:r>
              <a:rPr lang="en-US" sz="2800" dirty="0"/>
              <a:t>What</a:t>
            </a:r>
          </a:p>
          <a:p>
            <a:pPr marL="236538" indent="-236538">
              <a:buFont typeface="Arial" panose="020B0604020202020204" pitchFamily="34" charset="0"/>
              <a:buChar char="•"/>
            </a:pPr>
            <a:r>
              <a:rPr lang="en-US" sz="2800" dirty="0"/>
              <a:t>Where</a:t>
            </a:r>
          </a:p>
          <a:p>
            <a:pPr marL="236538" indent="-236538">
              <a:buFont typeface="Arial" panose="020B0604020202020204" pitchFamily="34" charset="0"/>
              <a:buChar char="•"/>
            </a:pPr>
            <a:r>
              <a:rPr lang="en-US" sz="2800" dirty="0"/>
              <a:t>Worst case</a:t>
            </a:r>
          </a:p>
          <a:p>
            <a:pPr marL="236538" indent="-236538">
              <a:buFont typeface="Arial" panose="020B0604020202020204" pitchFamily="34" charset="0"/>
              <a:buChar char="•"/>
            </a:pPr>
            <a:r>
              <a:rPr lang="en-US" sz="2800" dirty="0"/>
              <a:t>Likelihood</a:t>
            </a:r>
          </a:p>
        </p:txBody>
      </p:sp>
    </p:spTree>
    <p:extLst>
      <p:ext uri="{BB962C8B-B14F-4D97-AF65-F5344CB8AC3E}">
        <p14:creationId xmlns:p14="http://schemas.microsoft.com/office/powerpoint/2010/main" val="4075351719"/>
      </p:ext>
    </p:extLst>
  </p:cSld>
  <p:clrMapOvr>
    <a:masterClrMapping/>
  </p:clrMapOvr>
</p:sld>
</file>

<file path=ppt/slides/slide25.xml><?xml version="1.0" encoding="utf-8"?>
<p:sld xmlns:a="http://schemas.openxmlformats.org/drawingml/2006/main" xmlns:r="http://schemas.openxmlformats.org/officeDocument/2006/relationships" xmlns:p="http://schemas.openxmlformats.org/presentationml/2006/main">
  <p:cSld>
    <p:spTree>
      <p:nvGrpSpPr>
        <p:cNvPr id="1" name="Shape 1198"/>
        <p:cNvGrpSpPr/>
        <p:nvPr/>
      </p:nvGrpSpPr>
      <p:grpSpPr>
        <a:xfrm>
          <a:off x="0" y="0"/>
          <a:ext cx="0" cy="0"/>
          <a:chOff x="0" y="0"/>
          <a:chExt cx="0" cy="0"/>
        </a:xfrm>
      </p:grpSpPr>
      <p:pic>
        <p:nvPicPr>
          <p:cNvPr id="3" name="Picture 2">
            <a:extLst>
              <a:ext uri="{FF2B5EF4-FFF2-40B4-BE49-F238E27FC236}">
                <a16:creationId xmlns:a16="http://schemas.microsoft.com/office/drawing/2014/main" id="{5AC73DB0-8895-6359-F5E8-C01F36F83F72}"/>
              </a:ext>
            </a:extLst>
          </p:cNvPr>
          <p:cNvPicPr>
            <a:picLocks noChangeAspect="1"/>
          </p:cNvPicPr>
          <p:nvPr/>
        </p:nvPicPr>
        <p:blipFill>
          <a:blip r:embed="rId3"/>
          <a:srcRect/>
          <a:stretch/>
        </p:blipFill>
        <p:spPr>
          <a:xfrm>
            <a:off x="4191682" y="1368412"/>
            <a:ext cx="4119796" cy="4646625"/>
          </a:xfrm>
          <a:prstGeom prst="rect">
            <a:avLst/>
          </a:prstGeom>
        </p:spPr>
      </p:pic>
      <p:sp>
        <p:nvSpPr>
          <p:cNvPr id="1199" name="Google Shape;1199;p156"/>
          <p:cNvSpPr txBox="1">
            <a:spLocks noGrp="1"/>
          </p:cNvSpPr>
          <p:nvPr>
            <p:ph type="title"/>
          </p:nvPr>
        </p:nvSpPr>
        <p:spPr>
          <a:xfrm>
            <a:off x="455618" y="460684"/>
            <a:ext cx="11277833" cy="524399"/>
          </a:xfrm>
          <a:prstGeom prst="rect">
            <a:avLst/>
          </a:prstGeom>
        </p:spPr>
        <p:txBody>
          <a:bodyPr spcFirstLastPara="1" wrap="square" lIns="0" tIns="0" rIns="0" bIns="0" anchor="ctr" anchorCtr="0">
            <a:noAutofit/>
          </a:bodyPr>
          <a:lstStyle/>
          <a:p>
            <a:pPr>
              <a:lnSpc>
                <a:spcPct val="100000"/>
              </a:lnSpc>
            </a:pPr>
            <a:r>
              <a:rPr lang="en" dirty="0"/>
              <a:t>Threat Candidate Risking</a:t>
            </a:r>
            <a:endParaRPr dirty="0"/>
          </a:p>
        </p:txBody>
      </p:sp>
      <p:sp>
        <p:nvSpPr>
          <p:cNvPr id="6" name="TextBox 5">
            <a:extLst>
              <a:ext uri="{FF2B5EF4-FFF2-40B4-BE49-F238E27FC236}">
                <a16:creationId xmlns:a16="http://schemas.microsoft.com/office/drawing/2014/main" id="{ADC05258-578A-2902-32B5-9A1F15EB1FC4}"/>
              </a:ext>
            </a:extLst>
          </p:cNvPr>
          <p:cNvSpPr txBox="1"/>
          <p:nvPr/>
        </p:nvSpPr>
        <p:spPr>
          <a:xfrm>
            <a:off x="794351" y="2675463"/>
            <a:ext cx="2220801" cy="1815882"/>
          </a:xfrm>
          <a:prstGeom prst="rect">
            <a:avLst/>
          </a:prstGeom>
          <a:noFill/>
        </p:spPr>
        <p:txBody>
          <a:bodyPr wrap="none" rtlCol="0">
            <a:spAutoFit/>
          </a:bodyPr>
          <a:lstStyle/>
          <a:p>
            <a:pPr marL="236538" indent="-236538">
              <a:buFont typeface="Arial" panose="020B0604020202020204" pitchFamily="34" charset="0"/>
              <a:buChar char="•"/>
            </a:pPr>
            <a:r>
              <a:rPr lang="en-US" sz="2800" dirty="0"/>
              <a:t>What</a:t>
            </a:r>
          </a:p>
          <a:p>
            <a:pPr marL="236538" indent="-236538">
              <a:buFont typeface="Arial" panose="020B0604020202020204" pitchFamily="34" charset="0"/>
              <a:buChar char="•"/>
            </a:pPr>
            <a:r>
              <a:rPr lang="en-US" sz="2800" dirty="0"/>
              <a:t>Where</a:t>
            </a:r>
          </a:p>
          <a:p>
            <a:pPr marL="236538" indent="-236538">
              <a:buFont typeface="Arial" panose="020B0604020202020204" pitchFamily="34" charset="0"/>
              <a:buChar char="•"/>
            </a:pPr>
            <a:r>
              <a:rPr lang="en-US" sz="2800" dirty="0"/>
              <a:t>Worst case</a:t>
            </a:r>
          </a:p>
          <a:p>
            <a:pPr marL="236538" indent="-236538">
              <a:buFont typeface="Arial" panose="020B0604020202020204" pitchFamily="34" charset="0"/>
              <a:buChar char="•"/>
            </a:pPr>
            <a:r>
              <a:rPr lang="en-US" sz="2800" dirty="0"/>
              <a:t>Likelihood</a:t>
            </a:r>
          </a:p>
        </p:txBody>
      </p:sp>
      <p:sp>
        <p:nvSpPr>
          <p:cNvPr id="2" name="TextBox 1">
            <a:extLst>
              <a:ext uri="{FF2B5EF4-FFF2-40B4-BE49-F238E27FC236}">
                <a16:creationId xmlns:a16="http://schemas.microsoft.com/office/drawing/2014/main" id="{B3FF21A5-AFAD-647A-10D9-214D3181F6AF}"/>
              </a:ext>
            </a:extLst>
          </p:cNvPr>
          <p:cNvSpPr txBox="1"/>
          <p:nvPr/>
        </p:nvSpPr>
        <p:spPr>
          <a:xfrm>
            <a:off x="9173673" y="2460020"/>
            <a:ext cx="2220801" cy="2246769"/>
          </a:xfrm>
          <a:prstGeom prst="rect">
            <a:avLst/>
          </a:prstGeom>
          <a:noFill/>
        </p:spPr>
        <p:txBody>
          <a:bodyPr wrap="none" rtlCol="0">
            <a:spAutoFit/>
          </a:bodyPr>
          <a:lstStyle/>
          <a:p>
            <a:pPr marL="236538" indent="-236538">
              <a:buFont typeface="Arial" panose="020B0604020202020204" pitchFamily="34" charset="0"/>
              <a:buChar char="•"/>
            </a:pPr>
            <a:r>
              <a:rPr lang="en-US" sz="2800" dirty="0"/>
              <a:t>What</a:t>
            </a:r>
          </a:p>
          <a:p>
            <a:pPr marL="236538" indent="-236538">
              <a:buFont typeface="Arial" panose="020B0604020202020204" pitchFamily="34" charset="0"/>
              <a:buChar char="•"/>
            </a:pPr>
            <a:r>
              <a:rPr lang="en-US" sz="2800" dirty="0"/>
              <a:t>Where</a:t>
            </a:r>
          </a:p>
          <a:p>
            <a:pPr marL="236538" indent="-236538">
              <a:buFont typeface="Arial" panose="020B0604020202020204" pitchFamily="34" charset="0"/>
              <a:buChar char="•"/>
            </a:pPr>
            <a:r>
              <a:rPr lang="en-US" sz="2800" dirty="0"/>
              <a:t>Worst case</a:t>
            </a:r>
          </a:p>
          <a:p>
            <a:pPr marL="236538" indent="-236538">
              <a:buFont typeface="Arial" panose="020B0604020202020204" pitchFamily="34" charset="0"/>
              <a:buChar char="•"/>
            </a:pPr>
            <a:r>
              <a:rPr lang="en-US" sz="2800" dirty="0"/>
              <a:t>Likelihood</a:t>
            </a:r>
          </a:p>
          <a:p>
            <a:pPr marL="236538" indent="-236538">
              <a:buFont typeface="Arial" panose="020B0604020202020204" pitchFamily="34" charset="0"/>
              <a:buChar char="•"/>
            </a:pPr>
            <a:r>
              <a:rPr lang="en-US" sz="2800" dirty="0"/>
              <a:t>Impact</a:t>
            </a:r>
          </a:p>
        </p:txBody>
      </p:sp>
    </p:spTree>
    <p:extLst>
      <p:ext uri="{BB962C8B-B14F-4D97-AF65-F5344CB8AC3E}">
        <p14:creationId xmlns:p14="http://schemas.microsoft.com/office/powerpoint/2010/main" val="3706802939"/>
      </p:ext>
    </p:extLst>
  </p:cSld>
  <p:clrMapOvr>
    <a:masterClrMapping/>
  </p:clrMapOvr>
</p:sld>
</file>

<file path=ppt/slides/slide26.xml><?xml version="1.0" encoding="utf-8"?>
<p:sld xmlns:a="http://schemas.openxmlformats.org/drawingml/2006/main" xmlns:r="http://schemas.openxmlformats.org/officeDocument/2006/relationships" xmlns:p="http://schemas.openxmlformats.org/presentationml/2006/main">
  <p:cSld>
    <p:spTree>
      <p:nvGrpSpPr>
        <p:cNvPr id="1" name="Shape 1198"/>
        <p:cNvGrpSpPr/>
        <p:nvPr/>
      </p:nvGrpSpPr>
      <p:grpSpPr>
        <a:xfrm>
          <a:off x="0" y="0"/>
          <a:ext cx="0" cy="0"/>
          <a:chOff x="0" y="0"/>
          <a:chExt cx="0" cy="0"/>
        </a:xfrm>
      </p:grpSpPr>
      <p:pic>
        <p:nvPicPr>
          <p:cNvPr id="3" name="Picture 2">
            <a:extLst>
              <a:ext uri="{FF2B5EF4-FFF2-40B4-BE49-F238E27FC236}">
                <a16:creationId xmlns:a16="http://schemas.microsoft.com/office/drawing/2014/main" id="{5AC73DB0-8895-6359-F5E8-C01F36F83F72}"/>
              </a:ext>
            </a:extLst>
          </p:cNvPr>
          <p:cNvPicPr>
            <a:picLocks noChangeAspect="1"/>
          </p:cNvPicPr>
          <p:nvPr/>
        </p:nvPicPr>
        <p:blipFill>
          <a:blip r:embed="rId3"/>
          <a:srcRect/>
          <a:stretch/>
        </p:blipFill>
        <p:spPr>
          <a:xfrm>
            <a:off x="3981856" y="1375555"/>
            <a:ext cx="5068089" cy="4646625"/>
          </a:xfrm>
          <a:prstGeom prst="rect">
            <a:avLst/>
          </a:prstGeom>
        </p:spPr>
      </p:pic>
      <p:sp>
        <p:nvSpPr>
          <p:cNvPr id="1199" name="Google Shape;1199;p156"/>
          <p:cNvSpPr txBox="1">
            <a:spLocks noGrp="1"/>
          </p:cNvSpPr>
          <p:nvPr>
            <p:ph type="title"/>
          </p:nvPr>
        </p:nvSpPr>
        <p:spPr>
          <a:xfrm>
            <a:off x="455618" y="460684"/>
            <a:ext cx="11277833" cy="524399"/>
          </a:xfrm>
          <a:prstGeom prst="rect">
            <a:avLst/>
          </a:prstGeom>
        </p:spPr>
        <p:txBody>
          <a:bodyPr spcFirstLastPara="1" wrap="square" lIns="0" tIns="0" rIns="0" bIns="0" anchor="ctr" anchorCtr="0">
            <a:noAutofit/>
          </a:bodyPr>
          <a:lstStyle/>
          <a:p>
            <a:pPr>
              <a:lnSpc>
                <a:spcPct val="100000"/>
              </a:lnSpc>
            </a:pPr>
            <a:r>
              <a:rPr lang="en" dirty="0"/>
              <a:t>Threat Candidate Slicing</a:t>
            </a:r>
            <a:endParaRPr dirty="0"/>
          </a:p>
        </p:txBody>
      </p:sp>
    </p:spTree>
    <p:extLst>
      <p:ext uri="{BB962C8B-B14F-4D97-AF65-F5344CB8AC3E}">
        <p14:creationId xmlns:p14="http://schemas.microsoft.com/office/powerpoint/2010/main" val="1703524531"/>
      </p:ext>
    </p:extLst>
  </p:cSld>
  <p:clrMapOvr>
    <a:masterClrMapping/>
  </p:clrMapOvr>
</p:sld>
</file>

<file path=ppt/slides/slide27.xml><?xml version="1.0" encoding="utf-8"?>
<p:sld xmlns:a="http://schemas.openxmlformats.org/drawingml/2006/main" xmlns:r="http://schemas.openxmlformats.org/officeDocument/2006/relationships" xmlns:p="http://schemas.openxmlformats.org/presentationml/2006/main">
  <p:cSld>
    <p:spTree>
      <p:nvGrpSpPr>
        <p:cNvPr id="1" name="Shape 1198"/>
        <p:cNvGrpSpPr/>
        <p:nvPr/>
      </p:nvGrpSpPr>
      <p:grpSpPr>
        <a:xfrm>
          <a:off x="0" y="0"/>
          <a:ext cx="0" cy="0"/>
          <a:chOff x="0" y="0"/>
          <a:chExt cx="0" cy="0"/>
        </a:xfrm>
      </p:grpSpPr>
      <p:pic>
        <p:nvPicPr>
          <p:cNvPr id="3" name="Picture 2">
            <a:extLst>
              <a:ext uri="{FF2B5EF4-FFF2-40B4-BE49-F238E27FC236}">
                <a16:creationId xmlns:a16="http://schemas.microsoft.com/office/drawing/2014/main" id="{5AC73DB0-8895-6359-F5E8-C01F36F83F72}"/>
              </a:ext>
            </a:extLst>
          </p:cNvPr>
          <p:cNvPicPr>
            <a:picLocks noChangeAspect="1"/>
          </p:cNvPicPr>
          <p:nvPr/>
        </p:nvPicPr>
        <p:blipFill>
          <a:blip r:embed="rId3"/>
          <a:srcRect/>
          <a:stretch/>
        </p:blipFill>
        <p:spPr>
          <a:xfrm>
            <a:off x="3981856" y="1375555"/>
            <a:ext cx="5068089" cy="4646625"/>
          </a:xfrm>
          <a:prstGeom prst="rect">
            <a:avLst/>
          </a:prstGeom>
        </p:spPr>
      </p:pic>
      <p:sp>
        <p:nvSpPr>
          <p:cNvPr id="1199" name="Google Shape;1199;p156"/>
          <p:cNvSpPr txBox="1">
            <a:spLocks noGrp="1"/>
          </p:cNvSpPr>
          <p:nvPr>
            <p:ph type="title"/>
          </p:nvPr>
        </p:nvSpPr>
        <p:spPr>
          <a:xfrm>
            <a:off x="455618" y="460684"/>
            <a:ext cx="11277833" cy="524399"/>
          </a:xfrm>
          <a:prstGeom prst="rect">
            <a:avLst/>
          </a:prstGeom>
        </p:spPr>
        <p:txBody>
          <a:bodyPr spcFirstLastPara="1" wrap="square" lIns="0" tIns="0" rIns="0" bIns="0" anchor="ctr" anchorCtr="0">
            <a:noAutofit/>
          </a:bodyPr>
          <a:lstStyle/>
          <a:p>
            <a:pPr>
              <a:lnSpc>
                <a:spcPct val="100000"/>
              </a:lnSpc>
            </a:pPr>
            <a:r>
              <a:rPr lang="en" dirty="0"/>
              <a:t>Threat Candidate Slicing</a:t>
            </a:r>
            <a:endParaRPr dirty="0"/>
          </a:p>
        </p:txBody>
      </p:sp>
      <p:sp>
        <p:nvSpPr>
          <p:cNvPr id="5" name="TextBox 4">
            <a:extLst>
              <a:ext uri="{FF2B5EF4-FFF2-40B4-BE49-F238E27FC236}">
                <a16:creationId xmlns:a16="http://schemas.microsoft.com/office/drawing/2014/main" id="{2DF16128-D2D7-B9B8-2D32-1F7CD8C3AE34}"/>
              </a:ext>
            </a:extLst>
          </p:cNvPr>
          <p:cNvSpPr txBox="1"/>
          <p:nvPr/>
        </p:nvSpPr>
        <p:spPr>
          <a:xfrm>
            <a:off x="794351" y="2460019"/>
            <a:ext cx="2220801" cy="2246769"/>
          </a:xfrm>
          <a:prstGeom prst="rect">
            <a:avLst/>
          </a:prstGeom>
          <a:noFill/>
        </p:spPr>
        <p:txBody>
          <a:bodyPr wrap="none" rtlCol="0">
            <a:spAutoFit/>
          </a:bodyPr>
          <a:lstStyle/>
          <a:p>
            <a:pPr marL="236538" indent="-236538">
              <a:buFont typeface="Arial" panose="020B0604020202020204" pitchFamily="34" charset="0"/>
              <a:buChar char="•"/>
            </a:pPr>
            <a:r>
              <a:rPr lang="en-US" sz="2800" dirty="0"/>
              <a:t>What</a:t>
            </a:r>
          </a:p>
          <a:p>
            <a:pPr marL="236538" indent="-236538">
              <a:buFont typeface="Arial" panose="020B0604020202020204" pitchFamily="34" charset="0"/>
              <a:buChar char="•"/>
            </a:pPr>
            <a:r>
              <a:rPr lang="en-US" sz="2800" dirty="0"/>
              <a:t>Where</a:t>
            </a:r>
          </a:p>
          <a:p>
            <a:pPr marL="236538" indent="-236538">
              <a:buFont typeface="Arial" panose="020B0604020202020204" pitchFamily="34" charset="0"/>
              <a:buChar char="•"/>
            </a:pPr>
            <a:r>
              <a:rPr lang="en-US" sz="2800" dirty="0"/>
              <a:t>Worst case</a:t>
            </a:r>
          </a:p>
          <a:p>
            <a:pPr marL="236538" indent="-236538">
              <a:buFont typeface="Arial" panose="020B0604020202020204" pitchFamily="34" charset="0"/>
              <a:buChar char="•"/>
            </a:pPr>
            <a:r>
              <a:rPr lang="en-US" sz="2800" dirty="0"/>
              <a:t>Likelihood</a:t>
            </a:r>
          </a:p>
          <a:p>
            <a:pPr marL="236538" indent="-236538">
              <a:buFont typeface="Arial" panose="020B0604020202020204" pitchFamily="34" charset="0"/>
              <a:buChar char="•"/>
            </a:pPr>
            <a:r>
              <a:rPr lang="en-US" sz="2800" dirty="0"/>
              <a:t>Impact</a:t>
            </a:r>
          </a:p>
        </p:txBody>
      </p:sp>
    </p:spTree>
    <p:extLst>
      <p:ext uri="{BB962C8B-B14F-4D97-AF65-F5344CB8AC3E}">
        <p14:creationId xmlns:p14="http://schemas.microsoft.com/office/powerpoint/2010/main" val="3951496706"/>
      </p:ext>
    </p:extLst>
  </p:cSld>
  <p:clrMapOvr>
    <a:masterClrMapping/>
  </p:clrMapOvr>
</p:sld>
</file>

<file path=ppt/slides/slide28.xml><?xml version="1.0" encoding="utf-8"?>
<p:sld xmlns:a="http://schemas.openxmlformats.org/drawingml/2006/main" xmlns:r="http://schemas.openxmlformats.org/officeDocument/2006/relationships" xmlns:p="http://schemas.openxmlformats.org/presentationml/2006/main">
  <p:cSld>
    <p:spTree>
      <p:nvGrpSpPr>
        <p:cNvPr id="1" name="Shape 1198"/>
        <p:cNvGrpSpPr/>
        <p:nvPr/>
      </p:nvGrpSpPr>
      <p:grpSpPr>
        <a:xfrm>
          <a:off x="0" y="0"/>
          <a:ext cx="0" cy="0"/>
          <a:chOff x="0" y="0"/>
          <a:chExt cx="0" cy="0"/>
        </a:xfrm>
      </p:grpSpPr>
      <p:pic>
        <p:nvPicPr>
          <p:cNvPr id="3" name="Picture 2">
            <a:extLst>
              <a:ext uri="{FF2B5EF4-FFF2-40B4-BE49-F238E27FC236}">
                <a16:creationId xmlns:a16="http://schemas.microsoft.com/office/drawing/2014/main" id="{5AC73DB0-8895-6359-F5E8-C01F36F83F72}"/>
              </a:ext>
            </a:extLst>
          </p:cNvPr>
          <p:cNvPicPr>
            <a:picLocks noChangeAspect="1"/>
          </p:cNvPicPr>
          <p:nvPr/>
        </p:nvPicPr>
        <p:blipFill>
          <a:blip r:embed="rId3"/>
          <a:srcRect/>
          <a:stretch/>
        </p:blipFill>
        <p:spPr>
          <a:xfrm>
            <a:off x="3981856" y="1375555"/>
            <a:ext cx="5068089" cy="4646625"/>
          </a:xfrm>
          <a:prstGeom prst="rect">
            <a:avLst/>
          </a:prstGeom>
        </p:spPr>
      </p:pic>
      <p:sp>
        <p:nvSpPr>
          <p:cNvPr id="1199" name="Google Shape;1199;p156"/>
          <p:cNvSpPr txBox="1">
            <a:spLocks noGrp="1"/>
          </p:cNvSpPr>
          <p:nvPr>
            <p:ph type="title"/>
          </p:nvPr>
        </p:nvSpPr>
        <p:spPr>
          <a:xfrm>
            <a:off x="455618" y="460684"/>
            <a:ext cx="11277833" cy="524399"/>
          </a:xfrm>
          <a:prstGeom prst="rect">
            <a:avLst/>
          </a:prstGeom>
        </p:spPr>
        <p:txBody>
          <a:bodyPr spcFirstLastPara="1" wrap="square" lIns="0" tIns="0" rIns="0" bIns="0" anchor="ctr" anchorCtr="0">
            <a:noAutofit/>
          </a:bodyPr>
          <a:lstStyle/>
          <a:p>
            <a:pPr>
              <a:lnSpc>
                <a:spcPct val="100000"/>
              </a:lnSpc>
            </a:pPr>
            <a:r>
              <a:rPr lang="en" dirty="0"/>
              <a:t>Threat Candidate Slicing</a:t>
            </a:r>
            <a:endParaRPr dirty="0"/>
          </a:p>
        </p:txBody>
      </p:sp>
      <p:sp>
        <p:nvSpPr>
          <p:cNvPr id="2" name="TextBox 1">
            <a:extLst>
              <a:ext uri="{FF2B5EF4-FFF2-40B4-BE49-F238E27FC236}">
                <a16:creationId xmlns:a16="http://schemas.microsoft.com/office/drawing/2014/main" id="{396277F7-E7B6-5F40-AF10-3C9F0B37506A}"/>
              </a:ext>
            </a:extLst>
          </p:cNvPr>
          <p:cNvSpPr txBox="1"/>
          <p:nvPr/>
        </p:nvSpPr>
        <p:spPr>
          <a:xfrm>
            <a:off x="794351" y="2460019"/>
            <a:ext cx="2220801" cy="2246769"/>
          </a:xfrm>
          <a:prstGeom prst="rect">
            <a:avLst/>
          </a:prstGeom>
          <a:noFill/>
        </p:spPr>
        <p:txBody>
          <a:bodyPr wrap="none" rtlCol="0">
            <a:spAutoFit/>
          </a:bodyPr>
          <a:lstStyle/>
          <a:p>
            <a:pPr marL="236538" indent="-236538">
              <a:buFont typeface="Arial" panose="020B0604020202020204" pitchFamily="34" charset="0"/>
              <a:buChar char="•"/>
            </a:pPr>
            <a:r>
              <a:rPr lang="en-US" sz="2800" dirty="0"/>
              <a:t>What</a:t>
            </a:r>
          </a:p>
          <a:p>
            <a:pPr marL="236538" indent="-236538">
              <a:buFont typeface="Arial" panose="020B0604020202020204" pitchFamily="34" charset="0"/>
              <a:buChar char="•"/>
            </a:pPr>
            <a:r>
              <a:rPr lang="en-US" sz="2800" dirty="0"/>
              <a:t>Where</a:t>
            </a:r>
          </a:p>
          <a:p>
            <a:pPr marL="236538" indent="-236538">
              <a:buFont typeface="Arial" panose="020B0604020202020204" pitchFamily="34" charset="0"/>
              <a:buChar char="•"/>
            </a:pPr>
            <a:r>
              <a:rPr lang="en-US" sz="2800" dirty="0"/>
              <a:t>Worst case</a:t>
            </a:r>
          </a:p>
          <a:p>
            <a:pPr marL="236538" indent="-236538">
              <a:buFont typeface="Arial" panose="020B0604020202020204" pitchFamily="34" charset="0"/>
              <a:buChar char="•"/>
            </a:pPr>
            <a:r>
              <a:rPr lang="en-US" sz="2800" dirty="0"/>
              <a:t>Likelihood</a:t>
            </a:r>
          </a:p>
          <a:p>
            <a:pPr marL="236538" indent="-236538">
              <a:buFont typeface="Arial" panose="020B0604020202020204" pitchFamily="34" charset="0"/>
              <a:buChar char="•"/>
            </a:pPr>
            <a:r>
              <a:rPr lang="en-US" sz="2800" dirty="0"/>
              <a:t>Impact</a:t>
            </a:r>
          </a:p>
        </p:txBody>
      </p:sp>
      <p:sp>
        <p:nvSpPr>
          <p:cNvPr id="4" name="TextBox 3">
            <a:extLst>
              <a:ext uri="{FF2B5EF4-FFF2-40B4-BE49-F238E27FC236}">
                <a16:creationId xmlns:a16="http://schemas.microsoft.com/office/drawing/2014/main" id="{0B20AA41-1169-BFFC-F6C0-BB595ED7CA15}"/>
              </a:ext>
            </a:extLst>
          </p:cNvPr>
          <p:cNvSpPr txBox="1"/>
          <p:nvPr/>
        </p:nvSpPr>
        <p:spPr>
          <a:xfrm>
            <a:off x="9173673" y="2244575"/>
            <a:ext cx="2220801" cy="2677656"/>
          </a:xfrm>
          <a:prstGeom prst="rect">
            <a:avLst/>
          </a:prstGeom>
          <a:noFill/>
        </p:spPr>
        <p:txBody>
          <a:bodyPr wrap="none" rtlCol="0">
            <a:spAutoFit/>
          </a:bodyPr>
          <a:lstStyle/>
          <a:p>
            <a:pPr marL="236538" indent="-236538">
              <a:buFont typeface="Arial" panose="020B0604020202020204" pitchFamily="34" charset="0"/>
              <a:buChar char="•"/>
            </a:pPr>
            <a:r>
              <a:rPr lang="en-US" sz="2800" dirty="0"/>
              <a:t>What</a:t>
            </a:r>
          </a:p>
          <a:p>
            <a:pPr marL="236538" indent="-236538">
              <a:buFont typeface="Arial" panose="020B0604020202020204" pitchFamily="34" charset="0"/>
              <a:buChar char="•"/>
            </a:pPr>
            <a:r>
              <a:rPr lang="en-US" sz="2800" dirty="0"/>
              <a:t>Where</a:t>
            </a:r>
          </a:p>
          <a:p>
            <a:pPr marL="236538" indent="-236538">
              <a:buFont typeface="Arial" panose="020B0604020202020204" pitchFamily="34" charset="0"/>
              <a:buChar char="•"/>
            </a:pPr>
            <a:r>
              <a:rPr lang="en-US" sz="2800" dirty="0"/>
              <a:t>Worst case</a:t>
            </a:r>
          </a:p>
          <a:p>
            <a:pPr marL="236538" indent="-236538">
              <a:buFont typeface="Arial" panose="020B0604020202020204" pitchFamily="34" charset="0"/>
              <a:buChar char="•"/>
            </a:pPr>
            <a:r>
              <a:rPr lang="en-US" sz="2800" dirty="0"/>
              <a:t>Likelihood</a:t>
            </a:r>
          </a:p>
          <a:p>
            <a:pPr marL="236538" indent="-236538">
              <a:buFont typeface="Arial" panose="020B0604020202020204" pitchFamily="34" charset="0"/>
              <a:buChar char="•"/>
            </a:pPr>
            <a:r>
              <a:rPr lang="en-US" sz="2800" dirty="0"/>
              <a:t>Impact</a:t>
            </a:r>
          </a:p>
          <a:p>
            <a:pPr marL="236538" indent="-236538">
              <a:buFont typeface="Arial" panose="020B0604020202020204" pitchFamily="34" charset="0"/>
              <a:buChar char="•"/>
            </a:pPr>
            <a:r>
              <a:rPr lang="en-US" sz="2800" dirty="0"/>
              <a:t>Priority</a:t>
            </a:r>
          </a:p>
        </p:txBody>
      </p:sp>
    </p:spTree>
    <p:extLst>
      <p:ext uri="{BB962C8B-B14F-4D97-AF65-F5344CB8AC3E}">
        <p14:creationId xmlns:p14="http://schemas.microsoft.com/office/powerpoint/2010/main" val="2158717720"/>
      </p:ext>
    </p:extLst>
  </p:cSld>
  <p:clrMapOvr>
    <a:masterClrMapping/>
  </p:clrMapOvr>
</p:sld>
</file>

<file path=ppt/slides/slide29.xml><?xml version="1.0" encoding="utf-8"?>
<p:sld xmlns:a="http://schemas.openxmlformats.org/drawingml/2006/main" xmlns:r="http://schemas.openxmlformats.org/officeDocument/2006/relationships" xmlns:p="http://schemas.openxmlformats.org/presentationml/2006/main">
  <p:cSld>
    <p:spTree>
      <p:nvGrpSpPr>
        <p:cNvPr id="1" name="Shape 1198"/>
        <p:cNvGrpSpPr/>
        <p:nvPr/>
      </p:nvGrpSpPr>
      <p:grpSpPr>
        <a:xfrm>
          <a:off x="0" y="0"/>
          <a:ext cx="0" cy="0"/>
          <a:chOff x="0" y="0"/>
          <a:chExt cx="0" cy="0"/>
        </a:xfrm>
      </p:grpSpPr>
      <p:sp>
        <p:nvSpPr>
          <p:cNvPr id="1199" name="Google Shape;1199;p156"/>
          <p:cNvSpPr txBox="1">
            <a:spLocks noGrp="1"/>
          </p:cNvSpPr>
          <p:nvPr>
            <p:ph type="title"/>
          </p:nvPr>
        </p:nvSpPr>
        <p:spPr>
          <a:xfrm>
            <a:off x="455618" y="460684"/>
            <a:ext cx="11277833" cy="524399"/>
          </a:xfrm>
          <a:prstGeom prst="rect">
            <a:avLst/>
          </a:prstGeom>
        </p:spPr>
        <p:txBody>
          <a:bodyPr spcFirstLastPara="1" wrap="square" lIns="0" tIns="0" rIns="0" bIns="0" anchor="ctr" anchorCtr="0">
            <a:noAutofit/>
          </a:bodyPr>
          <a:lstStyle/>
          <a:p>
            <a:pPr>
              <a:lnSpc>
                <a:spcPct val="100000"/>
              </a:lnSpc>
            </a:pPr>
            <a:r>
              <a:rPr lang="en" dirty="0"/>
              <a:t>Slicing</a:t>
            </a:r>
            <a:endParaRPr dirty="0"/>
          </a:p>
        </p:txBody>
      </p:sp>
    </p:spTree>
    <p:extLst>
      <p:ext uri="{BB962C8B-B14F-4D97-AF65-F5344CB8AC3E}">
        <p14:creationId xmlns:p14="http://schemas.microsoft.com/office/powerpoint/2010/main" val="966618476"/>
      </p:ext>
    </p:extLst>
  </p:cSld>
  <p:clrMapOvr>
    <a:masterClrMapping/>
  </p:clrMapOvr>
</p:sld>
</file>

<file path=ppt/slides/slide30.xml><?xml version="1.0" encoding="utf-8"?>
<p:sld xmlns:a="http://schemas.openxmlformats.org/drawingml/2006/main" xmlns:r="http://schemas.openxmlformats.org/officeDocument/2006/relationships" xmlns:p="http://schemas.openxmlformats.org/presentationml/2006/main">
  <p:cSld>
    <p:spTree>
      <p:nvGrpSpPr>
        <p:cNvPr id="1" name="Shape 1198"/>
        <p:cNvGrpSpPr/>
        <p:nvPr/>
      </p:nvGrpSpPr>
      <p:grpSpPr>
        <a:xfrm>
          <a:off x="0" y="0"/>
          <a:ext cx="0" cy="0"/>
          <a:chOff x="0" y="0"/>
          <a:chExt cx="0" cy="0"/>
        </a:xfrm>
      </p:grpSpPr>
      <p:pic>
        <p:nvPicPr>
          <p:cNvPr id="6" name="Picture 5">
            <a:extLst>
              <a:ext uri="{FF2B5EF4-FFF2-40B4-BE49-F238E27FC236}">
                <a16:creationId xmlns:a16="http://schemas.microsoft.com/office/drawing/2014/main" id="{D5078AE9-D2E7-A4FE-C3F8-363F5AB7FF81}"/>
              </a:ext>
            </a:extLst>
          </p:cNvPr>
          <p:cNvPicPr>
            <a:picLocks noChangeAspect="1"/>
          </p:cNvPicPr>
          <p:nvPr/>
        </p:nvPicPr>
        <p:blipFill>
          <a:blip r:embed="rId3"/>
          <a:stretch>
            <a:fillRect/>
          </a:stretch>
        </p:blipFill>
        <p:spPr>
          <a:xfrm>
            <a:off x="1841639" y="1107282"/>
            <a:ext cx="8505546" cy="5290034"/>
          </a:xfrm>
          <a:prstGeom prst="rect">
            <a:avLst/>
          </a:prstGeom>
        </p:spPr>
      </p:pic>
      <p:sp>
        <p:nvSpPr>
          <p:cNvPr id="1199" name="Google Shape;1199;p156"/>
          <p:cNvSpPr txBox="1">
            <a:spLocks noGrp="1"/>
          </p:cNvSpPr>
          <p:nvPr>
            <p:ph type="title"/>
          </p:nvPr>
        </p:nvSpPr>
        <p:spPr>
          <a:xfrm>
            <a:off x="455618" y="460684"/>
            <a:ext cx="11277833" cy="524399"/>
          </a:xfrm>
          <a:prstGeom prst="rect">
            <a:avLst/>
          </a:prstGeom>
        </p:spPr>
        <p:txBody>
          <a:bodyPr spcFirstLastPara="1" wrap="square" lIns="0" tIns="0" rIns="0" bIns="0" anchor="ctr" anchorCtr="0">
            <a:noAutofit/>
          </a:bodyPr>
          <a:lstStyle/>
          <a:p>
            <a:pPr>
              <a:lnSpc>
                <a:spcPct val="100000"/>
              </a:lnSpc>
            </a:pPr>
            <a:r>
              <a:rPr lang="en" dirty="0"/>
              <a:t>Slicing</a:t>
            </a:r>
            <a:endParaRPr dirty="0"/>
          </a:p>
        </p:txBody>
      </p:sp>
    </p:spTree>
    <p:extLst>
      <p:ext uri="{BB962C8B-B14F-4D97-AF65-F5344CB8AC3E}">
        <p14:creationId xmlns:p14="http://schemas.microsoft.com/office/powerpoint/2010/main" val="2459671767"/>
      </p:ext>
    </p:extLst>
  </p:cSld>
  <p:clrMapOvr>
    <a:masterClrMapping/>
  </p:clrMapOvr>
</p:sld>
</file>

<file path=ppt/slides/slide31.xml><?xml version="1.0" encoding="utf-8"?>
<p:sld xmlns:a="http://schemas.openxmlformats.org/drawingml/2006/main" xmlns:r="http://schemas.openxmlformats.org/officeDocument/2006/relationships" xmlns:p="http://schemas.openxmlformats.org/presentationml/2006/main">
  <p:cSld>
    <p:spTree>
      <p:nvGrpSpPr>
        <p:cNvPr id="1" name="Shape 1198"/>
        <p:cNvGrpSpPr/>
        <p:nvPr/>
      </p:nvGrpSpPr>
      <p:grpSpPr>
        <a:xfrm>
          <a:off x="0" y="0"/>
          <a:ext cx="0" cy="0"/>
          <a:chOff x="0" y="0"/>
          <a:chExt cx="0" cy="0"/>
        </a:xfrm>
      </p:grpSpPr>
      <p:pic>
        <p:nvPicPr>
          <p:cNvPr id="3" name="Picture 2">
            <a:extLst>
              <a:ext uri="{FF2B5EF4-FFF2-40B4-BE49-F238E27FC236}">
                <a16:creationId xmlns:a16="http://schemas.microsoft.com/office/drawing/2014/main" id="{96585257-684C-046A-3934-EA225EDF4B6F}"/>
              </a:ext>
            </a:extLst>
          </p:cNvPr>
          <p:cNvPicPr>
            <a:picLocks noChangeAspect="1"/>
          </p:cNvPicPr>
          <p:nvPr/>
        </p:nvPicPr>
        <p:blipFill>
          <a:blip r:embed="rId3"/>
          <a:stretch>
            <a:fillRect/>
          </a:stretch>
        </p:blipFill>
        <p:spPr>
          <a:xfrm>
            <a:off x="1841639" y="1107282"/>
            <a:ext cx="8505546" cy="5290034"/>
          </a:xfrm>
          <a:prstGeom prst="rect">
            <a:avLst/>
          </a:prstGeom>
        </p:spPr>
      </p:pic>
      <p:sp>
        <p:nvSpPr>
          <p:cNvPr id="1199" name="Google Shape;1199;p156"/>
          <p:cNvSpPr txBox="1">
            <a:spLocks noGrp="1"/>
          </p:cNvSpPr>
          <p:nvPr>
            <p:ph type="title"/>
          </p:nvPr>
        </p:nvSpPr>
        <p:spPr>
          <a:xfrm>
            <a:off x="455618" y="460684"/>
            <a:ext cx="11277833" cy="524399"/>
          </a:xfrm>
          <a:prstGeom prst="rect">
            <a:avLst/>
          </a:prstGeom>
        </p:spPr>
        <p:txBody>
          <a:bodyPr spcFirstLastPara="1" wrap="square" lIns="0" tIns="0" rIns="0" bIns="0" anchor="ctr" anchorCtr="0">
            <a:noAutofit/>
          </a:bodyPr>
          <a:lstStyle/>
          <a:p>
            <a:pPr>
              <a:lnSpc>
                <a:spcPct val="100000"/>
              </a:lnSpc>
            </a:pPr>
            <a:r>
              <a:rPr lang="en" dirty="0"/>
              <a:t>Prioritization</a:t>
            </a:r>
            <a:endParaRPr dirty="0"/>
          </a:p>
        </p:txBody>
      </p:sp>
    </p:spTree>
    <p:extLst>
      <p:ext uri="{BB962C8B-B14F-4D97-AF65-F5344CB8AC3E}">
        <p14:creationId xmlns:p14="http://schemas.microsoft.com/office/powerpoint/2010/main" val="541177546"/>
      </p:ext>
    </p:extLst>
  </p:cSld>
  <p:clrMapOvr>
    <a:masterClrMapping/>
  </p:clrMapOvr>
</p:sld>
</file>

<file path=ppt/slides/slide32.xml><?xml version="1.0" encoding="utf-8"?>
<p:sld xmlns:a="http://schemas.openxmlformats.org/drawingml/2006/main" xmlns:r="http://schemas.openxmlformats.org/officeDocument/2006/relationships" xmlns:p="http://schemas.openxmlformats.org/presentationml/2006/main">
  <p:cSld>
    <p:spTree>
      <p:nvGrpSpPr>
        <p:cNvPr id="1" name="Shape 1198"/>
        <p:cNvGrpSpPr/>
        <p:nvPr/>
      </p:nvGrpSpPr>
      <p:grpSpPr>
        <a:xfrm>
          <a:off x="0" y="0"/>
          <a:ext cx="0" cy="0"/>
          <a:chOff x="0" y="0"/>
          <a:chExt cx="0" cy="0"/>
        </a:xfrm>
      </p:grpSpPr>
      <p:pic>
        <p:nvPicPr>
          <p:cNvPr id="3" name="Picture 2">
            <a:extLst>
              <a:ext uri="{FF2B5EF4-FFF2-40B4-BE49-F238E27FC236}">
                <a16:creationId xmlns:a16="http://schemas.microsoft.com/office/drawing/2014/main" id="{ECB06C9B-E4E2-D0C1-FA15-9A180463AFCF}"/>
              </a:ext>
            </a:extLst>
          </p:cNvPr>
          <p:cNvPicPr>
            <a:picLocks noChangeAspect="1"/>
          </p:cNvPicPr>
          <p:nvPr/>
        </p:nvPicPr>
        <p:blipFill>
          <a:blip r:embed="rId3"/>
          <a:stretch>
            <a:fillRect/>
          </a:stretch>
        </p:blipFill>
        <p:spPr>
          <a:xfrm>
            <a:off x="1841639" y="1107282"/>
            <a:ext cx="8505546" cy="5290034"/>
          </a:xfrm>
          <a:prstGeom prst="rect">
            <a:avLst/>
          </a:prstGeom>
        </p:spPr>
      </p:pic>
      <p:sp>
        <p:nvSpPr>
          <p:cNvPr id="1199" name="Google Shape;1199;p156"/>
          <p:cNvSpPr txBox="1">
            <a:spLocks noGrp="1"/>
          </p:cNvSpPr>
          <p:nvPr>
            <p:ph type="title"/>
          </p:nvPr>
        </p:nvSpPr>
        <p:spPr>
          <a:xfrm>
            <a:off x="455618" y="460684"/>
            <a:ext cx="11277833" cy="524399"/>
          </a:xfrm>
          <a:prstGeom prst="rect">
            <a:avLst/>
          </a:prstGeom>
        </p:spPr>
        <p:txBody>
          <a:bodyPr spcFirstLastPara="1" wrap="square" lIns="0" tIns="0" rIns="0" bIns="0" anchor="ctr" anchorCtr="0">
            <a:noAutofit/>
          </a:bodyPr>
          <a:lstStyle/>
          <a:p>
            <a:pPr>
              <a:lnSpc>
                <a:spcPct val="100000"/>
              </a:lnSpc>
            </a:pPr>
            <a:r>
              <a:rPr lang="en" dirty="0"/>
              <a:t>Prioritization</a:t>
            </a:r>
            <a:endParaRPr dirty="0"/>
          </a:p>
        </p:txBody>
      </p:sp>
    </p:spTree>
    <p:extLst>
      <p:ext uri="{BB962C8B-B14F-4D97-AF65-F5344CB8AC3E}">
        <p14:creationId xmlns:p14="http://schemas.microsoft.com/office/powerpoint/2010/main" val="1404605572"/>
      </p:ext>
    </p:extLst>
  </p:cSld>
  <p:clrMapOvr>
    <a:masterClrMapping/>
  </p:clrMapOvr>
</p:sld>
</file>

<file path=ppt/slides/slide33.xml><?xml version="1.0" encoding="utf-8"?>
<p:sld xmlns:a="http://schemas.openxmlformats.org/drawingml/2006/main" xmlns:r="http://schemas.openxmlformats.org/officeDocument/2006/relationships" xmlns:p="http://schemas.openxmlformats.org/presentationml/2006/main">
  <p:cSld>
    <p:spTree>
      <p:nvGrpSpPr>
        <p:cNvPr id="1" name="Shape 1198"/>
        <p:cNvGrpSpPr/>
        <p:nvPr/>
      </p:nvGrpSpPr>
      <p:grpSpPr>
        <a:xfrm>
          <a:off x="0" y="0"/>
          <a:ext cx="0" cy="0"/>
          <a:chOff x="0" y="0"/>
          <a:chExt cx="0" cy="0"/>
        </a:xfrm>
      </p:grpSpPr>
      <p:pic>
        <p:nvPicPr>
          <p:cNvPr id="3" name="Picture 2">
            <a:extLst>
              <a:ext uri="{FF2B5EF4-FFF2-40B4-BE49-F238E27FC236}">
                <a16:creationId xmlns:a16="http://schemas.microsoft.com/office/drawing/2014/main" id="{D47E1F1F-232E-706F-330F-1C2B3E6AA94C}"/>
              </a:ext>
            </a:extLst>
          </p:cNvPr>
          <p:cNvPicPr>
            <a:picLocks noChangeAspect="1"/>
          </p:cNvPicPr>
          <p:nvPr/>
        </p:nvPicPr>
        <p:blipFill>
          <a:blip r:embed="rId3"/>
          <a:stretch>
            <a:fillRect/>
          </a:stretch>
        </p:blipFill>
        <p:spPr>
          <a:xfrm>
            <a:off x="1841639" y="1107282"/>
            <a:ext cx="8505546" cy="5290034"/>
          </a:xfrm>
          <a:prstGeom prst="rect">
            <a:avLst/>
          </a:prstGeom>
        </p:spPr>
      </p:pic>
      <p:sp>
        <p:nvSpPr>
          <p:cNvPr id="1199" name="Google Shape;1199;p156"/>
          <p:cNvSpPr txBox="1">
            <a:spLocks noGrp="1"/>
          </p:cNvSpPr>
          <p:nvPr>
            <p:ph type="title"/>
          </p:nvPr>
        </p:nvSpPr>
        <p:spPr>
          <a:xfrm>
            <a:off x="455618" y="460684"/>
            <a:ext cx="11277833" cy="524399"/>
          </a:xfrm>
          <a:prstGeom prst="rect">
            <a:avLst/>
          </a:prstGeom>
        </p:spPr>
        <p:txBody>
          <a:bodyPr spcFirstLastPara="1" wrap="square" lIns="0" tIns="0" rIns="0" bIns="0" anchor="ctr" anchorCtr="0">
            <a:noAutofit/>
          </a:bodyPr>
          <a:lstStyle/>
          <a:p>
            <a:pPr>
              <a:lnSpc>
                <a:spcPct val="100000"/>
              </a:lnSpc>
            </a:pPr>
            <a:r>
              <a:rPr lang="en" dirty="0"/>
              <a:t>Prioritization</a:t>
            </a:r>
            <a:endParaRPr dirty="0"/>
          </a:p>
        </p:txBody>
      </p:sp>
    </p:spTree>
    <p:extLst>
      <p:ext uri="{BB962C8B-B14F-4D97-AF65-F5344CB8AC3E}">
        <p14:creationId xmlns:p14="http://schemas.microsoft.com/office/powerpoint/2010/main" val="2990398747"/>
      </p:ext>
    </p:extLst>
  </p:cSld>
  <p:clrMapOvr>
    <a:masterClrMapping/>
  </p:clrMapOvr>
</p:sld>
</file>

<file path=ppt/slides/slide34.xml><?xml version="1.0" encoding="utf-8"?>
<p:sld xmlns:a="http://schemas.openxmlformats.org/drawingml/2006/main" xmlns:r="http://schemas.openxmlformats.org/officeDocument/2006/relationships" xmlns:p="http://schemas.openxmlformats.org/presentationml/2006/main">
  <p:cSld>
    <p:spTree>
      <p:nvGrpSpPr>
        <p:cNvPr id="1" name="Shape 1198"/>
        <p:cNvGrpSpPr/>
        <p:nvPr/>
      </p:nvGrpSpPr>
      <p:grpSpPr>
        <a:xfrm>
          <a:off x="0" y="0"/>
          <a:ext cx="0" cy="0"/>
          <a:chOff x="0" y="0"/>
          <a:chExt cx="0" cy="0"/>
        </a:xfrm>
      </p:grpSpPr>
      <p:sp>
        <p:nvSpPr>
          <p:cNvPr id="1199" name="Google Shape;1199;p156"/>
          <p:cNvSpPr txBox="1">
            <a:spLocks noGrp="1"/>
          </p:cNvSpPr>
          <p:nvPr>
            <p:ph type="title"/>
          </p:nvPr>
        </p:nvSpPr>
        <p:spPr>
          <a:xfrm>
            <a:off x="455618" y="460684"/>
            <a:ext cx="11277833" cy="524399"/>
          </a:xfrm>
          <a:prstGeom prst="rect">
            <a:avLst/>
          </a:prstGeom>
        </p:spPr>
        <p:txBody>
          <a:bodyPr spcFirstLastPara="1" wrap="square" lIns="0" tIns="0" rIns="0" bIns="0" anchor="ctr" anchorCtr="0">
            <a:noAutofit/>
          </a:bodyPr>
          <a:lstStyle/>
          <a:p>
            <a:pPr>
              <a:lnSpc>
                <a:spcPct val="100000"/>
              </a:lnSpc>
            </a:pPr>
            <a:r>
              <a:rPr lang="en" dirty="0"/>
              <a:t>Quantization</a:t>
            </a:r>
            <a:endParaRPr dirty="0"/>
          </a:p>
        </p:txBody>
      </p:sp>
    </p:spTree>
    <p:extLst>
      <p:ext uri="{BB962C8B-B14F-4D97-AF65-F5344CB8AC3E}">
        <p14:creationId xmlns:p14="http://schemas.microsoft.com/office/powerpoint/2010/main" val="3269004419"/>
      </p:ext>
    </p:extLst>
  </p:cSld>
  <p:clrMapOvr>
    <a:masterClrMapping/>
  </p:clrMapOvr>
</p:sld>
</file>

<file path=ppt/slides/slide35.xml><?xml version="1.0" encoding="utf-8"?>
<p:sld xmlns:a="http://schemas.openxmlformats.org/drawingml/2006/main" xmlns:r="http://schemas.openxmlformats.org/officeDocument/2006/relationships" xmlns:p="http://schemas.openxmlformats.org/presentationml/2006/main">
  <p:cSld>
    <p:spTree>
      <p:nvGrpSpPr>
        <p:cNvPr id="1" name="Shape 1198"/>
        <p:cNvGrpSpPr/>
        <p:nvPr/>
      </p:nvGrpSpPr>
      <p:grpSpPr>
        <a:xfrm>
          <a:off x="0" y="0"/>
          <a:ext cx="0" cy="0"/>
          <a:chOff x="0" y="0"/>
          <a:chExt cx="0" cy="0"/>
        </a:xfrm>
      </p:grpSpPr>
      <p:sp>
        <p:nvSpPr>
          <p:cNvPr id="1199" name="Google Shape;1199;p156"/>
          <p:cNvSpPr txBox="1">
            <a:spLocks noGrp="1"/>
          </p:cNvSpPr>
          <p:nvPr>
            <p:ph type="title"/>
          </p:nvPr>
        </p:nvSpPr>
        <p:spPr>
          <a:xfrm>
            <a:off x="455618" y="460684"/>
            <a:ext cx="11277833" cy="524399"/>
          </a:xfrm>
          <a:prstGeom prst="rect">
            <a:avLst/>
          </a:prstGeom>
        </p:spPr>
        <p:txBody>
          <a:bodyPr spcFirstLastPara="1" wrap="square" lIns="0" tIns="0" rIns="0" bIns="0" anchor="ctr" anchorCtr="0">
            <a:noAutofit/>
          </a:bodyPr>
          <a:lstStyle/>
          <a:p>
            <a:pPr>
              <a:lnSpc>
                <a:spcPct val="100000"/>
              </a:lnSpc>
            </a:pPr>
            <a:r>
              <a:rPr lang="en" dirty="0"/>
              <a:t>Likelihood Quantization (CVSS)</a:t>
            </a:r>
            <a:endParaRPr dirty="0"/>
          </a:p>
        </p:txBody>
      </p:sp>
      <p:pic>
        <p:nvPicPr>
          <p:cNvPr id="4" name="Picture 3">
            <a:extLst>
              <a:ext uri="{FF2B5EF4-FFF2-40B4-BE49-F238E27FC236}">
                <a16:creationId xmlns:a16="http://schemas.microsoft.com/office/drawing/2014/main" id="{091641F3-67A4-C9F4-90A4-AFCEB10EB3EC}"/>
              </a:ext>
            </a:extLst>
          </p:cNvPr>
          <p:cNvPicPr>
            <a:picLocks noChangeAspect="1"/>
          </p:cNvPicPr>
          <p:nvPr/>
        </p:nvPicPr>
        <p:blipFill>
          <a:blip r:embed="rId3"/>
          <a:stretch>
            <a:fillRect/>
          </a:stretch>
        </p:blipFill>
        <p:spPr>
          <a:xfrm>
            <a:off x="1100416" y="2563676"/>
            <a:ext cx="9987992" cy="1730648"/>
          </a:xfrm>
          <a:prstGeom prst="rect">
            <a:avLst/>
          </a:prstGeom>
        </p:spPr>
      </p:pic>
    </p:spTree>
    <p:extLst>
      <p:ext uri="{BB962C8B-B14F-4D97-AF65-F5344CB8AC3E}">
        <p14:creationId xmlns:p14="http://schemas.microsoft.com/office/powerpoint/2010/main" val="2056353132"/>
      </p:ext>
    </p:extLst>
  </p:cSld>
  <p:clrMapOvr>
    <a:masterClrMapping/>
  </p:clrMapOvr>
</p:sld>
</file>

<file path=ppt/slides/slide36.xml><?xml version="1.0" encoding="utf-8"?>
<p:sld xmlns:a="http://schemas.openxmlformats.org/drawingml/2006/main" xmlns:r="http://schemas.openxmlformats.org/officeDocument/2006/relationships" xmlns:p="http://schemas.openxmlformats.org/presentationml/2006/main">
  <p:cSld>
    <p:spTree>
      <p:nvGrpSpPr>
        <p:cNvPr id="1" name="Shape 1198"/>
        <p:cNvGrpSpPr/>
        <p:nvPr/>
      </p:nvGrpSpPr>
      <p:grpSpPr>
        <a:xfrm>
          <a:off x="0" y="0"/>
          <a:ext cx="0" cy="0"/>
          <a:chOff x="0" y="0"/>
          <a:chExt cx="0" cy="0"/>
        </a:xfrm>
      </p:grpSpPr>
      <p:sp>
        <p:nvSpPr>
          <p:cNvPr id="1199" name="Google Shape;1199;p156"/>
          <p:cNvSpPr txBox="1">
            <a:spLocks noGrp="1"/>
          </p:cNvSpPr>
          <p:nvPr>
            <p:ph type="title"/>
          </p:nvPr>
        </p:nvSpPr>
        <p:spPr>
          <a:xfrm>
            <a:off x="455618" y="460684"/>
            <a:ext cx="11277833" cy="524399"/>
          </a:xfrm>
          <a:prstGeom prst="rect">
            <a:avLst/>
          </a:prstGeom>
        </p:spPr>
        <p:txBody>
          <a:bodyPr spcFirstLastPara="1" wrap="square" lIns="0" tIns="0" rIns="0" bIns="0" anchor="ctr" anchorCtr="0">
            <a:noAutofit/>
          </a:bodyPr>
          <a:lstStyle/>
          <a:p>
            <a:pPr>
              <a:lnSpc>
                <a:spcPct val="100000"/>
              </a:lnSpc>
            </a:pPr>
            <a:r>
              <a:rPr lang="en" dirty="0"/>
              <a:t>Likelihood Quantization (CCSS / CMSS)</a:t>
            </a:r>
            <a:endParaRPr dirty="0"/>
          </a:p>
        </p:txBody>
      </p:sp>
      <p:sp>
        <p:nvSpPr>
          <p:cNvPr id="2" name="TextBox 1">
            <a:extLst>
              <a:ext uri="{FF2B5EF4-FFF2-40B4-BE49-F238E27FC236}">
                <a16:creationId xmlns:a16="http://schemas.microsoft.com/office/drawing/2014/main" id="{7815AB7C-3B20-E395-B8D1-B8413068BE32}"/>
              </a:ext>
            </a:extLst>
          </p:cNvPr>
          <p:cNvSpPr txBox="1"/>
          <p:nvPr/>
        </p:nvSpPr>
        <p:spPr>
          <a:xfrm>
            <a:off x="455618" y="1437554"/>
            <a:ext cx="6741269" cy="1107996"/>
          </a:xfrm>
          <a:prstGeom prst="rect">
            <a:avLst/>
          </a:prstGeom>
          <a:noFill/>
        </p:spPr>
        <p:txBody>
          <a:bodyPr wrap="none" rtlCol="0">
            <a:spAutoFit/>
          </a:bodyPr>
          <a:lstStyle/>
          <a:p>
            <a:pPr marL="236538" indent="-236538">
              <a:spcAft>
                <a:spcPts val="1200"/>
              </a:spcAft>
              <a:buFont typeface="Arial" panose="020B0604020202020204" pitchFamily="34" charset="0"/>
              <a:buChar char="•"/>
            </a:pPr>
            <a:r>
              <a:rPr lang="en-US" sz="2800" dirty="0">
                <a:solidFill>
                  <a:srgbClr val="0070C0"/>
                </a:solidFill>
              </a:rPr>
              <a:t>C</a:t>
            </a:r>
            <a:r>
              <a:rPr lang="en-US" sz="2800" dirty="0"/>
              <a:t>ommon </a:t>
            </a:r>
            <a:r>
              <a:rPr lang="en-US" sz="2800" dirty="0">
                <a:solidFill>
                  <a:srgbClr val="0070C0"/>
                </a:solidFill>
              </a:rPr>
              <a:t>C</a:t>
            </a:r>
            <a:r>
              <a:rPr lang="en-US" sz="2800" dirty="0"/>
              <a:t>onfiguration </a:t>
            </a:r>
            <a:r>
              <a:rPr lang="en-US" sz="2800" dirty="0">
                <a:solidFill>
                  <a:srgbClr val="0070C0"/>
                </a:solidFill>
              </a:rPr>
              <a:t>S</a:t>
            </a:r>
            <a:r>
              <a:rPr lang="en-US" sz="2800" dirty="0"/>
              <a:t>coring </a:t>
            </a:r>
            <a:r>
              <a:rPr lang="en-US" sz="2800" dirty="0">
                <a:solidFill>
                  <a:srgbClr val="0070C0"/>
                </a:solidFill>
              </a:rPr>
              <a:t>S</a:t>
            </a:r>
            <a:r>
              <a:rPr lang="en-US" sz="2800" dirty="0"/>
              <a:t>ystem</a:t>
            </a:r>
          </a:p>
          <a:p>
            <a:pPr marL="236538" indent="-236538">
              <a:buFont typeface="Arial" panose="020B0604020202020204" pitchFamily="34" charset="0"/>
              <a:buChar char="•"/>
            </a:pPr>
            <a:r>
              <a:rPr lang="en-US" sz="2800" dirty="0">
                <a:solidFill>
                  <a:srgbClr val="0070C0"/>
                </a:solidFill>
              </a:rPr>
              <a:t>C</a:t>
            </a:r>
            <a:r>
              <a:rPr lang="en-US" sz="2800" dirty="0"/>
              <a:t>ommon </a:t>
            </a:r>
            <a:r>
              <a:rPr lang="en-US" sz="2800" dirty="0">
                <a:solidFill>
                  <a:srgbClr val="0070C0"/>
                </a:solidFill>
              </a:rPr>
              <a:t>M</a:t>
            </a:r>
            <a:r>
              <a:rPr lang="en-US" sz="2800" dirty="0"/>
              <a:t>isuse </a:t>
            </a:r>
            <a:r>
              <a:rPr lang="en-US" sz="2800" dirty="0">
                <a:solidFill>
                  <a:srgbClr val="0070C0"/>
                </a:solidFill>
              </a:rPr>
              <a:t>S</a:t>
            </a:r>
            <a:r>
              <a:rPr lang="en-US" sz="2800" dirty="0"/>
              <a:t>coring </a:t>
            </a:r>
            <a:r>
              <a:rPr lang="en-US" sz="2800" dirty="0">
                <a:solidFill>
                  <a:srgbClr val="0070C0"/>
                </a:solidFill>
              </a:rPr>
              <a:t>S</a:t>
            </a:r>
            <a:r>
              <a:rPr lang="en-US" sz="2800" dirty="0"/>
              <a:t>ystem</a:t>
            </a:r>
          </a:p>
        </p:txBody>
      </p:sp>
    </p:spTree>
    <p:extLst>
      <p:ext uri="{BB962C8B-B14F-4D97-AF65-F5344CB8AC3E}">
        <p14:creationId xmlns:p14="http://schemas.microsoft.com/office/powerpoint/2010/main" val="1358122749"/>
      </p:ext>
    </p:extLst>
  </p:cSld>
  <p:clrMapOvr>
    <a:masterClrMapping/>
  </p:clrMapOvr>
</p:sld>
</file>

<file path=ppt/slides/slide37.xml><?xml version="1.0" encoding="utf-8"?>
<p:sld xmlns:a="http://schemas.openxmlformats.org/drawingml/2006/main" xmlns:r="http://schemas.openxmlformats.org/officeDocument/2006/relationships" xmlns:p="http://schemas.openxmlformats.org/presentationml/2006/main">
  <p:cSld>
    <p:spTree>
      <p:nvGrpSpPr>
        <p:cNvPr id="1" name="Shape 1198"/>
        <p:cNvGrpSpPr/>
        <p:nvPr/>
      </p:nvGrpSpPr>
      <p:grpSpPr>
        <a:xfrm>
          <a:off x="0" y="0"/>
          <a:ext cx="0" cy="0"/>
          <a:chOff x="0" y="0"/>
          <a:chExt cx="0" cy="0"/>
        </a:xfrm>
      </p:grpSpPr>
      <p:pic>
        <p:nvPicPr>
          <p:cNvPr id="5" name="Picture 4">
            <a:extLst>
              <a:ext uri="{FF2B5EF4-FFF2-40B4-BE49-F238E27FC236}">
                <a16:creationId xmlns:a16="http://schemas.microsoft.com/office/drawing/2014/main" id="{40D9EBBE-F264-E9C4-2D0B-561DD4741331}"/>
              </a:ext>
            </a:extLst>
          </p:cNvPr>
          <p:cNvPicPr>
            <a:picLocks noChangeAspect="1"/>
          </p:cNvPicPr>
          <p:nvPr/>
        </p:nvPicPr>
        <p:blipFill>
          <a:blip r:embed="rId3"/>
          <a:stretch>
            <a:fillRect/>
          </a:stretch>
        </p:blipFill>
        <p:spPr>
          <a:xfrm>
            <a:off x="455496" y="1689521"/>
            <a:ext cx="11277832" cy="4104062"/>
          </a:xfrm>
          <a:prstGeom prst="rect">
            <a:avLst/>
          </a:prstGeom>
        </p:spPr>
      </p:pic>
      <p:sp>
        <p:nvSpPr>
          <p:cNvPr id="1199" name="Google Shape;1199;p156"/>
          <p:cNvSpPr txBox="1">
            <a:spLocks noGrp="1"/>
          </p:cNvSpPr>
          <p:nvPr>
            <p:ph type="title"/>
          </p:nvPr>
        </p:nvSpPr>
        <p:spPr>
          <a:xfrm>
            <a:off x="455618" y="460684"/>
            <a:ext cx="11277833" cy="524399"/>
          </a:xfrm>
          <a:prstGeom prst="rect">
            <a:avLst/>
          </a:prstGeom>
        </p:spPr>
        <p:txBody>
          <a:bodyPr spcFirstLastPara="1" wrap="square" lIns="0" tIns="0" rIns="0" bIns="0" anchor="ctr" anchorCtr="0">
            <a:noAutofit/>
          </a:bodyPr>
          <a:lstStyle/>
          <a:p>
            <a:pPr>
              <a:lnSpc>
                <a:spcPct val="100000"/>
              </a:lnSpc>
            </a:pPr>
            <a:r>
              <a:rPr lang="en" dirty="0"/>
              <a:t>Impact Quantization (Safety Domain Comparison)</a:t>
            </a:r>
            <a:endParaRPr dirty="0"/>
          </a:p>
        </p:txBody>
      </p:sp>
    </p:spTree>
    <p:extLst>
      <p:ext uri="{BB962C8B-B14F-4D97-AF65-F5344CB8AC3E}">
        <p14:creationId xmlns:p14="http://schemas.microsoft.com/office/powerpoint/2010/main" val="85278995"/>
      </p:ext>
    </p:extLst>
  </p:cSld>
  <p:clrMapOvr>
    <a:masterClrMapping/>
  </p:clrMapOvr>
</p:sld>
</file>

<file path=ppt/slides/slide38.xml><?xml version="1.0" encoding="utf-8"?>
<p:sld xmlns:a="http://schemas.openxmlformats.org/drawingml/2006/main" xmlns:r="http://schemas.openxmlformats.org/officeDocument/2006/relationships" xmlns:p="http://schemas.openxmlformats.org/presentationml/2006/main">
  <p:cSld>
    <p:spTree>
      <p:nvGrpSpPr>
        <p:cNvPr id="1" name="Shape 1198"/>
        <p:cNvGrpSpPr/>
        <p:nvPr/>
      </p:nvGrpSpPr>
      <p:grpSpPr>
        <a:xfrm>
          <a:off x="0" y="0"/>
          <a:ext cx="0" cy="0"/>
          <a:chOff x="0" y="0"/>
          <a:chExt cx="0" cy="0"/>
        </a:xfrm>
      </p:grpSpPr>
      <p:sp>
        <p:nvSpPr>
          <p:cNvPr id="1199" name="Google Shape;1199;p156"/>
          <p:cNvSpPr txBox="1">
            <a:spLocks noGrp="1"/>
          </p:cNvSpPr>
          <p:nvPr>
            <p:ph type="title"/>
          </p:nvPr>
        </p:nvSpPr>
        <p:spPr>
          <a:xfrm>
            <a:off x="455618" y="460684"/>
            <a:ext cx="11277833" cy="524399"/>
          </a:xfrm>
          <a:prstGeom prst="rect">
            <a:avLst/>
          </a:prstGeom>
        </p:spPr>
        <p:txBody>
          <a:bodyPr spcFirstLastPara="1" wrap="square" lIns="0" tIns="0" rIns="0" bIns="0" anchor="ctr" anchorCtr="0">
            <a:noAutofit/>
          </a:bodyPr>
          <a:lstStyle/>
          <a:p>
            <a:pPr>
              <a:lnSpc>
                <a:spcPct val="100000"/>
              </a:lnSpc>
            </a:pPr>
            <a:r>
              <a:rPr lang="en-US" dirty="0"/>
              <a:t>Quantized Slicing</a:t>
            </a:r>
          </a:p>
        </p:txBody>
      </p:sp>
    </p:spTree>
    <p:extLst>
      <p:ext uri="{BB962C8B-B14F-4D97-AF65-F5344CB8AC3E}">
        <p14:creationId xmlns:p14="http://schemas.microsoft.com/office/powerpoint/2010/main" val="1515869047"/>
      </p:ext>
    </p:extLst>
  </p:cSld>
  <p:clrMapOvr>
    <a:masterClrMapping/>
  </p:clrMapOvr>
</p:sld>
</file>

<file path=ppt/slides/slide39.xml><?xml version="1.0" encoding="utf-8"?>
<p:sld xmlns:a="http://schemas.openxmlformats.org/drawingml/2006/main" xmlns:r="http://schemas.openxmlformats.org/officeDocument/2006/relationships" xmlns:p="http://schemas.openxmlformats.org/presentationml/2006/main">
  <p:cSld>
    <p:spTree>
      <p:nvGrpSpPr>
        <p:cNvPr id="1" name="Shape 1198"/>
        <p:cNvGrpSpPr/>
        <p:nvPr/>
      </p:nvGrpSpPr>
      <p:grpSpPr>
        <a:xfrm>
          <a:off x="0" y="0"/>
          <a:ext cx="0" cy="0"/>
          <a:chOff x="0" y="0"/>
          <a:chExt cx="0" cy="0"/>
        </a:xfrm>
      </p:grpSpPr>
      <p:pic>
        <p:nvPicPr>
          <p:cNvPr id="3" name="Picture 2">
            <a:extLst>
              <a:ext uri="{FF2B5EF4-FFF2-40B4-BE49-F238E27FC236}">
                <a16:creationId xmlns:a16="http://schemas.microsoft.com/office/drawing/2014/main" id="{04A53CD9-2071-8B48-1781-580E26A46481}"/>
              </a:ext>
            </a:extLst>
          </p:cNvPr>
          <p:cNvPicPr>
            <a:picLocks noChangeAspect="1"/>
          </p:cNvPicPr>
          <p:nvPr/>
        </p:nvPicPr>
        <p:blipFill>
          <a:blip r:embed="rId3"/>
          <a:stretch>
            <a:fillRect/>
          </a:stretch>
        </p:blipFill>
        <p:spPr>
          <a:xfrm>
            <a:off x="1841639" y="1107282"/>
            <a:ext cx="8505546" cy="5290034"/>
          </a:xfrm>
          <a:prstGeom prst="rect">
            <a:avLst/>
          </a:prstGeom>
        </p:spPr>
      </p:pic>
      <p:sp>
        <p:nvSpPr>
          <p:cNvPr id="1199" name="Google Shape;1199;p156"/>
          <p:cNvSpPr txBox="1">
            <a:spLocks noGrp="1"/>
          </p:cNvSpPr>
          <p:nvPr>
            <p:ph type="title"/>
          </p:nvPr>
        </p:nvSpPr>
        <p:spPr>
          <a:xfrm>
            <a:off x="455618" y="460684"/>
            <a:ext cx="11277833" cy="524399"/>
          </a:xfrm>
          <a:prstGeom prst="rect">
            <a:avLst/>
          </a:prstGeom>
        </p:spPr>
        <p:txBody>
          <a:bodyPr spcFirstLastPara="1" wrap="square" lIns="0" tIns="0" rIns="0" bIns="0" anchor="ctr" anchorCtr="0">
            <a:noAutofit/>
          </a:bodyPr>
          <a:lstStyle/>
          <a:p>
            <a:pPr>
              <a:lnSpc>
                <a:spcPct val="100000"/>
              </a:lnSpc>
            </a:pPr>
            <a:r>
              <a:rPr lang="en-US" dirty="0"/>
              <a:t>Quantized Slicing</a:t>
            </a:r>
            <a:r>
              <a:rPr lang="en" dirty="0"/>
              <a:t> – High-granularity</a:t>
            </a:r>
            <a:endParaRPr dirty="0"/>
          </a:p>
        </p:txBody>
      </p:sp>
    </p:spTree>
    <p:extLst>
      <p:ext uri="{BB962C8B-B14F-4D97-AF65-F5344CB8AC3E}">
        <p14:creationId xmlns:p14="http://schemas.microsoft.com/office/powerpoint/2010/main" val="4092260122"/>
      </p:ext>
    </p:extLst>
  </p:cSld>
  <p:clrMapOvr>
    <a:masterClrMapping/>
  </p:clrMapOvr>
</p:sld>
</file>

<file path=ppt/slides/slide40.xml><?xml version="1.0" encoding="utf-8"?>
<p:sld xmlns:a="http://schemas.openxmlformats.org/drawingml/2006/main" xmlns:r="http://schemas.openxmlformats.org/officeDocument/2006/relationships" xmlns:p="http://schemas.openxmlformats.org/presentationml/2006/main">
  <p:cSld>
    <p:spTree>
      <p:nvGrpSpPr>
        <p:cNvPr id="1" name="Shape 1198"/>
        <p:cNvGrpSpPr/>
        <p:nvPr/>
      </p:nvGrpSpPr>
      <p:grpSpPr>
        <a:xfrm>
          <a:off x="0" y="0"/>
          <a:ext cx="0" cy="0"/>
          <a:chOff x="0" y="0"/>
          <a:chExt cx="0" cy="0"/>
        </a:xfrm>
      </p:grpSpPr>
      <p:pic>
        <p:nvPicPr>
          <p:cNvPr id="4" name="Picture 3">
            <a:extLst>
              <a:ext uri="{FF2B5EF4-FFF2-40B4-BE49-F238E27FC236}">
                <a16:creationId xmlns:a16="http://schemas.microsoft.com/office/drawing/2014/main" id="{03FDE78B-40E1-855D-B1A5-FB6651BB8B30}"/>
              </a:ext>
            </a:extLst>
          </p:cNvPr>
          <p:cNvPicPr>
            <a:picLocks noChangeAspect="1"/>
          </p:cNvPicPr>
          <p:nvPr/>
        </p:nvPicPr>
        <p:blipFill>
          <a:blip r:embed="rId3"/>
          <a:stretch>
            <a:fillRect/>
          </a:stretch>
        </p:blipFill>
        <p:spPr>
          <a:xfrm>
            <a:off x="1841639" y="1107282"/>
            <a:ext cx="8505546" cy="5290034"/>
          </a:xfrm>
          <a:prstGeom prst="rect">
            <a:avLst/>
          </a:prstGeom>
        </p:spPr>
      </p:pic>
      <p:sp>
        <p:nvSpPr>
          <p:cNvPr id="1199" name="Google Shape;1199;p156"/>
          <p:cNvSpPr txBox="1">
            <a:spLocks noGrp="1"/>
          </p:cNvSpPr>
          <p:nvPr>
            <p:ph type="title"/>
          </p:nvPr>
        </p:nvSpPr>
        <p:spPr>
          <a:xfrm>
            <a:off x="455618" y="460684"/>
            <a:ext cx="11277833" cy="524399"/>
          </a:xfrm>
          <a:prstGeom prst="rect">
            <a:avLst/>
          </a:prstGeom>
        </p:spPr>
        <p:txBody>
          <a:bodyPr spcFirstLastPara="1" wrap="square" lIns="0" tIns="0" rIns="0" bIns="0" anchor="ctr" anchorCtr="0">
            <a:noAutofit/>
          </a:bodyPr>
          <a:lstStyle/>
          <a:p>
            <a:pPr>
              <a:lnSpc>
                <a:spcPct val="100000"/>
              </a:lnSpc>
            </a:pPr>
            <a:r>
              <a:rPr lang="en-US" dirty="0"/>
              <a:t>Quantized Slicing</a:t>
            </a:r>
            <a:r>
              <a:rPr lang="en" dirty="0"/>
              <a:t> – CVSS / ISO/SAE 21434</a:t>
            </a:r>
            <a:endParaRPr dirty="0"/>
          </a:p>
        </p:txBody>
      </p:sp>
    </p:spTree>
    <p:extLst>
      <p:ext uri="{BB962C8B-B14F-4D97-AF65-F5344CB8AC3E}">
        <p14:creationId xmlns:p14="http://schemas.microsoft.com/office/powerpoint/2010/main" val="2230732983"/>
      </p:ext>
    </p:extLst>
  </p:cSld>
  <p:clrMapOvr>
    <a:masterClrMapping/>
  </p:clrMapOvr>
</p:sld>
</file>

<file path=ppt/slides/slide41.xml><?xml version="1.0" encoding="utf-8"?>
<p:sld xmlns:a="http://schemas.openxmlformats.org/drawingml/2006/main" xmlns:r="http://schemas.openxmlformats.org/officeDocument/2006/relationships" xmlns:p="http://schemas.openxmlformats.org/presentationml/2006/main">
  <p:cSld>
    <p:spTree>
      <p:nvGrpSpPr>
        <p:cNvPr id="1" name="Shape 1198"/>
        <p:cNvGrpSpPr/>
        <p:nvPr/>
      </p:nvGrpSpPr>
      <p:grpSpPr>
        <a:xfrm>
          <a:off x="0" y="0"/>
          <a:ext cx="0" cy="0"/>
          <a:chOff x="0" y="0"/>
          <a:chExt cx="0" cy="0"/>
        </a:xfrm>
      </p:grpSpPr>
      <p:pic>
        <p:nvPicPr>
          <p:cNvPr id="3" name="Picture 2">
            <a:extLst>
              <a:ext uri="{FF2B5EF4-FFF2-40B4-BE49-F238E27FC236}">
                <a16:creationId xmlns:a16="http://schemas.microsoft.com/office/drawing/2014/main" id="{9DBD6681-6D58-17A3-CA65-6C46C61C1460}"/>
              </a:ext>
            </a:extLst>
          </p:cNvPr>
          <p:cNvPicPr>
            <a:picLocks noChangeAspect="1"/>
          </p:cNvPicPr>
          <p:nvPr/>
        </p:nvPicPr>
        <p:blipFill>
          <a:blip r:embed="rId3"/>
          <a:stretch>
            <a:fillRect/>
          </a:stretch>
        </p:blipFill>
        <p:spPr>
          <a:xfrm>
            <a:off x="1841639" y="1107282"/>
            <a:ext cx="8505546" cy="5290034"/>
          </a:xfrm>
          <a:prstGeom prst="rect">
            <a:avLst/>
          </a:prstGeom>
        </p:spPr>
      </p:pic>
      <p:sp>
        <p:nvSpPr>
          <p:cNvPr id="1199" name="Google Shape;1199;p156"/>
          <p:cNvSpPr txBox="1">
            <a:spLocks noGrp="1"/>
          </p:cNvSpPr>
          <p:nvPr>
            <p:ph type="title"/>
          </p:nvPr>
        </p:nvSpPr>
        <p:spPr>
          <a:xfrm>
            <a:off x="455618" y="460684"/>
            <a:ext cx="11277833" cy="524399"/>
          </a:xfrm>
          <a:prstGeom prst="rect">
            <a:avLst/>
          </a:prstGeom>
        </p:spPr>
        <p:txBody>
          <a:bodyPr spcFirstLastPara="1" wrap="square" lIns="0" tIns="0" rIns="0" bIns="0" anchor="ctr" anchorCtr="0">
            <a:noAutofit/>
          </a:bodyPr>
          <a:lstStyle/>
          <a:p>
            <a:pPr>
              <a:lnSpc>
                <a:spcPct val="100000"/>
              </a:lnSpc>
            </a:pPr>
            <a:r>
              <a:rPr lang="en-US" dirty="0"/>
              <a:t>Quantized Slicing</a:t>
            </a:r>
            <a:r>
              <a:rPr lang="en" dirty="0"/>
              <a:t> – CVSS / ISO 26262</a:t>
            </a:r>
            <a:endParaRPr dirty="0"/>
          </a:p>
        </p:txBody>
      </p:sp>
    </p:spTree>
    <p:extLst>
      <p:ext uri="{BB962C8B-B14F-4D97-AF65-F5344CB8AC3E}">
        <p14:creationId xmlns:p14="http://schemas.microsoft.com/office/powerpoint/2010/main" val="2186403021"/>
      </p:ext>
    </p:extLst>
  </p:cSld>
  <p:clrMapOvr>
    <a:masterClrMapping/>
  </p:clrMapOvr>
</p:sld>
</file>

<file path=ppt/slides/slide42.xml><?xml version="1.0" encoding="utf-8"?>
<p:sld xmlns:a="http://schemas.openxmlformats.org/drawingml/2006/main" xmlns:r="http://schemas.openxmlformats.org/officeDocument/2006/relationships" xmlns:p="http://schemas.openxmlformats.org/presentationml/2006/main">
  <p:cSld>
    <p:spTree>
      <p:nvGrpSpPr>
        <p:cNvPr id="1" name="Shape 1198"/>
        <p:cNvGrpSpPr/>
        <p:nvPr/>
      </p:nvGrpSpPr>
      <p:grpSpPr>
        <a:xfrm>
          <a:off x="0" y="0"/>
          <a:ext cx="0" cy="0"/>
          <a:chOff x="0" y="0"/>
          <a:chExt cx="0" cy="0"/>
        </a:xfrm>
      </p:grpSpPr>
      <p:pic>
        <p:nvPicPr>
          <p:cNvPr id="4" name="Picture 3">
            <a:extLst>
              <a:ext uri="{FF2B5EF4-FFF2-40B4-BE49-F238E27FC236}">
                <a16:creationId xmlns:a16="http://schemas.microsoft.com/office/drawing/2014/main" id="{A9568569-8AF4-3365-E170-36071C659464}"/>
              </a:ext>
            </a:extLst>
          </p:cNvPr>
          <p:cNvPicPr>
            <a:picLocks noChangeAspect="1"/>
          </p:cNvPicPr>
          <p:nvPr/>
        </p:nvPicPr>
        <p:blipFill>
          <a:blip r:embed="rId3"/>
          <a:stretch>
            <a:fillRect/>
          </a:stretch>
        </p:blipFill>
        <p:spPr>
          <a:xfrm>
            <a:off x="1841639" y="1107282"/>
            <a:ext cx="8505546" cy="5290034"/>
          </a:xfrm>
          <a:prstGeom prst="rect">
            <a:avLst/>
          </a:prstGeom>
        </p:spPr>
      </p:pic>
      <p:sp>
        <p:nvSpPr>
          <p:cNvPr id="1199" name="Google Shape;1199;p156"/>
          <p:cNvSpPr txBox="1">
            <a:spLocks noGrp="1"/>
          </p:cNvSpPr>
          <p:nvPr>
            <p:ph type="title"/>
          </p:nvPr>
        </p:nvSpPr>
        <p:spPr>
          <a:xfrm>
            <a:off x="455618" y="460684"/>
            <a:ext cx="11277833" cy="524399"/>
          </a:xfrm>
          <a:prstGeom prst="rect">
            <a:avLst/>
          </a:prstGeom>
        </p:spPr>
        <p:txBody>
          <a:bodyPr spcFirstLastPara="1" wrap="square" lIns="0" tIns="0" rIns="0" bIns="0" anchor="ctr" anchorCtr="0">
            <a:noAutofit/>
          </a:bodyPr>
          <a:lstStyle/>
          <a:p>
            <a:pPr>
              <a:lnSpc>
                <a:spcPct val="100000"/>
              </a:lnSpc>
            </a:pPr>
            <a:r>
              <a:rPr lang="en-US" dirty="0"/>
              <a:t>Quantized Slicing</a:t>
            </a:r>
            <a:r>
              <a:rPr lang="en" dirty="0"/>
              <a:t> – CVSS / FIPS 199</a:t>
            </a:r>
            <a:endParaRPr dirty="0"/>
          </a:p>
        </p:txBody>
      </p:sp>
    </p:spTree>
    <p:extLst>
      <p:ext uri="{BB962C8B-B14F-4D97-AF65-F5344CB8AC3E}">
        <p14:creationId xmlns:p14="http://schemas.microsoft.com/office/powerpoint/2010/main" val="4068909808"/>
      </p:ext>
    </p:extLst>
  </p:cSld>
  <p:clrMapOvr>
    <a:masterClrMapping/>
  </p:clrMapOvr>
</p:sld>
</file>

<file path=ppt/slides/slide43.xml><?xml version="1.0" encoding="utf-8"?>
<p:sld xmlns:a="http://schemas.openxmlformats.org/drawingml/2006/main" xmlns:r="http://schemas.openxmlformats.org/officeDocument/2006/relationships" xmlns:p="http://schemas.openxmlformats.org/presentationml/2006/main">
  <p:cSld>
    <p:spTree>
      <p:nvGrpSpPr>
        <p:cNvPr id="1" name="Shape 1198"/>
        <p:cNvGrpSpPr/>
        <p:nvPr/>
      </p:nvGrpSpPr>
      <p:grpSpPr>
        <a:xfrm>
          <a:off x="0" y="0"/>
          <a:ext cx="0" cy="0"/>
          <a:chOff x="0" y="0"/>
          <a:chExt cx="0" cy="0"/>
        </a:xfrm>
      </p:grpSpPr>
      <p:pic>
        <p:nvPicPr>
          <p:cNvPr id="3" name="Picture 2">
            <a:extLst>
              <a:ext uri="{FF2B5EF4-FFF2-40B4-BE49-F238E27FC236}">
                <a16:creationId xmlns:a16="http://schemas.microsoft.com/office/drawing/2014/main" id="{8D7DA21A-4C22-591D-928A-8A8DE60D1583}"/>
              </a:ext>
            </a:extLst>
          </p:cNvPr>
          <p:cNvPicPr>
            <a:picLocks noChangeAspect="1"/>
          </p:cNvPicPr>
          <p:nvPr/>
        </p:nvPicPr>
        <p:blipFill>
          <a:blip r:embed="rId3"/>
          <a:stretch>
            <a:fillRect/>
          </a:stretch>
        </p:blipFill>
        <p:spPr>
          <a:xfrm>
            <a:off x="1841639" y="1107282"/>
            <a:ext cx="8505546" cy="5290034"/>
          </a:xfrm>
          <a:prstGeom prst="rect">
            <a:avLst/>
          </a:prstGeom>
        </p:spPr>
      </p:pic>
      <p:sp>
        <p:nvSpPr>
          <p:cNvPr id="1199" name="Google Shape;1199;p156"/>
          <p:cNvSpPr txBox="1">
            <a:spLocks noGrp="1"/>
          </p:cNvSpPr>
          <p:nvPr>
            <p:ph type="title"/>
          </p:nvPr>
        </p:nvSpPr>
        <p:spPr>
          <a:xfrm>
            <a:off x="455618" y="460684"/>
            <a:ext cx="11277833" cy="524399"/>
          </a:xfrm>
          <a:prstGeom prst="rect">
            <a:avLst/>
          </a:prstGeom>
        </p:spPr>
        <p:txBody>
          <a:bodyPr spcFirstLastPara="1" wrap="square" lIns="0" tIns="0" rIns="0" bIns="0" anchor="ctr" anchorCtr="0">
            <a:noAutofit/>
          </a:bodyPr>
          <a:lstStyle/>
          <a:p>
            <a:pPr>
              <a:lnSpc>
                <a:spcPct val="100000"/>
              </a:lnSpc>
            </a:pPr>
            <a:r>
              <a:rPr lang="en" dirty="0"/>
              <a:t>Quantized Slicing (Shaded) – High-granularity</a:t>
            </a:r>
            <a:endParaRPr dirty="0"/>
          </a:p>
        </p:txBody>
      </p:sp>
    </p:spTree>
    <p:extLst>
      <p:ext uri="{BB962C8B-B14F-4D97-AF65-F5344CB8AC3E}">
        <p14:creationId xmlns:p14="http://schemas.microsoft.com/office/powerpoint/2010/main" val="2081427450"/>
      </p:ext>
    </p:extLst>
  </p:cSld>
  <p:clrMapOvr>
    <a:masterClrMapping/>
  </p:clrMapOvr>
</p:sld>
</file>

<file path=ppt/slides/slide44.xml><?xml version="1.0" encoding="utf-8"?>
<p:sld xmlns:a="http://schemas.openxmlformats.org/drawingml/2006/main" xmlns:r="http://schemas.openxmlformats.org/officeDocument/2006/relationships" xmlns:p="http://schemas.openxmlformats.org/presentationml/2006/main">
  <p:cSld>
    <p:spTree>
      <p:nvGrpSpPr>
        <p:cNvPr id="1" name="Shape 1198"/>
        <p:cNvGrpSpPr/>
        <p:nvPr/>
      </p:nvGrpSpPr>
      <p:grpSpPr>
        <a:xfrm>
          <a:off x="0" y="0"/>
          <a:ext cx="0" cy="0"/>
          <a:chOff x="0" y="0"/>
          <a:chExt cx="0" cy="0"/>
        </a:xfrm>
      </p:grpSpPr>
      <p:pic>
        <p:nvPicPr>
          <p:cNvPr id="4" name="Picture 3">
            <a:extLst>
              <a:ext uri="{FF2B5EF4-FFF2-40B4-BE49-F238E27FC236}">
                <a16:creationId xmlns:a16="http://schemas.microsoft.com/office/drawing/2014/main" id="{3510262D-E320-2F83-F082-435576513B27}"/>
              </a:ext>
            </a:extLst>
          </p:cNvPr>
          <p:cNvPicPr>
            <a:picLocks noChangeAspect="1"/>
          </p:cNvPicPr>
          <p:nvPr/>
        </p:nvPicPr>
        <p:blipFill>
          <a:blip r:embed="rId3"/>
          <a:stretch>
            <a:fillRect/>
          </a:stretch>
        </p:blipFill>
        <p:spPr>
          <a:xfrm>
            <a:off x="1841639" y="1107282"/>
            <a:ext cx="8505546" cy="5290034"/>
          </a:xfrm>
          <a:prstGeom prst="rect">
            <a:avLst/>
          </a:prstGeom>
        </p:spPr>
      </p:pic>
      <p:sp>
        <p:nvSpPr>
          <p:cNvPr id="1199" name="Google Shape;1199;p156"/>
          <p:cNvSpPr txBox="1">
            <a:spLocks noGrp="1"/>
          </p:cNvSpPr>
          <p:nvPr>
            <p:ph type="title"/>
          </p:nvPr>
        </p:nvSpPr>
        <p:spPr>
          <a:xfrm>
            <a:off x="455618" y="460684"/>
            <a:ext cx="11277833" cy="524399"/>
          </a:xfrm>
          <a:prstGeom prst="rect">
            <a:avLst/>
          </a:prstGeom>
        </p:spPr>
        <p:txBody>
          <a:bodyPr spcFirstLastPara="1" wrap="square" lIns="0" tIns="0" rIns="0" bIns="0" anchor="ctr" anchorCtr="0">
            <a:noAutofit/>
          </a:bodyPr>
          <a:lstStyle/>
          <a:p>
            <a:pPr>
              <a:lnSpc>
                <a:spcPct val="100000"/>
              </a:lnSpc>
            </a:pPr>
            <a:r>
              <a:rPr lang="en" dirty="0"/>
              <a:t>Quantized Slicing (Shaded) – CVSS / ISO/SAE 21434</a:t>
            </a:r>
            <a:endParaRPr dirty="0"/>
          </a:p>
        </p:txBody>
      </p:sp>
    </p:spTree>
    <p:extLst>
      <p:ext uri="{BB962C8B-B14F-4D97-AF65-F5344CB8AC3E}">
        <p14:creationId xmlns:p14="http://schemas.microsoft.com/office/powerpoint/2010/main" val="1425998544"/>
      </p:ext>
    </p:extLst>
  </p:cSld>
  <p:clrMapOvr>
    <a:masterClrMapping/>
  </p:clrMapOvr>
</p:sld>
</file>

<file path=ppt/slides/slide45.xml><?xml version="1.0" encoding="utf-8"?>
<p:sld xmlns:a="http://schemas.openxmlformats.org/drawingml/2006/main" xmlns:r="http://schemas.openxmlformats.org/officeDocument/2006/relationships" xmlns:p="http://schemas.openxmlformats.org/presentationml/2006/main">
  <p:cSld>
    <p:spTree>
      <p:nvGrpSpPr>
        <p:cNvPr id="1" name="Shape 1198"/>
        <p:cNvGrpSpPr/>
        <p:nvPr/>
      </p:nvGrpSpPr>
      <p:grpSpPr>
        <a:xfrm>
          <a:off x="0" y="0"/>
          <a:ext cx="0" cy="0"/>
          <a:chOff x="0" y="0"/>
          <a:chExt cx="0" cy="0"/>
        </a:xfrm>
      </p:grpSpPr>
      <p:pic>
        <p:nvPicPr>
          <p:cNvPr id="3" name="Picture 2">
            <a:extLst>
              <a:ext uri="{FF2B5EF4-FFF2-40B4-BE49-F238E27FC236}">
                <a16:creationId xmlns:a16="http://schemas.microsoft.com/office/drawing/2014/main" id="{55B6EC47-F4B2-812D-5F68-4F2415AFB6FA}"/>
              </a:ext>
            </a:extLst>
          </p:cNvPr>
          <p:cNvPicPr>
            <a:picLocks noChangeAspect="1"/>
          </p:cNvPicPr>
          <p:nvPr/>
        </p:nvPicPr>
        <p:blipFill>
          <a:blip r:embed="rId3"/>
          <a:stretch>
            <a:fillRect/>
          </a:stretch>
        </p:blipFill>
        <p:spPr>
          <a:xfrm>
            <a:off x="1841639" y="1107282"/>
            <a:ext cx="8505546" cy="5290034"/>
          </a:xfrm>
          <a:prstGeom prst="rect">
            <a:avLst/>
          </a:prstGeom>
        </p:spPr>
      </p:pic>
      <p:sp>
        <p:nvSpPr>
          <p:cNvPr id="1199" name="Google Shape;1199;p156"/>
          <p:cNvSpPr txBox="1">
            <a:spLocks noGrp="1"/>
          </p:cNvSpPr>
          <p:nvPr>
            <p:ph type="title"/>
          </p:nvPr>
        </p:nvSpPr>
        <p:spPr>
          <a:xfrm>
            <a:off x="455618" y="460684"/>
            <a:ext cx="11277833" cy="524399"/>
          </a:xfrm>
          <a:prstGeom prst="rect">
            <a:avLst/>
          </a:prstGeom>
        </p:spPr>
        <p:txBody>
          <a:bodyPr spcFirstLastPara="1" wrap="square" lIns="0" tIns="0" rIns="0" bIns="0" anchor="ctr" anchorCtr="0">
            <a:noAutofit/>
          </a:bodyPr>
          <a:lstStyle/>
          <a:p>
            <a:pPr>
              <a:lnSpc>
                <a:spcPct val="100000"/>
              </a:lnSpc>
            </a:pPr>
            <a:r>
              <a:rPr lang="en" dirty="0"/>
              <a:t>Quantized Slicing (Shaded) – CVSS / ISO 26262</a:t>
            </a:r>
            <a:endParaRPr dirty="0"/>
          </a:p>
        </p:txBody>
      </p:sp>
    </p:spTree>
    <p:extLst>
      <p:ext uri="{BB962C8B-B14F-4D97-AF65-F5344CB8AC3E}">
        <p14:creationId xmlns:p14="http://schemas.microsoft.com/office/powerpoint/2010/main" val="1772526878"/>
      </p:ext>
    </p:extLst>
  </p:cSld>
  <p:clrMapOvr>
    <a:masterClrMapping/>
  </p:clrMapOvr>
</p:sld>
</file>

<file path=ppt/slides/slide46.xml><?xml version="1.0" encoding="utf-8"?>
<p:sld xmlns:a="http://schemas.openxmlformats.org/drawingml/2006/main" xmlns:r="http://schemas.openxmlformats.org/officeDocument/2006/relationships" xmlns:p="http://schemas.openxmlformats.org/presentationml/2006/main">
  <p:cSld>
    <p:spTree>
      <p:nvGrpSpPr>
        <p:cNvPr id="1" name="Shape 1198"/>
        <p:cNvGrpSpPr/>
        <p:nvPr/>
      </p:nvGrpSpPr>
      <p:grpSpPr>
        <a:xfrm>
          <a:off x="0" y="0"/>
          <a:ext cx="0" cy="0"/>
          <a:chOff x="0" y="0"/>
          <a:chExt cx="0" cy="0"/>
        </a:xfrm>
      </p:grpSpPr>
      <p:pic>
        <p:nvPicPr>
          <p:cNvPr id="4" name="Picture 3">
            <a:extLst>
              <a:ext uri="{FF2B5EF4-FFF2-40B4-BE49-F238E27FC236}">
                <a16:creationId xmlns:a16="http://schemas.microsoft.com/office/drawing/2014/main" id="{D95379BB-F1D6-D6DF-BA94-A99D77C88895}"/>
              </a:ext>
            </a:extLst>
          </p:cNvPr>
          <p:cNvPicPr>
            <a:picLocks noChangeAspect="1"/>
          </p:cNvPicPr>
          <p:nvPr/>
        </p:nvPicPr>
        <p:blipFill>
          <a:blip r:embed="rId3"/>
          <a:stretch>
            <a:fillRect/>
          </a:stretch>
        </p:blipFill>
        <p:spPr>
          <a:xfrm>
            <a:off x="1841639" y="1107282"/>
            <a:ext cx="8505546" cy="5290034"/>
          </a:xfrm>
          <a:prstGeom prst="rect">
            <a:avLst/>
          </a:prstGeom>
        </p:spPr>
      </p:pic>
      <p:sp>
        <p:nvSpPr>
          <p:cNvPr id="1199" name="Google Shape;1199;p156"/>
          <p:cNvSpPr txBox="1">
            <a:spLocks noGrp="1"/>
          </p:cNvSpPr>
          <p:nvPr>
            <p:ph type="title"/>
          </p:nvPr>
        </p:nvSpPr>
        <p:spPr>
          <a:xfrm>
            <a:off x="455618" y="460684"/>
            <a:ext cx="11277833" cy="524399"/>
          </a:xfrm>
          <a:prstGeom prst="rect">
            <a:avLst/>
          </a:prstGeom>
        </p:spPr>
        <p:txBody>
          <a:bodyPr spcFirstLastPara="1" wrap="square" lIns="0" tIns="0" rIns="0" bIns="0" anchor="ctr" anchorCtr="0">
            <a:noAutofit/>
          </a:bodyPr>
          <a:lstStyle/>
          <a:p>
            <a:pPr>
              <a:lnSpc>
                <a:spcPct val="100000"/>
              </a:lnSpc>
            </a:pPr>
            <a:r>
              <a:rPr lang="en" dirty="0"/>
              <a:t>Quantized Slicing (Shaded) – CVSS / FIPS 199</a:t>
            </a:r>
            <a:endParaRPr dirty="0"/>
          </a:p>
        </p:txBody>
      </p:sp>
    </p:spTree>
    <p:extLst>
      <p:ext uri="{BB962C8B-B14F-4D97-AF65-F5344CB8AC3E}">
        <p14:creationId xmlns:p14="http://schemas.microsoft.com/office/powerpoint/2010/main" val="196328316"/>
      </p:ext>
    </p:extLst>
  </p:cSld>
  <p:clrMapOvr>
    <a:masterClrMapping/>
  </p:clrMapOvr>
</p:sld>
</file>

<file path=ppt/slides/slide47.xml><?xml version="1.0" encoding="utf-8"?>
<p:sld xmlns:a="http://schemas.openxmlformats.org/drawingml/2006/main" xmlns:r="http://schemas.openxmlformats.org/officeDocument/2006/relationships" xmlns:p="http://schemas.openxmlformats.org/presentationml/2006/main">
  <p:cSld>
    <p:spTree>
      <p:nvGrpSpPr>
        <p:cNvPr id="1" name="Shape 1198"/>
        <p:cNvGrpSpPr/>
        <p:nvPr/>
      </p:nvGrpSpPr>
      <p:grpSpPr>
        <a:xfrm>
          <a:off x="0" y="0"/>
          <a:ext cx="0" cy="0"/>
          <a:chOff x="0" y="0"/>
          <a:chExt cx="0" cy="0"/>
        </a:xfrm>
      </p:grpSpPr>
      <p:pic>
        <p:nvPicPr>
          <p:cNvPr id="3" name="Picture 2">
            <a:extLst>
              <a:ext uri="{FF2B5EF4-FFF2-40B4-BE49-F238E27FC236}">
                <a16:creationId xmlns:a16="http://schemas.microsoft.com/office/drawing/2014/main" id="{ECB06C9B-E4E2-D0C1-FA15-9A180463AFCF}"/>
              </a:ext>
            </a:extLst>
          </p:cNvPr>
          <p:cNvPicPr>
            <a:picLocks noChangeAspect="1"/>
          </p:cNvPicPr>
          <p:nvPr/>
        </p:nvPicPr>
        <p:blipFill>
          <a:blip r:embed="rId3"/>
          <a:stretch>
            <a:fillRect/>
          </a:stretch>
        </p:blipFill>
        <p:spPr>
          <a:xfrm>
            <a:off x="1841639" y="1107282"/>
            <a:ext cx="8505546" cy="5290034"/>
          </a:xfrm>
          <a:prstGeom prst="rect">
            <a:avLst/>
          </a:prstGeom>
        </p:spPr>
      </p:pic>
      <p:sp>
        <p:nvSpPr>
          <p:cNvPr id="1199" name="Google Shape;1199;p156"/>
          <p:cNvSpPr txBox="1">
            <a:spLocks noGrp="1"/>
          </p:cNvSpPr>
          <p:nvPr>
            <p:ph type="title"/>
          </p:nvPr>
        </p:nvSpPr>
        <p:spPr>
          <a:xfrm>
            <a:off x="455618" y="460684"/>
            <a:ext cx="11277833" cy="524399"/>
          </a:xfrm>
          <a:prstGeom prst="rect">
            <a:avLst/>
          </a:prstGeom>
        </p:spPr>
        <p:txBody>
          <a:bodyPr spcFirstLastPara="1" wrap="square" lIns="0" tIns="0" rIns="0" bIns="0" anchor="ctr" anchorCtr="0">
            <a:noAutofit/>
          </a:bodyPr>
          <a:lstStyle/>
          <a:p>
            <a:pPr>
              <a:lnSpc>
                <a:spcPct val="100000"/>
              </a:lnSpc>
            </a:pPr>
            <a:r>
              <a:rPr lang="en" dirty="0"/>
              <a:t>Prioritization – Continuous</a:t>
            </a:r>
            <a:endParaRPr dirty="0"/>
          </a:p>
        </p:txBody>
      </p:sp>
    </p:spTree>
    <p:extLst>
      <p:ext uri="{BB962C8B-B14F-4D97-AF65-F5344CB8AC3E}">
        <p14:creationId xmlns:p14="http://schemas.microsoft.com/office/powerpoint/2010/main" val="3464505052"/>
      </p:ext>
    </p:extLst>
  </p:cSld>
  <p:clrMapOvr>
    <a:masterClrMapping/>
  </p:clrMapOvr>
</p:sld>
</file>

<file path=ppt/slides/slide48.xml><?xml version="1.0" encoding="utf-8"?>
<p:sld xmlns:a="http://schemas.openxmlformats.org/drawingml/2006/main" xmlns:r="http://schemas.openxmlformats.org/officeDocument/2006/relationships" xmlns:p="http://schemas.openxmlformats.org/presentationml/2006/main">
  <p:cSld>
    <p:spTree>
      <p:nvGrpSpPr>
        <p:cNvPr id="1" name="Shape 1198"/>
        <p:cNvGrpSpPr/>
        <p:nvPr/>
      </p:nvGrpSpPr>
      <p:grpSpPr>
        <a:xfrm>
          <a:off x="0" y="0"/>
          <a:ext cx="0" cy="0"/>
          <a:chOff x="0" y="0"/>
          <a:chExt cx="0" cy="0"/>
        </a:xfrm>
      </p:grpSpPr>
      <p:pic>
        <p:nvPicPr>
          <p:cNvPr id="6" name="Picture 5">
            <a:extLst>
              <a:ext uri="{FF2B5EF4-FFF2-40B4-BE49-F238E27FC236}">
                <a16:creationId xmlns:a16="http://schemas.microsoft.com/office/drawing/2014/main" id="{2C928F57-6AFC-C574-B683-55B03E2396CA}"/>
              </a:ext>
            </a:extLst>
          </p:cNvPr>
          <p:cNvPicPr>
            <a:picLocks noChangeAspect="1"/>
          </p:cNvPicPr>
          <p:nvPr/>
        </p:nvPicPr>
        <p:blipFill>
          <a:blip r:embed="rId3"/>
          <a:stretch>
            <a:fillRect/>
          </a:stretch>
        </p:blipFill>
        <p:spPr>
          <a:xfrm>
            <a:off x="1841638" y="1107281"/>
            <a:ext cx="8505544" cy="5255457"/>
          </a:xfrm>
          <a:prstGeom prst="rect">
            <a:avLst/>
          </a:prstGeom>
        </p:spPr>
      </p:pic>
      <p:sp>
        <p:nvSpPr>
          <p:cNvPr id="1199" name="Google Shape;1199;p156"/>
          <p:cNvSpPr txBox="1">
            <a:spLocks noGrp="1"/>
          </p:cNvSpPr>
          <p:nvPr>
            <p:ph type="title"/>
          </p:nvPr>
        </p:nvSpPr>
        <p:spPr>
          <a:xfrm>
            <a:off x="455618" y="460684"/>
            <a:ext cx="11277833" cy="524399"/>
          </a:xfrm>
          <a:prstGeom prst="rect">
            <a:avLst/>
          </a:prstGeom>
        </p:spPr>
        <p:txBody>
          <a:bodyPr spcFirstLastPara="1" wrap="square" lIns="0" tIns="0" rIns="0" bIns="0" anchor="ctr" anchorCtr="0">
            <a:noAutofit/>
          </a:bodyPr>
          <a:lstStyle/>
          <a:p>
            <a:pPr>
              <a:lnSpc>
                <a:spcPct val="100000"/>
              </a:lnSpc>
            </a:pPr>
            <a:r>
              <a:rPr lang="en" dirty="0"/>
              <a:t>Prioritization – Quantized [CVSS / ISO/SAE 21434]</a:t>
            </a:r>
            <a:endParaRPr dirty="0"/>
          </a:p>
        </p:txBody>
      </p:sp>
      <p:sp>
        <p:nvSpPr>
          <p:cNvPr id="7" name="Rectangle 6">
            <a:extLst>
              <a:ext uri="{FF2B5EF4-FFF2-40B4-BE49-F238E27FC236}">
                <a16:creationId xmlns:a16="http://schemas.microsoft.com/office/drawing/2014/main" id="{C00AB01D-B104-4708-FCC0-8461FA82043B}"/>
              </a:ext>
            </a:extLst>
          </p:cNvPr>
          <p:cNvSpPr/>
          <p:nvPr/>
        </p:nvSpPr>
        <p:spPr>
          <a:xfrm>
            <a:off x="9203267" y="1320800"/>
            <a:ext cx="1083733" cy="5122333"/>
          </a:xfrm>
          <a:prstGeom prst="rect">
            <a:avLst/>
          </a:prstGeom>
          <a:solidFill>
            <a:schemeClr val="bg1"/>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Tree>
    <p:extLst>
      <p:ext uri="{BB962C8B-B14F-4D97-AF65-F5344CB8AC3E}">
        <p14:creationId xmlns:p14="http://schemas.microsoft.com/office/powerpoint/2010/main" val="67121530"/>
      </p:ext>
    </p:extLst>
  </p:cSld>
  <p:clrMapOvr>
    <a:masterClrMapping/>
  </p:clrMapOvr>
</p:sld>
</file>

<file path=ppt/slides/slide49.xml><?xml version="1.0" encoding="utf-8"?>
<p:sld xmlns:a="http://schemas.openxmlformats.org/drawingml/2006/main" xmlns:r="http://schemas.openxmlformats.org/officeDocument/2006/relationships" xmlns:p="http://schemas.openxmlformats.org/presentationml/2006/main">
  <p:cSld>
    <p:spTree>
      <p:nvGrpSpPr>
        <p:cNvPr id="1" name="Shape 1198"/>
        <p:cNvGrpSpPr/>
        <p:nvPr/>
      </p:nvGrpSpPr>
      <p:grpSpPr>
        <a:xfrm>
          <a:off x="0" y="0"/>
          <a:ext cx="0" cy="0"/>
          <a:chOff x="0" y="0"/>
          <a:chExt cx="0" cy="0"/>
        </a:xfrm>
      </p:grpSpPr>
      <p:sp>
        <p:nvSpPr>
          <p:cNvPr id="1199" name="Google Shape;1199;p156"/>
          <p:cNvSpPr txBox="1">
            <a:spLocks noGrp="1"/>
          </p:cNvSpPr>
          <p:nvPr>
            <p:ph type="title"/>
          </p:nvPr>
        </p:nvSpPr>
        <p:spPr>
          <a:xfrm>
            <a:off x="455618" y="460684"/>
            <a:ext cx="11277833" cy="524399"/>
          </a:xfrm>
          <a:prstGeom prst="rect">
            <a:avLst/>
          </a:prstGeom>
        </p:spPr>
        <p:txBody>
          <a:bodyPr spcFirstLastPara="1" wrap="square" lIns="0" tIns="0" rIns="0" bIns="0" anchor="ctr" anchorCtr="0">
            <a:noAutofit/>
          </a:bodyPr>
          <a:lstStyle/>
          <a:p>
            <a:pPr>
              <a:lnSpc>
                <a:spcPct val="100000"/>
              </a:lnSpc>
            </a:pPr>
            <a:r>
              <a:rPr lang="en" dirty="0"/>
              <a:t>Multiple Risk Domains</a:t>
            </a:r>
            <a:endParaRPr dirty="0"/>
          </a:p>
        </p:txBody>
      </p:sp>
    </p:spTree>
    <p:extLst>
      <p:ext uri="{BB962C8B-B14F-4D97-AF65-F5344CB8AC3E}">
        <p14:creationId xmlns:p14="http://schemas.microsoft.com/office/powerpoint/2010/main" val="3292778519"/>
      </p:ext>
    </p:extLst>
  </p:cSld>
  <p:clrMapOvr>
    <a:masterClrMapping/>
  </p:clrMapOvr>
</p:sld>
</file>

<file path=ppt/slides/slide50.xml><?xml version="1.0" encoding="utf-8"?>
<p:sld xmlns:a="http://schemas.openxmlformats.org/drawingml/2006/main" xmlns:r="http://schemas.openxmlformats.org/officeDocument/2006/relationships" xmlns:p="http://schemas.openxmlformats.org/presentationml/2006/main">
  <p:cSld>
    <p:spTree>
      <p:nvGrpSpPr>
        <p:cNvPr id="1" name="Shape 1198"/>
        <p:cNvGrpSpPr/>
        <p:nvPr/>
      </p:nvGrpSpPr>
      <p:grpSpPr>
        <a:xfrm>
          <a:off x="0" y="0"/>
          <a:ext cx="0" cy="0"/>
          <a:chOff x="0" y="0"/>
          <a:chExt cx="0" cy="0"/>
        </a:xfrm>
      </p:grpSpPr>
      <p:sp>
        <p:nvSpPr>
          <p:cNvPr id="1199" name="Google Shape;1199;p156"/>
          <p:cNvSpPr txBox="1">
            <a:spLocks noGrp="1"/>
          </p:cNvSpPr>
          <p:nvPr>
            <p:ph type="title"/>
          </p:nvPr>
        </p:nvSpPr>
        <p:spPr>
          <a:xfrm>
            <a:off x="455618" y="460684"/>
            <a:ext cx="11277833" cy="524399"/>
          </a:xfrm>
          <a:prstGeom prst="rect">
            <a:avLst/>
          </a:prstGeom>
        </p:spPr>
        <p:txBody>
          <a:bodyPr spcFirstLastPara="1" wrap="square" lIns="0" tIns="0" rIns="0" bIns="0" anchor="ctr" anchorCtr="0">
            <a:noAutofit/>
          </a:bodyPr>
          <a:lstStyle/>
          <a:p>
            <a:pPr>
              <a:lnSpc>
                <a:spcPct val="100000"/>
              </a:lnSpc>
            </a:pPr>
            <a:r>
              <a:rPr lang="en" dirty="0"/>
              <a:t>Multiple Risk Domains</a:t>
            </a:r>
            <a:endParaRPr dirty="0"/>
          </a:p>
        </p:txBody>
      </p:sp>
      <p:pic>
        <p:nvPicPr>
          <p:cNvPr id="3" name="Picture 2">
            <a:extLst>
              <a:ext uri="{FF2B5EF4-FFF2-40B4-BE49-F238E27FC236}">
                <a16:creationId xmlns:a16="http://schemas.microsoft.com/office/drawing/2014/main" id="{48899258-C18B-C768-27CF-AEC4B54F6E63}"/>
              </a:ext>
            </a:extLst>
          </p:cNvPr>
          <p:cNvPicPr>
            <a:picLocks noChangeAspect="1"/>
          </p:cNvPicPr>
          <p:nvPr/>
        </p:nvPicPr>
        <p:blipFill>
          <a:blip r:embed="rId3"/>
          <a:stretch>
            <a:fillRect/>
          </a:stretch>
        </p:blipFill>
        <p:spPr>
          <a:xfrm>
            <a:off x="3390105" y="724693"/>
            <a:ext cx="5408613" cy="5408613"/>
          </a:xfrm>
          <a:prstGeom prst="rect">
            <a:avLst/>
          </a:prstGeom>
        </p:spPr>
      </p:pic>
      <p:sp>
        <p:nvSpPr>
          <p:cNvPr id="7" name="Rectangle 6">
            <a:extLst>
              <a:ext uri="{FF2B5EF4-FFF2-40B4-BE49-F238E27FC236}">
                <a16:creationId xmlns:a16="http://schemas.microsoft.com/office/drawing/2014/main" id="{324CE63F-2E66-6402-35A9-196522452595}"/>
              </a:ext>
            </a:extLst>
          </p:cNvPr>
          <p:cNvSpPr/>
          <p:nvPr/>
        </p:nvSpPr>
        <p:spPr>
          <a:xfrm>
            <a:off x="6106124" y="724693"/>
            <a:ext cx="2704308" cy="5408613"/>
          </a:xfrm>
          <a:prstGeom prst="rect">
            <a:avLst/>
          </a:prstGeom>
          <a:solidFill>
            <a:schemeClr val="bg1"/>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8" name="Rectangle 7">
            <a:extLst>
              <a:ext uri="{FF2B5EF4-FFF2-40B4-BE49-F238E27FC236}">
                <a16:creationId xmlns:a16="http://schemas.microsoft.com/office/drawing/2014/main" id="{D3FBE3D4-5820-875B-8897-BBCC75F3D57F}"/>
              </a:ext>
            </a:extLst>
          </p:cNvPr>
          <p:cNvSpPr/>
          <p:nvPr/>
        </p:nvSpPr>
        <p:spPr>
          <a:xfrm>
            <a:off x="3373012" y="3443787"/>
            <a:ext cx="2738491" cy="2711990"/>
          </a:xfrm>
          <a:prstGeom prst="rect">
            <a:avLst/>
          </a:prstGeom>
          <a:solidFill>
            <a:schemeClr val="bg1"/>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Tree>
    <p:extLst>
      <p:ext uri="{BB962C8B-B14F-4D97-AF65-F5344CB8AC3E}">
        <p14:creationId xmlns:p14="http://schemas.microsoft.com/office/powerpoint/2010/main" val="2092744569"/>
      </p:ext>
    </p:extLst>
  </p:cSld>
  <p:clrMapOvr>
    <a:masterClrMapping/>
  </p:clrMapOvr>
</p:sld>
</file>

<file path=ppt/slides/slide51.xml><?xml version="1.0" encoding="utf-8"?>
<p:sld xmlns:a="http://schemas.openxmlformats.org/drawingml/2006/main" xmlns:r="http://schemas.openxmlformats.org/officeDocument/2006/relationships" xmlns:p="http://schemas.openxmlformats.org/presentationml/2006/main">
  <p:cSld>
    <p:spTree>
      <p:nvGrpSpPr>
        <p:cNvPr id="1" name="Shape 1198"/>
        <p:cNvGrpSpPr/>
        <p:nvPr/>
      </p:nvGrpSpPr>
      <p:grpSpPr>
        <a:xfrm>
          <a:off x="0" y="0"/>
          <a:ext cx="0" cy="0"/>
          <a:chOff x="0" y="0"/>
          <a:chExt cx="0" cy="0"/>
        </a:xfrm>
      </p:grpSpPr>
      <p:sp>
        <p:nvSpPr>
          <p:cNvPr id="1199" name="Google Shape;1199;p156"/>
          <p:cNvSpPr txBox="1">
            <a:spLocks noGrp="1"/>
          </p:cNvSpPr>
          <p:nvPr>
            <p:ph type="title"/>
          </p:nvPr>
        </p:nvSpPr>
        <p:spPr>
          <a:xfrm>
            <a:off x="455618" y="460684"/>
            <a:ext cx="11277833" cy="524399"/>
          </a:xfrm>
          <a:prstGeom prst="rect">
            <a:avLst/>
          </a:prstGeom>
        </p:spPr>
        <p:txBody>
          <a:bodyPr spcFirstLastPara="1" wrap="square" lIns="0" tIns="0" rIns="0" bIns="0" anchor="ctr" anchorCtr="0">
            <a:noAutofit/>
          </a:bodyPr>
          <a:lstStyle/>
          <a:p>
            <a:pPr>
              <a:lnSpc>
                <a:spcPct val="100000"/>
              </a:lnSpc>
            </a:pPr>
            <a:r>
              <a:rPr lang="en" dirty="0"/>
              <a:t>Multiple Risk Domains</a:t>
            </a:r>
            <a:endParaRPr dirty="0"/>
          </a:p>
        </p:txBody>
      </p:sp>
      <p:pic>
        <p:nvPicPr>
          <p:cNvPr id="3" name="Picture 2">
            <a:extLst>
              <a:ext uri="{FF2B5EF4-FFF2-40B4-BE49-F238E27FC236}">
                <a16:creationId xmlns:a16="http://schemas.microsoft.com/office/drawing/2014/main" id="{48899258-C18B-C768-27CF-AEC4B54F6E63}"/>
              </a:ext>
            </a:extLst>
          </p:cNvPr>
          <p:cNvPicPr>
            <a:picLocks noChangeAspect="1"/>
          </p:cNvPicPr>
          <p:nvPr/>
        </p:nvPicPr>
        <p:blipFill>
          <a:blip r:embed="rId3"/>
          <a:stretch>
            <a:fillRect/>
          </a:stretch>
        </p:blipFill>
        <p:spPr>
          <a:xfrm>
            <a:off x="3390105" y="724693"/>
            <a:ext cx="5408613" cy="5408613"/>
          </a:xfrm>
          <a:prstGeom prst="rect">
            <a:avLst/>
          </a:prstGeom>
        </p:spPr>
      </p:pic>
      <p:sp>
        <p:nvSpPr>
          <p:cNvPr id="7" name="Rectangle 6">
            <a:extLst>
              <a:ext uri="{FF2B5EF4-FFF2-40B4-BE49-F238E27FC236}">
                <a16:creationId xmlns:a16="http://schemas.microsoft.com/office/drawing/2014/main" id="{569D72DC-7E9C-FDE2-B367-E99FE5902AFE}"/>
              </a:ext>
            </a:extLst>
          </p:cNvPr>
          <p:cNvSpPr/>
          <p:nvPr/>
        </p:nvSpPr>
        <p:spPr>
          <a:xfrm>
            <a:off x="3389982" y="3438408"/>
            <a:ext cx="5408737" cy="2711990"/>
          </a:xfrm>
          <a:prstGeom prst="rect">
            <a:avLst/>
          </a:prstGeom>
          <a:solidFill>
            <a:schemeClr val="bg1"/>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8" name="Rectangle 7">
            <a:extLst>
              <a:ext uri="{FF2B5EF4-FFF2-40B4-BE49-F238E27FC236}">
                <a16:creationId xmlns:a16="http://schemas.microsoft.com/office/drawing/2014/main" id="{958FFB8D-4834-418C-6B1A-FBA720F9CE46}"/>
              </a:ext>
            </a:extLst>
          </p:cNvPr>
          <p:cNvSpPr/>
          <p:nvPr/>
        </p:nvSpPr>
        <p:spPr>
          <a:xfrm>
            <a:off x="3373013" y="985083"/>
            <a:ext cx="2704306" cy="2527238"/>
          </a:xfrm>
          <a:prstGeom prst="rect">
            <a:avLst/>
          </a:prstGeom>
          <a:solidFill>
            <a:srgbClr val="FFFFFF">
              <a:alpha val="89898"/>
            </a:srgbClr>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9" name="Rectangle 8">
            <a:extLst>
              <a:ext uri="{FF2B5EF4-FFF2-40B4-BE49-F238E27FC236}">
                <a16:creationId xmlns:a16="http://schemas.microsoft.com/office/drawing/2014/main" id="{1A5DC3BD-AD96-C376-D2A5-020B416243A7}"/>
              </a:ext>
            </a:extLst>
          </p:cNvPr>
          <p:cNvSpPr/>
          <p:nvPr/>
        </p:nvSpPr>
        <p:spPr>
          <a:xfrm>
            <a:off x="4883521" y="724694"/>
            <a:ext cx="1193674" cy="260390"/>
          </a:xfrm>
          <a:prstGeom prst="rect">
            <a:avLst/>
          </a:prstGeom>
          <a:solidFill>
            <a:srgbClr val="FFFFFF">
              <a:alpha val="89898"/>
            </a:srgbClr>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Tree>
    <p:extLst>
      <p:ext uri="{BB962C8B-B14F-4D97-AF65-F5344CB8AC3E}">
        <p14:creationId xmlns:p14="http://schemas.microsoft.com/office/powerpoint/2010/main" val="689966513"/>
      </p:ext>
    </p:extLst>
  </p:cSld>
  <p:clrMapOvr>
    <a:masterClrMapping/>
  </p:clrMapOvr>
</p:sld>
</file>

<file path=ppt/slides/slide52.xml><?xml version="1.0" encoding="utf-8"?>
<p:sld xmlns:a="http://schemas.openxmlformats.org/drawingml/2006/main" xmlns:r="http://schemas.openxmlformats.org/officeDocument/2006/relationships" xmlns:p="http://schemas.openxmlformats.org/presentationml/2006/main">
  <p:cSld>
    <p:spTree>
      <p:nvGrpSpPr>
        <p:cNvPr id="1" name="Shape 1198"/>
        <p:cNvGrpSpPr/>
        <p:nvPr/>
      </p:nvGrpSpPr>
      <p:grpSpPr>
        <a:xfrm>
          <a:off x="0" y="0"/>
          <a:ext cx="0" cy="0"/>
          <a:chOff x="0" y="0"/>
          <a:chExt cx="0" cy="0"/>
        </a:xfrm>
      </p:grpSpPr>
      <p:sp>
        <p:nvSpPr>
          <p:cNvPr id="1199" name="Google Shape;1199;p156"/>
          <p:cNvSpPr txBox="1">
            <a:spLocks noGrp="1"/>
          </p:cNvSpPr>
          <p:nvPr>
            <p:ph type="title"/>
          </p:nvPr>
        </p:nvSpPr>
        <p:spPr>
          <a:xfrm>
            <a:off x="455618" y="460684"/>
            <a:ext cx="11277833" cy="524399"/>
          </a:xfrm>
          <a:prstGeom prst="rect">
            <a:avLst/>
          </a:prstGeom>
        </p:spPr>
        <p:txBody>
          <a:bodyPr spcFirstLastPara="1" wrap="square" lIns="0" tIns="0" rIns="0" bIns="0" anchor="ctr" anchorCtr="0">
            <a:noAutofit/>
          </a:bodyPr>
          <a:lstStyle/>
          <a:p>
            <a:pPr>
              <a:lnSpc>
                <a:spcPct val="100000"/>
              </a:lnSpc>
            </a:pPr>
            <a:r>
              <a:rPr lang="en" dirty="0"/>
              <a:t>Multiple Risk Domains</a:t>
            </a:r>
            <a:endParaRPr dirty="0"/>
          </a:p>
        </p:txBody>
      </p:sp>
      <p:pic>
        <p:nvPicPr>
          <p:cNvPr id="3" name="Picture 2">
            <a:extLst>
              <a:ext uri="{FF2B5EF4-FFF2-40B4-BE49-F238E27FC236}">
                <a16:creationId xmlns:a16="http://schemas.microsoft.com/office/drawing/2014/main" id="{48899258-C18B-C768-27CF-AEC4B54F6E63}"/>
              </a:ext>
            </a:extLst>
          </p:cNvPr>
          <p:cNvPicPr>
            <a:picLocks noChangeAspect="1"/>
          </p:cNvPicPr>
          <p:nvPr/>
        </p:nvPicPr>
        <p:blipFill>
          <a:blip r:embed="rId3"/>
          <a:stretch>
            <a:fillRect/>
          </a:stretch>
        </p:blipFill>
        <p:spPr>
          <a:xfrm>
            <a:off x="3390105" y="724693"/>
            <a:ext cx="5408613" cy="5408613"/>
          </a:xfrm>
          <a:prstGeom prst="rect">
            <a:avLst/>
          </a:prstGeom>
        </p:spPr>
      </p:pic>
      <p:sp>
        <p:nvSpPr>
          <p:cNvPr id="7" name="Rectangle 6">
            <a:extLst>
              <a:ext uri="{FF2B5EF4-FFF2-40B4-BE49-F238E27FC236}">
                <a16:creationId xmlns:a16="http://schemas.microsoft.com/office/drawing/2014/main" id="{93310073-61ED-7D87-0C44-EA5A248D04A2}"/>
              </a:ext>
            </a:extLst>
          </p:cNvPr>
          <p:cNvSpPr/>
          <p:nvPr/>
        </p:nvSpPr>
        <p:spPr>
          <a:xfrm>
            <a:off x="3373013" y="3446092"/>
            <a:ext cx="2704306" cy="2704306"/>
          </a:xfrm>
          <a:prstGeom prst="rect">
            <a:avLst/>
          </a:prstGeom>
          <a:solidFill>
            <a:srgbClr val="FFFFFF"/>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8" name="Rectangle 7">
            <a:extLst>
              <a:ext uri="{FF2B5EF4-FFF2-40B4-BE49-F238E27FC236}">
                <a16:creationId xmlns:a16="http://schemas.microsoft.com/office/drawing/2014/main" id="{665E0E84-3AD0-40CF-B6D3-4F763EA47E89}"/>
              </a:ext>
            </a:extLst>
          </p:cNvPr>
          <p:cNvSpPr/>
          <p:nvPr/>
        </p:nvSpPr>
        <p:spPr>
          <a:xfrm>
            <a:off x="4900613" y="724694"/>
            <a:ext cx="2371858" cy="260389"/>
          </a:xfrm>
          <a:prstGeom prst="rect">
            <a:avLst/>
          </a:prstGeom>
          <a:solidFill>
            <a:srgbClr val="FFFFFF">
              <a:alpha val="89898"/>
            </a:srgbClr>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9" name="Rectangle 8">
            <a:extLst>
              <a:ext uri="{FF2B5EF4-FFF2-40B4-BE49-F238E27FC236}">
                <a16:creationId xmlns:a16="http://schemas.microsoft.com/office/drawing/2014/main" id="{42028B89-0290-4E11-B79B-45F985483BDB}"/>
              </a:ext>
            </a:extLst>
          </p:cNvPr>
          <p:cNvSpPr/>
          <p:nvPr/>
        </p:nvSpPr>
        <p:spPr>
          <a:xfrm>
            <a:off x="6071940" y="985082"/>
            <a:ext cx="2721400" cy="2426825"/>
          </a:xfrm>
          <a:prstGeom prst="rect">
            <a:avLst/>
          </a:prstGeom>
          <a:solidFill>
            <a:srgbClr val="FFFFFF">
              <a:alpha val="89898"/>
            </a:srgbClr>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0" name="Rectangle 9">
            <a:extLst>
              <a:ext uri="{FF2B5EF4-FFF2-40B4-BE49-F238E27FC236}">
                <a16:creationId xmlns:a16="http://schemas.microsoft.com/office/drawing/2014/main" id="{8EE75AC1-753F-7843-86AF-C2F46D2088EA}"/>
              </a:ext>
            </a:extLst>
          </p:cNvPr>
          <p:cNvSpPr/>
          <p:nvPr/>
        </p:nvSpPr>
        <p:spPr>
          <a:xfrm>
            <a:off x="3381560" y="985081"/>
            <a:ext cx="2695759" cy="2461010"/>
          </a:xfrm>
          <a:prstGeom prst="rect">
            <a:avLst/>
          </a:prstGeom>
          <a:solidFill>
            <a:srgbClr val="FFFFFF">
              <a:alpha val="89898"/>
            </a:srgbClr>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Tree>
    <p:extLst>
      <p:ext uri="{BB962C8B-B14F-4D97-AF65-F5344CB8AC3E}">
        <p14:creationId xmlns:p14="http://schemas.microsoft.com/office/powerpoint/2010/main" val="3638749365"/>
      </p:ext>
    </p:extLst>
  </p:cSld>
  <p:clrMapOvr>
    <a:masterClrMapping/>
  </p:clrMapOvr>
</p:sld>
</file>

<file path=ppt/slides/slide53.xml><?xml version="1.0" encoding="utf-8"?>
<p:sld xmlns:a="http://schemas.openxmlformats.org/drawingml/2006/main" xmlns:r="http://schemas.openxmlformats.org/officeDocument/2006/relationships" xmlns:p="http://schemas.openxmlformats.org/presentationml/2006/main">
  <p:cSld>
    <p:spTree>
      <p:nvGrpSpPr>
        <p:cNvPr id="1" name="Shape 1198"/>
        <p:cNvGrpSpPr/>
        <p:nvPr/>
      </p:nvGrpSpPr>
      <p:grpSpPr>
        <a:xfrm>
          <a:off x="0" y="0"/>
          <a:ext cx="0" cy="0"/>
          <a:chOff x="0" y="0"/>
          <a:chExt cx="0" cy="0"/>
        </a:xfrm>
      </p:grpSpPr>
      <p:sp>
        <p:nvSpPr>
          <p:cNvPr id="1199" name="Google Shape;1199;p156"/>
          <p:cNvSpPr txBox="1">
            <a:spLocks noGrp="1"/>
          </p:cNvSpPr>
          <p:nvPr>
            <p:ph type="title"/>
          </p:nvPr>
        </p:nvSpPr>
        <p:spPr>
          <a:xfrm>
            <a:off x="455618" y="460684"/>
            <a:ext cx="11277833" cy="524399"/>
          </a:xfrm>
          <a:prstGeom prst="rect">
            <a:avLst/>
          </a:prstGeom>
        </p:spPr>
        <p:txBody>
          <a:bodyPr spcFirstLastPara="1" wrap="square" lIns="0" tIns="0" rIns="0" bIns="0" anchor="ctr" anchorCtr="0">
            <a:noAutofit/>
          </a:bodyPr>
          <a:lstStyle/>
          <a:p>
            <a:pPr>
              <a:lnSpc>
                <a:spcPct val="100000"/>
              </a:lnSpc>
            </a:pPr>
            <a:r>
              <a:rPr lang="en" dirty="0"/>
              <a:t>Multiple Risk Domains</a:t>
            </a:r>
            <a:endParaRPr dirty="0"/>
          </a:p>
        </p:txBody>
      </p:sp>
      <p:pic>
        <p:nvPicPr>
          <p:cNvPr id="3" name="Picture 2">
            <a:extLst>
              <a:ext uri="{FF2B5EF4-FFF2-40B4-BE49-F238E27FC236}">
                <a16:creationId xmlns:a16="http://schemas.microsoft.com/office/drawing/2014/main" id="{48899258-C18B-C768-27CF-AEC4B54F6E63}"/>
              </a:ext>
            </a:extLst>
          </p:cNvPr>
          <p:cNvPicPr>
            <a:picLocks noChangeAspect="1"/>
          </p:cNvPicPr>
          <p:nvPr/>
        </p:nvPicPr>
        <p:blipFill>
          <a:blip r:embed="rId3"/>
          <a:stretch>
            <a:fillRect/>
          </a:stretch>
        </p:blipFill>
        <p:spPr>
          <a:xfrm>
            <a:off x="3390105" y="724693"/>
            <a:ext cx="5408613" cy="5408613"/>
          </a:xfrm>
          <a:prstGeom prst="rect">
            <a:avLst/>
          </a:prstGeom>
        </p:spPr>
      </p:pic>
      <p:sp>
        <p:nvSpPr>
          <p:cNvPr id="7" name="Rectangle 6">
            <a:extLst>
              <a:ext uri="{FF2B5EF4-FFF2-40B4-BE49-F238E27FC236}">
                <a16:creationId xmlns:a16="http://schemas.microsoft.com/office/drawing/2014/main" id="{76AC9B3E-D0FA-AD26-6B2F-591AFE334A09}"/>
              </a:ext>
            </a:extLst>
          </p:cNvPr>
          <p:cNvSpPr/>
          <p:nvPr/>
        </p:nvSpPr>
        <p:spPr>
          <a:xfrm>
            <a:off x="6106124" y="3409695"/>
            <a:ext cx="2700371" cy="2723611"/>
          </a:xfrm>
          <a:prstGeom prst="rect">
            <a:avLst/>
          </a:prstGeom>
          <a:solidFill>
            <a:srgbClr val="FFFFFF">
              <a:alpha val="89835"/>
            </a:srgbClr>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8" name="Rectangle 7">
            <a:extLst>
              <a:ext uri="{FF2B5EF4-FFF2-40B4-BE49-F238E27FC236}">
                <a16:creationId xmlns:a16="http://schemas.microsoft.com/office/drawing/2014/main" id="{720394E3-6BEB-E312-AA5A-2E2808D0EFC7}"/>
              </a:ext>
            </a:extLst>
          </p:cNvPr>
          <p:cNvSpPr/>
          <p:nvPr/>
        </p:nvSpPr>
        <p:spPr>
          <a:xfrm>
            <a:off x="4900613" y="724694"/>
            <a:ext cx="2371858" cy="260390"/>
          </a:xfrm>
          <a:prstGeom prst="rect">
            <a:avLst/>
          </a:prstGeom>
          <a:solidFill>
            <a:srgbClr val="FFFFFF">
              <a:alpha val="89898"/>
            </a:srgbClr>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9" name="Rectangle 8">
            <a:extLst>
              <a:ext uri="{FF2B5EF4-FFF2-40B4-BE49-F238E27FC236}">
                <a16:creationId xmlns:a16="http://schemas.microsoft.com/office/drawing/2014/main" id="{59573600-466D-5F55-7789-B33D1B2D89CE}"/>
              </a:ext>
            </a:extLst>
          </p:cNvPr>
          <p:cNvSpPr/>
          <p:nvPr/>
        </p:nvSpPr>
        <p:spPr>
          <a:xfrm>
            <a:off x="3390105" y="985083"/>
            <a:ext cx="5416390" cy="2424613"/>
          </a:xfrm>
          <a:prstGeom prst="rect">
            <a:avLst/>
          </a:prstGeom>
          <a:solidFill>
            <a:srgbClr val="FFFFFF">
              <a:alpha val="89898"/>
            </a:srgbClr>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Tree>
    <p:extLst>
      <p:ext uri="{BB962C8B-B14F-4D97-AF65-F5344CB8AC3E}">
        <p14:creationId xmlns:p14="http://schemas.microsoft.com/office/powerpoint/2010/main" val="1590378616"/>
      </p:ext>
    </p:extLst>
  </p:cSld>
  <p:clrMapOvr>
    <a:masterClrMapping/>
  </p:clrMapOvr>
</p:sld>
</file>

<file path=ppt/slides/slide54.xml><?xml version="1.0" encoding="utf-8"?>
<p:sld xmlns:a="http://schemas.openxmlformats.org/drawingml/2006/main" xmlns:r="http://schemas.openxmlformats.org/officeDocument/2006/relationships" xmlns:p="http://schemas.openxmlformats.org/presentationml/2006/main">
  <p:cSld>
    <p:spTree>
      <p:nvGrpSpPr>
        <p:cNvPr id="1" name="Shape 1198"/>
        <p:cNvGrpSpPr/>
        <p:nvPr/>
      </p:nvGrpSpPr>
      <p:grpSpPr>
        <a:xfrm>
          <a:off x="0" y="0"/>
          <a:ext cx="0" cy="0"/>
          <a:chOff x="0" y="0"/>
          <a:chExt cx="0" cy="0"/>
        </a:xfrm>
      </p:grpSpPr>
      <p:sp>
        <p:nvSpPr>
          <p:cNvPr id="1199" name="Google Shape;1199;p156"/>
          <p:cNvSpPr txBox="1">
            <a:spLocks noGrp="1"/>
          </p:cNvSpPr>
          <p:nvPr>
            <p:ph type="title"/>
          </p:nvPr>
        </p:nvSpPr>
        <p:spPr>
          <a:xfrm>
            <a:off x="455618" y="460684"/>
            <a:ext cx="11277833" cy="524399"/>
          </a:xfrm>
          <a:prstGeom prst="rect">
            <a:avLst/>
          </a:prstGeom>
        </p:spPr>
        <p:txBody>
          <a:bodyPr spcFirstLastPara="1" wrap="square" lIns="0" tIns="0" rIns="0" bIns="0" anchor="ctr" anchorCtr="0">
            <a:noAutofit/>
          </a:bodyPr>
          <a:lstStyle/>
          <a:p>
            <a:pPr>
              <a:lnSpc>
                <a:spcPct val="100000"/>
              </a:lnSpc>
            </a:pPr>
            <a:r>
              <a:rPr lang="en" dirty="0"/>
              <a:t>Multiple Risk Domains</a:t>
            </a:r>
            <a:endParaRPr dirty="0"/>
          </a:p>
        </p:txBody>
      </p:sp>
      <p:pic>
        <p:nvPicPr>
          <p:cNvPr id="3" name="Picture 2">
            <a:extLst>
              <a:ext uri="{FF2B5EF4-FFF2-40B4-BE49-F238E27FC236}">
                <a16:creationId xmlns:a16="http://schemas.microsoft.com/office/drawing/2014/main" id="{48899258-C18B-C768-27CF-AEC4B54F6E63}"/>
              </a:ext>
            </a:extLst>
          </p:cNvPr>
          <p:cNvPicPr>
            <a:picLocks noChangeAspect="1"/>
          </p:cNvPicPr>
          <p:nvPr/>
        </p:nvPicPr>
        <p:blipFill>
          <a:blip r:embed="rId3"/>
          <a:stretch>
            <a:fillRect/>
          </a:stretch>
        </p:blipFill>
        <p:spPr>
          <a:xfrm>
            <a:off x="3390105" y="724693"/>
            <a:ext cx="5408613" cy="5408613"/>
          </a:xfrm>
          <a:prstGeom prst="rect">
            <a:avLst/>
          </a:prstGeom>
        </p:spPr>
      </p:pic>
    </p:spTree>
    <p:extLst>
      <p:ext uri="{BB962C8B-B14F-4D97-AF65-F5344CB8AC3E}">
        <p14:creationId xmlns:p14="http://schemas.microsoft.com/office/powerpoint/2010/main" val="782557927"/>
      </p:ext>
    </p:extLst>
  </p:cSld>
  <p:clrMapOvr>
    <a:masterClrMapping/>
  </p:clrMapOvr>
</p:sld>
</file>

<file path=ppt/slides/slide55.xml><?xml version="1.0" encoding="utf-8"?>
<p:sld xmlns:a="http://schemas.openxmlformats.org/drawingml/2006/main" xmlns:r="http://schemas.openxmlformats.org/officeDocument/2006/relationships" xmlns:p="http://schemas.openxmlformats.org/presentationml/2006/main">
  <p:cSld>
    <p:spTree>
      <p:nvGrpSpPr>
        <p:cNvPr id="1" name="Shape 1198"/>
        <p:cNvGrpSpPr/>
        <p:nvPr/>
      </p:nvGrpSpPr>
      <p:grpSpPr>
        <a:xfrm>
          <a:off x="0" y="0"/>
          <a:ext cx="0" cy="0"/>
          <a:chOff x="0" y="0"/>
          <a:chExt cx="0" cy="0"/>
        </a:xfrm>
      </p:grpSpPr>
      <p:sp>
        <p:nvSpPr>
          <p:cNvPr id="1199" name="Google Shape;1199;p156"/>
          <p:cNvSpPr txBox="1">
            <a:spLocks noGrp="1"/>
          </p:cNvSpPr>
          <p:nvPr>
            <p:ph type="title"/>
          </p:nvPr>
        </p:nvSpPr>
        <p:spPr>
          <a:xfrm>
            <a:off x="455618" y="460684"/>
            <a:ext cx="11277833" cy="524399"/>
          </a:xfrm>
          <a:prstGeom prst="rect">
            <a:avLst/>
          </a:prstGeom>
        </p:spPr>
        <p:txBody>
          <a:bodyPr spcFirstLastPara="1" wrap="square" lIns="0" tIns="0" rIns="0" bIns="0" anchor="ctr" anchorCtr="0">
            <a:noAutofit/>
          </a:bodyPr>
          <a:lstStyle/>
          <a:p>
            <a:pPr>
              <a:lnSpc>
                <a:spcPct val="100000"/>
              </a:lnSpc>
            </a:pPr>
            <a:r>
              <a:rPr lang="en" dirty="0"/>
              <a:t>Multi-domain Workflow</a:t>
            </a:r>
            <a:endParaRPr dirty="0"/>
          </a:p>
        </p:txBody>
      </p:sp>
      <p:pic>
        <p:nvPicPr>
          <p:cNvPr id="7" name="Picture 6">
            <a:extLst>
              <a:ext uri="{FF2B5EF4-FFF2-40B4-BE49-F238E27FC236}">
                <a16:creationId xmlns:a16="http://schemas.microsoft.com/office/drawing/2014/main" id="{EF4E085A-18A6-BFF1-E4AB-7979710815A2}"/>
              </a:ext>
            </a:extLst>
          </p:cNvPr>
          <p:cNvPicPr>
            <a:picLocks noChangeAspect="1"/>
          </p:cNvPicPr>
          <p:nvPr/>
        </p:nvPicPr>
        <p:blipFill>
          <a:blip r:embed="rId3"/>
          <a:srcRect/>
          <a:stretch/>
        </p:blipFill>
        <p:spPr>
          <a:xfrm>
            <a:off x="2886075" y="2135976"/>
            <a:ext cx="6622700" cy="2726994"/>
          </a:xfrm>
          <a:prstGeom prst="rect">
            <a:avLst/>
          </a:prstGeom>
        </p:spPr>
      </p:pic>
    </p:spTree>
    <p:extLst>
      <p:ext uri="{BB962C8B-B14F-4D97-AF65-F5344CB8AC3E}">
        <p14:creationId xmlns:p14="http://schemas.microsoft.com/office/powerpoint/2010/main" val="3152699232"/>
      </p:ext>
    </p:extLst>
  </p:cSld>
  <p:clrMapOvr>
    <a:masterClrMapping/>
  </p:clrMapOvr>
</p:sld>
</file>

<file path=ppt/slides/slide56.xml><?xml version="1.0" encoding="utf-8"?>
<p:sld xmlns:a="http://schemas.openxmlformats.org/drawingml/2006/main" xmlns:r="http://schemas.openxmlformats.org/officeDocument/2006/relationships" xmlns:p="http://schemas.openxmlformats.org/presentationml/2006/main">
  <p:cSld>
    <p:spTree>
      <p:nvGrpSpPr>
        <p:cNvPr id="1" name="Shape 1198"/>
        <p:cNvGrpSpPr/>
        <p:nvPr/>
      </p:nvGrpSpPr>
      <p:grpSpPr>
        <a:xfrm>
          <a:off x="0" y="0"/>
          <a:ext cx="0" cy="0"/>
          <a:chOff x="0" y="0"/>
          <a:chExt cx="0" cy="0"/>
        </a:xfrm>
      </p:grpSpPr>
      <p:pic>
        <p:nvPicPr>
          <p:cNvPr id="3" name="Picture 2">
            <a:extLst>
              <a:ext uri="{FF2B5EF4-FFF2-40B4-BE49-F238E27FC236}">
                <a16:creationId xmlns:a16="http://schemas.microsoft.com/office/drawing/2014/main" id="{BCF1528C-8CA1-088A-4C6A-8F0A9EE7751A}"/>
              </a:ext>
            </a:extLst>
          </p:cNvPr>
          <p:cNvPicPr>
            <a:picLocks noChangeAspect="1"/>
          </p:cNvPicPr>
          <p:nvPr/>
        </p:nvPicPr>
        <p:blipFill>
          <a:blip r:embed="rId3"/>
          <a:stretch>
            <a:fillRect/>
          </a:stretch>
        </p:blipFill>
        <p:spPr>
          <a:xfrm>
            <a:off x="2523682" y="460684"/>
            <a:ext cx="9090470" cy="5936632"/>
          </a:xfrm>
          <a:prstGeom prst="rect">
            <a:avLst/>
          </a:prstGeom>
        </p:spPr>
      </p:pic>
      <p:sp>
        <p:nvSpPr>
          <p:cNvPr id="1199" name="Google Shape;1199;p156"/>
          <p:cNvSpPr txBox="1">
            <a:spLocks noGrp="1"/>
          </p:cNvSpPr>
          <p:nvPr>
            <p:ph type="title"/>
          </p:nvPr>
        </p:nvSpPr>
        <p:spPr>
          <a:xfrm>
            <a:off x="455618" y="460684"/>
            <a:ext cx="11277833" cy="524399"/>
          </a:xfrm>
          <a:prstGeom prst="rect">
            <a:avLst/>
          </a:prstGeom>
        </p:spPr>
        <p:txBody>
          <a:bodyPr spcFirstLastPara="1" wrap="square" lIns="0" tIns="0" rIns="0" bIns="0" anchor="ctr" anchorCtr="0">
            <a:noAutofit/>
          </a:bodyPr>
          <a:lstStyle/>
          <a:p>
            <a:pPr>
              <a:lnSpc>
                <a:spcPct val="100000"/>
              </a:lnSpc>
            </a:pPr>
            <a:r>
              <a:rPr lang="en" dirty="0"/>
              <a:t>Multi-domain Workflow</a:t>
            </a:r>
            <a:endParaRPr dirty="0"/>
          </a:p>
        </p:txBody>
      </p:sp>
    </p:spTree>
    <p:extLst>
      <p:ext uri="{BB962C8B-B14F-4D97-AF65-F5344CB8AC3E}">
        <p14:creationId xmlns:p14="http://schemas.microsoft.com/office/powerpoint/2010/main" val="751222628"/>
      </p:ext>
    </p:extLst>
  </p:cSld>
  <p:clrMapOvr>
    <a:masterClrMapping/>
  </p:clrMapOvr>
</p:sld>
</file>

<file path=ppt/slides/slide57.xml><?xml version="1.0" encoding="utf-8"?>
<p:sld xmlns:a="http://schemas.openxmlformats.org/drawingml/2006/main" xmlns:r="http://schemas.openxmlformats.org/officeDocument/2006/relationships" xmlns:p="http://schemas.openxmlformats.org/presentationml/2006/main">
  <p:cSld>
    <p:spTree>
      <p:nvGrpSpPr>
        <p:cNvPr id="1" name="Shape 1198"/>
        <p:cNvGrpSpPr/>
        <p:nvPr/>
      </p:nvGrpSpPr>
      <p:grpSpPr>
        <a:xfrm>
          <a:off x="0" y="0"/>
          <a:ext cx="0" cy="0"/>
          <a:chOff x="0" y="0"/>
          <a:chExt cx="0" cy="0"/>
        </a:xfrm>
      </p:grpSpPr>
      <p:sp>
        <p:nvSpPr>
          <p:cNvPr id="1199" name="Google Shape;1199;p156"/>
          <p:cNvSpPr txBox="1">
            <a:spLocks noGrp="1"/>
          </p:cNvSpPr>
          <p:nvPr>
            <p:ph type="title"/>
          </p:nvPr>
        </p:nvSpPr>
        <p:spPr>
          <a:xfrm>
            <a:off x="455618" y="460684"/>
            <a:ext cx="11277833" cy="524399"/>
          </a:xfrm>
          <a:prstGeom prst="rect">
            <a:avLst/>
          </a:prstGeom>
        </p:spPr>
        <p:txBody>
          <a:bodyPr spcFirstLastPara="1" wrap="square" lIns="0" tIns="0" rIns="0" bIns="0" anchor="ctr" anchorCtr="0">
            <a:noAutofit/>
          </a:bodyPr>
          <a:lstStyle/>
          <a:p>
            <a:pPr>
              <a:lnSpc>
                <a:spcPct val="100000"/>
              </a:lnSpc>
            </a:pPr>
            <a:r>
              <a:rPr lang="en" dirty="0"/>
              <a:t>Multiple Risk Domain Consolidation</a:t>
            </a:r>
            <a:endParaRPr dirty="0"/>
          </a:p>
        </p:txBody>
      </p:sp>
      <p:pic>
        <p:nvPicPr>
          <p:cNvPr id="3" name="Picture 2">
            <a:extLst>
              <a:ext uri="{FF2B5EF4-FFF2-40B4-BE49-F238E27FC236}">
                <a16:creationId xmlns:a16="http://schemas.microsoft.com/office/drawing/2014/main" id="{99FF1CD1-917B-AD08-151D-AA26B00D296C}"/>
              </a:ext>
            </a:extLst>
          </p:cNvPr>
          <p:cNvPicPr>
            <a:picLocks noChangeAspect="1"/>
          </p:cNvPicPr>
          <p:nvPr/>
        </p:nvPicPr>
        <p:blipFill>
          <a:blip r:embed="rId3"/>
          <a:stretch>
            <a:fillRect/>
          </a:stretch>
        </p:blipFill>
        <p:spPr>
          <a:xfrm>
            <a:off x="3877575" y="1375555"/>
            <a:ext cx="5290133" cy="4646025"/>
          </a:xfrm>
          <a:prstGeom prst="rect">
            <a:avLst/>
          </a:prstGeom>
        </p:spPr>
      </p:pic>
    </p:spTree>
    <p:extLst>
      <p:ext uri="{BB962C8B-B14F-4D97-AF65-F5344CB8AC3E}">
        <p14:creationId xmlns:p14="http://schemas.microsoft.com/office/powerpoint/2010/main" val="1501106489"/>
      </p:ext>
    </p:extLst>
  </p:cSld>
  <p:clrMapOvr>
    <a:masterClrMapping/>
  </p:clrMapOvr>
</p:sld>
</file>

<file path=ppt/slides/slide58.xml><?xml version="1.0" encoding="utf-8"?>
<p:sld xmlns:a="http://schemas.openxmlformats.org/drawingml/2006/main" xmlns:r="http://schemas.openxmlformats.org/officeDocument/2006/relationships" xmlns:p="http://schemas.openxmlformats.org/presentationml/2006/main">
  <p:cSld>
    <p:spTree>
      <p:nvGrpSpPr>
        <p:cNvPr id="1" name="Shape 1198"/>
        <p:cNvGrpSpPr/>
        <p:nvPr/>
      </p:nvGrpSpPr>
      <p:grpSpPr>
        <a:xfrm>
          <a:off x="0" y="0"/>
          <a:ext cx="0" cy="0"/>
          <a:chOff x="0" y="0"/>
          <a:chExt cx="0" cy="0"/>
        </a:xfrm>
      </p:grpSpPr>
      <p:sp>
        <p:nvSpPr>
          <p:cNvPr id="1199" name="Google Shape;1199;p156"/>
          <p:cNvSpPr txBox="1">
            <a:spLocks noGrp="1"/>
          </p:cNvSpPr>
          <p:nvPr>
            <p:ph type="title"/>
          </p:nvPr>
        </p:nvSpPr>
        <p:spPr>
          <a:xfrm>
            <a:off x="455618" y="460684"/>
            <a:ext cx="11277833" cy="524399"/>
          </a:xfrm>
          <a:prstGeom prst="rect">
            <a:avLst/>
          </a:prstGeom>
        </p:spPr>
        <p:txBody>
          <a:bodyPr spcFirstLastPara="1" wrap="square" lIns="0" tIns="0" rIns="0" bIns="0" anchor="ctr" anchorCtr="0">
            <a:noAutofit/>
          </a:bodyPr>
          <a:lstStyle/>
          <a:p>
            <a:pPr>
              <a:lnSpc>
                <a:spcPct val="100000"/>
              </a:lnSpc>
            </a:pPr>
            <a:r>
              <a:rPr lang="en" dirty="0"/>
              <a:t>Summary</a:t>
            </a:r>
            <a:endParaRPr dirty="0"/>
          </a:p>
        </p:txBody>
      </p:sp>
      <p:sp>
        <p:nvSpPr>
          <p:cNvPr id="2" name="TextBox 1">
            <a:extLst>
              <a:ext uri="{FF2B5EF4-FFF2-40B4-BE49-F238E27FC236}">
                <a16:creationId xmlns:a16="http://schemas.microsoft.com/office/drawing/2014/main" id="{7815AB7C-3B20-E395-B8D1-B8413068BE32}"/>
              </a:ext>
            </a:extLst>
          </p:cNvPr>
          <p:cNvSpPr txBox="1"/>
          <p:nvPr/>
        </p:nvSpPr>
        <p:spPr>
          <a:xfrm>
            <a:off x="455618" y="1437554"/>
            <a:ext cx="8959825" cy="2277547"/>
          </a:xfrm>
          <a:prstGeom prst="rect">
            <a:avLst/>
          </a:prstGeom>
          <a:noFill/>
        </p:spPr>
        <p:txBody>
          <a:bodyPr wrap="none" rtlCol="0">
            <a:spAutoFit/>
          </a:bodyPr>
          <a:lstStyle/>
          <a:p>
            <a:pPr marL="236538" indent="-236538">
              <a:spcAft>
                <a:spcPts val="1200"/>
              </a:spcAft>
              <a:buFont typeface="Arial" panose="020B0604020202020204" pitchFamily="34" charset="0"/>
              <a:buChar char="•"/>
            </a:pPr>
            <a:r>
              <a:rPr lang="en-US" sz="2800" dirty="0">
                <a:solidFill>
                  <a:schemeClr val="tx1"/>
                </a:solidFill>
              </a:rPr>
              <a:t>Uniform treatment for all threat sources</a:t>
            </a:r>
          </a:p>
          <a:p>
            <a:pPr marL="236538" indent="-236538">
              <a:spcAft>
                <a:spcPts val="1200"/>
              </a:spcAft>
              <a:buFont typeface="Arial" panose="020B0604020202020204" pitchFamily="34" charset="0"/>
              <a:buChar char="•"/>
            </a:pPr>
            <a:r>
              <a:rPr lang="en-US" sz="2800" dirty="0">
                <a:solidFill>
                  <a:schemeClr val="tx1"/>
                </a:solidFill>
              </a:rPr>
              <a:t>Common data interchange format (SARIF)</a:t>
            </a:r>
          </a:p>
          <a:p>
            <a:pPr marL="236538" indent="-236538">
              <a:spcAft>
                <a:spcPts val="1200"/>
              </a:spcAft>
              <a:buFont typeface="Arial" panose="020B0604020202020204" pitchFamily="34" charset="0"/>
              <a:buChar char="•"/>
            </a:pPr>
            <a:r>
              <a:rPr lang="en-US" sz="2800" dirty="0">
                <a:solidFill>
                  <a:schemeClr val="tx1"/>
                </a:solidFill>
              </a:rPr>
              <a:t>Process works with continuous and quantized metrics</a:t>
            </a:r>
          </a:p>
          <a:p>
            <a:pPr marL="236538" indent="-236538">
              <a:spcAft>
                <a:spcPts val="1200"/>
              </a:spcAft>
              <a:buFont typeface="Arial" panose="020B0604020202020204" pitchFamily="34" charset="0"/>
              <a:buChar char="•"/>
            </a:pPr>
            <a:r>
              <a:rPr lang="en-US" sz="2800" dirty="0">
                <a:solidFill>
                  <a:schemeClr val="tx1"/>
                </a:solidFill>
              </a:rPr>
              <a:t>Process works with single and multiple risk domains</a:t>
            </a:r>
          </a:p>
        </p:txBody>
      </p:sp>
    </p:spTree>
    <p:extLst>
      <p:ext uri="{BB962C8B-B14F-4D97-AF65-F5344CB8AC3E}">
        <p14:creationId xmlns:p14="http://schemas.microsoft.com/office/powerpoint/2010/main" val="170359378"/>
      </p:ext>
    </p:extLst>
  </p:cSld>
  <p:clrMapOvr>
    <a:masterClrMapping/>
  </p:clrMapOvr>
</p:sld>
</file>

<file path=ppt/slides/slide59.xml><?xml version="1.0" encoding="utf-8"?>
<p:sld xmlns:a="http://schemas.openxmlformats.org/drawingml/2006/main" xmlns:r="http://schemas.openxmlformats.org/officeDocument/2006/relationships" xmlns:p="http://schemas.openxmlformats.org/presentationml/2006/main">
  <p:cSld>
    <p:spTree>
      <p:nvGrpSpPr>
        <p:cNvPr id="1" name="Shape 1198"/>
        <p:cNvGrpSpPr/>
        <p:nvPr/>
      </p:nvGrpSpPr>
      <p:grpSpPr>
        <a:xfrm>
          <a:off x="0" y="0"/>
          <a:ext cx="0" cy="0"/>
          <a:chOff x="0" y="0"/>
          <a:chExt cx="0" cy="0"/>
        </a:xfrm>
      </p:grpSpPr>
      <p:sp>
        <p:nvSpPr>
          <p:cNvPr id="1199" name="Google Shape;1199;p156"/>
          <p:cNvSpPr txBox="1">
            <a:spLocks noGrp="1"/>
          </p:cNvSpPr>
          <p:nvPr>
            <p:ph type="title"/>
          </p:nvPr>
        </p:nvSpPr>
        <p:spPr>
          <a:xfrm>
            <a:off x="455618" y="460684"/>
            <a:ext cx="11277833" cy="524399"/>
          </a:xfrm>
          <a:prstGeom prst="rect">
            <a:avLst/>
          </a:prstGeom>
        </p:spPr>
        <p:txBody>
          <a:bodyPr spcFirstLastPara="1" wrap="square" lIns="0" tIns="0" rIns="0" bIns="0" anchor="ctr" anchorCtr="0">
            <a:noAutofit/>
          </a:bodyPr>
          <a:lstStyle/>
          <a:p>
            <a:pPr>
              <a:lnSpc>
                <a:spcPct val="100000"/>
              </a:lnSpc>
            </a:pPr>
            <a:r>
              <a:rPr lang="en" dirty="0"/>
              <a:t>AVCDL on GitHub</a:t>
            </a:r>
            <a:endParaRPr dirty="0"/>
          </a:p>
        </p:txBody>
      </p:sp>
      <p:sp>
        <p:nvSpPr>
          <p:cNvPr id="2" name="Rectangle 1">
            <a:extLst>
              <a:ext uri="{FF2B5EF4-FFF2-40B4-BE49-F238E27FC236}">
                <a16:creationId xmlns:a16="http://schemas.microsoft.com/office/drawing/2014/main" id="{4038D5AC-F2CE-EEDF-F93C-BC5BEDC13283}"/>
              </a:ext>
            </a:extLst>
          </p:cNvPr>
          <p:cNvSpPr/>
          <p:nvPr/>
        </p:nvSpPr>
        <p:spPr>
          <a:xfrm>
            <a:off x="6476383" y="522829"/>
            <a:ext cx="5256824" cy="400110"/>
          </a:xfrm>
          <a:prstGeom prst="rect">
            <a:avLst/>
          </a:prstGeom>
        </p:spPr>
        <p:txBody>
          <a:bodyPr wrap="square">
            <a:spAutoFit/>
          </a:bodyPr>
          <a:lstStyle/>
          <a:p>
            <a:pPr algn="r">
              <a:spcAft>
                <a:spcPts val="1200"/>
              </a:spcAft>
            </a:pPr>
            <a:r>
              <a:rPr lang="en-US" sz="2000" b="1" dirty="0">
                <a:solidFill>
                  <a:srgbClr val="0070C0"/>
                </a:solidFill>
                <a:latin typeface="Courier New" panose="02070309020205020404" pitchFamily="49" charset="0"/>
                <a:cs typeface="Courier New" panose="02070309020205020404" pitchFamily="49" charset="0"/>
              </a:rPr>
              <a:t>https://github.com/nutonomy/AVCDL </a:t>
            </a:r>
          </a:p>
        </p:txBody>
      </p:sp>
      <p:pic>
        <p:nvPicPr>
          <p:cNvPr id="5" name="Picture 4">
            <a:extLst>
              <a:ext uri="{FF2B5EF4-FFF2-40B4-BE49-F238E27FC236}">
                <a16:creationId xmlns:a16="http://schemas.microsoft.com/office/drawing/2014/main" id="{591B9DF4-68DC-A886-45C2-BCA27E1CF7C1}"/>
              </a:ext>
            </a:extLst>
          </p:cNvPr>
          <p:cNvPicPr>
            <a:picLocks noChangeAspect="1"/>
          </p:cNvPicPr>
          <p:nvPr/>
        </p:nvPicPr>
        <p:blipFill>
          <a:blip r:embed="rId3"/>
          <a:stretch>
            <a:fillRect/>
          </a:stretch>
        </p:blipFill>
        <p:spPr>
          <a:xfrm>
            <a:off x="2017744" y="985083"/>
            <a:ext cx="8153335" cy="5778453"/>
          </a:xfrm>
          <a:prstGeom prst="rect">
            <a:avLst/>
          </a:prstGeom>
          <a:ln>
            <a:solidFill>
              <a:schemeClr val="tx1"/>
            </a:solidFill>
          </a:ln>
          <a:effectLst>
            <a:outerShdw blurRad="50800" dist="38100" dir="2700000" algn="tl" rotWithShape="0">
              <a:prstClr val="black">
                <a:alpha val="40000"/>
              </a:prstClr>
            </a:outerShdw>
          </a:effectLst>
        </p:spPr>
      </p:pic>
    </p:spTree>
    <p:extLst>
      <p:ext uri="{BB962C8B-B14F-4D97-AF65-F5344CB8AC3E}">
        <p14:creationId xmlns:p14="http://schemas.microsoft.com/office/powerpoint/2010/main" val="3471660317"/>
      </p:ext>
    </p:extLst>
  </p:cSld>
  <p:clrMapOvr>
    <a:masterClrMapping/>
  </p:clrMapOvr>
</p:sld>
</file>

<file path=ppt/slides/slide60.xml><?xml version="1.0" encoding="utf-8"?>
<p:sld xmlns:a="http://schemas.openxmlformats.org/drawingml/2006/main" xmlns:r="http://schemas.openxmlformats.org/officeDocument/2006/relationships" xmlns:p="http://schemas.openxmlformats.org/presentationml/2006/main">
  <p:cSld>
    <p:spTree>
      <p:nvGrpSpPr>
        <p:cNvPr id="1" name="Shape 1198"/>
        <p:cNvGrpSpPr/>
        <p:nvPr/>
      </p:nvGrpSpPr>
      <p:grpSpPr>
        <a:xfrm>
          <a:off x="0" y="0"/>
          <a:ext cx="0" cy="0"/>
          <a:chOff x="0" y="0"/>
          <a:chExt cx="0" cy="0"/>
        </a:xfrm>
      </p:grpSpPr>
      <p:sp>
        <p:nvSpPr>
          <p:cNvPr id="1199" name="Google Shape;1199;p156"/>
          <p:cNvSpPr txBox="1">
            <a:spLocks noGrp="1"/>
          </p:cNvSpPr>
          <p:nvPr>
            <p:ph type="title"/>
          </p:nvPr>
        </p:nvSpPr>
        <p:spPr>
          <a:xfrm>
            <a:off x="455617" y="460684"/>
            <a:ext cx="11277833" cy="524399"/>
          </a:xfrm>
          <a:prstGeom prst="rect">
            <a:avLst/>
          </a:prstGeom>
        </p:spPr>
        <p:txBody>
          <a:bodyPr spcFirstLastPara="1" wrap="square" lIns="0" tIns="0" rIns="0" bIns="0" anchor="ctr" anchorCtr="0">
            <a:noAutofit/>
          </a:bodyPr>
          <a:lstStyle/>
          <a:p>
            <a:pPr>
              <a:lnSpc>
                <a:spcPct val="100000"/>
              </a:lnSpc>
            </a:pPr>
            <a:r>
              <a:rPr lang="en" dirty="0"/>
              <a:t>Next Steps</a:t>
            </a:r>
            <a:endParaRPr dirty="0"/>
          </a:p>
        </p:txBody>
      </p:sp>
      <p:pic>
        <p:nvPicPr>
          <p:cNvPr id="7" name="Picture 6">
            <a:extLst>
              <a:ext uri="{FF2B5EF4-FFF2-40B4-BE49-F238E27FC236}">
                <a16:creationId xmlns:a16="http://schemas.microsoft.com/office/drawing/2014/main" id="{C52B1944-9D2E-B660-DF63-98B36A597D37}"/>
              </a:ext>
            </a:extLst>
          </p:cNvPr>
          <p:cNvPicPr>
            <a:picLocks noChangeAspect="1"/>
          </p:cNvPicPr>
          <p:nvPr/>
        </p:nvPicPr>
        <p:blipFill>
          <a:blip r:embed="rId3"/>
          <a:stretch>
            <a:fillRect/>
          </a:stretch>
        </p:blipFill>
        <p:spPr>
          <a:xfrm>
            <a:off x="741952" y="326959"/>
            <a:ext cx="10704920" cy="6204081"/>
          </a:xfrm>
          <a:prstGeom prst="rect">
            <a:avLst/>
          </a:prstGeom>
          <a:effectLst/>
        </p:spPr>
      </p:pic>
    </p:spTree>
    <p:extLst>
      <p:ext uri="{BB962C8B-B14F-4D97-AF65-F5344CB8AC3E}">
        <p14:creationId xmlns:p14="http://schemas.microsoft.com/office/powerpoint/2010/main" val="3962309462"/>
      </p:ext>
    </p:extLst>
  </p:cSld>
  <p:clrMapOvr>
    <a:masterClrMapping/>
  </p:clrMapOvr>
</p:sld>
</file>

<file path=ppt/slides/slide61.xml><?xml version="1.0" encoding="utf-8"?>
<p:sld xmlns:a="http://schemas.openxmlformats.org/drawingml/2006/main" xmlns:r="http://schemas.openxmlformats.org/officeDocument/2006/relationships" xmlns:p="http://schemas.openxmlformats.org/presentationml/2006/main">
  <p:cSld>
    <p:spTree>
      <p:nvGrpSpPr>
        <p:cNvPr id="1" name="Shape 877"/>
        <p:cNvGrpSpPr/>
        <p:nvPr/>
      </p:nvGrpSpPr>
      <p:grpSpPr>
        <a:xfrm>
          <a:off x="0" y="0"/>
          <a:ext cx="0" cy="0"/>
          <a:chOff x="0" y="0"/>
          <a:chExt cx="0" cy="0"/>
        </a:xfrm>
      </p:grpSpPr>
      <p:sp>
        <p:nvSpPr>
          <p:cNvPr id="878" name="Google Shape;878;p147"/>
          <p:cNvSpPr txBox="1">
            <a:spLocks noGrp="1"/>
          </p:cNvSpPr>
          <p:nvPr>
            <p:ph type="title"/>
          </p:nvPr>
        </p:nvSpPr>
        <p:spPr>
          <a:xfrm>
            <a:off x="455617" y="460684"/>
            <a:ext cx="11277590" cy="524399"/>
          </a:xfrm>
          <a:prstGeom prst="rect">
            <a:avLst/>
          </a:prstGeom>
        </p:spPr>
        <p:txBody>
          <a:bodyPr spcFirstLastPara="1" wrap="square" lIns="0" tIns="0" rIns="0" bIns="0" anchor="ctr" anchorCtr="0">
            <a:noAutofit/>
          </a:bodyPr>
          <a:lstStyle/>
          <a:p>
            <a:pPr>
              <a:lnSpc>
                <a:spcPct val="100000"/>
              </a:lnSpc>
            </a:pPr>
            <a:r>
              <a:rPr lang="en" dirty="0"/>
              <a:t>References (1 of 4)</a:t>
            </a:r>
            <a:endParaRPr dirty="0"/>
          </a:p>
        </p:txBody>
      </p:sp>
      <p:sp>
        <p:nvSpPr>
          <p:cNvPr id="2" name="Google Shape;879;p147">
            <a:extLst>
              <a:ext uri="{FF2B5EF4-FFF2-40B4-BE49-F238E27FC236}">
                <a16:creationId xmlns:a16="http://schemas.microsoft.com/office/drawing/2014/main" id="{EE699A1B-DC13-C84D-9B67-3E4E126EE2B9}"/>
              </a:ext>
            </a:extLst>
          </p:cNvPr>
          <p:cNvSpPr txBox="1">
            <a:spLocks/>
          </p:cNvSpPr>
          <p:nvPr/>
        </p:nvSpPr>
        <p:spPr>
          <a:xfrm>
            <a:off x="455616" y="1146448"/>
            <a:ext cx="11277592" cy="5293757"/>
          </a:xfrm>
          <a:prstGeom prst="rect">
            <a:avLst/>
          </a:prstGeom>
          <a:noFill/>
          <a:ln>
            <a:noFill/>
          </a:ln>
        </p:spPr>
        <p:txBody>
          <a:bodyPr spcFirstLastPara="1" wrap="square" lIns="0" tIns="0" rIns="0" bIns="0" anchor="t" anchorCtr="0">
            <a:spAutoFit/>
          </a:bodyPr>
          <a:lstStyle>
            <a:defPPr marR="0" lvl="0" algn="l" rtl="0">
              <a:lnSpc>
                <a:spcPct val="100000"/>
              </a:lnSpc>
              <a:spcBef>
                <a:spcPts val="0"/>
              </a:spcBef>
              <a:spcAft>
                <a:spcPts val="0"/>
              </a:spcAft>
            </a:defPPr>
            <a:lvl1pPr marL="457200" marR="0" lvl="0" indent="-228600" algn="l" rtl="0">
              <a:lnSpc>
                <a:spcPct val="100000"/>
              </a:lnSpc>
              <a:spcBef>
                <a:spcPts val="1800"/>
              </a:spcBef>
              <a:spcAft>
                <a:spcPts val="0"/>
              </a:spcAft>
              <a:buClr>
                <a:schemeClr val="dk1"/>
              </a:buClr>
              <a:buSzPts val="2000"/>
              <a:buFont typeface="Roboto"/>
              <a:buNone/>
              <a:defRPr sz="2000" b="0" i="0" u="none" strike="noStrike" cap="none">
                <a:solidFill>
                  <a:schemeClr val="dk1"/>
                </a:solidFill>
                <a:latin typeface="Roboto"/>
                <a:ea typeface="Roboto"/>
                <a:cs typeface="Roboto"/>
                <a:sym typeface="Roboto"/>
              </a:defRPr>
            </a:lvl1pPr>
            <a:lvl2pPr marL="914400" marR="0" lvl="1" indent="-342900" algn="l" rtl="0">
              <a:lnSpc>
                <a:spcPct val="100000"/>
              </a:lnSpc>
              <a:spcBef>
                <a:spcPts val="600"/>
              </a:spcBef>
              <a:spcAft>
                <a:spcPts val="0"/>
              </a:spcAft>
              <a:buClr>
                <a:schemeClr val="dk1"/>
              </a:buClr>
              <a:buSzPts val="1800"/>
              <a:buFont typeface="Arial"/>
              <a:buChar char="•"/>
              <a:defRPr sz="1800" b="0" i="0" u="none" strike="noStrike" cap="none">
                <a:solidFill>
                  <a:schemeClr val="dk1"/>
                </a:solidFill>
                <a:latin typeface="Roboto"/>
                <a:ea typeface="Roboto"/>
                <a:cs typeface="Roboto"/>
                <a:sym typeface="Roboto"/>
              </a:defRPr>
            </a:lvl2pPr>
            <a:lvl3pPr marL="1371600" marR="0" lvl="2" indent="-330200" algn="l" rtl="0">
              <a:lnSpc>
                <a:spcPct val="100000"/>
              </a:lnSpc>
              <a:spcBef>
                <a:spcPts val="600"/>
              </a:spcBef>
              <a:spcAft>
                <a:spcPts val="0"/>
              </a:spcAft>
              <a:buClr>
                <a:schemeClr val="dk1"/>
              </a:buClr>
              <a:buSzPts val="1600"/>
              <a:buFont typeface="Merriweather Sans"/>
              <a:buChar char="−"/>
              <a:defRPr sz="1600" b="0" i="0" u="none" strike="noStrike" cap="none">
                <a:solidFill>
                  <a:schemeClr val="dk1"/>
                </a:solidFill>
                <a:latin typeface="Roboto"/>
                <a:ea typeface="Roboto"/>
                <a:cs typeface="Roboto"/>
                <a:sym typeface="Roboto"/>
              </a:defRPr>
            </a:lvl3pPr>
            <a:lvl4pPr marL="1828800" marR="0" lvl="3" indent="-317500" algn="l" rtl="0">
              <a:lnSpc>
                <a:spcPct val="100000"/>
              </a:lnSpc>
              <a:spcBef>
                <a:spcPts val="300"/>
              </a:spcBef>
              <a:spcAft>
                <a:spcPts val="0"/>
              </a:spcAft>
              <a:buClr>
                <a:schemeClr val="dk1"/>
              </a:buClr>
              <a:buSzPts val="1400"/>
              <a:buFont typeface="Arial"/>
              <a:buChar char="•"/>
              <a:defRPr sz="1400" b="0" i="0" u="none" strike="noStrike" cap="none">
                <a:solidFill>
                  <a:schemeClr val="dk1"/>
                </a:solidFill>
                <a:latin typeface="Roboto"/>
                <a:ea typeface="Roboto"/>
                <a:cs typeface="Roboto"/>
                <a:sym typeface="Roboto"/>
              </a:defRPr>
            </a:lvl4pPr>
            <a:lvl5pPr marL="2286000" marR="0" lvl="4" indent="-304800" algn="l" rtl="0">
              <a:lnSpc>
                <a:spcPct val="100000"/>
              </a:lnSpc>
              <a:spcBef>
                <a:spcPts val="300"/>
              </a:spcBef>
              <a:spcAft>
                <a:spcPts val="0"/>
              </a:spcAft>
              <a:buClr>
                <a:schemeClr val="dk1"/>
              </a:buClr>
              <a:buSzPts val="1200"/>
              <a:buFont typeface="Merriweather Sans"/>
              <a:buChar char="−"/>
              <a:defRPr sz="1200" b="0" i="0" u="none" strike="noStrike" cap="none">
                <a:solidFill>
                  <a:schemeClr val="dk1"/>
                </a:solidFill>
                <a:latin typeface="Roboto"/>
                <a:ea typeface="Roboto"/>
                <a:cs typeface="Roboto"/>
                <a:sym typeface="Roboto"/>
              </a:defRPr>
            </a:lvl5pPr>
            <a:lvl6pPr marL="2743200" marR="0" lvl="5" indent="-304800" algn="l" rtl="0">
              <a:lnSpc>
                <a:spcPct val="100000"/>
              </a:lnSpc>
              <a:spcBef>
                <a:spcPts val="360"/>
              </a:spcBef>
              <a:spcAft>
                <a:spcPts val="0"/>
              </a:spcAft>
              <a:buClr>
                <a:schemeClr val="dk1"/>
              </a:buClr>
              <a:buSzPts val="1200"/>
              <a:buFont typeface="Roboto"/>
              <a:buChar char="•"/>
              <a:defRPr sz="1200" b="0" i="0" u="none" strike="noStrike" cap="none">
                <a:solidFill>
                  <a:schemeClr val="dk1"/>
                </a:solidFill>
                <a:latin typeface="Roboto"/>
                <a:ea typeface="Roboto"/>
                <a:cs typeface="Roboto"/>
                <a:sym typeface="Roboto"/>
              </a:defRPr>
            </a:lvl6pPr>
            <a:lvl7pPr marL="3200400" marR="0" lvl="6" indent="-304800" algn="l" rtl="0">
              <a:lnSpc>
                <a:spcPct val="100000"/>
              </a:lnSpc>
              <a:spcBef>
                <a:spcPts val="360"/>
              </a:spcBef>
              <a:spcAft>
                <a:spcPts val="0"/>
              </a:spcAft>
              <a:buClr>
                <a:schemeClr val="dk1"/>
              </a:buClr>
              <a:buSzPts val="1200"/>
              <a:buFont typeface="Roboto"/>
              <a:buChar char="•"/>
              <a:defRPr sz="1200" b="0" i="0" u="none" strike="noStrike" cap="none">
                <a:solidFill>
                  <a:schemeClr val="dk1"/>
                </a:solidFill>
                <a:latin typeface="Roboto"/>
                <a:ea typeface="Roboto"/>
                <a:cs typeface="Roboto"/>
                <a:sym typeface="Roboto"/>
              </a:defRPr>
            </a:lvl7pPr>
            <a:lvl8pPr marL="3657600" marR="0" lvl="7" indent="-304800" algn="l" rtl="0">
              <a:lnSpc>
                <a:spcPct val="100000"/>
              </a:lnSpc>
              <a:spcBef>
                <a:spcPts val="360"/>
              </a:spcBef>
              <a:spcAft>
                <a:spcPts val="0"/>
              </a:spcAft>
              <a:buClr>
                <a:schemeClr val="dk1"/>
              </a:buClr>
              <a:buSzPts val="1200"/>
              <a:buFont typeface="Roboto"/>
              <a:buChar char="•"/>
              <a:defRPr sz="1200" b="0" i="0" u="none" strike="noStrike" cap="none">
                <a:solidFill>
                  <a:schemeClr val="dk1"/>
                </a:solidFill>
                <a:latin typeface="Roboto"/>
                <a:ea typeface="Roboto"/>
                <a:cs typeface="Roboto"/>
                <a:sym typeface="Roboto"/>
              </a:defRPr>
            </a:lvl8pPr>
            <a:lvl9pPr marL="4114800" marR="0" lvl="8" indent="-304800" algn="l" rtl="0">
              <a:lnSpc>
                <a:spcPct val="100000"/>
              </a:lnSpc>
              <a:spcBef>
                <a:spcPts val="360"/>
              </a:spcBef>
              <a:spcAft>
                <a:spcPts val="0"/>
              </a:spcAft>
              <a:buClr>
                <a:schemeClr val="dk1"/>
              </a:buClr>
              <a:buSzPts val="1200"/>
              <a:buFont typeface="Roboto"/>
              <a:buChar char="•"/>
              <a:defRPr sz="1200" b="0" i="0" u="none" strike="noStrike" cap="none">
                <a:solidFill>
                  <a:schemeClr val="dk1"/>
                </a:solidFill>
                <a:latin typeface="Roboto"/>
                <a:ea typeface="Roboto"/>
                <a:cs typeface="Roboto"/>
                <a:sym typeface="Roboto"/>
              </a:defRPr>
            </a:lvl9pPr>
          </a:lstStyle>
          <a:p>
            <a:pPr marL="0" indent="0">
              <a:spcBef>
                <a:spcPts val="0"/>
              </a:spcBef>
              <a:spcAft>
                <a:spcPts val="1200"/>
              </a:spcAft>
            </a:pPr>
            <a:r>
              <a:rPr lang="en-US" b="1" dirty="0">
                <a:latin typeface="Roboto" panose="02000000000000000000" pitchFamily="2" charset="0"/>
                <a:ea typeface="Roboto" panose="02000000000000000000" pitchFamily="2" charset="0"/>
                <a:cs typeface="Courier New" panose="02070309020205020404" pitchFamily="49" charset="0"/>
              </a:rPr>
              <a:t>AVCDL primary document</a:t>
            </a:r>
          </a:p>
          <a:p>
            <a:pPr marL="0" indent="0">
              <a:spcBef>
                <a:spcPts val="0"/>
              </a:spcBef>
              <a:spcAft>
                <a:spcPts val="1200"/>
              </a:spcAft>
            </a:pPr>
            <a:r>
              <a:rPr lang="en-US" b="1" dirty="0">
                <a:latin typeface="Roboto" panose="02000000000000000000" pitchFamily="2" charset="0"/>
                <a:ea typeface="Roboto" panose="02000000000000000000" pitchFamily="2" charset="0"/>
                <a:cs typeface="Courier New" panose="02070309020205020404" pitchFamily="49" charset="0"/>
              </a:rPr>
              <a:t>Incident Response Plan (AVCDL secondary document)</a:t>
            </a:r>
          </a:p>
          <a:p>
            <a:pPr marL="0" indent="0">
              <a:spcBef>
                <a:spcPts val="0"/>
              </a:spcBef>
              <a:spcAft>
                <a:spcPts val="1200"/>
              </a:spcAft>
            </a:pPr>
            <a:r>
              <a:rPr lang="en-US" b="1" dirty="0">
                <a:latin typeface="Roboto" panose="02000000000000000000" pitchFamily="2" charset="0"/>
                <a:ea typeface="Roboto" panose="02000000000000000000" pitchFamily="2" charset="0"/>
                <a:cs typeface="Courier New" panose="02070309020205020404" pitchFamily="49" charset="0"/>
              </a:rPr>
              <a:t>Attack Surface Analysis Report (AVCDL secondary document)</a:t>
            </a:r>
          </a:p>
          <a:p>
            <a:pPr marL="0" indent="0">
              <a:spcBef>
                <a:spcPts val="0"/>
              </a:spcBef>
              <a:spcAft>
                <a:spcPts val="1200"/>
              </a:spcAft>
            </a:pPr>
            <a:r>
              <a:rPr lang="en-US" b="1" dirty="0">
                <a:latin typeface="Roboto" panose="02000000000000000000" pitchFamily="2" charset="0"/>
                <a:ea typeface="Roboto" panose="02000000000000000000" pitchFamily="2" charset="0"/>
                <a:cs typeface="Courier New" panose="02070309020205020404" pitchFamily="49" charset="0"/>
              </a:rPr>
              <a:t>Threat Modeling Report (AVCDL secondary document)</a:t>
            </a:r>
          </a:p>
          <a:p>
            <a:pPr marL="0" indent="0">
              <a:spcBef>
                <a:spcPts val="0"/>
              </a:spcBef>
              <a:spcAft>
                <a:spcPts val="1200"/>
              </a:spcAft>
            </a:pPr>
            <a:r>
              <a:rPr lang="en-US" b="1" dirty="0">
                <a:latin typeface="Roboto" panose="02000000000000000000" pitchFamily="2" charset="0"/>
                <a:ea typeface="Roboto" panose="02000000000000000000" pitchFamily="2" charset="0"/>
                <a:cs typeface="Courier New" panose="02070309020205020404" pitchFamily="49" charset="0"/>
              </a:rPr>
              <a:t>Threat Prioritization Plan (AVCDL secondary document)</a:t>
            </a:r>
          </a:p>
          <a:p>
            <a:pPr marL="0" indent="0">
              <a:spcBef>
                <a:spcPts val="0"/>
              </a:spcBef>
              <a:spcAft>
                <a:spcPts val="1200"/>
              </a:spcAft>
            </a:pPr>
            <a:r>
              <a:rPr lang="en-US" b="1" dirty="0">
                <a:latin typeface="Roboto" panose="02000000000000000000" pitchFamily="2" charset="0"/>
                <a:ea typeface="Roboto" panose="02000000000000000000" pitchFamily="2" charset="0"/>
                <a:cs typeface="Courier New" panose="02070309020205020404" pitchFamily="49" charset="0"/>
              </a:rPr>
              <a:t>Ranked / Risked Threat Report (AVCDL secondary document)</a:t>
            </a:r>
          </a:p>
          <a:p>
            <a:pPr marL="0" indent="0">
              <a:spcBef>
                <a:spcPts val="0"/>
              </a:spcBef>
              <a:spcAft>
                <a:spcPts val="1200"/>
              </a:spcAft>
            </a:pPr>
            <a:r>
              <a:rPr lang="en-US" b="1" dirty="0">
                <a:latin typeface="Roboto" panose="02000000000000000000" pitchFamily="2" charset="0"/>
                <a:ea typeface="Roboto" panose="02000000000000000000" pitchFamily="2" charset="0"/>
                <a:cs typeface="Courier New" panose="02070309020205020404" pitchFamily="49" charset="0"/>
              </a:rPr>
              <a:t>Threat Report (AVCDL secondary document)</a:t>
            </a:r>
            <a:endParaRPr lang="en-US" sz="2000" b="1" dirty="0">
              <a:latin typeface="Courier New" panose="02070309020205020404" pitchFamily="49" charset="0"/>
              <a:cs typeface="Courier New" panose="02070309020205020404" pitchFamily="49" charset="0"/>
            </a:endParaRPr>
          </a:p>
          <a:p>
            <a:pPr marL="0" indent="0">
              <a:spcBef>
                <a:spcPts val="0"/>
              </a:spcBef>
              <a:spcAft>
                <a:spcPts val="1200"/>
              </a:spcAft>
            </a:pPr>
            <a:r>
              <a:rPr lang="en-US" b="1" dirty="0">
                <a:latin typeface="Roboto" panose="02000000000000000000" pitchFamily="2" charset="0"/>
                <a:ea typeface="Roboto" panose="02000000000000000000" pitchFamily="2" charset="0"/>
                <a:cs typeface="Courier New" panose="02070309020205020404" pitchFamily="49" charset="0"/>
              </a:rPr>
              <a:t>Secure Code Review Summary (AVCDL secondary document)</a:t>
            </a:r>
          </a:p>
          <a:p>
            <a:pPr marL="0" indent="0">
              <a:spcBef>
                <a:spcPts val="0"/>
              </a:spcBef>
              <a:spcAft>
                <a:spcPts val="1200"/>
              </a:spcAft>
            </a:pPr>
            <a:r>
              <a:rPr lang="en-US" b="1" dirty="0">
                <a:latin typeface="Roboto" panose="02000000000000000000" pitchFamily="2" charset="0"/>
                <a:ea typeface="Roboto" panose="02000000000000000000" pitchFamily="2" charset="0"/>
                <a:cs typeface="Courier New" panose="02070309020205020404" pitchFamily="49" charset="0"/>
              </a:rPr>
              <a:t>Understanding TARA in an AVCDL Context (AVCDL elaboration document)</a:t>
            </a:r>
            <a:endParaRPr lang="en-US" sz="4400" b="1" dirty="0">
              <a:latin typeface="Courier New" panose="02070309020205020404" pitchFamily="49" charset="0"/>
              <a:cs typeface="Courier New" panose="02070309020205020404" pitchFamily="49" charset="0"/>
            </a:endParaRPr>
          </a:p>
          <a:p>
            <a:pPr marL="0" indent="0">
              <a:spcBef>
                <a:spcPts val="0"/>
              </a:spcBef>
              <a:spcAft>
                <a:spcPts val="1200"/>
              </a:spcAft>
            </a:pPr>
            <a:r>
              <a:rPr lang="en-US" b="1" dirty="0">
                <a:latin typeface="Roboto" panose="02000000000000000000" pitchFamily="2" charset="0"/>
                <a:ea typeface="Roboto" panose="02000000000000000000" pitchFamily="2" charset="0"/>
                <a:cs typeface="Courier New" panose="02070309020205020404" pitchFamily="49" charset="0"/>
              </a:rPr>
              <a:t>Understanding Cybersecurity Risk Freshness in an AVCDL Context (AVCDL elaboration document)</a:t>
            </a:r>
            <a:endParaRPr lang="en-US" sz="3200" b="1" dirty="0">
              <a:latin typeface="Courier New" panose="02070309020205020404" pitchFamily="49" charset="0"/>
              <a:cs typeface="Courier New" panose="02070309020205020404" pitchFamily="49" charset="0"/>
            </a:endParaRPr>
          </a:p>
          <a:p>
            <a:pPr marL="0" indent="0">
              <a:spcBef>
                <a:spcPts val="0"/>
              </a:spcBef>
            </a:pPr>
            <a:r>
              <a:rPr lang="en-US" b="1" dirty="0"/>
              <a:t>Common Vulnerability Scoring System</a:t>
            </a:r>
          </a:p>
          <a:p>
            <a:pPr marL="0" indent="0">
              <a:spcBef>
                <a:spcPts val="0"/>
              </a:spcBef>
              <a:spcAft>
                <a:spcPts val="1200"/>
              </a:spcAft>
            </a:pPr>
            <a:r>
              <a:rPr lang="en-US" sz="1400" b="1" dirty="0">
                <a:latin typeface="Courier New" panose="02070309020205020404" pitchFamily="49" charset="0"/>
                <a:cs typeface="Courier New" panose="02070309020205020404" pitchFamily="49" charset="0"/>
                <a:hlinkClick r:id="rId3"/>
              </a:rPr>
              <a:t>https://www.first.org/cvss/</a:t>
            </a:r>
            <a:r>
              <a:rPr lang="en-US" sz="1400" b="1" dirty="0">
                <a:latin typeface="Courier New" panose="02070309020205020404" pitchFamily="49" charset="0"/>
                <a:cs typeface="Courier New" panose="02070309020205020404" pitchFamily="49" charset="0"/>
              </a:rPr>
              <a:t> </a:t>
            </a:r>
          </a:p>
        </p:txBody>
      </p:sp>
    </p:spTree>
    <p:extLst>
      <p:ext uri="{BB962C8B-B14F-4D97-AF65-F5344CB8AC3E}">
        <p14:creationId xmlns:p14="http://schemas.microsoft.com/office/powerpoint/2010/main" val="2557400049"/>
      </p:ext>
    </p:extLst>
  </p:cSld>
  <p:clrMapOvr>
    <a:masterClrMapping/>
  </p:clrMapOvr>
</p:sld>
</file>

<file path=ppt/slides/slide62.xml><?xml version="1.0" encoding="utf-8"?>
<p:sld xmlns:a="http://schemas.openxmlformats.org/drawingml/2006/main" xmlns:r="http://schemas.openxmlformats.org/officeDocument/2006/relationships" xmlns:p="http://schemas.openxmlformats.org/presentationml/2006/main">
  <p:cSld>
    <p:spTree>
      <p:nvGrpSpPr>
        <p:cNvPr id="1" name="Shape 877"/>
        <p:cNvGrpSpPr/>
        <p:nvPr/>
      </p:nvGrpSpPr>
      <p:grpSpPr>
        <a:xfrm>
          <a:off x="0" y="0"/>
          <a:ext cx="0" cy="0"/>
          <a:chOff x="0" y="0"/>
          <a:chExt cx="0" cy="0"/>
        </a:xfrm>
      </p:grpSpPr>
      <p:sp>
        <p:nvSpPr>
          <p:cNvPr id="878" name="Google Shape;878;p147"/>
          <p:cNvSpPr txBox="1">
            <a:spLocks noGrp="1"/>
          </p:cNvSpPr>
          <p:nvPr>
            <p:ph type="title"/>
          </p:nvPr>
        </p:nvSpPr>
        <p:spPr>
          <a:xfrm>
            <a:off x="455617" y="460684"/>
            <a:ext cx="11277590" cy="524399"/>
          </a:xfrm>
          <a:prstGeom prst="rect">
            <a:avLst/>
          </a:prstGeom>
        </p:spPr>
        <p:txBody>
          <a:bodyPr spcFirstLastPara="1" wrap="square" lIns="0" tIns="0" rIns="0" bIns="0" anchor="ctr" anchorCtr="0">
            <a:noAutofit/>
          </a:bodyPr>
          <a:lstStyle/>
          <a:p>
            <a:pPr>
              <a:lnSpc>
                <a:spcPct val="100000"/>
              </a:lnSpc>
            </a:pPr>
            <a:r>
              <a:rPr lang="en" dirty="0"/>
              <a:t>References (2 of 4)</a:t>
            </a:r>
            <a:endParaRPr dirty="0"/>
          </a:p>
        </p:txBody>
      </p:sp>
      <p:sp>
        <p:nvSpPr>
          <p:cNvPr id="2" name="Google Shape;879;p147">
            <a:extLst>
              <a:ext uri="{FF2B5EF4-FFF2-40B4-BE49-F238E27FC236}">
                <a16:creationId xmlns:a16="http://schemas.microsoft.com/office/drawing/2014/main" id="{DE8A9917-F853-C175-0BD0-A65EC43610D9}"/>
              </a:ext>
            </a:extLst>
          </p:cNvPr>
          <p:cNvSpPr txBox="1">
            <a:spLocks/>
          </p:cNvSpPr>
          <p:nvPr/>
        </p:nvSpPr>
        <p:spPr>
          <a:xfrm>
            <a:off x="455616" y="1146448"/>
            <a:ext cx="11277592" cy="5262979"/>
          </a:xfrm>
          <a:prstGeom prst="rect">
            <a:avLst/>
          </a:prstGeom>
          <a:noFill/>
          <a:ln>
            <a:noFill/>
          </a:ln>
        </p:spPr>
        <p:txBody>
          <a:bodyPr spcFirstLastPara="1" wrap="square" lIns="0" tIns="0" rIns="0" bIns="0" anchor="t" anchorCtr="0">
            <a:spAutoFit/>
          </a:bodyPr>
          <a:lstStyle>
            <a:defPPr marR="0" lvl="0" algn="l" rtl="0">
              <a:lnSpc>
                <a:spcPct val="100000"/>
              </a:lnSpc>
              <a:spcBef>
                <a:spcPts val="0"/>
              </a:spcBef>
              <a:spcAft>
                <a:spcPts val="0"/>
              </a:spcAft>
            </a:defPPr>
            <a:lvl1pPr marL="457200" marR="0" lvl="0" indent="-228600" algn="l" rtl="0">
              <a:lnSpc>
                <a:spcPct val="100000"/>
              </a:lnSpc>
              <a:spcBef>
                <a:spcPts val="1800"/>
              </a:spcBef>
              <a:spcAft>
                <a:spcPts val="0"/>
              </a:spcAft>
              <a:buClr>
                <a:schemeClr val="dk1"/>
              </a:buClr>
              <a:buSzPts val="2000"/>
              <a:buFont typeface="Roboto"/>
              <a:buNone/>
              <a:defRPr sz="2000" b="0" i="0" u="none" strike="noStrike" cap="none">
                <a:solidFill>
                  <a:schemeClr val="dk1"/>
                </a:solidFill>
                <a:latin typeface="Roboto"/>
                <a:ea typeface="Roboto"/>
                <a:cs typeface="Roboto"/>
                <a:sym typeface="Roboto"/>
              </a:defRPr>
            </a:lvl1pPr>
            <a:lvl2pPr marL="914400" marR="0" lvl="1" indent="-342900" algn="l" rtl="0">
              <a:lnSpc>
                <a:spcPct val="100000"/>
              </a:lnSpc>
              <a:spcBef>
                <a:spcPts val="600"/>
              </a:spcBef>
              <a:spcAft>
                <a:spcPts val="0"/>
              </a:spcAft>
              <a:buClr>
                <a:schemeClr val="dk1"/>
              </a:buClr>
              <a:buSzPts val="1800"/>
              <a:buFont typeface="Arial"/>
              <a:buChar char="•"/>
              <a:defRPr sz="1800" b="0" i="0" u="none" strike="noStrike" cap="none">
                <a:solidFill>
                  <a:schemeClr val="dk1"/>
                </a:solidFill>
                <a:latin typeface="Roboto"/>
                <a:ea typeface="Roboto"/>
                <a:cs typeface="Roboto"/>
                <a:sym typeface="Roboto"/>
              </a:defRPr>
            </a:lvl2pPr>
            <a:lvl3pPr marL="1371600" marR="0" lvl="2" indent="-330200" algn="l" rtl="0">
              <a:lnSpc>
                <a:spcPct val="100000"/>
              </a:lnSpc>
              <a:spcBef>
                <a:spcPts val="600"/>
              </a:spcBef>
              <a:spcAft>
                <a:spcPts val="0"/>
              </a:spcAft>
              <a:buClr>
                <a:schemeClr val="dk1"/>
              </a:buClr>
              <a:buSzPts val="1600"/>
              <a:buFont typeface="Merriweather Sans"/>
              <a:buChar char="−"/>
              <a:defRPr sz="1600" b="0" i="0" u="none" strike="noStrike" cap="none">
                <a:solidFill>
                  <a:schemeClr val="dk1"/>
                </a:solidFill>
                <a:latin typeface="Roboto"/>
                <a:ea typeface="Roboto"/>
                <a:cs typeface="Roboto"/>
                <a:sym typeface="Roboto"/>
              </a:defRPr>
            </a:lvl3pPr>
            <a:lvl4pPr marL="1828800" marR="0" lvl="3" indent="-317500" algn="l" rtl="0">
              <a:lnSpc>
                <a:spcPct val="100000"/>
              </a:lnSpc>
              <a:spcBef>
                <a:spcPts val="300"/>
              </a:spcBef>
              <a:spcAft>
                <a:spcPts val="0"/>
              </a:spcAft>
              <a:buClr>
                <a:schemeClr val="dk1"/>
              </a:buClr>
              <a:buSzPts val="1400"/>
              <a:buFont typeface="Arial"/>
              <a:buChar char="•"/>
              <a:defRPr sz="1400" b="0" i="0" u="none" strike="noStrike" cap="none">
                <a:solidFill>
                  <a:schemeClr val="dk1"/>
                </a:solidFill>
                <a:latin typeface="Roboto"/>
                <a:ea typeface="Roboto"/>
                <a:cs typeface="Roboto"/>
                <a:sym typeface="Roboto"/>
              </a:defRPr>
            </a:lvl4pPr>
            <a:lvl5pPr marL="2286000" marR="0" lvl="4" indent="-304800" algn="l" rtl="0">
              <a:lnSpc>
                <a:spcPct val="100000"/>
              </a:lnSpc>
              <a:spcBef>
                <a:spcPts val="300"/>
              </a:spcBef>
              <a:spcAft>
                <a:spcPts val="0"/>
              </a:spcAft>
              <a:buClr>
                <a:schemeClr val="dk1"/>
              </a:buClr>
              <a:buSzPts val="1200"/>
              <a:buFont typeface="Merriweather Sans"/>
              <a:buChar char="−"/>
              <a:defRPr sz="1200" b="0" i="0" u="none" strike="noStrike" cap="none">
                <a:solidFill>
                  <a:schemeClr val="dk1"/>
                </a:solidFill>
                <a:latin typeface="Roboto"/>
                <a:ea typeface="Roboto"/>
                <a:cs typeface="Roboto"/>
                <a:sym typeface="Roboto"/>
              </a:defRPr>
            </a:lvl5pPr>
            <a:lvl6pPr marL="2743200" marR="0" lvl="5" indent="-304800" algn="l" rtl="0">
              <a:lnSpc>
                <a:spcPct val="100000"/>
              </a:lnSpc>
              <a:spcBef>
                <a:spcPts val="360"/>
              </a:spcBef>
              <a:spcAft>
                <a:spcPts val="0"/>
              </a:spcAft>
              <a:buClr>
                <a:schemeClr val="dk1"/>
              </a:buClr>
              <a:buSzPts val="1200"/>
              <a:buFont typeface="Roboto"/>
              <a:buChar char="•"/>
              <a:defRPr sz="1200" b="0" i="0" u="none" strike="noStrike" cap="none">
                <a:solidFill>
                  <a:schemeClr val="dk1"/>
                </a:solidFill>
                <a:latin typeface="Roboto"/>
                <a:ea typeface="Roboto"/>
                <a:cs typeface="Roboto"/>
                <a:sym typeface="Roboto"/>
              </a:defRPr>
            </a:lvl6pPr>
            <a:lvl7pPr marL="3200400" marR="0" lvl="6" indent="-304800" algn="l" rtl="0">
              <a:lnSpc>
                <a:spcPct val="100000"/>
              </a:lnSpc>
              <a:spcBef>
                <a:spcPts val="360"/>
              </a:spcBef>
              <a:spcAft>
                <a:spcPts val="0"/>
              </a:spcAft>
              <a:buClr>
                <a:schemeClr val="dk1"/>
              </a:buClr>
              <a:buSzPts val="1200"/>
              <a:buFont typeface="Roboto"/>
              <a:buChar char="•"/>
              <a:defRPr sz="1200" b="0" i="0" u="none" strike="noStrike" cap="none">
                <a:solidFill>
                  <a:schemeClr val="dk1"/>
                </a:solidFill>
                <a:latin typeface="Roboto"/>
                <a:ea typeface="Roboto"/>
                <a:cs typeface="Roboto"/>
                <a:sym typeface="Roboto"/>
              </a:defRPr>
            </a:lvl7pPr>
            <a:lvl8pPr marL="3657600" marR="0" lvl="7" indent="-304800" algn="l" rtl="0">
              <a:lnSpc>
                <a:spcPct val="100000"/>
              </a:lnSpc>
              <a:spcBef>
                <a:spcPts val="360"/>
              </a:spcBef>
              <a:spcAft>
                <a:spcPts val="0"/>
              </a:spcAft>
              <a:buClr>
                <a:schemeClr val="dk1"/>
              </a:buClr>
              <a:buSzPts val="1200"/>
              <a:buFont typeface="Roboto"/>
              <a:buChar char="•"/>
              <a:defRPr sz="1200" b="0" i="0" u="none" strike="noStrike" cap="none">
                <a:solidFill>
                  <a:schemeClr val="dk1"/>
                </a:solidFill>
                <a:latin typeface="Roboto"/>
                <a:ea typeface="Roboto"/>
                <a:cs typeface="Roboto"/>
                <a:sym typeface="Roboto"/>
              </a:defRPr>
            </a:lvl8pPr>
            <a:lvl9pPr marL="4114800" marR="0" lvl="8" indent="-304800" algn="l" rtl="0">
              <a:lnSpc>
                <a:spcPct val="100000"/>
              </a:lnSpc>
              <a:spcBef>
                <a:spcPts val="360"/>
              </a:spcBef>
              <a:spcAft>
                <a:spcPts val="0"/>
              </a:spcAft>
              <a:buClr>
                <a:schemeClr val="dk1"/>
              </a:buClr>
              <a:buSzPts val="1200"/>
              <a:buFont typeface="Roboto"/>
              <a:buChar char="•"/>
              <a:defRPr sz="1200" b="0" i="0" u="none" strike="noStrike" cap="none">
                <a:solidFill>
                  <a:schemeClr val="dk1"/>
                </a:solidFill>
                <a:latin typeface="Roboto"/>
                <a:ea typeface="Roboto"/>
                <a:cs typeface="Roboto"/>
                <a:sym typeface="Roboto"/>
              </a:defRPr>
            </a:lvl9pPr>
          </a:lstStyle>
          <a:p>
            <a:pPr marL="0" indent="0">
              <a:spcBef>
                <a:spcPts val="0"/>
              </a:spcBef>
            </a:pPr>
            <a:r>
              <a:rPr lang="en-US" b="1" dirty="0"/>
              <a:t>NIST SP 800-39 - Managing Information Security Risk - Organization, Mission, and Information System View</a:t>
            </a:r>
          </a:p>
          <a:p>
            <a:pPr marL="0" indent="0">
              <a:spcBef>
                <a:spcPts val="0"/>
              </a:spcBef>
              <a:spcAft>
                <a:spcPts val="1200"/>
              </a:spcAft>
            </a:pPr>
            <a:r>
              <a:rPr lang="en-US" sz="1400" b="1" dirty="0">
                <a:latin typeface="Courier New" panose="02070309020205020404" pitchFamily="49" charset="0"/>
                <a:cs typeface="Courier New" panose="02070309020205020404" pitchFamily="49" charset="0"/>
                <a:hlinkClick r:id="rId3"/>
              </a:rPr>
              <a:t>https://nvlpubs.nist.gov/nistpubs/Legacy/SP/nistspecialpublication800-39.pdf</a:t>
            </a:r>
            <a:r>
              <a:rPr lang="en-US" sz="2000" b="1" dirty="0">
                <a:latin typeface="Courier New" panose="02070309020205020404" pitchFamily="49" charset="0"/>
                <a:cs typeface="Courier New" panose="02070309020205020404" pitchFamily="49" charset="0"/>
              </a:rPr>
              <a:t>  </a:t>
            </a:r>
          </a:p>
          <a:p>
            <a:pPr marL="0" indent="0">
              <a:spcBef>
                <a:spcPts val="0"/>
              </a:spcBef>
            </a:pPr>
            <a:r>
              <a:rPr lang="en-US" b="1" dirty="0"/>
              <a:t>NIST SP 800-30 r1 - Guide for Conducting Risk Assessments</a:t>
            </a:r>
          </a:p>
          <a:p>
            <a:pPr marL="0" indent="0">
              <a:spcBef>
                <a:spcPts val="0"/>
              </a:spcBef>
              <a:spcAft>
                <a:spcPts val="1200"/>
              </a:spcAft>
            </a:pPr>
            <a:r>
              <a:rPr lang="en-US" sz="1400" b="1" dirty="0">
                <a:latin typeface="Courier New" panose="02070309020205020404" pitchFamily="49" charset="0"/>
                <a:cs typeface="Courier New" panose="02070309020205020404" pitchFamily="49" charset="0"/>
                <a:hlinkClick r:id="rId4"/>
              </a:rPr>
              <a:t>https://nvlpubs.nist.gov/nistpubs/Legacy/SP/nistspecialpublication800-30r1.pdf</a:t>
            </a:r>
            <a:r>
              <a:rPr lang="en-US" sz="2000" b="1" dirty="0">
                <a:latin typeface="Courier New" panose="02070309020205020404" pitchFamily="49" charset="0"/>
                <a:cs typeface="Courier New" panose="02070309020205020404" pitchFamily="49" charset="0"/>
              </a:rPr>
              <a:t>  </a:t>
            </a:r>
          </a:p>
          <a:p>
            <a:pPr marL="0" indent="0">
              <a:spcBef>
                <a:spcPts val="0"/>
              </a:spcBef>
            </a:pPr>
            <a:r>
              <a:rPr lang="en-US" b="1" dirty="0"/>
              <a:t>Postmarket Management of Cybersecurity in Medical Devices</a:t>
            </a:r>
          </a:p>
          <a:p>
            <a:pPr marL="0" indent="0">
              <a:spcBef>
                <a:spcPts val="0"/>
              </a:spcBef>
              <a:spcAft>
                <a:spcPts val="1200"/>
              </a:spcAft>
            </a:pPr>
            <a:r>
              <a:rPr lang="en-US" sz="1400" b="1" dirty="0">
                <a:latin typeface="Courier New" panose="02070309020205020404" pitchFamily="49" charset="0"/>
                <a:cs typeface="Courier New" panose="02070309020205020404" pitchFamily="49" charset="0"/>
                <a:hlinkClick r:id="rId5"/>
              </a:rPr>
              <a:t>https://www.fda.gov/regulatory-information/search-fda-guidance-documents/postmarket-management-cybersecurity-medical-devices</a:t>
            </a:r>
            <a:endParaRPr lang="en-US" sz="1400" b="1" dirty="0">
              <a:latin typeface="Courier New" panose="02070309020205020404" pitchFamily="49" charset="0"/>
              <a:cs typeface="Courier New" panose="02070309020205020404" pitchFamily="49" charset="0"/>
            </a:endParaRPr>
          </a:p>
          <a:p>
            <a:pPr marL="0" indent="0">
              <a:spcBef>
                <a:spcPts val="0"/>
              </a:spcBef>
            </a:pPr>
            <a:r>
              <a:rPr lang="en-US" b="1" dirty="0">
                <a:latin typeface="Roboto" panose="02000000000000000000" pitchFamily="2" charset="0"/>
                <a:ea typeface="Roboto" panose="02000000000000000000" pitchFamily="2" charset="0"/>
                <a:cs typeface="Courier New" panose="02070309020205020404" pitchFamily="49" charset="0"/>
              </a:rPr>
              <a:t>EVITA D2.3 Security requirements for automotive on-board networks based on dark-side scenarios</a:t>
            </a:r>
          </a:p>
          <a:p>
            <a:pPr marL="0" indent="0">
              <a:spcBef>
                <a:spcPts val="0"/>
              </a:spcBef>
              <a:spcAft>
                <a:spcPts val="1200"/>
              </a:spcAft>
            </a:pPr>
            <a:r>
              <a:rPr lang="en-US" sz="1400" b="1" dirty="0">
                <a:latin typeface="Courier New" panose="02070309020205020404" pitchFamily="49" charset="0"/>
                <a:cs typeface="Courier New" panose="02070309020205020404" pitchFamily="49" charset="0"/>
                <a:hlinkClick r:id="rId6"/>
              </a:rPr>
              <a:t>https://zenodo.org/record/1188418/files/EVITAD2.3v1.1.pdf</a:t>
            </a:r>
            <a:r>
              <a:rPr lang="en-US" sz="1400" b="1" dirty="0">
                <a:latin typeface="Courier New" panose="02070309020205020404" pitchFamily="49" charset="0"/>
                <a:cs typeface="Courier New" panose="02070309020205020404" pitchFamily="49" charset="0"/>
              </a:rPr>
              <a:t> </a:t>
            </a:r>
          </a:p>
          <a:p>
            <a:pPr marL="0" indent="0">
              <a:spcBef>
                <a:spcPts val="0"/>
              </a:spcBef>
            </a:pPr>
            <a:r>
              <a:rPr lang="en-US" b="1" dirty="0">
                <a:latin typeface="Roboto" panose="02000000000000000000" pitchFamily="2" charset="0"/>
                <a:ea typeface="Roboto" panose="02000000000000000000" pitchFamily="2" charset="0"/>
              </a:rPr>
              <a:t>ISO 26262-3:2018 Road vehicles – Functional safety – Part 3: Concept phase</a:t>
            </a:r>
            <a:endParaRPr lang="en-US" b="1" dirty="0">
              <a:latin typeface="Roboto" panose="02000000000000000000" pitchFamily="2" charset="0"/>
              <a:ea typeface="Roboto" panose="02000000000000000000" pitchFamily="2" charset="0"/>
              <a:cs typeface="Courier New" panose="02070309020205020404" pitchFamily="49" charset="0"/>
            </a:endParaRPr>
          </a:p>
          <a:p>
            <a:pPr marL="0" indent="0">
              <a:spcBef>
                <a:spcPts val="0"/>
              </a:spcBef>
              <a:spcAft>
                <a:spcPts val="1200"/>
              </a:spcAft>
            </a:pPr>
            <a:r>
              <a:rPr lang="en-US" sz="1400" b="1" dirty="0">
                <a:latin typeface="Courier New" panose="02070309020205020404" pitchFamily="49" charset="0"/>
                <a:cs typeface="Courier New" panose="02070309020205020404" pitchFamily="49" charset="0"/>
                <a:hlinkClick r:id="rId7"/>
              </a:rPr>
              <a:t>https://www.iso.org/standard/68385.html</a:t>
            </a:r>
            <a:r>
              <a:rPr lang="en-US" sz="1400" b="1" dirty="0">
                <a:latin typeface="Courier New" panose="02070309020205020404" pitchFamily="49" charset="0"/>
                <a:cs typeface="Courier New" panose="02070309020205020404" pitchFamily="49" charset="0"/>
              </a:rPr>
              <a:t>  </a:t>
            </a:r>
          </a:p>
          <a:p>
            <a:pPr marL="0" indent="0">
              <a:spcBef>
                <a:spcPts val="0"/>
              </a:spcBef>
            </a:pPr>
            <a:r>
              <a:rPr lang="en-US" b="1" dirty="0">
                <a:latin typeface="Roboto" panose="02000000000000000000" pitchFamily="2" charset="0"/>
                <a:ea typeface="Roboto" panose="02000000000000000000" pitchFamily="2" charset="0"/>
                <a:cs typeface="Courier New" panose="02070309020205020404" pitchFamily="49" charset="0"/>
              </a:rPr>
              <a:t>ISO 14971:2019 Medical devices – Application of risk management to medical devices</a:t>
            </a:r>
          </a:p>
          <a:p>
            <a:pPr marL="0" indent="0">
              <a:spcBef>
                <a:spcPts val="0"/>
              </a:spcBef>
              <a:spcAft>
                <a:spcPts val="1200"/>
              </a:spcAft>
            </a:pPr>
            <a:r>
              <a:rPr lang="en-US" sz="1400" b="1" dirty="0">
                <a:latin typeface="Courier New" panose="02070309020205020404" pitchFamily="49" charset="0"/>
                <a:cs typeface="Courier New" panose="02070309020205020404" pitchFamily="49" charset="0"/>
                <a:hlinkClick r:id="rId8"/>
              </a:rPr>
              <a:t>https://www.iso.org/standard/72704.html</a:t>
            </a:r>
            <a:r>
              <a:rPr lang="en-US" sz="1400" b="1" dirty="0">
                <a:latin typeface="Courier New" panose="02070309020205020404" pitchFamily="49" charset="0"/>
                <a:cs typeface="Courier New" panose="02070309020205020404" pitchFamily="49" charset="0"/>
              </a:rPr>
              <a:t> </a:t>
            </a:r>
          </a:p>
        </p:txBody>
      </p:sp>
    </p:spTree>
    <p:extLst>
      <p:ext uri="{BB962C8B-B14F-4D97-AF65-F5344CB8AC3E}">
        <p14:creationId xmlns:p14="http://schemas.microsoft.com/office/powerpoint/2010/main" val="3513108038"/>
      </p:ext>
    </p:extLst>
  </p:cSld>
  <p:clrMapOvr>
    <a:masterClrMapping/>
  </p:clrMapOvr>
</p:sld>
</file>

<file path=ppt/slides/slide63.xml><?xml version="1.0" encoding="utf-8"?>
<p:sld xmlns:a="http://schemas.openxmlformats.org/drawingml/2006/main" xmlns:r="http://schemas.openxmlformats.org/officeDocument/2006/relationships" xmlns:p="http://schemas.openxmlformats.org/presentationml/2006/main">
  <p:cSld>
    <p:spTree>
      <p:nvGrpSpPr>
        <p:cNvPr id="1" name="Shape 877"/>
        <p:cNvGrpSpPr/>
        <p:nvPr/>
      </p:nvGrpSpPr>
      <p:grpSpPr>
        <a:xfrm>
          <a:off x="0" y="0"/>
          <a:ext cx="0" cy="0"/>
          <a:chOff x="0" y="0"/>
          <a:chExt cx="0" cy="0"/>
        </a:xfrm>
      </p:grpSpPr>
      <p:sp>
        <p:nvSpPr>
          <p:cNvPr id="878" name="Google Shape;878;p147"/>
          <p:cNvSpPr txBox="1">
            <a:spLocks noGrp="1"/>
          </p:cNvSpPr>
          <p:nvPr>
            <p:ph type="title"/>
          </p:nvPr>
        </p:nvSpPr>
        <p:spPr>
          <a:xfrm>
            <a:off x="455617" y="460684"/>
            <a:ext cx="11277590" cy="524399"/>
          </a:xfrm>
          <a:prstGeom prst="rect">
            <a:avLst/>
          </a:prstGeom>
        </p:spPr>
        <p:txBody>
          <a:bodyPr spcFirstLastPara="1" wrap="square" lIns="0" tIns="0" rIns="0" bIns="0" anchor="ctr" anchorCtr="0">
            <a:noAutofit/>
          </a:bodyPr>
          <a:lstStyle/>
          <a:p>
            <a:pPr>
              <a:lnSpc>
                <a:spcPct val="100000"/>
              </a:lnSpc>
            </a:pPr>
            <a:r>
              <a:rPr lang="en" dirty="0"/>
              <a:t>References (3 of 4)</a:t>
            </a:r>
            <a:endParaRPr dirty="0"/>
          </a:p>
        </p:txBody>
      </p:sp>
      <p:sp>
        <p:nvSpPr>
          <p:cNvPr id="2" name="Google Shape;879;p147">
            <a:extLst>
              <a:ext uri="{FF2B5EF4-FFF2-40B4-BE49-F238E27FC236}">
                <a16:creationId xmlns:a16="http://schemas.microsoft.com/office/drawing/2014/main" id="{DE8A9917-F853-C175-0BD0-A65EC43610D9}"/>
              </a:ext>
            </a:extLst>
          </p:cNvPr>
          <p:cNvSpPr txBox="1">
            <a:spLocks/>
          </p:cNvSpPr>
          <p:nvPr/>
        </p:nvSpPr>
        <p:spPr>
          <a:xfrm>
            <a:off x="455616" y="1146448"/>
            <a:ext cx="11277592" cy="5262979"/>
          </a:xfrm>
          <a:prstGeom prst="rect">
            <a:avLst/>
          </a:prstGeom>
          <a:noFill/>
          <a:ln>
            <a:noFill/>
          </a:ln>
        </p:spPr>
        <p:txBody>
          <a:bodyPr spcFirstLastPara="1" wrap="square" lIns="0" tIns="0" rIns="0" bIns="0" anchor="t" anchorCtr="0">
            <a:spAutoFit/>
          </a:bodyPr>
          <a:lstStyle>
            <a:defPPr marR="0" lvl="0" algn="l" rtl="0">
              <a:lnSpc>
                <a:spcPct val="100000"/>
              </a:lnSpc>
              <a:spcBef>
                <a:spcPts val="0"/>
              </a:spcBef>
              <a:spcAft>
                <a:spcPts val="0"/>
              </a:spcAft>
            </a:defPPr>
            <a:lvl1pPr marL="457200" marR="0" lvl="0" indent="-228600" algn="l" rtl="0">
              <a:lnSpc>
                <a:spcPct val="100000"/>
              </a:lnSpc>
              <a:spcBef>
                <a:spcPts val="1800"/>
              </a:spcBef>
              <a:spcAft>
                <a:spcPts val="0"/>
              </a:spcAft>
              <a:buClr>
                <a:schemeClr val="dk1"/>
              </a:buClr>
              <a:buSzPts val="2000"/>
              <a:buFont typeface="Roboto"/>
              <a:buNone/>
              <a:defRPr sz="2000" b="0" i="0" u="none" strike="noStrike" cap="none">
                <a:solidFill>
                  <a:schemeClr val="dk1"/>
                </a:solidFill>
                <a:latin typeface="Roboto"/>
                <a:ea typeface="Roboto"/>
                <a:cs typeface="Roboto"/>
                <a:sym typeface="Roboto"/>
              </a:defRPr>
            </a:lvl1pPr>
            <a:lvl2pPr marL="914400" marR="0" lvl="1" indent="-342900" algn="l" rtl="0">
              <a:lnSpc>
                <a:spcPct val="100000"/>
              </a:lnSpc>
              <a:spcBef>
                <a:spcPts val="600"/>
              </a:spcBef>
              <a:spcAft>
                <a:spcPts val="0"/>
              </a:spcAft>
              <a:buClr>
                <a:schemeClr val="dk1"/>
              </a:buClr>
              <a:buSzPts val="1800"/>
              <a:buFont typeface="Arial"/>
              <a:buChar char="•"/>
              <a:defRPr sz="1800" b="0" i="0" u="none" strike="noStrike" cap="none">
                <a:solidFill>
                  <a:schemeClr val="dk1"/>
                </a:solidFill>
                <a:latin typeface="Roboto"/>
                <a:ea typeface="Roboto"/>
                <a:cs typeface="Roboto"/>
                <a:sym typeface="Roboto"/>
              </a:defRPr>
            </a:lvl2pPr>
            <a:lvl3pPr marL="1371600" marR="0" lvl="2" indent="-330200" algn="l" rtl="0">
              <a:lnSpc>
                <a:spcPct val="100000"/>
              </a:lnSpc>
              <a:spcBef>
                <a:spcPts val="600"/>
              </a:spcBef>
              <a:spcAft>
                <a:spcPts val="0"/>
              </a:spcAft>
              <a:buClr>
                <a:schemeClr val="dk1"/>
              </a:buClr>
              <a:buSzPts val="1600"/>
              <a:buFont typeface="Merriweather Sans"/>
              <a:buChar char="−"/>
              <a:defRPr sz="1600" b="0" i="0" u="none" strike="noStrike" cap="none">
                <a:solidFill>
                  <a:schemeClr val="dk1"/>
                </a:solidFill>
                <a:latin typeface="Roboto"/>
                <a:ea typeface="Roboto"/>
                <a:cs typeface="Roboto"/>
                <a:sym typeface="Roboto"/>
              </a:defRPr>
            </a:lvl3pPr>
            <a:lvl4pPr marL="1828800" marR="0" lvl="3" indent="-317500" algn="l" rtl="0">
              <a:lnSpc>
                <a:spcPct val="100000"/>
              </a:lnSpc>
              <a:spcBef>
                <a:spcPts val="300"/>
              </a:spcBef>
              <a:spcAft>
                <a:spcPts val="0"/>
              </a:spcAft>
              <a:buClr>
                <a:schemeClr val="dk1"/>
              </a:buClr>
              <a:buSzPts val="1400"/>
              <a:buFont typeface="Arial"/>
              <a:buChar char="•"/>
              <a:defRPr sz="1400" b="0" i="0" u="none" strike="noStrike" cap="none">
                <a:solidFill>
                  <a:schemeClr val="dk1"/>
                </a:solidFill>
                <a:latin typeface="Roboto"/>
                <a:ea typeface="Roboto"/>
                <a:cs typeface="Roboto"/>
                <a:sym typeface="Roboto"/>
              </a:defRPr>
            </a:lvl4pPr>
            <a:lvl5pPr marL="2286000" marR="0" lvl="4" indent="-304800" algn="l" rtl="0">
              <a:lnSpc>
                <a:spcPct val="100000"/>
              </a:lnSpc>
              <a:spcBef>
                <a:spcPts val="300"/>
              </a:spcBef>
              <a:spcAft>
                <a:spcPts val="0"/>
              </a:spcAft>
              <a:buClr>
                <a:schemeClr val="dk1"/>
              </a:buClr>
              <a:buSzPts val="1200"/>
              <a:buFont typeface="Merriweather Sans"/>
              <a:buChar char="−"/>
              <a:defRPr sz="1200" b="0" i="0" u="none" strike="noStrike" cap="none">
                <a:solidFill>
                  <a:schemeClr val="dk1"/>
                </a:solidFill>
                <a:latin typeface="Roboto"/>
                <a:ea typeface="Roboto"/>
                <a:cs typeface="Roboto"/>
                <a:sym typeface="Roboto"/>
              </a:defRPr>
            </a:lvl5pPr>
            <a:lvl6pPr marL="2743200" marR="0" lvl="5" indent="-304800" algn="l" rtl="0">
              <a:lnSpc>
                <a:spcPct val="100000"/>
              </a:lnSpc>
              <a:spcBef>
                <a:spcPts val="360"/>
              </a:spcBef>
              <a:spcAft>
                <a:spcPts val="0"/>
              </a:spcAft>
              <a:buClr>
                <a:schemeClr val="dk1"/>
              </a:buClr>
              <a:buSzPts val="1200"/>
              <a:buFont typeface="Roboto"/>
              <a:buChar char="•"/>
              <a:defRPr sz="1200" b="0" i="0" u="none" strike="noStrike" cap="none">
                <a:solidFill>
                  <a:schemeClr val="dk1"/>
                </a:solidFill>
                <a:latin typeface="Roboto"/>
                <a:ea typeface="Roboto"/>
                <a:cs typeface="Roboto"/>
                <a:sym typeface="Roboto"/>
              </a:defRPr>
            </a:lvl6pPr>
            <a:lvl7pPr marL="3200400" marR="0" lvl="6" indent="-304800" algn="l" rtl="0">
              <a:lnSpc>
                <a:spcPct val="100000"/>
              </a:lnSpc>
              <a:spcBef>
                <a:spcPts val="360"/>
              </a:spcBef>
              <a:spcAft>
                <a:spcPts val="0"/>
              </a:spcAft>
              <a:buClr>
                <a:schemeClr val="dk1"/>
              </a:buClr>
              <a:buSzPts val="1200"/>
              <a:buFont typeface="Roboto"/>
              <a:buChar char="•"/>
              <a:defRPr sz="1200" b="0" i="0" u="none" strike="noStrike" cap="none">
                <a:solidFill>
                  <a:schemeClr val="dk1"/>
                </a:solidFill>
                <a:latin typeface="Roboto"/>
                <a:ea typeface="Roboto"/>
                <a:cs typeface="Roboto"/>
                <a:sym typeface="Roboto"/>
              </a:defRPr>
            </a:lvl7pPr>
            <a:lvl8pPr marL="3657600" marR="0" lvl="7" indent="-304800" algn="l" rtl="0">
              <a:lnSpc>
                <a:spcPct val="100000"/>
              </a:lnSpc>
              <a:spcBef>
                <a:spcPts val="360"/>
              </a:spcBef>
              <a:spcAft>
                <a:spcPts val="0"/>
              </a:spcAft>
              <a:buClr>
                <a:schemeClr val="dk1"/>
              </a:buClr>
              <a:buSzPts val="1200"/>
              <a:buFont typeface="Roboto"/>
              <a:buChar char="•"/>
              <a:defRPr sz="1200" b="0" i="0" u="none" strike="noStrike" cap="none">
                <a:solidFill>
                  <a:schemeClr val="dk1"/>
                </a:solidFill>
                <a:latin typeface="Roboto"/>
                <a:ea typeface="Roboto"/>
                <a:cs typeface="Roboto"/>
                <a:sym typeface="Roboto"/>
              </a:defRPr>
            </a:lvl8pPr>
            <a:lvl9pPr marL="4114800" marR="0" lvl="8" indent="-304800" algn="l" rtl="0">
              <a:lnSpc>
                <a:spcPct val="100000"/>
              </a:lnSpc>
              <a:spcBef>
                <a:spcPts val="360"/>
              </a:spcBef>
              <a:spcAft>
                <a:spcPts val="0"/>
              </a:spcAft>
              <a:buClr>
                <a:schemeClr val="dk1"/>
              </a:buClr>
              <a:buSzPts val="1200"/>
              <a:buFont typeface="Roboto"/>
              <a:buChar char="•"/>
              <a:defRPr sz="1200" b="0" i="0" u="none" strike="noStrike" cap="none">
                <a:solidFill>
                  <a:schemeClr val="dk1"/>
                </a:solidFill>
                <a:latin typeface="Roboto"/>
                <a:ea typeface="Roboto"/>
                <a:cs typeface="Roboto"/>
                <a:sym typeface="Roboto"/>
              </a:defRPr>
            </a:lvl9pPr>
          </a:lstStyle>
          <a:p>
            <a:pPr marL="0" indent="0">
              <a:spcBef>
                <a:spcPts val="0"/>
              </a:spcBef>
            </a:pPr>
            <a:r>
              <a:rPr lang="en-US" b="1" dirty="0">
                <a:latin typeface="Roboto" panose="02000000000000000000" pitchFamily="2" charset="0"/>
                <a:ea typeface="Roboto" panose="02000000000000000000" pitchFamily="2" charset="0"/>
              </a:rPr>
              <a:t>NIST FIPS 199 Standards for Security Categorization of Federal Information and Information Systems</a:t>
            </a:r>
            <a:endParaRPr lang="en-US" b="1" dirty="0">
              <a:latin typeface="Roboto" panose="02000000000000000000" pitchFamily="2" charset="0"/>
              <a:ea typeface="Roboto" panose="02000000000000000000" pitchFamily="2" charset="0"/>
              <a:cs typeface="Courier New" panose="02070309020205020404" pitchFamily="49" charset="0"/>
            </a:endParaRPr>
          </a:p>
          <a:p>
            <a:pPr marL="0" indent="0">
              <a:spcBef>
                <a:spcPts val="0"/>
              </a:spcBef>
              <a:spcAft>
                <a:spcPts val="1200"/>
              </a:spcAft>
            </a:pPr>
            <a:r>
              <a:rPr lang="en-US" sz="1400" b="1" dirty="0">
                <a:latin typeface="Courier New" panose="02070309020205020404" pitchFamily="49" charset="0"/>
                <a:cs typeface="Courier New" panose="02070309020205020404" pitchFamily="49" charset="0"/>
                <a:hlinkClick r:id="rId3"/>
              </a:rPr>
              <a:t>https://nvlpubs.nist.gov/nistpubs/FIPS/NIST.FIPS.199.pdf</a:t>
            </a:r>
            <a:r>
              <a:rPr lang="en-US" sz="1400" b="1" dirty="0">
                <a:latin typeface="Courier New" panose="02070309020205020404" pitchFamily="49" charset="0"/>
                <a:cs typeface="Courier New" panose="02070309020205020404" pitchFamily="49" charset="0"/>
              </a:rPr>
              <a:t> </a:t>
            </a:r>
          </a:p>
          <a:p>
            <a:pPr marL="0" indent="0">
              <a:spcBef>
                <a:spcPts val="0"/>
              </a:spcBef>
              <a:spcAft>
                <a:spcPts val="1200"/>
              </a:spcAft>
            </a:pPr>
            <a:r>
              <a:rPr lang="en-US" b="1" dirty="0"/>
              <a:t>Static Analysis Results Interchange Format (SARIF) Version 2.1.0</a:t>
            </a:r>
            <a:br>
              <a:rPr lang="en-US" dirty="0"/>
            </a:br>
            <a:r>
              <a:rPr lang="en-US" sz="1400" b="1" dirty="0">
                <a:latin typeface="Courier New" panose="02070309020205020404" pitchFamily="49" charset="0"/>
                <a:cs typeface="Courier New" panose="02070309020205020404" pitchFamily="49" charset="0"/>
                <a:hlinkClick r:id="rId4"/>
              </a:rPr>
              <a:t>https://docs.oasis-open.org/sarif/sarif/v2.1.0/os/sarif-v2.1.0-os.pdf</a:t>
            </a:r>
            <a:r>
              <a:rPr lang="en-US" sz="1400" b="1" dirty="0">
                <a:latin typeface="Courier New" panose="02070309020205020404" pitchFamily="49" charset="0"/>
                <a:cs typeface="Courier New" panose="02070309020205020404" pitchFamily="49" charset="0"/>
              </a:rPr>
              <a:t>  </a:t>
            </a:r>
          </a:p>
          <a:p>
            <a:pPr marL="0" indent="0">
              <a:spcBef>
                <a:spcPts val="0"/>
              </a:spcBef>
            </a:pPr>
            <a:r>
              <a:rPr lang="en-US" b="1" dirty="0">
                <a:latin typeface="Roboto" panose="02000000000000000000" pitchFamily="2" charset="0"/>
                <a:ea typeface="Roboto" panose="02000000000000000000" pitchFamily="2" charset="0"/>
              </a:rPr>
              <a:t>Document Management Standard</a:t>
            </a:r>
          </a:p>
          <a:p>
            <a:pPr marL="0" indent="0">
              <a:spcBef>
                <a:spcPts val="0"/>
              </a:spcBef>
              <a:spcAft>
                <a:spcPts val="1200"/>
              </a:spcAft>
            </a:pPr>
            <a:r>
              <a:rPr lang="en-US" sz="1400" b="1" dirty="0">
                <a:latin typeface="Courier New" panose="02070309020205020404" pitchFamily="49" charset="0"/>
                <a:cs typeface="Courier New" panose="02070309020205020404" pitchFamily="49" charset="0"/>
                <a:hlinkClick r:id="rId5"/>
              </a:rPr>
              <a:t>https://en.wikipedia.org/wiki/Document_management_system</a:t>
            </a:r>
            <a:r>
              <a:rPr lang="en-US" sz="1400" b="1" dirty="0">
                <a:latin typeface="Courier New" panose="02070309020205020404" pitchFamily="49" charset="0"/>
                <a:cs typeface="Courier New" panose="02070309020205020404" pitchFamily="49" charset="0"/>
              </a:rPr>
              <a:t> </a:t>
            </a:r>
          </a:p>
          <a:p>
            <a:pPr marL="0" indent="0">
              <a:spcBef>
                <a:spcPts val="0"/>
              </a:spcBef>
            </a:pPr>
            <a:r>
              <a:rPr lang="en-US" b="1" dirty="0"/>
              <a:t>Jeff Masin, a one-man band in New York City </a:t>
            </a:r>
            <a:r>
              <a:rPr lang="en-US" dirty="0"/>
              <a:t>[slgckgc, CC BY 2.0]</a:t>
            </a:r>
          </a:p>
          <a:p>
            <a:pPr marL="0" indent="0">
              <a:spcBef>
                <a:spcPts val="0"/>
              </a:spcBef>
            </a:pPr>
            <a:r>
              <a:rPr lang="en-US" sz="1400" b="1" dirty="0">
                <a:latin typeface="Courier New" panose="02070309020205020404" pitchFamily="49" charset="0"/>
                <a:cs typeface="Courier New" panose="02070309020205020404" pitchFamily="49" charset="0"/>
                <a:hlinkClick r:id="rId6"/>
              </a:rPr>
              <a:t>https://www.flickr.com/photos/slgc/8037345945/</a:t>
            </a:r>
            <a:endParaRPr lang="en-US" sz="1400" b="1" dirty="0">
              <a:latin typeface="Courier New" panose="02070309020205020404" pitchFamily="49" charset="0"/>
              <a:cs typeface="Courier New" panose="02070309020205020404" pitchFamily="49" charset="0"/>
            </a:endParaRPr>
          </a:p>
          <a:p>
            <a:pPr marL="0" indent="0">
              <a:spcBef>
                <a:spcPts val="0"/>
              </a:spcBef>
              <a:spcAft>
                <a:spcPts val="1200"/>
              </a:spcAft>
            </a:pPr>
            <a:r>
              <a:rPr lang="en-US" sz="1400" b="1" dirty="0">
                <a:latin typeface="Courier New" panose="02070309020205020404" pitchFamily="49" charset="0"/>
                <a:cs typeface="Courier New" panose="02070309020205020404" pitchFamily="49" charset="0"/>
                <a:hlinkClick r:id="rId7"/>
              </a:rPr>
              <a:t>https://commons.wikimedia.org/w/index.php?curid=47370848</a:t>
            </a:r>
            <a:r>
              <a:rPr lang="en-US" sz="1400" b="1" dirty="0">
                <a:latin typeface="Courier New" panose="02070309020205020404" pitchFamily="49" charset="0"/>
                <a:cs typeface="Courier New" panose="02070309020205020404" pitchFamily="49" charset="0"/>
              </a:rPr>
              <a:t> </a:t>
            </a:r>
          </a:p>
          <a:p>
            <a:pPr marL="0" indent="0">
              <a:spcBef>
                <a:spcPts val="0"/>
              </a:spcBef>
            </a:pPr>
            <a:r>
              <a:rPr lang="en-US" b="1" dirty="0"/>
              <a:t>Orchestra Simfonica București </a:t>
            </a:r>
            <a:r>
              <a:rPr lang="en-US" dirty="0"/>
              <a:t>[Alxndrul - own work, CC BY-SA 4.0]</a:t>
            </a:r>
          </a:p>
          <a:p>
            <a:pPr marL="0" indent="0">
              <a:spcBef>
                <a:spcPts val="0"/>
              </a:spcBef>
              <a:spcAft>
                <a:spcPts val="1200"/>
              </a:spcAft>
            </a:pPr>
            <a:r>
              <a:rPr lang="en-US" sz="1400" b="1" dirty="0">
                <a:latin typeface="Courier New" panose="02070309020205020404" pitchFamily="49" charset="0"/>
                <a:cs typeface="Courier New" panose="02070309020205020404" pitchFamily="49" charset="0"/>
                <a:hlinkClick r:id="rId8"/>
              </a:rPr>
              <a:t>https://commons.wikimedia.org/w/index.php?curid=47237273</a:t>
            </a:r>
            <a:r>
              <a:rPr lang="en-US" sz="1400" b="1" dirty="0">
                <a:latin typeface="Courier New" panose="02070309020205020404" pitchFamily="49" charset="0"/>
                <a:cs typeface="Courier New" panose="02070309020205020404" pitchFamily="49" charset="0"/>
              </a:rPr>
              <a:t> </a:t>
            </a:r>
          </a:p>
          <a:p>
            <a:pPr marL="0" lvl="0" indent="0" algn="l" rtl="0">
              <a:spcBef>
                <a:spcPts val="0"/>
              </a:spcBef>
              <a:spcAft>
                <a:spcPts val="0"/>
              </a:spcAft>
              <a:buNone/>
            </a:pPr>
            <a:r>
              <a:rPr lang="en-US" sz="2000" b="1" dirty="0">
                <a:latin typeface="Roboto" panose="02000000000000000000" pitchFamily="2" charset="0"/>
                <a:ea typeface="Roboto" panose="02000000000000000000" pitchFamily="2" charset="0"/>
                <a:cs typeface="Calibri" panose="020F0502020204030204" pitchFamily="34" charset="0"/>
              </a:rPr>
              <a:t>Onemanband</a:t>
            </a:r>
            <a:r>
              <a:rPr lang="en-US" sz="2000" dirty="0">
                <a:latin typeface="Roboto" panose="02000000000000000000" pitchFamily="2" charset="0"/>
                <a:ea typeface="Roboto" panose="02000000000000000000" pitchFamily="2" charset="0"/>
                <a:cs typeface="Calibri" panose="020F0502020204030204" pitchFamily="34" charset="0"/>
              </a:rPr>
              <a:t> [unknown author - unknown source, CC BY-SA 3.0]</a:t>
            </a:r>
          </a:p>
          <a:p>
            <a:pPr marL="0" lvl="0" indent="0" algn="l" rtl="0">
              <a:spcBef>
                <a:spcPts val="0"/>
              </a:spcBef>
              <a:spcAft>
                <a:spcPts val="1200"/>
              </a:spcAft>
              <a:buNone/>
            </a:pPr>
            <a:r>
              <a:rPr lang="en-US" sz="1400" b="1" dirty="0">
                <a:latin typeface="Courier New" panose="02070309020205020404" pitchFamily="49" charset="0"/>
                <a:cs typeface="Courier New" panose="02070309020205020404" pitchFamily="49" charset="0"/>
                <a:hlinkClick r:id="rId9"/>
              </a:rPr>
              <a:t>https://commons.wikimedia.org/w/index.php?curid=2070429</a:t>
            </a:r>
            <a:r>
              <a:rPr lang="en-US" sz="1400" b="1" dirty="0">
                <a:latin typeface="Courier New" panose="02070309020205020404" pitchFamily="49" charset="0"/>
                <a:cs typeface="Courier New" panose="02070309020205020404" pitchFamily="49" charset="0"/>
              </a:rPr>
              <a:t> </a:t>
            </a:r>
          </a:p>
          <a:p>
            <a:pPr marL="0" lvl="0" indent="0" algn="l" rtl="0">
              <a:spcBef>
                <a:spcPts val="0"/>
              </a:spcBef>
              <a:spcAft>
                <a:spcPts val="0"/>
              </a:spcAft>
              <a:buNone/>
            </a:pPr>
            <a:r>
              <a:rPr lang="en-US" sz="2000" b="1" dirty="0">
                <a:latin typeface="Roboto" panose="02000000000000000000" pitchFamily="2" charset="0"/>
                <a:ea typeface="Roboto" panose="02000000000000000000" pitchFamily="2" charset="0"/>
                <a:cs typeface="Calibri" panose="020F0502020204030204" pitchFamily="34" charset="0"/>
              </a:rPr>
              <a:t>One man band 1865</a:t>
            </a:r>
            <a:r>
              <a:rPr lang="en-US" sz="2000" dirty="0">
                <a:latin typeface="Roboto" panose="02000000000000000000" pitchFamily="2" charset="0"/>
                <a:ea typeface="Roboto" panose="02000000000000000000" pitchFamily="2" charset="0"/>
                <a:cs typeface="Calibri" panose="020F0502020204030204" pitchFamily="34" charset="0"/>
              </a:rPr>
              <a:t> [Lemur12 - own work, CC BY-SA 3.0]</a:t>
            </a:r>
          </a:p>
          <a:p>
            <a:pPr marL="0" lvl="0" indent="0" algn="l" rtl="0">
              <a:spcBef>
                <a:spcPts val="0"/>
              </a:spcBef>
              <a:spcAft>
                <a:spcPts val="1200"/>
              </a:spcAft>
              <a:buNone/>
            </a:pPr>
            <a:r>
              <a:rPr lang="en-US" sz="1400" b="1" dirty="0">
                <a:latin typeface="Courier New" panose="02070309020205020404" pitchFamily="49" charset="0"/>
                <a:cs typeface="Courier New" panose="02070309020205020404" pitchFamily="49" charset="0"/>
                <a:hlinkClick r:id="rId10"/>
              </a:rPr>
              <a:t>https://commons.wikimedia.org/w/index.php?curid=5527428</a:t>
            </a:r>
            <a:r>
              <a:rPr lang="en-US" sz="1400" b="1" dirty="0">
                <a:latin typeface="Courier New" panose="02070309020205020404" pitchFamily="49" charset="0"/>
                <a:cs typeface="Courier New" panose="02070309020205020404" pitchFamily="49" charset="0"/>
              </a:rPr>
              <a:t> </a:t>
            </a:r>
          </a:p>
        </p:txBody>
      </p:sp>
    </p:spTree>
    <p:extLst>
      <p:ext uri="{BB962C8B-B14F-4D97-AF65-F5344CB8AC3E}">
        <p14:creationId xmlns:p14="http://schemas.microsoft.com/office/powerpoint/2010/main" val="606971888"/>
      </p:ext>
    </p:extLst>
  </p:cSld>
  <p:clrMapOvr>
    <a:masterClrMapping/>
  </p:clrMapOvr>
</p:sld>
</file>

<file path=ppt/slides/slide64.xml><?xml version="1.0" encoding="utf-8"?>
<p:sld xmlns:a="http://schemas.openxmlformats.org/drawingml/2006/main" xmlns:r="http://schemas.openxmlformats.org/officeDocument/2006/relationships" xmlns:p="http://schemas.openxmlformats.org/presentationml/2006/main">
  <p:cSld>
    <p:spTree>
      <p:nvGrpSpPr>
        <p:cNvPr id="1" name="Shape 877"/>
        <p:cNvGrpSpPr/>
        <p:nvPr/>
      </p:nvGrpSpPr>
      <p:grpSpPr>
        <a:xfrm>
          <a:off x="0" y="0"/>
          <a:ext cx="0" cy="0"/>
          <a:chOff x="0" y="0"/>
          <a:chExt cx="0" cy="0"/>
        </a:xfrm>
      </p:grpSpPr>
      <p:sp>
        <p:nvSpPr>
          <p:cNvPr id="878" name="Google Shape;878;p147"/>
          <p:cNvSpPr txBox="1">
            <a:spLocks noGrp="1"/>
          </p:cNvSpPr>
          <p:nvPr>
            <p:ph type="title"/>
          </p:nvPr>
        </p:nvSpPr>
        <p:spPr>
          <a:xfrm>
            <a:off x="455617" y="460684"/>
            <a:ext cx="11277590" cy="524399"/>
          </a:xfrm>
          <a:prstGeom prst="rect">
            <a:avLst/>
          </a:prstGeom>
        </p:spPr>
        <p:txBody>
          <a:bodyPr spcFirstLastPara="1" wrap="square" lIns="0" tIns="0" rIns="0" bIns="0" anchor="ctr" anchorCtr="0">
            <a:noAutofit/>
          </a:bodyPr>
          <a:lstStyle/>
          <a:p>
            <a:pPr>
              <a:lnSpc>
                <a:spcPct val="100000"/>
              </a:lnSpc>
            </a:pPr>
            <a:r>
              <a:rPr lang="en" dirty="0"/>
              <a:t>References (4 of 4)</a:t>
            </a:r>
            <a:endParaRPr dirty="0"/>
          </a:p>
        </p:txBody>
      </p:sp>
      <p:sp>
        <p:nvSpPr>
          <p:cNvPr id="2" name="Google Shape;879;p147">
            <a:extLst>
              <a:ext uri="{FF2B5EF4-FFF2-40B4-BE49-F238E27FC236}">
                <a16:creationId xmlns:a16="http://schemas.microsoft.com/office/drawing/2014/main" id="{DE8A9917-F853-C175-0BD0-A65EC43610D9}"/>
              </a:ext>
            </a:extLst>
          </p:cNvPr>
          <p:cNvSpPr txBox="1">
            <a:spLocks/>
          </p:cNvSpPr>
          <p:nvPr/>
        </p:nvSpPr>
        <p:spPr>
          <a:xfrm>
            <a:off x="455616" y="1146448"/>
            <a:ext cx="11277592" cy="2339102"/>
          </a:xfrm>
          <a:prstGeom prst="rect">
            <a:avLst/>
          </a:prstGeom>
          <a:noFill/>
          <a:ln>
            <a:noFill/>
          </a:ln>
        </p:spPr>
        <p:txBody>
          <a:bodyPr spcFirstLastPara="1" wrap="square" lIns="0" tIns="0" rIns="0" bIns="0" anchor="t" anchorCtr="0">
            <a:spAutoFit/>
          </a:bodyPr>
          <a:lstStyle>
            <a:defPPr marR="0" lvl="0" algn="l" rtl="0">
              <a:lnSpc>
                <a:spcPct val="100000"/>
              </a:lnSpc>
              <a:spcBef>
                <a:spcPts val="0"/>
              </a:spcBef>
              <a:spcAft>
                <a:spcPts val="0"/>
              </a:spcAft>
            </a:defPPr>
            <a:lvl1pPr marL="457200" marR="0" lvl="0" indent="-228600" algn="l" rtl="0">
              <a:lnSpc>
                <a:spcPct val="100000"/>
              </a:lnSpc>
              <a:spcBef>
                <a:spcPts val="1800"/>
              </a:spcBef>
              <a:spcAft>
                <a:spcPts val="0"/>
              </a:spcAft>
              <a:buClr>
                <a:schemeClr val="dk1"/>
              </a:buClr>
              <a:buSzPts val="2000"/>
              <a:buFont typeface="Roboto"/>
              <a:buNone/>
              <a:defRPr sz="2000" b="0" i="0" u="none" strike="noStrike" cap="none">
                <a:solidFill>
                  <a:schemeClr val="dk1"/>
                </a:solidFill>
                <a:latin typeface="Roboto"/>
                <a:ea typeface="Roboto"/>
                <a:cs typeface="Roboto"/>
                <a:sym typeface="Roboto"/>
              </a:defRPr>
            </a:lvl1pPr>
            <a:lvl2pPr marL="914400" marR="0" lvl="1" indent="-342900" algn="l" rtl="0">
              <a:lnSpc>
                <a:spcPct val="100000"/>
              </a:lnSpc>
              <a:spcBef>
                <a:spcPts val="600"/>
              </a:spcBef>
              <a:spcAft>
                <a:spcPts val="0"/>
              </a:spcAft>
              <a:buClr>
                <a:schemeClr val="dk1"/>
              </a:buClr>
              <a:buSzPts val="1800"/>
              <a:buFont typeface="Arial"/>
              <a:buChar char="•"/>
              <a:defRPr sz="1800" b="0" i="0" u="none" strike="noStrike" cap="none">
                <a:solidFill>
                  <a:schemeClr val="dk1"/>
                </a:solidFill>
                <a:latin typeface="Roboto"/>
                <a:ea typeface="Roboto"/>
                <a:cs typeface="Roboto"/>
                <a:sym typeface="Roboto"/>
              </a:defRPr>
            </a:lvl2pPr>
            <a:lvl3pPr marL="1371600" marR="0" lvl="2" indent="-330200" algn="l" rtl="0">
              <a:lnSpc>
                <a:spcPct val="100000"/>
              </a:lnSpc>
              <a:spcBef>
                <a:spcPts val="600"/>
              </a:spcBef>
              <a:spcAft>
                <a:spcPts val="0"/>
              </a:spcAft>
              <a:buClr>
                <a:schemeClr val="dk1"/>
              </a:buClr>
              <a:buSzPts val="1600"/>
              <a:buFont typeface="Merriweather Sans"/>
              <a:buChar char="−"/>
              <a:defRPr sz="1600" b="0" i="0" u="none" strike="noStrike" cap="none">
                <a:solidFill>
                  <a:schemeClr val="dk1"/>
                </a:solidFill>
                <a:latin typeface="Roboto"/>
                <a:ea typeface="Roboto"/>
                <a:cs typeface="Roboto"/>
                <a:sym typeface="Roboto"/>
              </a:defRPr>
            </a:lvl3pPr>
            <a:lvl4pPr marL="1828800" marR="0" lvl="3" indent="-317500" algn="l" rtl="0">
              <a:lnSpc>
                <a:spcPct val="100000"/>
              </a:lnSpc>
              <a:spcBef>
                <a:spcPts val="300"/>
              </a:spcBef>
              <a:spcAft>
                <a:spcPts val="0"/>
              </a:spcAft>
              <a:buClr>
                <a:schemeClr val="dk1"/>
              </a:buClr>
              <a:buSzPts val="1400"/>
              <a:buFont typeface="Arial"/>
              <a:buChar char="•"/>
              <a:defRPr sz="1400" b="0" i="0" u="none" strike="noStrike" cap="none">
                <a:solidFill>
                  <a:schemeClr val="dk1"/>
                </a:solidFill>
                <a:latin typeface="Roboto"/>
                <a:ea typeface="Roboto"/>
                <a:cs typeface="Roboto"/>
                <a:sym typeface="Roboto"/>
              </a:defRPr>
            </a:lvl4pPr>
            <a:lvl5pPr marL="2286000" marR="0" lvl="4" indent="-304800" algn="l" rtl="0">
              <a:lnSpc>
                <a:spcPct val="100000"/>
              </a:lnSpc>
              <a:spcBef>
                <a:spcPts val="300"/>
              </a:spcBef>
              <a:spcAft>
                <a:spcPts val="0"/>
              </a:spcAft>
              <a:buClr>
                <a:schemeClr val="dk1"/>
              </a:buClr>
              <a:buSzPts val="1200"/>
              <a:buFont typeface="Merriweather Sans"/>
              <a:buChar char="−"/>
              <a:defRPr sz="1200" b="0" i="0" u="none" strike="noStrike" cap="none">
                <a:solidFill>
                  <a:schemeClr val="dk1"/>
                </a:solidFill>
                <a:latin typeface="Roboto"/>
                <a:ea typeface="Roboto"/>
                <a:cs typeface="Roboto"/>
                <a:sym typeface="Roboto"/>
              </a:defRPr>
            </a:lvl5pPr>
            <a:lvl6pPr marL="2743200" marR="0" lvl="5" indent="-304800" algn="l" rtl="0">
              <a:lnSpc>
                <a:spcPct val="100000"/>
              </a:lnSpc>
              <a:spcBef>
                <a:spcPts val="360"/>
              </a:spcBef>
              <a:spcAft>
                <a:spcPts val="0"/>
              </a:spcAft>
              <a:buClr>
                <a:schemeClr val="dk1"/>
              </a:buClr>
              <a:buSzPts val="1200"/>
              <a:buFont typeface="Roboto"/>
              <a:buChar char="•"/>
              <a:defRPr sz="1200" b="0" i="0" u="none" strike="noStrike" cap="none">
                <a:solidFill>
                  <a:schemeClr val="dk1"/>
                </a:solidFill>
                <a:latin typeface="Roboto"/>
                <a:ea typeface="Roboto"/>
                <a:cs typeface="Roboto"/>
                <a:sym typeface="Roboto"/>
              </a:defRPr>
            </a:lvl6pPr>
            <a:lvl7pPr marL="3200400" marR="0" lvl="6" indent="-304800" algn="l" rtl="0">
              <a:lnSpc>
                <a:spcPct val="100000"/>
              </a:lnSpc>
              <a:spcBef>
                <a:spcPts val="360"/>
              </a:spcBef>
              <a:spcAft>
                <a:spcPts val="0"/>
              </a:spcAft>
              <a:buClr>
                <a:schemeClr val="dk1"/>
              </a:buClr>
              <a:buSzPts val="1200"/>
              <a:buFont typeface="Roboto"/>
              <a:buChar char="•"/>
              <a:defRPr sz="1200" b="0" i="0" u="none" strike="noStrike" cap="none">
                <a:solidFill>
                  <a:schemeClr val="dk1"/>
                </a:solidFill>
                <a:latin typeface="Roboto"/>
                <a:ea typeface="Roboto"/>
                <a:cs typeface="Roboto"/>
                <a:sym typeface="Roboto"/>
              </a:defRPr>
            </a:lvl7pPr>
            <a:lvl8pPr marL="3657600" marR="0" lvl="7" indent="-304800" algn="l" rtl="0">
              <a:lnSpc>
                <a:spcPct val="100000"/>
              </a:lnSpc>
              <a:spcBef>
                <a:spcPts val="360"/>
              </a:spcBef>
              <a:spcAft>
                <a:spcPts val="0"/>
              </a:spcAft>
              <a:buClr>
                <a:schemeClr val="dk1"/>
              </a:buClr>
              <a:buSzPts val="1200"/>
              <a:buFont typeface="Roboto"/>
              <a:buChar char="•"/>
              <a:defRPr sz="1200" b="0" i="0" u="none" strike="noStrike" cap="none">
                <a:solidFill>
                  <a:schemeClr val="dk1"/>
                </a:solidFill>
                <a:latin typeface="Roboto"/>
                <a:ea typeface="Roboto"/>
                <a:cs typeface="Roboto"/>
                <a:sym typeface="Roboto"/>
              </a:defRPr>
            </a:lvl8pPr>
            <a:lvl9pPr marL="4114800" marR="0" lvl="8" indent="-304800" algn="l" rtl="0">
              <a:lnSpc>
                <a:spcPct val="100000"/>
              </a:lnSpc>
              <a:spcBef>
                <a:spcPts val="360"/>
              </a:spcBef>
              <a:spcAft>
                <a:spcPts val="0"/>
              </a:spcAft>
              <a:buClr>
                <a:schemeClr val="dk1"/>
              </a:buClr>
              <a:buSzPts val="1200"/>
              <a:buFont typeface="Roboto"/>
              <a:buChar char="•"/>
              <a:defRPr sz="1200" b="0" i="0" u="none" strike="noStrike" cap="none">
                <a:solidFill>
                  <a:schemeClr val="dk1"/>
                </a:solidFill>
                <a:latin typeface="Roboto"/>
                <a:ea typeface="Roboto"/>
                <a:cs typeface="Roboto"/>
                <a:sym typeface="Roboto"/>
              </a:defRPr>
            </a:lvl9pPr>
          </a:lstStyle>
          <a:p>
            <a:pPr marL="0" indent="0">
              <a:spcBef>
                <a:spcPts val="0"/>
              </a:spcBef>
              <a:spcAft>
                <a:spcPts val="1200"/>
              </a:spcAft>
            </a:pPr>
            <a:r>
              <a:rPr lang="en-US" b="1" dirty="0"/>
              <a:t>The Common Configuration Scoring System (CCSS): Metrics for Software Security Configuration Vulnerabilities</a:t>
            </a:r>
            <a:br>
              <a:rPr lang="en-US" dirty="0"/>
            </a:br>
            <a:r>
              <a:rPr lang="en-US" sz="1400" b="1" dirty="0">
                <a:latin typeface="Courier New" panose="02070309020205020404" pitchFamily="49" charset="0"/>
                <a:cs typeface="Courier New" panose="02070309020205020404" pitchFamily="49" charset="0"/>
                <a:hlinkClick r:id="rId3"/>
              </a:rPr>
              <a:t>https://nvlpubs.nist.gov/nistpubs/legacy/ir/nistir7502.pdf</a:t>
            </a:r>
            <a:r>
              <a:rPr lang="en-US" sz="1400" b="1" dirty="0">
                <a:latin typeface="Courier New" panose="02070309020205020404" pitchFamily="49" charset="0"/>
                <a:cs typeface="Courier New" panose="02070309020205020404" pitchFamily="49" charset="0"/>
              </a:rPr>
              <a:t>   </a:t>
            </a:r>
          </a:p>
          <a:p>
            <a:pPr marL="0" indent="0">
              <a:spcBef>
                <a:spcPts val="0"/>
              </a:spcBef>
            </a:pPr>
            <a:r>
              <a:rPr lang="en-US" b="1" dirty="0">
                <a:latin typeface="Roboto" panose="02000000000000000000" pitchFamily="2" charset="0"/>
                <a:ea typeface="Roboto" panose="02000000000000000000" pitchFamily="2" charset="0"/>
              </a:rPr>
              <a:t>The Common Misuse Scoring System (CMSS): Metrics for Software Feature Misuse Vulnerabilities</a:t>
            </a:r>
          </a:p>
          <a:p>
            <a:pPr marL="0" indent="0">
              <a:spcBef>
                <a:spcPts val="0"/>
              </a:spcBef>
              <a:spcAft>
                <a:spcPts val="1200"/>
              </a:spcAft>
            </a:pPr>
            <a:r>
              <a:rPr lang="en-US" sz="1400" b="1" dirty="0">
                <a:latin typeface="Courier New" panose="02070309020205020404" pitchFamily="49" charset="0"/>
                <a:cs typeface="Courier New" panose="02070309020205020404" pitchFamily="49" charset="0"/>
                <a:hlinkClick r:id="rId4"/>
              </a:rPr>
              <a:t>https://tsapps.nist.gov/publication/get_pdf.cfm?pub_id=910230</a:t>
            </a:r>
            <a:r>
              <a:rPr lang="en-US" sz="1400" b="1" dirty="0">
                <a:latin typeface="Courier New" panose="02070309020205020404" pitchFamily="49" charset="0"/>
                <a:cs typeface="Courier New" panose="02070309020205020404" pitchFamily="49" charset="0"/>
              </a:rPr>
              <a:t>  </a:t>
            </a:r>
          </a:p>
          <a:p>
            <a:pPr marL="0" indent="0">
              <a:spcBef>
                <a:spcPts val="0"/>
              </a:spcBef>
            </a:pPr>
            <a:r>
              <a:rPr lang="en-US" b="1" dirty="0">
                <a:latin typeface="Roboto" panose="02000000000000000000" pitchFamily="2" charset="0"/>
                <a:ea typeface="Roboto" panose="02000000000000000000" pitchFamily="2" charset="0"/>
              </a:rPr>
              <a:t>Common Vulnerability Scoring System Calculator</a:t>
            </a:r>
          </a:p>
          <a:p>
            <a:pPr marL="0" indent="0">
              <a:spcBef>
                <a:spcPts val="0"/>
              </a:spcBef>
              <a:spcAft>
                <a:spcPts val="1200"/>
              </a:spcAft>
            </a:pPr>
            <a:r>
              <a:rPr lang="en-US" sz="1400" b="1" dirty="0">
                <a:latin typeface="Courier New" panose="02070309020205020404" pitchFamily="49" charset="0"/>
                <a:cs typeface="Courier New" panose="02070309020205020404" pitchFamily="49" charset="0"/>
                <a:hlinkClick r:id="rId5"/>
              </a:rPr>
              <a:t>https://nvd.nist.gov/vuln-metrics/cvss/v2-calculator?calculator&amp;adv&amp;.0</a:t>
            </a:r>
            <a:r>
              <a:rPr lang="en-US" sz="1400" b="1" dirty="0">
                <a:latin typeface="Courier New" panose="02070309020205020404" pitchFamily="49" charset="0"/>
                <a:cs typeface="Courier New" panose="02070309020205020404" pitchFamily="49" charset="0"/>
              </a:rPr>
              <a:t> </a:t>
            </a:r>
          </a:p>
        </p:txBody>
      </p:sp>
    </p:spTree>
    <p:extLst>
      <p:ext uri="{BB962C8B-B14F-4D97-AF65-F5344CB8AC3E}">
        <p14:creationId xmlns:p14="http://schemas.microsoft.com/office/powerpoint/2010/main" val="657308274"/>
      </p:ext>
    </p:extLst>
  </p:cSld>
  <p:clrMapOvr>
    <a:masterClrMapping/>
  </p:clrMapOvr>
</p:sld>
</file>

<file path=ppt/theme/theme1.xml><?xml version="1.0" encoding="utf-8"?>
<a:theme xmlns:a="http://schemas.openxmlformats.org/drawingml/2006/main" name="Simple Light">
  <a:themeElements>
    <a:clrScheme name="Simple Light">
      <a:dk1>
        <a:srgbClr val="000000"/>
      </a:dk1>
      <a:lt1>
        <a:srgbClr val="FFFFFF"/>
      </a:lt1>
      <a:dk2>
        <a:srgbClr val="595959"/>
      </a:dk2>
      <a:lt2>
        <a:srgbClr val="EEEEEE"/>
      </a:lt2>
      <a:accent1>
        <a:srgbClr val="FFAB40"/>
      </a:accent1>
      <a:accent2>
        <a:srgbClr val="212121"/>
      </a:accent2>
      <a:accent3>
        <a:srgbClr val="78909C"/>
      </a:accent3>
      <a:accent4>
        <a:srgbClr val="FFAB40"/>
      </a:accent4>
      <a:accent5>
        <a:srgbClr val="0097A7"/>
      </a:accent5>
      <a:accent6>
        <a:srgbClr val="EEFF41"/>
      </a:accent6>
      <a:hlink>
        <a:srgbClr val="0097A7"/>
      </a:hlink>
      <a:folHlink>
        <a:srgbClr val="0097A7"/>
      </a:folHlink>
    </a:clrScheme>
    <a:fontScheme name="Office">
      <a:majorFont>
        <a:latin typeface="Arial"/>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Arial"/>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extraClrSchemeLst/>
</a:theme>
</file>

<file path=ppt/theme/theme2.xml><?xml version="1.0" encoding="utf-8"?>
<a:theme xmlns:a="http://schemas.openxmlformats.org/drawingml/2006/main" name="Motional Masters">
  <a:themeElements>
    <a:clrScheme name="Motional">
      <a:dk1>
        <a:srgbClr val="000000"/>
      </a:dk1>
      <a:lt1>
        <a:srgbClr val="FFFFFF"/>
      </a:lt1>
      <a:dk2>
        <a:srgbClr val="092871"/>
      </a:dk2>
      <a:lt2>
        <a:srgbClr val="5B48F6"/>
      </a:lt2>
      <a:accent1>
        <a:srgbClr val="C9EAF1"/>
      </a:accent1>
      <a:accent2>
        <a:srgbClr val="ADB9E3"/>
      </a:accent2>
      <a:accent3>
        <a:srgbClr val="00F6FF"/>
      </a:accent3>
      <a:accent4>
        <a:srgbClr val="D2DCDC"/>
      </a:accent4>
      <a:accent5>
        <a:srgbClr val="828791"/>
      </a:accent5>
      <a:accent6>
        <a:srgbClr val="404449"/>
      </a:accent6>
      <a:hlink>
        <a:srgbClr val="0000FF"/>
      </a:hlink>
      <a:folHlink>
        <a:srgbClr val="B2B2B2"/>
      </a:folHlink>
    </a:clrScheme>
    <a:fontScheme name="Office">
      <a:majorFont>
        <a:latin typeface="Arial"/>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Arial"/>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extraClrSchemeLst/>
</a:theme>
</file>

<file path=ppt/theme/theme3.xml><?xml version="1.0" encoding="utf-8"?>
<a:theme xmlns:a="http://schemas.openxmlformats.org/drawingml/2006/main" name="Motional Masters">
  <a:themeElements>
    <a:clrScheme name="Motional">
      <a:dk1>
        <a:srgbClr val="000000"/>
      </a:dk1>
      <a:lt1>
        <a:srgbClr val="FFFFFF"/>
      </a:lt1>
      <a:dk2>
        <a:srgbClr val="092871"/>
      </a:dk2>
      <a:lt2>
        <a:srgbClr val="5B48F6"/>
      </a:lt2>
      <a:accent1>
        <a:srgbClr val="C9EAF1"/>
      </a:accent1>
      <a:accent2>
        <a:srgbClr val="ADB9E3"/>
      </a:accent2>
      <a:accent3>
        <a:srgbClr val="00F6FF"/>
      </a:accent3>
      <a:accent4>
        <a:srgbClr val="D2DCDC"/>
      </a:accent4>
      <a:accent5>
        <a:srgbClr val="828791"/>
      </a:accent5>
      <a:accent6>
        <a:srgbClr val="404449"/>
      </a:accent6>
      <a:hlink>
        <a:srgbClr val="0000FF"/>
      </a:hlink>
      <a:folHlink>
        <a:srgbClr val="B2B2B2"/>
      </a:folHlink>
    </a:clrScheme>
    <a:fontScheme name="Office">
      <a:majorFont>
        <a:latin typeface="Arial"/>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Arial"/>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extraClrSchemeLst/>
</a:theme>
</file>

<file path=ppt/theme/theme4.xml><?xml version="1.0" encoding="utf-8"?>
<a:theme xmlns:a="http://schemas.openxmlformats.org/drawingml/2006/main">
  <a:themeElements>
    <a:clrScheme name="Default">
      <a:dk1>
        <a:srgbClr val="000000"/>
      </a:dk1>
      <a:lt1>
        <a:srgbClr val="FFFFFF"/>
      </a:lt1>
      <a:dk2>
        <a:srgbClr val="158158"/>
      </a:dk2>
      <a:lt2>
        <a:srgbClr val="F3F3F3"/>
      </a:lt2>
      <a:accent1>
        <a:srgbClr val="058DC7"/>
      </a:accent1>
      <a:accent2>
        <a:srgbClr val="50B432"/>
      </a:accent2>
      <a:accent3>
        <a:srgbClr val="ED561B"/>
      </a:accent3>
      <a:accent4>
        <a:srgbClr val="EDEF00"/>
      </a:accent4>
      <a:accent5>
        <a:srgbClr val="24CBE5"/>
      </a:accent5>
      <a:accent6>
        <a:srgbClr val="64E572"/>
      </a:accent6>
      <a:hlink>
        <a:srgbClr val="2200CC"/>
      </a:hlink>
      <a:folHlink>
        <a:srgbClr val="551A8B"/>
      </a:folHlink>
    </a:clrScheme>
    <a:fontScheme name="Office">
      <a:majorFont>
        <a:latin typeface="Arial"/>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Arial"/>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extraClrSchemeLst/>
</a:theme>
</file>

<file path=docProps/app.xml><?xml version="1.0" encoding="utf-8"?>
<Properties xmlns="http://schemas.openxmlformats.org/officeDocument/2006/extended-properties" xmlns:vt="http://schemas.openxmlformats.org/officeDocument/2006/docPropsVTypes">
  <TotalTime>239500</TotalTime>
  <Words>13612</Words>
  <Application>Microsoft Macintosh PowerPoint</Application>
  <PresentationFormat>Custom</PresentationFormat>
  <Paragraphs>2007</Paragraphs>
  <Slides>64</Slides>
  <Notes>64</Notes>
  <HiddenSlides>0</HiddenSlides>
  <MMClips>0</MMClips>
  <ScaleCrop>false</ScaleCrop>
  <HeadingPairs>
    <vt:vector size="6" baseType="variant">
      <vt:variant>
        <vt:lpstr>Fonts Used</vt:lpstr>
      </vt:variant>
      <vt:variant>
        <vt:i4>8</vt:i4>
      </vt:variant>
      <vt:variant>
        <vt:lpstr>Theme</vt:lpstr>
      </vt:variant>
      <vt:variant>
        <vt:i4>3</vt:i4>
      </vt:variant>
      <vt:variant>
        <vt:lpstr>Slide Titles</vt:lpstr>
      </vt:variant>
      <vt:variant>
        <vt:i4>64</vt:i4>
      </vt:variant>
    </vt:vector>
  </HeadingPairs>
  <TitlesOfParts>
    <vt:vector size="75" baseType="lpstr">
      <vt:lpstr>Calibri</vt:lpstr>
      <vt:lpstr>Roboto Medium</vt:lpstr>
      <vt:lpstr>Roboto</vt:lpstr>
      <vt:lpstr>Courier New</vt:lpstr>
      <vt:lpstr>Poppins Medium</vt:lpstr>
      <vt:lpstr>Arial</vt:lpstr>
      <vt:lpstr>Roboto Light</vt:lpstr>
      <vt:lpstr>Merriweather Sans</vt:lpstr>
      <vt:lpstr>Simple Light</vt:lpstr>
      <vt:lpstr>Motional Masters</vt:lpstr>
      <vt:lpstr>Motional Masters</vt:lpstr>
      <vt:lpstr>Threat Prioritization</vt:lpstr>
      <vt:lpstr>Training Path</vt:lpstr>
      <vt:lpstr>Introduction*</vt:lpstr>
      <vt:lpstr>Introduction*</vt:lpstr>
      <vt:lpstr>Introduction*</vt:lpstr>
      <vt:lpstr>Introduction*</vt:lpstr>
      <vt:lpstr>Introduction*</vt:lpstr>
      <vt:lpstr>Introduction*</vt:lpstr>
      <vt:lpstr>Threat Prioritization and Feedback</vt:lpstr>
      <vt:lpstr>Threat Prioritization and Feedback</vt:lpstr>
      <vt:lpstr>Threat Prioritization and Feedback</vt:lpstr>
      <vt:lpstr>Threat Prioritization and Feedback</vt:lpstr>
      <vt:lpstr>Threat Prioritization and Feedback</vt:lpstr>
      <vt:lpstr>Threat Prioritization and Feedback</vt:lpstr>
      <vt:lpstr>Threat Prioritization and Feedback</vt:lpstr>
      <vt:lpstr>Threat Candidate Sources</vt:lpstr>
      <vt:lpstr>Threat Candidate Sources</vt:lpstr>
      <vt:lpstr>Threat Prioritization Workflow</vt:lpstr>
      <vt:lpstr>Threat Candidate Ranking</vt:lpstr>
      <vt:lpstr>Threat Candidate Ranking</vt:lpstr>
      <vt:lpstr>Threat Candidate Ranking</vt:lpstr>
      <vt:lpstr>Threat Candidate Information</vt:lpstr>
      <vt:lpstr>Threat Candidate Risking</vt:lpstr>
      <vt:lpstr>Threat Candidate Risking</vt:lpstr>
      <vt:lpstr>Threat Candidate Risking</vt:lpstr>
      <vt:lpstr>Threat Candidate Slicing</vt:lpstr>
      <vt:lpstr>Threat Candidate Slicing</vt:lpstr>
      <vt:lpstr>Threat Candidate Slicing</vt:lpstr>
      <vt:lpstr>Slicing</vt:lpstr>
      <vt:lpstr>Slicing</vt:lpstr>
      <vt:lpstr>Prioritization</vt:lpstr>
      <vt:lpstr>Prioritization</vt:lpstr>
      <vt:lpstr>Prioritization</vt:lpstr>
      <vt:lpstr>Quantization</vt:lpstr>
      <vt:lpstr>Likelihood Quantization (CVSS)</vt:lpstr>
      <vt:lpstr>Likelihood Quantization (CCSS / CMSS)</vt:lpstr>
      <vt:lpstr>Impact Quantization (Safety Domain Comparison)</vt:lpstr>
      <vt:lpstr>Quantized Slicing</vt:lpstr>
      <vt:lpstr>Quantized Slicing – High-granularity</vt:lpstr>
      <vt:lpstr>Quantized Slicing – CVSS / ISO/SAE 21434</vt:lpstr>
      <vt:lpstr>Quantized Slicing – CVSS / ISO 26262</vt:lpstr>
      <vt:lpstr>Quantized Slicing – CVSS / FIPS 199</vt:lpstr>
      <vt:lpstr>Quantized Slicing (Shaded) – High-granularity</vt:lpstr>
      <vt:lpstr>Quantized Slicing (Shaded) – CVSS / ISO/SAE 21434</vt:lpstr>
      <vt:lpstr>Quantized Slicing (Shaded) – CVSS / ISO 26262</vt:lpstr>
      <vt:lpstr>Quantized Slicing (Shaded) – CVSS / FIPS 199</vt:lpstr>
      <vt:lpstr>Prioritization – Continuous</vt:lpstr>
      <vt:lpstr>Prioritization – Quantized [CVSS / ISO/SAE 21434]</vt:lpstr>
      <vt:lpstr>Multiple Risk Domains</vt:lpstr>
      <vt:lpstr>Multiple Risk Domains</vt:lpstr>
      <vt:lpstr>Multiple Risk Domains</vt:lpstr>
      <vt:lpstr>Multiple Risk Domains</vt:lpstr>
      <vt:lpstr>Multiple Risk Domains</vt:lpstr>
      <vt:lpstr>Multiple Risk Domains</vt:lpstr>
      <vt:lpstr>Multi-domain Workflow</vt:lpstr>
      <vt:lpstr>Multi-domain Workflow</vt:lpstr>
      <vt:lpstr>Multiple Risk Domain Consolidation</vt:lpstr>
      <vt:lpstr>Summary</vt:lpstr>
      <vt:lpstr>AVCDL on GitHub</vt:lpstr>
      <vt:lpstr>Next Steps</vt:lpstr>
      <vt:lpstr>References (1 of 4)</vt:lpstr>
      <vt:lpstr>References (2 of 4)</vt:lpstr>
      <vt:lpstr>References (3 of 4)</vt:lpstr>
      <vt:lpstr>References (4 of 4)</vt:lpstr>
    </vt:vector>
  </TitlesOfParts>
  <Manager/>
  <Company>Motional</Company>
  <LinksUpToDate>false</LinksUpToDate>
  <SharedDoc>false</SharedDoc>
  <HyperlinkBase/>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Threat Prioritization (training)</dc:title>
  <dc:subject>threat prioritization</dc:subject>
  <dc:creator>Charles Wilson</dc:creator>
  <cp:keywords>cybersecurity, threat prioritization</cp:keywords>
  <dc:description>This work was created by Motional and is licensed under the Creative Commons Attribution-Share Alike (CC BY-SA-4.0) License.
https://creativecommons.org/licenses/by/4.0/legalcode
</dc:description>
  <cp:lastModifiedBy>Charles Wilson</cp:lastModifiedBy>
  <cp:revision>465</cp:revision>
  <cp:lastPrinted>2023-10-06T18:22:29Z</cp:lastPrinted>
  <dcterms:modified xsi:type="dcterms:W3CDTF">2025-08-06T14:25:34Z</dcterms:modified>
  <cp:category>cybersecurity</cp:category>
</cp:coreProperties>
</file>