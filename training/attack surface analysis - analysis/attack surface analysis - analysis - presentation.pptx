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theme/theme2.xml" ContentType="application/vnd.openxmlformats-officedocument.theme+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90" r:id="rId1"/>
    <p:sldMasterId id="2147483791" r:id="rId2"/>
    <p:sldMasterId id="2147483792" r:id="rId3"/>
  </p:sldMasterIdLst>
  <p:notesMasterIdLst>
    <p:notesMasterId r:id="rId38"/>
  </p:notesMasterIdLst>
  <p:sldIdLst>
    <p:sldId id="256" r:id="rId4"/>
    <p:sldId id="306" r:id="rId5"/>
    <p:sldId id="584" r:id="rId6"/>
    <p:sldId id="308" r:id="rId7"/>
    <p:sldId id="607" r:id="rId8"/>
    <p:sldId id="641" r:id="rId9"/>
    <p:sldId id="428" r:id="rId10"/>
    <p:sldId id="621" r:id="rId11"/>
    <p:sldId id="416" r:id="rId12"/>
    <p:sldId id="610" r:id="rId13"/>
    <p:sldId id="587" r:id="rId14"/>
    <p:sldId id="642" r:id="rId15"/>
    <p:sldId id="643" r:id="rId16"/>
    <p:sldId id="644" r:id="rId17"/>
    <p:sldId id="583" r:id="rId18"/>
    <p:sldId id="613" r:id="rId19"/>
    <p:sldId id="495" r:id="rId20"/>
    <p:sldId id="618" r:id="rId21"/>
    <p:sldId id="615" r:id="rId22"/>
    <p:sldId id="619" r:id="rId23"/>
    <p:sldId id="616" r:id="rId24"/>
    <p:sldId id="608" r:id="rId25"/>
    <p:sldId id="603" r:id="rId26"/>
    <p:sldId id="645" r:id="rId27"/>
    <p:sldId id="647" r:id="rId28"/>
    <p:sldId id="646" r:id="rId29"/>
    <p:sldId id="488" r:id="rId30"/>
    <p:sldId id="343" r:id="rId31"/>
    <p:sldId id="614" r:id="rId32"/>
    <p:sldId id="606" r:id="rId33"/>
    <p:sldId id="461" r:id="rId34"/>
    <p:sldId id="420" r:id="rId35"/>
    <p:sldId id="648" r:id="rId36"/>
    <p:sldId id="368" r:id="rId37"/>
  </p:sldIdLst>
  <p:sldSz cx="12188825" cy="6858000"/>
  <p:notesSz cx="6858000" cy="9144000"/>
  <p:embeddedFontLst>
    <p:embeddedFont>
      <p:font typeface="Merriweather Sans" pitchFamily="2" charset="77"/>
      <p:regular r:id="rId39"/>
      <p:bold r:id="rId40"/>
      <p:italic r:id="rId41"/>
      <p:boldItalic r:id="rId42"/>
    </p:embeddedFont>
    <p:embeddedFont>
      <p:font typeface="Poppins Medium" panose="00000600000000000000" pitchFamily="2" charset="77"/>
      <p:regular r:id="rId43"/>
      <p:bold r:id="rId44"/>
      <p:italic r:id="rId45"/>
      <p:boldItalic r:id="rId46"/>
    </p:embeddedFont>
    <p:embeddedFont>
      <p:font typeface="Roboto" panose="02000000000000000000" pitchFamily="2" charset="0"/>
      <p:regular r:id="rId47"/>
      <p:bold r:id="rId48"/>
      <p:italic r:id="rId49"/>
      <p:boldItalic r:id="rId50"/>
    </p:embeddedFont>
    <p:embeddedFont>
      <p:font typeface="Roboto Light" panose="02000000000000000000" pitchFamily="2" charset="0"/>
      <p:regular r:id="rId51"/>
      <p:bold r:id="rId52"/>
      <p:italic r:id="rId53"/>
      <p:boldItalic r:id="rId54"/>
    </p:embeddedFont>
    <p:embeddedFont>
      <p:font typeface="Roboto Medium" panose="02000000000000000000" pitchFamily="2" charset="0"/>
      <p:regular r:id="rId55"/>
      <p:bold r:id="rId56"/>
      <p:italic r:id="rId57"/>
      <p:boldItalic r:id="rId5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userDrawn="1">
          <p15:clr>
            <a:srgbClr val="A4A3A4"/>
          </p15:clr>
        </p15:guide>
        <p15:guide id="2" pos="3839" userDrawn="1">
          <p15:clr>
            <a:srgbClr val="A4A3A4"/>
          </p15:clr>
        </p15:guide>
        <p15:guide id="3" orient="horz" pos="3945" userDrawn="1">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12E2F"/>
    <a:srgbClr val="E7E7E7"/>
    <a:srgbClr val="30312E"/>
    <a:srgbClr val="CCFFCC"/>
    <a:srgbClr val="4DE354"/>
    <a:srgbClr val="FFFAB2"/>
    <a:srgbClr val="FFFFFF"/>
    <a:srgbClr val="FFC161"/>
    <a:srgbClr val="FFE6CC"/>
    <a:srgbClr val="A7E3B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9A1F375-83D2-49B6-B6D9-1E75FAB2CD22}">
  <a:tblStyle styleId="{F9A1F375-83D2-49B6-B6D9-1E75FAB2CD22}"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5016"/>
    <p:restoredTop sz="79196"/>
  </p:normalViewPr>
  <p:slideViewPr>
    <p:cSldViewPr snapToGrid="0">
      <p:cViewPr varScale="1">
        <p:scale>
          <a:sx n="160" d="100"/>
          <a:sy n="160" d="100"/>
        </p:scale>
        <p:origin x="176" y="552"/>
      </p:cViewPr>
      <p:guideLst>
        <p:guide orient="horz" pos="2160"/>
        <p:guide pos="3839"/>
        <p:guide orient="horz" pos="3945"/>
      </p:guideLst>
    </p:cSldViewPr>
  </p:slideViewPr>
  <p:notesTextViewPr>
    <p:cViewPr>
      <p:scale>
        <a:sx n="1" d="1"/>
        <a:sy n="1" d="1"/>
      </p:scale>
      <p:origin x="0" y="0"/>
    </p:cViewPr>
  </p:notesTextViewPr>
  <p:sorterViewPr>
    <p:cViewPr>
      <p:scale>
        <a:sx n="130" d="100"/>
        <a:sy n="13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font" Target="fonts/font1.fntdata"/><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font" Target="fonts/font4.fntdata"/><Relationship Id="rId47" Type="http://schemas.openxmlformats.org/officeDocument/2006/relationships/font" Target="fonts/font9.fntdata"/><Relationship Id="rId50" Type="http://schemas.openxmlformats.org/officeDocument/2006/relationships/font" Target="fonts/font12.fntdata"/><Relationship Id="rId55" Type="http://schemas.openxmlformats.org/officeDocument/2006/relationships/font" Target="fonts/font17.fntdata"/><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font" Target="fonts/font2.fntdata"/><Relationship Id="rId45" Type="http://schemas.openxmlformats.org/officeDocument/2006/relationships/font" Target="fonts/font7.fntdata"/><Relationship Id="rId53" Type="http://schemas.openxmlformats.org/officeDocument/2006/relationships/font" Target="fonts/font15.fntdata"/><Relationship Id="rId58" Type="http://schemas.openxmlformats.org/officeDocument/2006/relationships/font" Target="fonts/font20.fntdata"/><Relationship Id="rId5" Type="http://schemas.openxmlformats.org/officeDocument/2006/relationships/slide" Target="slides/slide2.xml"/><Relationship Id="rId61" Type="http://schemas.openxmlformats.org/officeDocument/2006/relationships/theme" Target="theme/theme1.xml"/><Relationship Id="rId19" Type="http://schemas.openxmlformats.org/officeDocument/2006/relationships/slide" Target="slides/slide1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font" Target="fonts/font5.fntdata"/><Relationship Id="rId48" Type="http://schemas.openxmlformats.org/officeDocument/2006/relationships/font" Target="fonts/font10.fntdata"/><Relationship Id="rId56" Type="http://schemas.openxmlformats.org/officeDocument/2006/relationships/font" Target="fonts/font18.fntdata"/><Relationship Id="rId8" Type="http://schemas.openxmlformats.org/officeDocument/2006/relationships/slide" Target="slides/slide5.xml"/><Relationship Id="rId51" Type="http://schemas.openxmlformats.org/officeDocument/2006/relationships/font" Target="fonts/font13.fntdata"/><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notesMaster" Target="notesMasters/notesMaster1.xml"/><Relationship Id="rId46" Type="http://schemas.openxmlformats.org/officeDocument/2006/relationships/font" Target="fonts/font8.fntdata"/><Relationship Id="rId59" Type="http://schemas.openxmlformats.org/officeDocument/2006/relationships/presProps" Target="presProps.xml"/><Relationship Id="rId20" Type="http://schemas.openxmlformats.org/officeDocument/2006/relationships/slide" Target="slides/slide17.xml"/><Relationship Id="rId41" Type="http://schemas.openxmlformats.org/officeDocument/2006/relationships/font" Target="fonts/font3.fntdata"/><Relationship Id="rId54" Type="http://schemas.openxmlformats.org/officeDocument/2006/relationships/font" Target="fonts/font16.fntdata"/><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font" Target="fonts/font11.fntdata"/><Relationship Id="rId57" Type="http://schemas.openxmlformats.org/officeDocument/2006/relationships/font" Target="fonts/font19.fntdata"/><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font" Target="fonts/font6.fntdata"/><Relationship Id="rId52" Type="http://schemas.openxmlformats.org/officeDocument/2006/relationships/font" Target="fonts/font14.fntdata"/><Relationship Id="rId60" Type="http://schemas.openxmlformats.org/officeDocument/2006/relationships/viewProps" Target="viewProps.xml"/><Relationship Id="rId4" Type="http://schemas.openxmlformats.org/officeDocument/2006/relationships/slide" Target="slides/slide1.xml"/><Relationship Id="rId9"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US"/>
          </a:p>
        </p:txBody>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9"/>
        <p:cNvGrpSpPr/>
        <p:nvPr/>
      </p:nvGrpSpPr>
      <p:grpSpPr>
        <a:xfrm>
          <a:off x="0" y="0"/>
          <a:ext cx="0" cy="0"/>
          <a:chOff x="0" y="0"/>
          <a:chExt cx="0" cy="0"/>
        </a:xfrm>
      </p:grpSpPr>
      <p:sp>
        <p:nvSpPr>
          <p:cNvPr id="870" name="Google Shape;870;g8f58836269_9_4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400" b="0" i="0" dirty="0">
                <a:solidFill>
                  <a:srgbClr val="000000"/>
                </a:solidFill>
                <a:effectLst/>
                <a:latin typeface="Calibri" panose="020F0502020204030204" pitchFamily="34" charset="0"/>
                <a:cs typeface="Calibri" panose="020F0502020204030204" pitchFamily="34" charset="0"/>
              </a:rPr>
              <a:t>I'm Charles Wilson, Staff Product Cybersecurity Architect at Torc Robotics.</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US" sz="1400" b="0" i="0" dirty="0">
              <a:solidFill>
                <a:srgbClr val="000000"/>
              </a:solidFill>
              <a:effectLst/>
              <a:latin typeface="Calibri" panose="020F0502020204030204" pitchFamily="34" charset="0"/>
              <a:cs typeface="Calibri" panose="020F0502020204030204" pitchFamily="34" charset="0"/>
            </a:endParaRP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400" b="0" i="0" dirty="0">
                <a:solidFill>
                  <a:srgbClr val="000000"/>
                </a:solidFill>
                <a:effectLst/>
                <a:latin typeface="Calibri" panose="020F0502020204030204" pitchFamily="34" charset="0"/>
                <a:cs typeface="Calibri" panose="020F0502020204030204" pitchFamily="34" charset="0"/>
              </a:rPr>
              <a:t>This presentation will cover Attack Surface Analysis - Model Analysis. </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US" sz="1400" b="0" i="0" dirty="0">
              <a:solidFill>
                <a:srgbClr val="000000"/>
              </a:solidFill>
              <a:effectLst/>
              <a:latin typeface="Calibri" panose="020F0502020204030204" pitchFamily="34" charset="0"/>
              <a:cs typeface="Calibri" panose="020F0502020204030204" pitchFamily="34" charset="0"/>
            </a:endParaRPr>
          </a:p>
        </p:txBody>
      </p:sp>
      <p:sp>
        <p:nvSpPr>
          <p:cNvPr id="871" name="Google Shape;871;g8f58836269_9_43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p:cNvGrpSpPr/>
        <p:nvPr/>
      </p:nvGrpSpPr>
      <p:grpSpPr>
        <a:xfrm>
          <a:off x="0" y="0"/>
          <a:ext cx="0" cy="0"/>
          <a:chOff x="0" y="0"/>
          <a:chExt cx="0" cy="0"/>
        </a:xfrm>
      </p:grpSpPr>
      <p:sp>
        <p:nvSpPr>
          <p:cNvPr id="1196" name="Google Shape;1196;g9ac6590046_0_272:notes"/>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97" name="Google Shape;1197;g9ac6590046_0_2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This diagram shows the overall AVCDL training path.</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If you're taking this training, it's assumed that you've already completed the AVCDL overview training,</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and additionally, that you've completed the</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285750" lvl="0" indent="-285750" algn="l" rtl="0">
              <a:spcBef>
                <a:spcPts val="0"/>
              </a:spcBef>
              <a:spcAft>
                <a:spcPts val="0"/>
              </a:spcAft>
            </a:pPr>
            <a:r>
              <a:rPr lang="en-US" sz="1400" dirty="0">
                <a:latin typeface="Calibri" panose="020F0502020204030204" pitchFamily="34" charset="0"/>
                <a:cs typeface="Calibri" panose="020F0502020204030204" pitchFamily="34" charset="0"/>
              </a:rPr>
              <a:t>requirements taxonomy</a:t>
            </a:r>
          </a:p>
          <a:p>
            <a:pPr marL="285750" lvl="0" indent="-285750" algn="l" rtl="0">
              <a:spcBef>
                <a:spcPts val="0"/>
              </a:spcBef>
              <a:spcAft>
                <a:spcPts val="0"/>
              </a:spcAft>
            </a:pPr>
            <a:r>
              <a:rPr lang="en-US" sz="1400" dirty="0">
                <a:latin typeface="Calibri" panose="020F0502020204030204" pitchFamily="34" charset="0"/>
                <a:cs typeface="Calibri" panose="020F0502020204030204" pitchFamily="34" charset="0"/>
              </a:rPr>
              <a:t>security requirements</a:t>
            </a:r>
          </a:p>
          <a:p>
            <a:pPr marL="285750" lvl="0" indent="-285750" algn="l" rtl="0">
              <a:spcBef>
                <a:spcPts val="0"/>
              </a:spcBef>
              <a:spcAft>
                <a:spcPts val="0"/>
              </a:spcAft>
            </a:pPr>
            <a:r>
              <a:rPr lang="en-US" sz="1400" dirty="0">
                <a:latin typeface="Calibri" panose="020F0502020204030204" pitchFamily="34" charset="0"/>
                <a:cs typeface="Calibri" panose="020F0502020204030204" pitchFamily="34" charset="0"/>
              </a:rPr>
              <a:t>secure design principles</a:t>
            </a:r>
          </a:p>
          <a:p>
            <a:pPr marL="285750" lvl="0" indent="-285750" algn="l" rtl="0">
              <a:spcBef>
                <a:spcPts val="0"/>
              </a:spcBef>
              <a:spcAft>
                <a:spcPts val="0"/>
              </a:spcAft>
            </a:pPr>
            <a:r>
              <a:rPr lang="en-US" sz="1400" dirty="0">
                <a:latin typeface="Calibri" panose="020F0502020204030204" pitchFamily="34" charset="0"/>
                <a:cs typeface="Calibri" panose="020F0502020204030204" pitchFamily="34" charset="0"/>
              </a:rPr>
              <a:t>apply secure design</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and</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285750" lvl="0" indent="-285750" algn="l" rtl="0">
              <a:spcBef>
                <a:spcPts val="0"/>
              </a:spcBef>
              <a:spcAft>
                <a:spcPts val="0"/>
              </a:spcAft>
            </a:pPr>
            <a:r>
              <a:rPr lang="en-US" sz="1400" dirty="0">
                <a:latin typeface="Calibri" panose="020F0502020204030204" pitchFamily="34" charset="0"/>
                <a:cs typeface="Calibri" panose="020F0502020204030204" pitchFamily="34" charset="0"/>
              </a:rPr>
              <a:t>threat prioritization trainings</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Additionally, you should have completed the attack surface analysis overview and model creation trainings.</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This training will cover attack surface analysis model analysis.</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05385469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36301617-5E10-8AC8-C2BD-037B2E5A1E94}"/>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BA323960-849D-46A6-D2A8-DF3850020D85}"/>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97" name="Google Shape;1197;g9ac6590046_0_272:notes">
            <a:extLst>
              <a:ext uri="{FF2B5EF4-FFF2-40B4-BE49-F238E27FC236}">
                <a16:creationId xmlns:a16="http://schemas.microsoft.com/office/drawing/2014/main" id="{9428C825-6727-09B7-3403-52A328181C1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Script:</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Before getting into attack surface analysis model analysis, let's briefly review where it fits in the overall attack surface analysis process.</a:t>
            </a:r>
          </a:p>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26507613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p:cNvGrpSpPr/>
        <p:nvPr/>
      </p:nvGrpSpPr>
      <p:grpSpPr>
        <a:xfrm>
          <a:off x="0" y="0"/>
          <a:ext cx="0" cy="0"/>
          <a:chOff x="0" y="0"/>
          <a:chExt cx="0" cy="0"/>
        </a:xfrm>
      </p:grpSpPr>
      <p:sp>
        <p:nvSpPr>
          <p:cNvPr id="1196" name="Google Shape;1196;g9ac6590046_0_272:notes"/>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97" name="Google Shape;1197;g9ac6590046_0_2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noStrike" dirty="0">
                <a:solidFill>
                  <a:srgbClr val="1D1C1D"/>
                </a:solidFill>
                <a:effectLst/>
                <a:latin typeface="Calibri" panose="020F0502020204030204" pitchFamily="34" charset="0"/>
                <a:cs typeface="Calibri" panose="020F0502020204030204" pitchFamily="34" charset="0"/>
              </a:rPr>
              <a:t>Here's the attack surface analysis process which we previously covered in the Attack Surface Analysis Overview training.</a:t>
            </a:r>
          </a:p>
          <a:p>
            <a:pPr marL="0" lvl="0" indent="0" algn="l" rtl="0">
              <a:spcBef>
                <a:spcPts val="0"/>
              </a:spcBef>
              <a:spcAft>
                <a:spcPts val="0"/>
              </a:spcAft>
              <a:buNone/>
            </a:pPr>
            <a:endParaRPr lang="en-US" sz="1400" strike="no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noStrike" dirty="0">
                <a:solidFill>
                  <a:srgbClr val="1D1C1D"/>
                </a:solidFill>
                <a:effectLst/>
                <a:latin typeface="Calibri" panose="020F0502020204030204" pitchFamily="34" charset="0"/>
                <a:cs typeface="Calibri" panose="020F0502020204030204" pitchFamily="34" charset="0"/>
              </a:rPr>
              <a:t>[break]</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Our focus for this training is going to be on the second activity, that of performing the analysis.</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p:txBody>
      </p:sp>
    </p:spTree>
    <p:extLst>
      <p:ext uri="{BB962C8B-B14F-4D97-AF65-F5344CB8AC3E}">
        <p14:creationId xmlns:p14="http://schemas.microsoft.com/office/powerpoint/2010/main" val="105056061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04D90A45-E2C1-7799-5062-C24896E1DD62}"/>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E4C6476A-0936-740A-0DC0-47D875C0460B}"/>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97" name="Google Shape;1197;g9ac6590046_0_272:notes">
            <a:extLst>
              <a:ext uri="{FF2B5EF4-FFF2-40B4-BE49-F238E27FC236}">
                <a16:creationId xmlns:a16="http://schemas.microsoft.com/office/drawing/2014/main" id="{2DA538E4-ED27-AADC-3433-7687C3EC35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Here's the attack surface analysis process which we previously covered in the Attack Surface Analysis Overview training.</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[break]</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noStrike" dirty="0">
                <a:solidFill>
                  <a:srgbClr val="1D1C1D"/>
                </a:solidFill>
                <a:effectLst/>
                <a:latin typeface="Calibri" panose="020F0502020204030204" pitchFamily="34" charset="0"/>
                <a:cs typeface="Calibri" panose="020F0502020204030204" pitchFamily="34" charset="0"/>
              </a:rPr>
              <a:t>Our focus for this training is going to be on the second activity, that of performing the analysis.</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p:txBody>
      </p:sp>
    </p:spTree>
    <p:extLst>
      <p:ext uri="{BB962C8B-B14F-4D97-AF65-F5344CB8AC3E}">
        <p14:creationId xmlns:p14="http://schemas.microsoft.com/office/powerpoint/2010/main" val="301404093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D7242B09-60CB-093C-3665-0BE0CBF28CD3}"/>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5CE8B22D-FCE0-EE21-395B-818BE302EE89}"/>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a:extLst>
              <a:ext uri="{FF2B5EF4-FFF2-40B4-BE49-F238E27FC236}">
                <a16:creationId xmlns:a16="http://schemas.microsoft.com/office/drawing/2014/main" id="{12BA6D2E-FA08-FBD1-5F48-24D2104786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Within the analysis activity,</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ASA SME takes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instrumented element model</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and performs an attack surface analysis,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generating a list of threat candidates.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7564395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p:cNvGrpSpPr/>
        <p:nvPr/>
      </p:nvGrpSpPr>
      <p:grpSpPr>
        <a:xfrm>
          <a:off x="0" y="0"/>
          <a:ext cx="0" cy="0"/>
          <a:chOff x="0" y="0"/>
          <a:chExt cx="0" cy="0"/>
        </a:xfrm>
      </p:grpSpPr>
      <p:sp>
        <p:nvSpPr>
          <p:cNvPr id="1196" name="Google Shape;1196;g9ac6590046_0_272:notes"/>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97" name="Google Shape;1197;g9ac6590046_0_2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To review, when we're performing an attack surface analysis, we are constraining ourselves to a particular element.</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Which is an arbitrary subdivision of the system.</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Now, within that context, we're thinking about three distinct types of entities, and these are:</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 Ports</a:t>
            </a: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 Protocols</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and</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 Processes </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And that's it.</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That’s all we need when we're dealing with attack surface analysis.</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Now, let's look at the example system and see how it decomposes.</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78542771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8B6EB7D6-CB57-46A4-01A9-1DD7E2AE54E1}"/>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D48A6EEF-1AE0-D97B-72DD-93BE5E916B7E}"/>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97" name="Google Shape;1197;g9ac6590046_0_272:notes">
            <a:extLst>
              <a:ext uri="{FF2B5EF4-FFF2-40B4-BE49-F238E27FC236}">
                <a16:creationId xmlns:a16="http://schemas.microsoft.com/office/drawing/2014/main" id="{1CE6E5B1-013C-B489-9F5F-0A3A994F059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Overlay slide</a:t>
            </a:r>
          </a:p>
        </p:txBody>
      </p:sp>
    </p:spTree>
    <p:extLst>
      <p:ext uri="{BB962C8B-B14F-4D97-AF65-F5344CB8AC3E}">
        <p14:creationId xmlns:p14="http://schemas.microsoft.com/office/powerpoint/2010/main" val="351414837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p:cNvGrpSpPr/>
        <p:nvPr/>
      </p:nvGrpSpPr>
      <p:grpSpPr>
        <a:xfrm>
          <a:off x="0" y="0"/>
          <a:ext cx="0" cy="0"/>
          <a:chOff x="0" y="0"/>
          <a:chExt cx="0" cy="0"/>
        </a:xfrm>
      </p:grpSpPr>
      <p:sp>
        <p:nvSpPr>
          <p:cNvPr id="1196" name="Google Shape;1196;g9ac6590046_0_272:notes"/>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97" name="Google Shape;1197;g9ac6590046_0_2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400" dirty="0">
                <a:solidFill>
                  <a:srgbClr val="1D1C1D"/>
                </a:solidFill>
                <a:effectLst/>
                <a:latin typeface="Calibri" panose="020F0502020204030204" pitchFamily="34" charset="0"/>
                <a:cs typeface="Calibri" panose="020F0502020204030204" pitchFamily="34" charset="0"/>
              </a:rPr>
              <a:t>Once again, here's the block view of our example system.</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US" sz="1400" dirty="0">
              <a:solidFill>
                <a:srgbClr val="1D1C1D"/>
              </a:solidFill>
              <a:effectLst/>
              <a:latin typeface="Calibri" panose="020F0502020204030204" pitchFamily="34" charset="0"/>
              <a:cs typeface="Calibri" panose="020F0502020204030204" pitchFamily="34" charset="0"/>
            </a:endParaRP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400" dirty="0">
                <a:solidFill>
                  <a:srgbClr val="1D1C1D"/>
                </a:solidFill>
                <a:effectLst/>
                <a:latin typeface="Calibri" panose="020F0502020204030204" pitchFamily="34" charset="0"/>
                <a:cs typeface="Calibri" panose="020F0502020204030204" pitchFamily="34" charset="0"/>
              </a:rPr>
              <a:t>We have the system and the entity that’s interacting with it.</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US" sz="1400" dirty="0">
              <a:solidFill>
                <a:srgbClr val="1D1C1D"/>
              </a:solidFill>
              <a:effectLst/>
              <a:latin typeface="Calibri" panose="020F0502020204030204" pitchFamily="34" charset="0"/>
              <a:cs typeface="Calibri" panose="020F0502020204030204" pitchFamily="34" charset="0"/>
            </a:endParaRP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400" dirty="0">
                <a:solidFill>
                  <a:srgbClr val="1D1C1D"/>
                </a:solidFill>
                <a:effectLst/>
                <a:latin typeface="Calibri" panose="020F0502020204030204" pitchFamily="34" charset="0"/>
                <a:cs typeface="Calibri" panose="020F0502020204030204" pitchFamily="34" charset="0"/>
              </a:rPr>
              <a:t>We've got the processes, interactors, data being used, and data flows going between the various entities.</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US" sz="1400" dirty="0">
              <a:solidFill>
                <a:srgbClr val="1D1C1D"/>
              </a:solidFill>
              <a:effectLst/>
              <a:latin typeface="Calibri" panose="020F0502020204030204" pitchFamily="34" charset="0"/>
              <a:cs typeface="Calibri" panose="020F0502020204030204" pitchFamily="34" charset="0"/>
            </a:endParaRP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400" dirty="0">
                <a:solidFill>
                  <a:srgbClr val="1D1C1D"/>
                </a:solidFill>
                <a:effectLst/>
                <a:latin typeface="Calibri" panose="020F0502020204030204" pitchFamily="34" charset="0"/>
                <a:cs typeface="Calibri" panose="020F0502020204030204" pitchFamily="34" charset="0"/>
              </a:rPr>
              <a:t>With the attack surface analysis, as mentioned, we only care about the three entity types that we've just discussed.</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US" sz="1400" dirty="0">
              <a:solidFill>
                <a:srgbClr val="1D1C1D"/>
              </a:solidFill>
              <a:effectLst/>
              <a:latin typeface="Calibri" panose="020F0502020204030204" pitchFamily="34" charset="0"/>
              <a:cs typeface="Calibri" panose="020F0502020204030204" pitchFamily="34" charset="0"/>
            </a:endParaRP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400" dirty="0">
                <a:solidFill>
                  <a:srgbClr val="1D1C1D"/>
                </a:solidFill>
                <a:effectLst/>
                <a:latin typeface="Calibri" panose="020F0502020204030204" pitchFamily="34" charset="0"/>
                <a:cs typeface="Calibri" panose="020F0502020204030204" pitchFamily="34" charset="0"/>
              </a:rPr>
              <a:t>Let's consider how that reduction occurs.</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408759550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56822A59-C328-82B4-A814-F0FE8C6F6190}"/>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A3688D12-685F-78F2-24C3-D6FE71E4558E}"/>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97" name="Google Shape;1197;g9ac6590046_0_272:notes">
            <a:extLst>
              <a:ext uri="{FF2B5EF4-FFF2-40B4-BE49-F238E27FC236}">
                <a16:creationId xmlns:a16="http://schemas.microsoft.com/office/drawing/2014/main" id="{A10C92D7-6357-4100-B785-0CAF873C331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Here’s the block view reduce to only the entities of interest, those being the ports, protocols and processes.</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There are only a few things we need to consider, and this is good because it makes our analysis that much easier.</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As we can see here, we have the web server, core service, and console interface as the processes we care about.</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We have the interactions that are going on between them.</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We have, diagrammatically at least, indications of what the ports that we care about are.</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From here we can extract the information that we need.</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Now let's look at our analysis process.</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1369131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68FD66C0-793C-F9A4-A606-EDD3A393E0EC}"/>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D14B8548-806F-0E39-C5B0-26B8B85FB943}"/>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97" name="Google Shape;1197;g9ac6590046_0_272:notes">
            <a:extLst>
              <a:ext uri="{FF2B5EF4-FFF2-40B4-BE49-F238E27FC236}">
                <a16:creationId xmlns:a16="http://schemas.microsoft.com/office/drawing/2014/main" id="{F0F8DC3E-D083-751D-859F-34874F8B3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Script:</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The analysis that we perform will be based on taking the entities and subjecting them to a series of questions, which will determine whether or not the entity is properly constrained.</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The questions that we cover will make the term “properly constrained” fairly obvious.</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Let's look at each of the entity types and corresponding questions we're going to pose for each of them.</a:t>
            </a:r>
          </a:p>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137311349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63ECF452-6B5E-06C1-45C3-9E614C9C9D8C}"/>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0F035CF4-BBC9-B976-A113-E514991DCA27}"/>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97" name="Google Shape;1197;g9ac6590046_0_272:notes">
            <a:extLst>
              <a:ext uri="{FF2B5EF4-FFF2-40B4-BE49-F238E27FC236}">
                <a16:creationId xmlns:a16="http://schemas.microsoft.com/office/drawing/2014/main" id="{DE0C4686-AAC8-FBB1-197B-0E3478A28F5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When considering physical ports, we start with what is probably the most obvious question, is the port used?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This is the easiest question to be able to answer, and you should have the information that you need here in the model that's been created.</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Either this particular hole in the box serves a purpose toward the functional requirements or it doesn't.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Our next question is whether the port is required for the core functionality of the element.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Now, this question is one which is useful in a safety-critical system because it informs whether or not the port is going to be impacted if there is a need to degrade the operation of the system.</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If something is not necessary for the core functionality, then it can be disabled.</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This is, strictly speaking, not a necessary question in order to constrain a particular port, but it does inform other aspects of cybersecurity.</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Our next question is whether the port is only required during development.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This is an important question because during development, there are going to be needs that the development team has with respect to an element or the system in general, allowing it to be able to peer into the box.</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And so, there will, in all likelihood, be extraneous ports that are used for this purpose.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In production, these ports should not be there because development has ceased and production equipment is minimized to what is necessary.</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Similarly, we can ask whether the port is required for diagnostics.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Now, there's a fine line between the needs of development and those of diagnostics post-development.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Generally speaking, from a cybersecurity perspective, we wish to make it impossible for entities other than those authorized to access this type of data.</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And so, we want to make sure that if you need to do diagnostics, there are controls in place that don't provide access to those who should not have it.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Next is the question of whether the port is only required for deployment, and by this we include provisioning, update, and decommissioning.</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This is important because there are some systems where provisioning and update are done in a highly-controlled environment, and others where they will be done remotely.</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As with diagnostics, it’s desirable to not have things exposed that don't need to be exposed.</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Which leads us to the next question, is the port removable?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Is there the capability of having a port that can be removed, and when necessary attached.</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If you have an unnecessary port, is it possible to remove the physical interface connector from the system or simply not populate it.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Should it be necessary for diagnostics or deployment at a later date it can be added at that time.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When it's not there, a physical barrier should be installed over the hole in the enclosure.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And that takes care of our physical port questions.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As a side note, it's important to keep in mind that there is a distinction between product cybersecurity and physical security.</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With physical security, we're talking about things like locks, covers, and tamper evidence seals.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These are outside of the scope of the product cybersecurity attack surface analysis, and therefore, outside of our consideration here.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If any of these concerns intersect with this analysis, they should be recorded in the appropriate risk register and communicated to those responsible for such issues.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340719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C2BBAB8F-9668-6A8B-7A58-95672FC9B9EC}"/>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F578A0D3-5F50-8B7A-8B3D-5E95DA324D6D}"/>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97" name="Google Shape;1197;g9ac6590046_0_272:notes">
            <a:extLst>
              <a:ext uri="{FF2B5EF4-FFF2-40B4-BE49-F238E27FC236}">
                <a16:creationId xmlns:a16="http://schemas.microsoft.com/office/drawing/2014/main" id="{AA329E1C-CF16-426E-259E-C14112FADBD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We consider the logical ports and protocols collectively.</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We're going to start with the same question we ask regarding physical ports.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Is the port used?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Unlike physical ports where you can just take a picture of the element and see that a hole exists in its enclosure, when it comes to logical ports, you have to be told that a logical port is being used.</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You can’t simply scan the system to see if a port exists because a port is a construct, and it can be spun up and torn down the same way that you would a file channel.</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Additionally, since the attack surface analysis is a design activity, there’s no software to scan.</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next question that we have is, is the port number appropriate?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This can be a difficult area to communicate since logical ports are just constructs, and they can be assigned any value programmatically.</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Many developers simply pick a number that’s convenient for them.</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However, the use and assignment of logical port numbers is governed by the IANA.</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It's important that we not use a port which is registered for another purpose, because firewall port and protocol checkers are going to flag these as invalid communication.</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Additionally, the IANA only allocates one port to an organization and expects that port multiplexing will be used when multiple protocols are employed.</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Our next question is similar to our first set, is this port required for the core functionality of the element.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This becomes important again in a degraded system when we have contention over the media that the communications is taking place.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If you have a situation where you have contention, the highest priority traffic needs to go through, and you need to shed any other functionality (at least temporarily).</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Our next question, is this port only required for development?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Consider the example where you have a sensor that has a web server on it because that was the easiest way to move data around and examine things.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In production, you shouldn't need that port.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Next, is it being used for diagnostics?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If it is then that means that when you are dealing with diagnostics, there are additional checks that you should be making.</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Similarly, is the port only required for deployment?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There's no point in having a port listener running if you don't have active provisioning or update in progress.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Next, is the port owned by a single process?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This is one of those issues of a resource should only be managed by a single process, so that we don't have issues of contention that come up.</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Additionally, if you know that the port is only managed by a single process, then you can limit the chance that a rogue process will open that particular port.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Next, is the port only open for the duration of the required operation?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This is one of those issues of pressure on the system and attack opportunity.</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If you don’t need a port open, don't leave the port open.</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This would be akin to having a global variable that happens to have a password in it because it’s easier than fetching it from a password manager when you actually need it.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Keep in mind that a port listener takes up CPU cycles and responds to queries.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There's a whole host of things that can go wrong with this.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Finally, does the protocol require non-trivial authentication?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This is especially important when we're talking about things like diagnostics and deployment.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Having a port listener sitting there waiting for a command it will simply execute it is not the way to have a secure system.</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For information about what’s meant by non-trivial authentication, the best place to look is going to be in the NIST SP 800-63: Digital Identity Guidelines document collection.</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As a reminder, references with links are provided at the end of the presentation and in the video description.</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56736843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5E151934-A220-A67B-ABE7-E521D9CDE0A0}"/>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AE4EA939-4186-F002-42AB-B0F23F5626CA}"/>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97" name="Google Shape;1197;g9ac6590046_0_272:notes">
            <a:extLst>
              <a:ext uri="{FF2B5EF4-FFF2-40B4-BE49-F238E27FC236}">
                <a16:creationId xmlns:a16="http://schemas.microsoft.com/office/drawing/2014/main" id="{46619909-97BB-0DD7-384A-A8360CD501A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This brings us to our third group of entities, that being the processes.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Unsurprisingly, we're going to start out with the question, is the process used?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If it's not used then it shouldn't be there.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Our next question, is the process required for the core operation of the element?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We've discussed the concept of degraded operation and so I won't belabor that.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Is the process required during development?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Is the process only for diagnostics?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Is it only for provisioning?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Now we have a new question, does the process have a unique owner?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This is where we again talk about a resource being managed by a single owner.</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Why?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Because one of the controls that we can use to ensure cybersecurity is the access control mechanism provided by the operating environment.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If a process has a particular owner and only they can start the process, then you don't have to worry about the process being co-opted by a different user or entity.</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 similar question is whether the process is required to be privileged.</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This is a matter of least privilege.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Finally, is the process the manager of a system critical resource?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This is one of those questions which will guide us to knowing how strictly we need to apply the security controls at our disposal.</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4218950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4247D57B-D3C1-FBD5-8470-DE43A9B8D227}"/>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966588DE-DE3F-E395-175A-E1C6C3AC09A5}"/>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97" name="Google Shape;1197;g9ac6590046_0_272:notes">
            <a:extLst>
              <a:ext uri="{FF2B5EF4-FFF2-40B4-BE49-F238E27FC236}">
                <a16:creationId xmlns:a16="http://schemas.microsoft.com/office/drawing/2014/main" id="{BD67340F-6A34-1DFB-E1D9-1A1802235FD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Script:</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With all of these questions in mind, let's turn our attention to the example we've been using and see what we can come up with.</a:t>
            </a:r>
          </a:p>
        </p:txBody>
      </p:sp>
    </p:spTree>
    <p:extLst>
      <p:ext uri="{BB962C8B-B14F-4D97-AF65-F5344CB8AC3E}">
        <p14:creationId xmlns:p14="http://schemas.microsoft.com/office/powerpoint/2010/main" val="26043932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560FC181-3010-AE02-B375-DD76B1E14133}"/>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5F496837-F70C-F1DD-0378-61F071F7559B}"/>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97" name="Google Shape;1197;g9ac6590046_0_272:notes">
            <a:extLst>
              <a:ext uri="{FF2B5EF4-FFF2-40B4-BE49-F238E27FC236}">
                <a16:creationId xmlns:a16="http://schemas.microsoft.com/office/drawing/2014/main" id="{0B1D330C-B88E-7FA3-38BE-C2C7F674BA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Here we have the physical enclosure for the element that we're considering.</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We've taken that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[break]</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and created a simplified view of it.</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Now let's look at the results of the model creation and apply our physical port questions.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19200840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0DE5BFE1-C1FC-00AD-1CE7-3CCC5A318F90}"/>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0CC700D0-70B9-9F29-F3E1-66CEACB57D7A}"/>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97" name="Google Shape;1197;g9ac6590046_0_272:notes">
            <a:extLst>
              <a:ext uri="{FF2B5EF4-FFF2-40B4-BE49-F238E27FC236}">
                <a16:creationId xmlns:a16="http://schemas.microsoft.com/office/drawing/2014/main" id="{BF633B22-3938-89E3-D33A-C9CE0E3559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Here we have the physical enclosure for the element that we're considering.</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We've taken that</a:t>
            </a:r>
          </a:p>
          <a:p>
            <a:pPr marL="0" lvl="0" indent="0" algn="l" rtl="0">
              <a:spcBef>
                <a:spcPts val="0"/>
              </a:spcBef>
              <a:spcAft>
                <a:spcPts val="0"/>
              </a:spcAft>
              <a:buNone/>
            </a:pPr>
            <a:endParaRPr lang="en-US" sz="1400" strike="sngStrike"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strike="sngStrike" dirty="0">
                <a:solidFill>
                  <a:srgbClr val="1D1C1D"/>
                </a:solidFill>
                <a:effectLst/>
                <a:latin typeface="Calibri" panose="020F0502020204030204" pitchFamily="34" charset="0"/>
                <a:cs typeface="Calibri" panose="020F0502020204030204" pitchFamily="34" charset="0"/>
              </a:rPr>
              <a:t>[break]</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and created a simplified view of it.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Now let's look at the results of the model creation and apply our physical port questions.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3935595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78AF7CF8-5F50-D2B9-6B53-ED662AE36C01}"/>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335985BC-90E5-A111-CE2C-37F51E9641E2}"/>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97" name="Google Shape;1197;g9ac6590046_0_272:notes">
            <a:extLst>
              <a:ext uri="{FF2B5EF4-FFF2-40B4-BE49-F238E27FC236}">
                <a16:creationId xmlns:a16="http://schemas.microsoft.com/office/drawing/2014/main" id="{8E5D0E82-184C-357F-28C6-5268DB40831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Here we have the physical port list from the attack surface analysis model creation activity.</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If we start out with our first question, is the port used?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We can see that ESC-5, 6, 9,10, 11, and 13 are not used.</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So, those are obviously things that we would like to have removed from the element.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Our next question, is the port required for core functionality of the element?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Well, we don't have anything that would indicate that anything is not used for the core functionality, because as we can see, ESC-3, our normal operation data traffic, is the only core functionality we have.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Is the port only used for development?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We've got examples of that with ESC-1 and 2, which are our mouse and keyboard.</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We have ESC-4, which is for development, but it's not noted that it's for development only.</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So, there's ambiguity there as to whether we're using it for development and diagnostics, or just for development.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That's something that that should be clarified.</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We have ESC 8, our VGA connector, which is probably a display to go along with the keyboard and mouse when we're doing development.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And we have ESC-12, which is our second Ethernet interface.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When we're looking at things which are development-only, or for development and diagnostics, then we should come back to them when we're doing the attack surface analysis review.</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Our next question, is this port used for diagnostics?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Again, we have the question as to whether ESC-4 fits into this category.</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Because it's a USB port, it could be.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Next, is this port required for deployment?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As we can see, we have ESC-7, a serial interface which is used for systems configuration.</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Finally, is the port removable?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For this, we go back to the photograph of the element and we can see whether any ports of interest might be removable.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26746957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AC34F1E5-741A-669A-F085-433051F7D28F}"/>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0A8E7749-9FF1-5190-FA65-B3CC68F027E5}"/>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97" name="Google Shape;1197;g9ac6590046_0_272:notes">
            <a:extLst>
              <a:ext uri="{FF2B5EF4-FFF2-40B4-BE49-F238E27FC236}">
                <a16:creationId xmlns:a16="http://schemas.microsoft.com/office/drawing/2014/main" id="{F6406EEB-4927-DC5E-BAF1-DA7CAFF1E5F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Next, we'll look at our logical ports and protocols.</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As we see here, this is our block diagram stripped down to just show our two interfaces.</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One is an Ethernet interface, and the other a serial interface.</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So, let's look at those.</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80959956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5681D14C-4509-CF09-5C6E-EB1DBB1B2119}"/>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B661F560-FA3E-320C-8CFD-10E8314F5951}"/>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97" name="Google Shape;1197;g9ac6590046_0_272:notes">
            <a:extLst>
              <a:ext uri="{FF2B5EF4-FFF2-40B4-BE49-F238E27FC236}">
                <a16:creationId xmlns:a16="http://schemas.microsoft.com/office/drawing/2014/main" id="{84A6C840-C74A-D1FA-C520-E637BC4867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When we look at our logical ports and protocols list, we can immediately see that the serial port isn’t listed here.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We can look at this in one of two ways.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first is that it's been forgotten, and that you're going to have to add in an ESL-2.</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other is that this is an RS-232 serial interface which has already been defined as being used for configuration.</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fact that it is a required interface, and we know that it's an RS-232 interface, implies that there's no logical port associated with it.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And so, there's no necessity to include it, but you're free to include one if you want to take the view that all of the things need to be listed.</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Setting that aside, let's look at what we have here.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Our first question, is the port used?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Yes, this is defined as the communication to and from the web server.</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Next question, is the port number appropriate?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We look at our protocol and see that it’s HTTP.</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We look at the port number and we see that it’s 6249.</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We know immediately that this port number is not appropriate for this protocol.</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port the HTTP traffic should be on port 80.</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Now this is different from the question of is the protocol correct and we'll get to that.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So, we have an issue with the port number.</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Next, is the port required for the core functionality?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Yes, it is.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It's our communication to the web server.</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Is it required during development?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Since it's a core functionality requirement, this isn’t relevant.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It's not just for diagnostics.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It's not used for deployment.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We don't actually deal with provisioning in this element.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Is the port owned by a single process?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We don't know.</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That would be something defined in the requirement, in this case, ESR-3.</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Is the port only open for the duration of the required operation?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Again, we don't know and we can explore that during the attack surface analysis review.</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Finally, does the protocol running on the port require non-trivial authentication?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And here we get into the question of whether this the appropriate protocol to be using.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If we were to use HTTPS, then we would have the ability to say, yes, we're not using trivial authentication here, but since we’re using HTTP, there’s no authentication.</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This is an example of why you look at logical port and protocol in combination.</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2628396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BA62E3C0-E448-6E48-F379-E8CBC86D496F}"/>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06EDE8C1-8D35-3AAB-C366-E1E20C5794C1}"/>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97" name="Google Shape;1197;g9ac6590046_0_272:notes">
            <a:extLst>
              <a:ext uri="{FF2B5EF4-FFF2-40B4-BE49-F238E27FC236}">
                <a16:creationId xmlns:a16="http://schemas.microsoft.com/office/drawing/2014/main" id="{15652CDE-7491-8970-10C5-A38FAD1C25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Here’s our block diagram showing just the element’s processes.</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We have the </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core service,</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web server, and</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console interface.</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Let's look at that these and answer some questions.</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58920576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6B1E7580-3A53-F79B-3959-D15D1661920D}"/>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0387CBF0-F42A-72FF-D8EE-DB379E2E9AA0}"/>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97" name="Google Shape;1197;g9ac6590046_0_272:notes">
            <a:extLst>
              <a:ext uri="{FF2B5EF4-FFF2-40B4-BE49-F238E27FC236}">
                <a16:creationId xmlns:a16="http://schemas.microsoft.com/office/drawing/2014/main" id="{6000A8E9-1B9D-6662-E59A-507109AC224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Here we Unlike the list of logical ports and protocols, here the processes are completely enumerated.</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[pause]</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Our first question, is the process used?</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In this case, yes, all of these processes are required.</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[pause]</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As to whether the processes are core to the operation of the element, that becomes a discussion point when you're talking about the</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[pause]</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console interface, but for</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[pause]</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ESP-1 and 3, the core service and the web server, those are integral to the operation of the element.</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[pause]</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Are any of the processes used only during development? </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The answer for that is no.</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These are all production processes.</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[pause]</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None of these processes are only required for diagnostics.</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[pause]</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As to whether a process has a unique owner, this is an interesting question that we can't identify at this point based on the information we have in the design phase.</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It's going to be available to us when we're doing the attack surface analysis review in the verification phase.</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[pause]</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Is the process required to be privileged? </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Again, this may not be well-defined at this point in time.</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[pause]</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Is the process used for deployment? </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Within the context of what we know about this particular element, we can't say.</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[pause]</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And finally, is the process a manager of a system-critical resource.</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Both the console interface and the core service are managing resources which are critical to the system.</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In later activities we will use this information. </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p:txBody>
      </p:sp>
    </p:spTree>
    <p:extLst>
      <p:ext uri="{BB962C8B-B14F-4D97-AF65-F5344CB8AC3E}">
        <p14:creationId xmlns:p14="http://schemas.microsoft.com/office/powerpoint/2010/main" val="156573701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C9D6BA4B-F2CC-7456-C563-FCAAFF596B9A}"/>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918B19F7-EB23-2069-BFF3-F3B32545E2DB}"/>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97" name="Google Shape;1197;g9ac6590046_0_272:notes">
            <a:extLst>
              <a:ext uri="{FF2B5EF4-FFF2-40B4-BE49-F238E27FC236}">
                <a16:creationId xmlns:a16="http://schemas.microsoft.com/office/drawing/2014/main" id="{1E83C649-D857-D4E3-D095-345CF4203E8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Script:</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Now let's consider what we do with the issues that we've identified.</a:t>
            </a:r>
          </a:p>
        </p:txBody>
      </p:sp>
    </p:spTree>
    <p:extLst>
      <p:ext uri="{BB962C8B-B14F-4D97-AF65-F5344CB8AC3E}">
        <p14:creationId xmlns:p14="http://schemas.microsoft.com/office/powerpoint/2010/main" val="341456808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3400DF25-97FE-F157-CD29-B014E6A35151}"/>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33E50CFD-0F8B-E1A1-ADDA-A94079ED4DBF}"/>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97" name="Google Shape;1197;g9ac6590046_0_272:notes">
            <a:extLst>
              <a:ext uri="{FF2B5EF4-FFF2-40B4-BE49-F238E27FC236}">
                <a16:creationId xmlns:a16="http://schemas.microsoft.com/office/drawing/2014/main" id="{5026D534-94B3-65F0-FE4C-5BC793F8B0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For all of the potential concerns that we have within the context of this example, not everything rises to the level of being an issue.</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To understand that better, let's look at a categorization that takes all of the ports, protocols and processes, and puts them into buckets.</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From that, we'll be able to see which of the things that we have concerns with really need to be addressed as issues.</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[pause]</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First, we have things which are required.</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These fall into one of two sub-categories.</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[pause]</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They can either be core, the system will not function without it.</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[pause]</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Or, by extension, there are those things which are supporting.</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The required category gets a pass regardless of the sub-category.</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These are things that we have to have, and that should be there.</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We're taking note of what's core and what's supporting, because if we have to put the system into a degraded state, we need to know what those entities are.</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[pause]</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Next, we have those things which are required for deployment, and by this we mean provisioning, update, and decommissioning.</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These are obviously required, but temporally contextual.</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They do not need to be active all the time, nor should they be from the perspective of pressure on the system.</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[pause]</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Next we have those things which are for development.</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Taking into consideration the fact that we are doing an attack surface analysis in the design phase, we can't speak to the eventual disposition of these concerns.</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We know that they're being used now, but by the time we get to the verification phase they should be no longer in use.</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So again, this is informational for us at this juncture.</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We'll get to the verification phase and do the attack surface analysis review, then ask whether these have been turned off? </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[pause]</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Finally get to the area where we have concerns that will need to be addressed.</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[pause]</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The first is that of diagnostics.</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These should not be active continuously.</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We should not have exposure for diagnostic ports on the physical surface of the element.</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This gets us to the question of do we have things that are physical interfaces which can be removed.</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And do we have adequate controls in order to prevent the diagnostics, which tend to have more intrusive access into things than we would like, from being misused.</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[pause]</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The next are those things which are simply unjustified.</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They're either out-of-specification.</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For instance, the issue identified with the logical ports and protocols.</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Or there is no underlying requirement to justify its presence.</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For instance, you've got a web server on a sensor, but there's no reason for a web server to be present.</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It's not required for the functionality.</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[pause]</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And finally, we have those things which are unused.</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[pause]</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These last three are the categories we need to raise as issues.</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The rest are informational but may be of use in later cybersecurity activities.</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p:txBody>
      </p:sp>
    </p:spTree>
    <p:extLst>
      <p:ext uri="{BB962C8B-B14F-4D97-AF65-F5344CB8AC3E}">
        <p14:creationId xmlns:p14="http://schemas.microsoft.com/office/powerpoint/2010/main" val="188782856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E7A87820-CE9E-6CF3-9081-30F84D072BD1}"/>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715754FF-B41D-499A-F059-65792372D587}"/>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97" name="Google Shape;1197;g9ac6590046_0_272:notes">
            <a:extLst>
              <a:ext uri="{FF2B5EF4-FFF2-40B4-BE49-F238E27FC236}">
                <a16:creationId xmlns:a16="http://schemas.microsoft.com/office/drawing/2014/main" id="{84C7FA24-373C-0030-B7FB-C238BA94891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With all of this in mind, we can compile our list of identified issues that we're going to need to dispatch.</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The AVCDL document Attack Surface Analysis - Analysis Procedure details the various issue types and issue reasons, which as noted in categorization section are things like debug-only, out-of-specification, and unused.</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The issue types listed in the analysis procedure document go beyond the scope of what we've discussed here because the approach that's being used is determined by the fact that we are in the design phase, so there are going to be issue types which we don't have visibility into.</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When we get to the attack surface analysis review, we will have a complete system and element and at that point we’ll be able to address these things.</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But at this point, some of the issue types won't be applicable.</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We’ve covered ports, protocols, features, and diagnostics, but data connection lifetimes and data structures are not going to be able to be addressed.</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They're included for completeness.</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[pause]</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r>
              <a:rPr lang="en-US" sz="1400" dirty="0">
                <a:solidFill>
                  <a:srgbClr val="1D1C1D"/>
                </a:solidFill>
                <a:effectLst/>
                <a:latin typeface="Arial" panose="020B0604020202020204" pitchFamily="34" charset="0"/>
              </a:rPr>
              <a:t>Once we have our identified issues, they can be fed into the triage activity.</a:t>
            </a: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a:p>
            <a:pPr marL="0" lvl="0" indent="0" algn="l" rtl="0">
              <a:spcBef>
                <a:spcPts val="0"/>
              </a:spcBef>
              <a:spcAft>
                <a:spcPts val="0"/>
              </a:spcAft>
              <a:buNone/>
            </a:pPr>
            <a:endParaRPr lang="en-US" sz="1400" dirty="0">
              <a:solidFill>
                <a:srgbClr val="1D1C1D"/>
              </a:solidFill>
              <a:effectLst/>
              <a:latin typeface="Arial" panose="020B0604020202020204" pitchFamily="34" charset="0"/>
            </a:endParaRPr>
          </a:p>
        </p:txBody>
      </p:sp>
    </p:spTree>
    <p:extLst>
      <p:ext uri="{BB962C8B-B14F-4D97-AF65-F5344CB8AC3E}">
        <p14:creationId xmlns:p14="http://schemas.microsoft.com/office/powerpoint/2010/main" val="401875329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0463BC5B-74A2-27CB-1EC4-584BF485B207}"/>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62E3004F-D190-618E-15B3-97BE2D5F0ABD}"/>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97" name="Google Shape;1197;g9ac6590046_0_272:notes">
            <a:extLst>
              <a:ext uri="{FF2B5EF4-FFF2-40B4-BE49-F238E27FC236}">
                <a16:creationId xmlns:a16="http://schemas.microsoft.com/office/drawing/2014/main" id="{7720DA97-503E-AE70-8B4E-085986EACC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Script:</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With that we've covered the analysis activity we use for the attack surface analysis process.</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Now let's look at our takeaways.</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21979306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p:cNvGrpSpPr/>
        <p:nvPr/>
      </p:nvGrpSpPr>
      <p:grpSpPr>
        <a:xfrm>
          <a:off x="0" y="0"/>
          <a:ext cx="0" cy="0"/>
          <a:chOff x="0" y="0"/>
          <a:chExt cx="0" cy="0"/>
        </a:xfrm>
      </p:grpSpPr>
      <p:sp>
        <p:nvSpPr>
          <p:cNvPr id="1196" name="Google Shape;1196;g9ac6590046_0_272:notes"/>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97" name="Google Shape;1197;g9ac6590046_0_2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First, review the model.</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Whenever you're doing any type of analysis, look over the model to see if it's coherent.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As you're proceeding with the analysis, if there's information that's missing, then go back to the model documentation and query the development SME involved in the creation of the model.</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Next, focus on the information provided.</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This goes along with the first item.</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Don't make assumptions about the element.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Always work from the information that you actually have.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 </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Although they won't generate issues that need to be addressed right now.</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development and deployment aspects are going to require production plans, and development should be reminded of this.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They should know that this is the case, but it never hurts to remind development that something is going to needed to be in place to address these issues.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And obviously, when we do the attack surface analysis review, we’ll come back and look at these more stringently.</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Next keep the analysis up-to-date.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If the element changes, then the attack surface analysis is also subject to change.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[pause]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And finally, keep in mind that you don't require any special tooling to do this type of analysis.</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solidFill>
                  <a:srgbClr val="1D1C1D"/>
                </a:solidFill>
                <a:effectLst/>
                <a:latin typeface="Calibri" panose="020F0502020204030204" pitchFamily="34" charset="0"/>
                <a:cs typeface="Calibri" panose="020F0502020204030204" pitchFamily="34" charset="0"/>
              </a:rPr>
              <a:t>The set of questions and methodology, both lend themselves to a purely pen-and-paper exercise.</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88412658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p:cNvGrpSpPr/>
        <p:nvPr/>
      </p:nvGrpSpPr>
      <p:grpSpPr>
        <a:xfrm>
          <a:off x="0" y="0"/>
          <a:ext cx="0" cy="0"/>
          <a:chOff x="0" y="0"/>
          <a:chExt cx="0" cy="0"/>
        </a:xfrm>
      </p:grpSpPr>
      <p:sp>
        <p:nvSpPr>
          <p:cNvPr id="1196" name="Google Shape;1196;g9ac6590046_0_272:notes"/>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97" name="Google Shape;1197;g9ac6590046_0_2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For additional information and to get a more in-depth set of references, the </a:t>
            </a:r>
            <a:r>
              <a:rPr lang="en-US" sz="1400" b="1" dirty="0">
                <a:latin typeface="Calibri" panose="020F0502020204030204" pitchFamily="34" charset="0"/>
                <a:cs typeface="Calibri" panose="020F0502020204030204" pitchFamily="34" charset="0"/>
              </a:rPr>
              <a:t>Attack Surface Analysis Analysis Procedure </a:t>
            </a:r>
            <a:r>
              <a:rPr lang="en-US" sz="1400" dirty="0">
                <a:latin typeface="Calibri" panose="020F0502020204030204" pitchFamily="34" charset="0"/>
                <a:cs typeface="Calibri" panose="020F0502020204030204" pitchFamily="34" charset="0"/>
              </a:rPr>
              <a:t>tertiary document is available in the AVCDL GitHub repository.</a:t>
            </a:r>
          </a:p>
        </p:txBody>
      </p:sp>
    </p:spTree>
    <p:extLst>
      <p:ext uri="{BB962C8B-B14F-4D97-AF65-F5344CB8AC3E}">
        <p14:creationId xmlns:p14="http://schemas.microsoft.com/office/powerpoint/2010/main" val="357802623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228F27A6-95D0-8BD3-DD17-CD0D4A4F1FFC}"/>
            </a:ext>
          </a:extLst>
        </p:cNvPr>
        <p:cNvGrpSpPr/>
        <p:nvPr/>
      </p:nvGrpSpPr>
      <p:grpSpPr>
        <a:xfrm>
          <a:off x="0" y="0"/>
          <a:ext cx="0" cy="0"/>
          <a:chOff x="0" y="0"/>
          <a:chExt cx="0" cy="0"/>
        </a:xfrm>
      </p:grpSpPr>
      <p:sp>
        <p:nvSpPr>
          <p:cNvPr id="1196" name="Google Shape;1196;g9ac6590046_0_272:notes">
            <a:extLst>
              <a:ext uri="{FF2B5EF4-FFF2-40B4-BE49-F238E27FC236}">
                <a16:creationId xmlns:a16="http://schemas.microsoft.com/office/drawing/2014/main" id="{D52F5154-86A2-702B-FF05-17F9B520AAE0}"/>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9ac6590046_0_272:notes">
            <a:extLst>
              <a:ext uri="{FF2B5EF4-FFF2-40B4-BE49-F238E27FC236}">
                <a16:creationId xmlns:a16="http://schemas.microsoft.com/office/drawing/2014/main" id="{366F3774-A91B-199C-AA24-BBC1027CA1C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solidFill>
                <a:srgbClr val="1D1C1D"/>
              </a:solidFill>
              <a:effectLst/>
              <a:latin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The materials that were used to cover this example are in this location shown here.</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31194210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p:cNvGrpSpPr/>
        <p:nvPr/>
      </p:nvGrpSpPr>
      <p:grpSpPr>
        <a:xfrm>
          <a:off x="0" y="0"/>
          <a:ext cx="0" cy="0"/>
          <a:chOff x="0" y="0"/>
          <a:chExt cx="0" cy="0"/>
        </a:xfrm>
      </p:grpSpPr>
      <p:sp>
        <p:nvSpPr>
          <p:cNvPr id="1196" name="Google Shape;1196;g9ac6590046_0_272:notes"/>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97" name="Google Shape;1197;g9ac6590046_0_2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marR="0" indent="0" algn="just">
              <a:spcBef>
                <a:spcPts val="0"/>
              </a:spcBef>
              <a:spcAft>
                <a:spcPts val="1200"/>
              </a:spcAft>
              <a:buNone/>
            </a:pPr>
            <a:r>
              <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All </a:t>
            </a:r>
            <a:r>
              <a:rPr lang="en-US" sz="1400" dirty="0">
                <a:effectLst/>
                <a:latin typeface="Calibri" panose="020F0502020204030204" pitchFamily="34" charset="0"/>
                <a:ea typeface="Calibri" panose="020F0502020204030204" pitchFamily="34" charset="0"/>
                <a:cs typeface="Calibri" panose="020F0502020204030204" pitchFamily="34" charset="0"/>
              </a:rPr>
              <a:t>AVCDL materials, both in source and distribution forms, are available on our GitHub site, as shown here.</a:t>
            </a:r>
          </a:p>
          <a:p>
            <a:pPr marL="0" marR="0" indent="0" algn="just">
              <a:spcBef>
                <a:spcPts val="0"/>
              </a:spcBef>
              <a:spcAft>
                <a:spcPts val="1200"/>
              </a:spcAft>
              <a:buNone/>
            </a:pPr>
            <a:endParaRPr lang="en-US" sz="1400" dirty="0">
              <a:effectLst/>
              <a:latin typeface="Calibri" panose="020F0502020204030204" pitchFamily="34" charset="0"/>
              <a:ea typeface="Calibri" panose="020F0502020204030204" pitchFamily="34" charset="0"/>
              <a:cs typeface="Calibri" panose="020F0502020204030204" pitchFamily="34" charset="0"/>
            </a:endParaRPr>
          </a:p>
          <a:p>
            <a:pPr marL="0" marR="0" indent="0" algn="just">
              <a:spcBef>
                <a:spcPts val="0"/>
              </a:spcBef>
              <a:spcAft>
                <a:spcPts val="1200"/>
              </a:spcAft>
              <a:buNone/>
            </a:pPr>
            <a:r>
              <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Because of the size of the repository, it's recommended that you either clone the repository or download a ZIP archive of it, if you're not familiar with using git.</a:t>
            </a:r>
          </a:p>
          <a:p>
            <a:pPr marL="0" marR="0" indent="0" algn="just">
              <a:spcBef>
                <a:spcPts val="0"/>
              </a:spcBef>
              <a:spcAft>
                <a:spcPts val="1200"/>
              </a:spcAft>
              <a:buNone/>
            </a:pPr>
            <a:endPar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marL="0" marR="0" indent="0" algn="just">
              <a:spcBef>
                <a:spcPts val="0"/>
              </a:spcBef>
              <a:spcAft>
                <a:spcPts val="1200"/>
              </a:spcAft>
              <a:buNone/>
            </a:pPr>
            <a:r>
              <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Instructions for downloading a ZIP archive are linked to on the repository’s front page. </a:t>
            </a:r>
            <a:endParaRPr lang="en-US" sz="1400" dirty="0">
              <a:effectLst/>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endParaRPr sz="14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82198740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p:cNvGrpSpPr/>
        <p:nvPr/>
      </p:nvGrpSpPr>
      <p:grpSpPr>
        <a:xfrm>
          <a:off x="0" y="0"/>
          <a:ext cx="0" cy="0"/>
          <a:chOff x="0" y="0"/>
          <a:chExt cx="0" cy="0"/>
        </a:xfrm>
      </p:grpSpPr>
      <p:sp>
        <p:nvSpPr>
          <p:cNvPr id="1196" name="Google Shape;1196;g9ac6590046_0_272:notes"/>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97" name="Google Shape;1197;g9ac6590046_0_2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Script:</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 set of training videos have been created to cover various aspects of the AVCDL that follow the training path found in the AVCDL primary document.</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It's important to note that all AVCDL materials except for the introductory blog posts are intended for product cybersecurity engineering practitioners.</a:t>
            </a:r>
          </a:p>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310618921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p:cNvGrpSpPr/>
        <p:nvPr/>
      </p:nvGrpSpPr>
      <p:grpSpPr>
        <a:xfrm>
          <a:off x="0" y="0"/>
          <a:ext cx="0" cy="0"/>
          <a:chOff x="0" y="0"/>
          <a:chExt cx="0" cy="0"/>
        </a:xfrm>
      </p:grpSpPr>
      <p:sp>
        <p:nvSpPr>
          <p:cNvPr id="1196" name="Google Shape;1196;g9ac6590046_0_272:notes"/>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97" name="Google Shape;1197;g9ac6590046_0_2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0" marR="0" indent="0" algn="just">
              <a:spcBef>
                <a:spcPts val="0"/>
              </a:spcBef>
              <a:spcAft>
                <a:spcPts val="1200"/>
              </a:spcAft>
              <a:buNone/>
            </a:pPr>
            <a:r>
              <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With this training complete,</a:t>
            </a:r>
          </a:p>
          <a:p>
            <a:pPr marL="0" marR="0" indent="0" algn="just">
              <a:spcBef>
                <a:spcPts val="0"/>
              </a:spcBef>
              <a:spcAft>
                <a:spcPts val="1200"/>
              </a:spcAft>
              <a:buNone/>
            </a:pPr>
            <a:endPar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marL="0" marR="0" indent="0" algn="just">
              <a:spcBef>
                <a:spcPts val="0"/>
              </a:spcBef>
              <a:spcAft>
                <a:spcPts val="1200"/>
              </a:spcAft>
              <a:buNone/>
            </a:pPr>
            <a:r>
              <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once you've completed the other trainings related to attack surface analysis, you can proceed to one of the other trainings at this level.</a:t>
            </a:r>
          </a:p>
          <a:p>
            <a:pPr marL="0" marR="0" indent="0" algn="just">
              <a:spcBef>
                <a:spcPts val="0"/>
              </a:spcBef>
              <a:spcAft>
                <a:spcPts val="1200"/>
              </a:spcAft>
              <a:buNone/>
            </a:pPr>
            <a:endPar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marL="0" marR="0" indent="0" algn="just">
              <a:spcBef>
                <a:spcPts val="0"/>
              </a:spcBef>
              <a:spcAft>
                <a:spcPts val="1200"/>
              </a:spcAft>
              <a:buNone/>
            </a:pPr>
            <a:r>
              <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These include:</a:t>
            </a:r>
          </a:p>
          <a:p>
            <a:pPr marL="0" marR="0" indent="0" algn="just">
              <a:spcBef>
                <a:spcPts val="0"/>
              </a:spcBef>
              <a:spcAft>
                <a:spcPts val="1200"/>
              </a:spcAft>
              <a:buNone/>
            </a:pPr>
            <a:endPar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marL="0" marR="0" indent="0" algn="just">
              <a:spcBef>
                <a:spcPts val="0"/>
              </a:spcBef>
              <a:spcAft>
                <a:spcPts val="1200"/>
              </a:spcAft>
              <a:buNone/>
            </a:pPr>
            <a:r>
              <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 threat modeling</a:t>
            </a:r>
          </a:p>
          <a:p>
            <a:pPr marL="0" marR="0" indent="0" algn="just">
              <a:spcBef>
                <a:spcPts val="0"/>
              </a:spcBef>
              <a:spcAft>
                <a:spcPts val="1200"/>
              </a:spcAft>
              <a:buNone/>
            </a:pPr>
            <a:r>
              <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 penetration testing</a:t>
            </a:r>
          </a:p>
          <a:p>
            <a:pPr marL="0" marR="0" indent="0" algn="just">
              <a:spcBef>
                <a:spcPts val="0"/>
              </a:spcBef>
              <a:spcAft>
                <a:spcPts val="1200"/>
              </a:spcAft>
              <a:buNone/>
            </a:pPr>
            <a:endPar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marL="0" marR="0" indent="0" algn="just">
              <a:spcBef>
                <a:spcPts val="0"/>
              </a:spcBef>
              <a:spcAft>
                <a:spcPts val="1200"/>
              </a:spcAft>
              <a:buNone/>
            </a:pPr>
            <a:r>
              <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and</a:t>
            </a:r>
          </a:p>
          <a:p>
            <a:pPr marL="0" marR="0" indent="0" algn="just">
              <a:spcBef>
                <a:spcPts val="0"/>
              </a:spcBef>
              <a:spcAft>
                <a:spcPts val="1200"/>
              </a:spcAft>
              <a:buNone/>
            </a:pPr>
            <a:endPar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p>
            <a:pPr marL="0" marR="0" indent="0" algn="just">
              <a:spcBef>
                <a:spcPts val="0"/>
              </a:spcBef>
              <a:spcAft>
                <a:spcPts val="1200"/>
              </a:spcAft>
              <a:buNone/>
            </a:pPr>
            <a:r>
              <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 vulnerability identification</a:t>
            </a:r>
          </a:p>
          <a:p>
            <a:pPr marL="0" marR="0" indent="0" algn="just">
              <a:spcBef>
                <a:spcPts val="0"/>
              </a:spcBef>
              <a:spcAft>
                <a:spcPts val="1200"/>
              </a:spcAft>
              <a:buNone/>
            </a:pPr>
            <a:endParaRPr lang="en-US" sz="140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70173961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4">
          <a:extLst>
            <a:ext uri="{FF2B5EF4-FFF2-40B4-BE49-F238E27FC236}">
              <a16:creationId xmlns:a16="http://schemas.microsoft.com/office/drawing/2014/main" id="{29B0E0D1-B3D5-035B-5CA7-25253F39604F}"/>
            </a:ext>
          </a:extLst>
        </p:cNvPr>
        <p:cNvGrpSpPr/>
        <p:nvPr/>
      </p:nvGrpSpPr>
      <p:grpSpPr>
        <a:xfrm>
          <a:off x="0" y="0"/>
          <a:ext cx="0" cy="0"/>
          <a:chOff x="0" y="0"/>
          <a:chExt cx="0" cy="0"/>
        </a:xfrm>
      </p:grpSpPr>
      <p:sp>
        <p:nvSpPr>
          <p:cNvPr id="875" name="Google Shape;875;gbd8f7373d4_0_397:notes">
            <a:extLst>
              <a:ext uri="{FF2B5EF4-FFF2-40B4-BE49-F238E27FC236}">
                <a16:creationId xmlns:a16="http://schemas.microsoft.com/office/drawing/2014/main" id="{6E131D13-EA73-3BD9-B85E-70096A376E9F}"/>
              </a:ext>
            </a:extLst>
          </p:cNvPr>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876" name="Google Shape;876;gbd8f7373d4_0_397:notes">
            <a:extLst>
              <a:ext uri="{FF2B5EF4-FFF2-40B4-BE49-F238E27FC236}">
                <a16:creationId xmlns:a16="http://schemas.microsoft.com/office/drawing/2014/main" id="{D8D72A24-0412-C836-5B9F-82372A9E30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158750" indent="0" algn="l">
              <a:buNone/>
            </a:pPr>
            <a:r>
              <a:rPr lang="en-US" sz="1400" dirty="0">
                <a:solidFill>
                  <a:srgbClr val="1D1C1D"/>
                </a:solidFill>
                <a:effectLst/>
                <a:latin typeface="Calibri" panose="020F0502020204030204" pitchFamily="34" charset="0"/>
                <a:cs typeface="Calibri" panose="020F0502020204030204" pitchFamily="34" charset="0"/>
              </a:rPr>
              <a:t>Here are references to the source material used in the creation of this presentation.</a:t>
            </a:r>
          </a:p>
          <a:p>
            <a:pPr marL="158750" indent="0" algn="l">
              <a:buNone/>
            </a:pPr>
            <a:endParaRPr lang="en-US" sz="1400" dirty="0">
              <a:solidFill>
                <a:srgbClr val="1D1C1D"/>
              </a:solidFill>
              <a:effectLst/>
              <a:latin typeface="Calibri" panose="020F0502020204030204" pitchFamily="34" charset="0"/>
              <a:cs typeface="Calibri" panose="020F0502020204030204" pitchFamily="34" charset="0"/>
            </a:endParaRPr>
          </a:p>
          <a:p>
            <a:pPr marL="158750" indent="0" algn="l">
              <a:buNone/>
            </a:pPr>
            <a:r>
              <a:rPr lang="en-US" sz="1400" dirty="0">
                <a:solidFill>
                  <a:srgbClr val="1D1C1D"/>
                </a:solidFill>
                <a:effectLst/>
                <a:latin typeface="Calibri" panose="020F0502020204030204" pitchFamily="34" charset="0"/>
                <a:cs typeface="Calibri" panose="020F0502020204030204" pitchFamily="34" charset="0"/>
              </a:rPr>
              <a:t>They'll also be included in the video description.</a:t>
            </a:r>
          </a:p>
          <a:p>
            <a:pPr marL="158750" indent="0" algn="l">
              <a:buNone/>
            </a:pPr>
            <a:endParaRPr lang="en-US" sz="1400" dirty="0">
              <a:solidFill>
                <a:srgbClr val="1D1C1D"/>
              </a:solidFill>
              <a:effectLst/>
              <a:latin typeface="Calibri" panose="020F0502020204030204" pitchFamily="34" charset="0"/>
              <a:cs typeface="Calibri" panose="020F0502020204030204" pitchFamily="34" charset="0"/>
            </a:endParaRPr>
          </a:p>
          <a:p>
            <a:pPr marL="158750" indent="0" algn="l">
              <a:buNone/>
            </a:pPr>
            <a:r>
              <a:rPr lang="en-US" sz="1400" dirty="0">
                <a:solidFill>
                  <a:srgbClr val="1D1C1D"/>
                </a:solidFill>
                <a:effectLst/>
                <a:latin typeface="Calibri" panose="020F0502020204030204" pitchFamily="34" charset="0"/>
                <a:cs typeface="Calibri" panose="020F0502020204030204" pitchFamily="34" charset="0"/>
              </a:rPr>
              <a:t>Additionally, this presentation’s source material will be provided on the AVCDL GitHub repository.</a:t>
            </a:r>
          </a:p>
          <a:p>
            <a:pPr marL="158750" indent="0" algn="l">
              <a:buNone/>
            </a:pPr>
            <a:endParaRPr lang="en-US" sz="1400" dirty="0">
              <a:solidFill>
                <a:srgbClr val="1D1C1D"/>
              </a:solidFill>
              <a:effectLst/>
              <a:latin typeface="Calibri" panose="020F0502020204030204" pitchFamily="34" charset="0"/>
              <a:cs typeface="Calibri" panose="020F0502020204030204" pitchFamily="34" charset="0"/>
            </a:endParaRPr>
          </a:p>
          <a:p>
            <a:pPr marL="158750" indent="0" algn="l">
              <a:buNone/>
            </a:pPr>
            <a:endParaRPr lang="en-US" sz="1400" dirty="0">
              <a:solidFill>
                <a:srgbClr val="1D1C1D"/>
              </a:solidFill>
              <a:effectLst/>
              <a:latin typeface="Calibri" panose="020F0502020204030204" pitchFamily="34" charset="0"/>
              <a:cs typeface="Calibri" panose="020F0502020204030204" pitchFamily="34" charset="0"/>
            </a:endParaRPr>
          </a:p>
          <a:p>
            <a:pPr marL="158750" indent="0" algn="l">
              <a:buNone/>
            </a:pPr>
            <a:endParaRPr lang="en-US" sz="1400" dirty="0">
              <a:solidFill>
                <a:srgbClr val="1D1C1D"/>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92488001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4"/>
        <p:cNvGrpSpPr/>
        <p:nvPr/>
      </p:nvGrpSpPr>
      <p:grpSpPr>
        <a:xfrm>
          <a:off x="0" y="0"/>
          <a:ext cx="0" cy="0"/>
          <a:chOff x="0" y="0"/>
          <a:chExt cx="0" cy="0"/>
        </a:xfrm>
      </p:grpSpPr>
      <p:sp>
        <p:nvSpPr>
          <p:cNvPr id="875" name="Google Shape;875;gbd8f7373d4_0_397:notes"/>
          <p:cNvSpPr>
            <a:spLocks noGrp="1" noRot="1" noChangeAspect="1"/>
          </p:cNvSpPr>
          <p:nvPr>
            <p:ph type="sldImg" idx="2"/>
          </p:nvPr>
        </p:nvSpPr>
        <p:spPr>
          <a:xfrm>
            <a:off x="382588" y="685800"/>
            <a:ext cx="6094412"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876" name="Google Shape;876;gbd8f7373d4_0_3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400" dirty="0">
                <a:latin typeface="Calibri" panose="020F0502020204030204" pitchFamily="34" charset="0"/>
                <a:cs typeface="Calibri" panose="020F0502020204030204" pitchFamily="34" charset="0"/>
              </a:rPr>
              <a:t>Script:</a:t>
            </a:r>
          </a:p>
          <a:p>
            <a:pPr marL="0" lvl="0" indent="0" algn="l" rtl="0">
              <a:spcBef>
                <a:spcPts val="0"/>
              </a:spcBef>
              <a:spcAft>
                <a:spcPts val="0"/>
              </a:spcAft>
              <a:buNone/>
            </a:pPr>
            <a:endParaRPr lang="en-US" sz="1400" dirty="0">
              <a:latin typeface="Calibri" panose="020F0502020204030204" pitchFamily="34" charset="0"/>
              <a:cs typeface="Calibri" panose="020F0502020204030204" pitchFamily="34" charset="0"/>
            </a:endParaRPr>
          </a:p>
          <a:p>
            <a:pPr marL="158750" indent="0" algn="l">
              <a:buNone/>
            </a:pPr>
            <a:r>
              <a:rPr lang="en-US" sz="1400" dirty="0">
                <a:solidFill>
                  <a:srgbClr val="1D1C1D"/>
                </a:solidFill>
                <a:effectLst/>
                <a:latin typeface="Calibri" panose="020F0502020204030204" pitchFamily="34" charset="0"/>
                <a:cs typeface="Calibri" panose="020F0502020204030204" pitchFamily="34" charset="0"/>
              </a:rPr>
              <a:t>Here are references to the source material used in the creation of this presentation.</a:t>
            </a:r>
          </a:p>
          <a:p>
            <a:pPr marL="158750" indent="0" algn="l">
              <a:buNone/>
            </a:pPr>
            <a:endParaRPr lang="en-US" sz="1400" dirty="0">
              <a:solidFill>
                <a:srgbClr val="1D1C1D"/>
              </a:solidFill>
              <a:effectLst/>
              <a:latin typeface="Calibri" panose="020F0502020204030204" pitchFamily="34" charset="0"/>
              <a:cs typeface="Calibri" panose="020F0502020204030204" pitchFamily="34" charset="0"/>
            </a:endParaRPr>
          </a:p>
          <a:p>
            <a:pPr marL="158750" indent="0" algn="l">
              <a:buNone/>
            </a:pPr>
            <a:r>
              <a:rPr lang="en-US" sz="1400" dirty="0">
                <a:solidFill>
                  <a:srgbClr val="1D1C1D"/>
                </a:solidFill>
                <a:effectLst/>
                <a:latin typeface="Calibri" panose="020F0502020204030204" pitchFamily="34" charset="0"/>
                <a:cs typeface="Calibri" panose="020F0502020204030204" pitchFamily="34" charset="0"/>
              </a:rPr>
              <a:t>They'll also be included in the video description.</a:t>
            </a:r>
          </a:p>
          <a:p>
            <a:pPr marL="158750" indent="0" algn="l">
              <a:buNone/>
            </a:pPr>
            <a:endParaRPr lang="en-US" sz="1400" dirty="0">
              <a:solidFill>
                <a:srgbClr val="1D1C1D"/>
              </a:solidFill>
              <a:effectLst/>
              <a:latin typeface="Calibri" panose="020F0502020204030204" pitchFamily="34" charset="0"/>
              <a:cs typeface="Calibri" panose="020F0502020204030204" pitchFamily="34" charset="0"/>
            </a:endParaRPr>
          </a:p>
          <a:p>
            <a:pPr marL="158750" indent="0" algn="l">
              <a:buNone/>
            </a:pPr>
            <a:r>
              <a:rPr lang="en-US" sz="1400" dirty="0">
                <a:solidFill>
                  <a:srgbClr val="1D1C1D"/>
                </a:solidFill>
                <a:effectLst/>
                <a:latin typeface="Calibri" panose="020F0502020204030204" pitchFamily="34" charset="0"/>
                <a:cs typeface="Calibri" panose="020F0502020204030204" pitchFamily="34" charset="0"/>
              </a:rPr>
              <a:t>Additionally, this presentation’s source material will be provided on the AVCDL GitHub repository.</a:t>
            </a:r>
          </a:p>
          <a:p>
            <a:pPr marL="158750" indent="0" algn="l">
              <a:buNone/>
            </a:pPr>
            <a:endParaRPr lang="en-US" sz="1400" dirty="0">
              <a:solidFill>
                <a:srgbClr val="1D1C1D"/>
              </a:solidFill>
              <a:effectLst/>
              <a:latin typeface="Calibri" panose="020F0502020204030204" pitchFamily="34" charset="0"/>
              <a:cs typeface="Calibri" panose="020F0502020204030204" pitchFamily="34" charset="0"/>
            </a:endParaRPr>
          </a:p>
          <a:p>
            <a:pPr marL="158750" indent="0" algn="l">
              <a:buNone/>
            </a:pPr>
            <a:endParaRPr lang="en-US" sz="1400" dirty="0">
              <a:solidFill>
                <a:srgbClr val="1D1C1D"/>
              </a:solidFill>
              <a:effectLst/>
              <a:latin typeface="Calibri" panose="020F0502020204030204" pitchFamily="34" charset="0"/>
              <a:cs typeface="Calibri" panose="020F0502020204030204" pitchFamily="34" charset="0"/>
            </a:endParaRPr>
          </a:p>
          <a:p>
            <a:pPr marL="158750" indent="0" algn="l">
              <a:buNone/>
            </a:pPr>
            <a:endParaRPr lang="en-US" sz="1400" dirty="0">
              <a:solidFill>
                <a:srgbClr val="1D1C1D"/>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4667727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hyperlink" Target="https://creativecommons.org/licenses/by/4.0/legalcode" TargetMode="External"/><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7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7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7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7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7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8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8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8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8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8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8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8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8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8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8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9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9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9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9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9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0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0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0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0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1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2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2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2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2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2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2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3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3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3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3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3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3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3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3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3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415507" y="992767"/>
            <a:ext cx="11358000" cy="2736900"/>
          </a:xfrm>
          <a:prstGeom prst="rect">
            <a:avLst/>
          </a:prstGeom>
        </p:spPr>
        <p:txBody>
          <a:bodyPr spcFirstLastPara="1" wrap="square" lIns="121875" tIns="121875" rIns="121875" bIns="121875" anchor="b" anchorCtr="0">
            <a:noAutofit/>
          </a:bodyPr>
          <a:lstStyle>
            <a:lvl1pPr lvl="0" algn="ctr">
              <a:spcBef>
                <a:spcPts val="0"/>
              </a:spcBef>
              <a:spcAft>
                <a:spcPts val="0"/>
              </a:spcAft>
              <a:buSzPts val="6900"/>
              <a:buNone/>
              <a:defRPr sz="6900"/>
            </a:lvl1pPr>
            <a:lvl2pPr lvl="1" algn="ctr">
              <a:spcBef>
                <a:spcPts val="0"/>
              </a:spcBef>
              <a:spcAft>
                <a:spcPts val="0"/>
              </a:spcAft>
              <a:buSzPts val="6900"/>
              <a:buNone/>
              <a:defRPr sz="6900"/>
            </a:lvl2pPr>
            <a:lvl3pPr lvl="2" algn="ctr">
              <a:spcBef>
                <a:spcPts val="0"/>
              </a:spcBef>
              <a:spcAft>
                <a:spcPts val="0"/>
              </a:spcAft>
              <a:buSzPts val="6900"/>
              <a:buNone/>
              <a:defRPr sz="6900"/>
            </a:lvl3pPr>
            <a:lvl4pPr lvl="3" algn="ctr">
              <a:spcBef>
                <a:spcPts val="0"/>
              </a:spcBef>
              <a:spcAft>
                <a:spcPts val="0"/>
              </a:spcAft>
              <a:buSzPts val="6900"/>
              <a:buNone/>
              <a:defRPr sz="6900"/>
            </a:lvl4pPr>
            <a:lvl5pPr lvl="4" algn="ctr">
              <a:spcBef>
                <a:spcPts val="0"/>
              </a:spcBef>
              <a:spcAft>
                <a:spcPts val="0"/>
              </a:spcAft>
              <a:buSzPts val="6900"/>
              <a:buNone/>
              <a:defRPr sz="6900"/>
            </a:lvl5pPr>
            <a:lvl6pPr lvl="5" algn="ctr">
              <a:spcBef>
                <a:spcPts val="0"/>
              </a:spcBef>
              <a:spcAft>
                <a:spcPts val="0"/>
              </a:spcAft>
              <a:buSzPts val="6900"/>
              <a:buNone/>
              <a:defRPr sz="6900"/>
            </a:lvl6pPr>
            <a:lvl7pPr lvl="6" algn="ctr">
              <a:spcBef>
                <a:spcPts val="0"/>
              </a:spcBef>
              <a:spcAft>
                <a:spcPts val="0"/>
              </a:spcAft>
              <a:buSzPts val="6900"/>
              <a:buNone/>
              <a:defRPr sz="6900"/>
            </a:lvl7pPr>
            <a:lvl8pPr lvl="7" algn="ctr">
              <a:spcBef>
                <a:spcPts val="0"/>
              </a:spcBef>
              <a:spcAft>
                <a:spcPts val="0"/>
              </a:spcAft>
              <a:buSzPts val="6900"/>
              <a:buNone/>
              <a:defRPr sz="6900"/>
            </a:lvl8pPr>
            <a:lvl9pPr lvl="8" algn="ctr">
              <a:spcBef>
                <a:spcPts val="0"/>
              </a:spcBef>
              <a:spcAft>
                <a:spcPts val="0"/>
              </a:spcAft>
              <a:buSzPts val="6900"/>
              <a:buNone/>
              <a:defRPr sz="6900"/>
            </a:lvl9pPr>
          </a:lstStyle>
          <a:p>
            <a:endParaRPr/>
          </a:p>
        </p:txBody>
      </p:sp>
      <p:sp>
        <p:nvSpPr>
          <p:cNvPr id="11" name="Google Shape;11;p2"/>
          <p:cNvSpPr txBox="1">
            <a:spLocks noGrp="1"/>
          </p:cNvSpPr>
          <p:nvPr>
            <p:ph type="subTitle" idx="1"/>
          </p:nvPr>
        </p:nvSpPr>
        <p:spPr>
          <a:xfrm>
            <a:off x="415496" y="3778833"/>
            <a:ext cx="11358000" cy="1056900"/>
          </a:xfrm>
          <a:prstGeom prst="rect">
            <a:avLst/>
          </a:prstGeom>
        </p:spPr>
        <p:txBody>
          <a:bodyPr spcFirstLastPara="1" wrap="square" lIns="121875" tIns="121875" rIns="121875" bIns="121875" anchor="t" anchorCtr="0">
            <a:noAutofit/>
          </a:bodyPr>
          <a:lstStyle>
            <a:lvl1pPr lvl="0" algn="ctr">
              <a:lnSpc>
                <a:spcPct val="100000"/>
              </a:lnSpc>
              <a:spcBef>
                <a:spcPts val="0"/>
              </a:spcBef>
              <a:spcAft>
                <a:spcPts val="0"/>
              </a:spcAft>
              <a:buSzPts val="3700"/>
              <a:buNone/>
              <a:defRPr sz="3700"/>
            </a:lvl1pPr>
            <a:lvl2pPr lvl="1" algn="ctr">
              <a:lnSpc>
                <a:spcPct val="100000"/>
              </a:lnSpc>
              <a:spcBef>
                <a:spcPts val="0"/>
              </a:spcBef>
              <a:spcAft>
                <a:spcPts val="0"/>
              </a:spcAft>
              <a:buSzPts val="3700"/>
              <a:buNone/>
              <a:defRPr sz="3700"/>
            </a:lvl2pPr>
            <a:lvl3pPr lvl="2" algn="ctr">
              <a:lnSpc>
                <a:spcPct val="100000"/>
              </a:lnSpc>
              <a:spcBef>
                <a:spcPts val="0"/>
              </a:spcBef>
              <a:spcAft>
                <a:spcPts val="0"/>
              </a:spcAft>
              <a:buSzPts val="3700"/>
              <a:buNone/>
              <a:defRPr sz="3700"/>
            </a:lvl3pPr>
            <a:lvl4pPr lvl="3" algn="ctr">
              <a:lnSpc>
                <a:spcPct val="100000"/>
              </a:lnSpc>
              <a:spcBef>
                <a:spcPts val="0"/>
              </a:spcBef>
              <a:spcAft>
                <a:spcPts val="0"/>
              </a:spcAft>
              <a:buSzPts val="3700"/>
              <a:buNone/>
              <a:defRPr sz="3700"/>
            </a:lvl4pPr>
            <a:lvl5pPr lvl="4" algn="ctr">
              <a:lnSpc>
                <a:spcPct val="100000"/>
              </a:lnSpc>
              <a:spcBef>
                <a:spcPts val="0"/>
              </a:spcBef>
              <a:spcAft>
                <a:spcPts val="0"/>
              </a:spcAft>
              <a:buSzPts val="3700"/>
              <a:buNone/>
              <a:defRPr sz="3700"/>
            </a:lvl5pPr>
            <a:lvl6pPr lvl="5" algn="ctr">
              <a:lnSpc>
                <a:spcPct val="100000"/>
              </a:lnSpc>
              <a:spcBef>
                <a:spcPts val="0"/>
              </a:spcBef>
              <a:spcAft>
                <a:spcPts val="0"/>
              </a:spcAft>
              <a:buSzPts val="3700"/>
              <a:buNone/>
              <a:defRPr sz="3700"/>
            </a:lvl6pPr>
            <a:lvl7pPr lvl="6" algn="ctr">
              <a:lnSpc>
                <a:spcPct val="100000"/>
              </a:lnSpc>
              <a:spcBef>
                <a:spcPts val="0"/>
              </a:spcBef>
              <a:spcAft>
                <a:spcPts val="0"/>
              </a:spcAft>
              <a:buSzPts val="3700"/>
              <a:buNone/>
              <a:defRPr sz="3700"/>
            </a:lvl7pPr>
            <a:lvl8pPr lvl="7" algn="ctr">
              <a:lnSpc>
                <a:spcPct val="100000"/>
              </a:lnSpc>
              <a:spcBef>
                <a:spcPts val="0"/>
              </a:spcBef>
              <a:spcAft>
                <a:spcPts val="0"/>
              </a:spcAft>
              <a:buSzPts val="3700"/>
              <a:buNone/>
              <a:defRPr sz="3700"/>
            </a:lvl8pPr>
            <a:lvl9pPr lvl="8" algn="ctr">
              <a:lnSpc>
                <a:spcPct val="100000"/>
              </a:lnSpc>
              <a:spcBef>
                <a:spcPts val="0"/>
              </a:spcBef>
              <a:spcAft>
                <a:spcPts val="0"/>
              </a:spcAft>
              <a:buSzPts val="3700"/>
              <a:buNone/>
              <a:defRPr sz="3700"/>
            </a:lvl9pPr>
          </a:lstStyle>
          <a:p>
            <a:endParaRPr/>
          </a:p>
        </p:txBody>
      </p:sp>
      <p:sp>
        <p:nvSpPr>
          <p:cNvPr id="12" name="Google Shape;12;p2"/>
          <p:cNvSpPr txBox="1">
            <a:spLocks noGrp="1"/>
          </p:cNvSpPr>
          <p:nvPr>
            <p:ph type="sldNum" idx="12"/>
          </p:nvPr>
        </p:nvSpPr>
        <p:spPr>
          <a:xfrm>
            <a:off x="11293784" y="6217622"/>
            <a:ext cx="731400" cy="524700"/>
          </a:xfrm>
          <a:prstGeom prst="rect">
            <a:avLst/>
          </a:prstGeom>
        </p:spPr>
        <p:txBody>
          <a:bodyPr spcFirstLastPara="1" wrap="square" lIns="121875" tIns="121875" rIns="121875" bIns="12187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415496" y="2867800"/>
            <a:ext cx="11358000" cy="1122300"/>
          </a:xfrm>
          <a:prstGeom prst="rect">
            <a:avLst/>
          </a:prstGeom>
        </p:spPr>
        <p:txBody>
          <a:bodyPr spcFirstLastPara="1" wrap="square" lIns="121875" tIns="121875" rIns="121875" bIns="121875" anchor="ctr" anchorCtr="0">
            <a:noAutofit/>
          </a:bodyPr>
          <a:lstStyle>
            <a:lvl1pPr lvl="0" algn="ctr">
              <a:spcBef>
                <a:spcPts val="0"/>
              </a:spcBef>
              <a:spcAft>
                <a:spcPts val="0"/>
              </a:spcAft>
              <a:buSzPts val="4800"/>
              <a:buNone/>
              <a:defRPr sz="4800"/>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a:endParaRPr/>
          </a:p>
        </p:txBody>
      </p:sp>
      <p:sp>
        <p:nvSpPr>
          <p:cNvPr id="15" name="Google Shape;15;p3"/>
          <p:cNvSpPr txBox="1">
            <a:spLocks noGrp="1"/>
          </p:cNvSpPr>
          <p:nvPr>
            <p:ph type="sldNum" idx="12"/>
          </p:nvPr>
        </p:nvSpPr>
        <p:spPr>
          <a:xfrm>
            <a:off x="11293784" y="6217622"/>
            <a:ext cx="731400" cy="524700"/>
          </a:xfrm>
          <a:prstGeom prst="rect">
            <a:avLst/>
          </a:prstGeom>
        </p:spPr>
        <p:txBody>
          <a:bodyPr spcFirstLastPara="1" wrap="square" lIns="121875" tIns="121875" rIns="121875" bIns="12187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496" y="593367"/>
            <a:ext cx="11358000" cy="763500"/>
          </a:xfrm>
          <a:prstGeom prst="rect">
            <a:avLst/>
          </a:prstGeom>
        </p:spPr>
        <p:txBody>
          <a:bodyPr spcFirstLastPara="1" wrap="square" lIns="121875" tIns="121875" rIns="121875" bIns="121875" anchor="t" anchorCtr="0">
            <a:noAutofit/>
          </a:bodyPr>
          <a:lstStyle>
            <a:lvl1pPr lvl="0">
              <a:spcBef>
                <a:spcPts val="0"/>
              </a:spcBef>
              <a:spcAft>
                <a:spcPts val="0"/>
              </a:spcAft>
              <a:buSzPts val="3700"/>
              <a:buNone/>
              <a:defRPr/>
            </a:lvl1pPr>
            <a:lvl2pPr lvl="1">
              <a:spcBef>
                <a:spcPts val="0"/>
              </a:spcBef>
              <a:spcAft>
                <a:spcPts val="0"/>
              </a:spcAft>
              <a:buSzPts val="3700"/>
              <a:buNone/>
              <a:defRPr/>
            </a:lvl2pPr>
            <a:lvl3pPr lvl="2">
              <a:spcBef>
                <a:spcPts val="0"/>
              </a:spcBef>
              <a:spcAft>
                <a:spcPts val="0"/>
              </a:spcAft>
              <a:buSzPts val="3700"/>
              <a:buNone/>
              <a:defRPr/>
            </a:lvl3pPr>
            <a:lvl4pPr lvl="3">
              <a:spcBef>
                <a:spcPts val="0"/>
              </a:spcBef>
              <a:spcAft>
                <a:spcPts val="0"/>
              </a:spcAft>
              <a:buSzPts val="3700"/>
              <a:buNone/>
              <a:defRPr/>
            </a:lvl4pPr>
            <a:lvl5pPr lvl="4">
              <a:spcBef>
                <a:spcPts val="0"/>
              </a:spcBef>
              <a:spcAft>
                <a:spcPts val="0"/>
              </a:spcAft>
              <a:buSzPts val="3700"/>
              <a:buNone/>
              <a:defRPr/>
            </a:lvl5pPr>
            <a:lvl6pPr lvl="5">
              <a:spcBef>
                <a:spcPts val="0"/>
              </a:spcBef>
              <a:spcAft>
                <a:spcPts val="0"/>
              </a:spcAft>
              <a:buSzPts val="3700"/>
              <a:buNone/>
              <a:defRPr/>
            </a:lvl6pPr>
            <a:lvl7pPr lvl="6">
              <a:spcBef>
                <a:spcPts val="0"/>
              </a:spcBef>
              <a:spcAft>
                <a:spcPts val="0"/>
              </a:spcAft>
              <a:buSzPts val="3700"/>
              <a:buNone/>
              <a:defRPr/>
            </a:lvl7pPr>
            <a:lvl8pPr lvl="7">
              <a:spcBef>
                <a:spcPts val="0"/>
              </a:spcBef>
              <a:spcAft>
                <a:spcPts val="0"/>
              </a:spcAft>
              <a:buSzPts val="3700"/>
              <a:buNone/>
              <a:defRPr/>
            </a:lvl8pPr>
            <a:lvl9pPr lvl="8">
              <a:spcBef>
                <a:spcPts val="0"/>
              </a:spcBef>
              <a:spcAft>
                <a:spcPts val="0"/>
              </a:spcAft>
              <a:buSzPts val="3700"/>
              <a:buNone/>
              <a:defRPr/>
            </a:lvl9pPr>
          </a:lstStyle>
          <a:p>
            <a:endParaRPr/>
          </a:p>
        </p:txBody>
      </p:sp>
      <p:sp>
        <p:nvSpPr>
          <p:cNvPr id="18" name="Google Shape;18;p4"/>
          <p:cNvSpPr txBox="1">
            <a:spLocks noGrp="1"/>
          </p:cNvSpPr>
          <p:nvPr>
            <p:ph type="body" idx="1"/>
          </p:nvPr>
        </p:nvSpPr>
        <p:spPr>
          <a:xfrm>
            <a:off x="415496" y="1536633"/>
            <a:ext cx="11358000" cy="4555200"/>
          </a:xfrm>
          <a:prstGeom prst="rect">
            <a:avLst/>
          </a:prstGeom>
        </p:spPr>
        <p:txBody>
          <a:bodyPr spcFirstLastPara="1" wrap="square" lIns="121875" tIns="121875" rIns="121875" bIns="121875" anchor="t" anchorCtr="0">
            <a:noAutofit/>
          </a:bodyPr>
          <a:lstStyle>
            <a:lvl1pPr marL="457207" lvl="0" indent="-381006">
              <a:spcBef>
                <a:spcPts val="0"/>
              </a:spcBef>
              <a:spcAft>
                <a:spcPts val="0"/>
              </a:spcAft>
              <a:buSzPts val="2400"/>
              <a:buChar char="●"/>
              <a:defRPr/>
            </a:lvl1pPr>
            <a:lvl2pPr marL="914415" lvl="1" indent="-349255">
              <a:spcBef>
                <a:spcPts val="2099"/>
              </a:spcBef>
              <a:spcAft>
                <a:spcPts val="0"/>
              </a:spcAft>
              <a:buSzPts val="1900"/>
              <a:buChar char="○"/>
              <a:defRPr/>
            </a:lvl2pPr>
            <a:lvl3pPr marL="1371622" lvl="2" indent="-349255">
              <a:spcBef>
                <a:spcPts val="2099"/>
              </a:spcBef>
              <a:spcAft>
                <a:spcPts val="0"/>
              </a:spcAft>
              <a:buSzPts val="1900"/>
              <a:buChar char="■"/>
              <a:defRPr/>
            </a:lvl3pPr>
            <a:lvl4pPr marL="1828831" lvl="3" indent="-349255">
              <a:spcBef>
                <a:spcPts val="2099"/>
              </a:spcBef>
              <a:spcAft>
                <a:spcPts val="0"/>
              </a:spcAft>
              <a:buSzPts val="1900"/>
              <a:buChar char="●"/>
              <a:defRPr/>
            </a:lvl4pPr>
            <a:lvl5pPr marL="2286038" lvl="4" indent="-349255">
              <a:spcBef>
                <a:spcPts val="2099"/>
              </a:spcBef>
              <a:spcAft>
                <a:spcPts val="0"/>
              </a:spcAft>
              <a:buSzPts val="1900"/>
              <a:buChar char="○"/>
              <a:defRPr/>
            </a:lvl5pPr>
            <a:lvl6pPr marL="2743246" lvl="5" indent="-349255">
              <a:spcBef>
                <a:spcPts val="2099"/>
              </a:spcBef>
              <a:spcAft>
                <a:spcPts val="0"/>
              </a:spcAft>
              <a:buSzPts val="1900"/>
              <a:buChar char="■"/>
              <a:defRPr/>
            </a:lvl6pPr>
            <a:lvl7pPr marL="3200453" lvl="6" indent="-349255">
              <a:spcBef>
                <a:spcPts val="2099"/>
              </a:spcBef>
              <a:spcAft>
                <a:spcPts val="0"/>
              </a:spcAft>
              <a:buSzPts val="1900"/>
              <a:buChar char="●"/>
              <a:defRPr/>
            </a:lvl7pPr>
            <a:lvl8pPr marL="3657661" lvl="7" indent="-349255">
              <a:spcBef>
                <a:spcPts val="2099"/>
              </a:spcBef>
              <a:spcAft>
                <a:spcPts val="0"/>
              </a:spcAft>
              <a:buSzPts val="1900"/>
              <a:buChar char="○"/>
              <a:defRPr/>
            </a:lvl8pPr>
            <a:lvl9pPr marL="4114868" lvl="8" indent="-349255">
              <a:spcBef>
                <a:spcPts val="2099"/>
              </a:spcBef>
              <a:spcAft>
                <a:spcPts val="2099"/>
              </a:spcAft>
              <a:buSzPts val="1900"/>
              <a:buChar char="■"/>
              <a:defRPr/>
            </a:lvl9pPr>
          </a:lstStyle>
          <a:p>
            <a:endParaRPr/>
          </a:p>
        </p:txBody>
      </p:sp>
      <p:sp>
        <p:nvSpPr>
          <p:cNvPr id="19" name="Google Shape;19;p4"/>
          <p:cNvSpPr txBox="1">
            <a:spLocks noGrp="1"/>
          </p:cNvSpPr>
          <p:nvPr>
            <p:ph type="sldNum" idx="12"/>
          </p:nvPr>
        </p:nvSpPr>
        <p:spPr>
          <a:xfrm>
            <a:off x="11293784" y="6217622"/>
            <a:ext cx="731400" cy="524700"/>
          </a:xfrm>
          <a:prstGeom prst="rect">
            <a:avLst/>
          </a:prstGeom>
        </p:spPr>
        <p:txBody>
          <a:bodyPr spcFirstLastPara="1" wrap="square" lIns="121875" tIns="121875" rIns="121875" bIns="12187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415496" y="593367"/>
            <a:ext cx="11358000" cy="763500"/>
          </a:xfrm>
          <a:prstGeom prst="rect">
            <a:avLst/>
          </a:prstGeom>
        </p:spPr>
        <p:txBody>
          <a:bodyPr spcFirstLastPara="1" wrap="square" lIns="121875" tIns="121875" rIns="121875" bIns="121875" anchor="t" anchorCtr="0">
            <a:noAutofit/>
          </a:bodyPr>
          <a:lstStyle>
            <a:lvl1pPr lvl="0">
              <a:spcBef>
                <a:spcPts val="0"/>
              </a:spcBef>
              <a:spcAft>
                <a:spcPts val="0"/>
              </a:spcAft>
              <a:buSzPts val="3700"/>
              <a:buNone/>
              <a:defRPr/>
            </a:lvl1pPr>
            <a:lvl2pPr lvl="1">
              <a:spcBef>
                <a:spcPts val="0"/>
              </a:spcBef>
              <a:spcAft>
                <a:spcPts val="0"/>
              </a:spcAft>
              <a:buSzPts val="3700"/>
              <a:buNone/>
              <a:defRPr/>
            </a:lvl2pPr>
            <a:lvl3pPr lvl="2">
              <a:spcBef>
                <a:spcPts val="0"/>
              </a:spcBef>
              <a:spcAft>
                <a:spcPts val="0"/>
              </a:spcAft>
              <a:buSzPts val="3700"/>
              <a:buNone/>
              <a:defRPr/>
            </a:lvl3pPr>
            <a:lvl4pPr lvl="3">
              <a:spcBef>
                <a:spcPts val="0"/>
              </a:spcBef>
              <a:spcAft>
                <a:spcPts val="0"/>
              </a:spcAft>
              <a:buSzPts val="3700"/>
              <a:buNone/>
              <a:defRPr/>
            </a:lvl4pPr>
            <a:lvl5pPr lvl="4">
              <a:spcBef>
                <a:spcPts val="0"/>
              </a:spcBef>
              <a:spcAft>
                <a:spcPts val="0"/>
              </a:spcAft>
              <a:buSzPts val="3700"/>
              <a:buNone/>
              <a:defRPr/>
            </a:lvl5pPr>
            <a:lvl6pPr lvl="5">
              <a:spcBef>
                <a:spcPts val="0"/>
              </a:spcBef>
              <a:spcAft>
                <a:spcPts val="0"/>
              </a:spcAft>
              <a:buSzPts val="3700"/>
              <a:buNone/>
              <a:defRPr/>
            </a:lvl6pPr>
            <a:lvl7pPr lvl="6">
              <a:spcBef>
                <a:spcPts val="0"/>
              </a:spcBef>
              <a:spcAft>
                <a:spcPts val="0"/>
              </a:spcAft>
              <a:buSzPts val="3700"/>
              <a:buNone/>
              <a:defRPr/>
            </a:lvl7pPr>
            <a:lvl8pPr lvl="7">
              <a:spcBef>
                <a:spcPts val="0"/>
              </a:spcBef>
              <a:spcAft>
                <a:spcPts val="0"/>
              </a:spcAft>
              <a:buSzPts val="3700"/>
              <a:buNone/>
              <a:defRPr/>
            </a:lvl8pPr>
            <a:lvl9pPr lvl="8">
              <a:spcBef>
                <a:spcPts val="0"/>
              </a:spcBef>
              <a:spcAft>
                <a:spcPts val="0"/>
              </a:spcAft>
              <a:buSzPts val="3700"/>
              <a:buNone/>
              <a:defRPr/>
            </a:lvl9pPr>
          </a:lstStyle>
          <a:p>
            <a:endParaRPr/>
          </a:p>
        </p:txBody>
      </p:sp>
      <p:sp>
        <p:nvSpPr>
          <p:cNvPr id="22" name="Google Shape;22;p5"/>
          <p:cNvSpPr txBox="1">
            <a:spLocks noGrp="1"/>
          </p:cNvSpPr>
          <p:nvPr>
            <p:ph type="body" idx="1"/>
          </p:nvPr>
        </p:nvSpPr>
        <p:spPr>
          <a:xfrm>
            <a:off x="415497" y="1536633"/>
            <a:ext cx="5331900" cy="4555200"/>
          </a:xfrm>
          <a:prstGeom prst="rect">
            <a:avLst/>
          </a:prstGeom>
        </p:spPr>
        <p:txBody>
          <a:bodyPr spcFirstLastPara="1" wrap="square" lIns="121875" tIns="121875" rIns="121875" bIns="121875" anchor="t" anchorCtr="0">
            <a:noAutofit/>
          </a:bodyPr>
          <a:lstStyle>
            <a:lvl1pPr marL="457207" lvl="0" indent="-349255">
              <a:spcBef>
                <a:spcPts val="0"/>
              </a:spcBef>
              <a:spcAft>
                <a:spcPts val="0"/>
              </a:spcAft>
              <a:buSzPts val="1900"/>
              <a:buChar char="●"/>
              <a:defRPr sz="1900"/>
            </a:lvl1pPr>
            <a:lvl2pPr marL="914415" lvl="1" indent="-330205">
              <a:spcBef>
                <a:spcPts val="2099"/>
              </a:spcBef>
              <a:spcAft>
                <a:spcPts val="0"/>
              </a:spcAft>
              <a:buSzPts val="1600"/>
              <a:buChar char="○"/>
              <a:defRPr sz="1600"/>
            </a:lvl2pPr>
            <a:lvl3pPr marL="1371622" lvl="2" indent="-330205">
              <a:spcBef>
                <a:spcPts val="2099"/>
              </a:spcBef>
              <a:spcAft>
                <a:spcPts val="0"/>
              </a:spcAft>
              <a:buSzPts val="1600"/>
              <a:buChar char="■"/>
              <a:defRPr sz="1600"/>
            </a:lvl3pPr>
            <a:lvl4pPr marL="1828831" lvl="3" indent="-330205">
              <a:spcBef>
                <a:spcPts val="2099"/>
              </a:spcBef>
              <a:spcAft>
                <a:spcPts val="0"/>
              </a:spcAft>
              <a:buSzPts val="1600"/>
              <a:buChar char="●"/>
              <a:defRPr sz="1600"/>
            </a:lvl4pPr>
            <a:lvl5pPr marL="2286038" lvl="4" indent="-330205">
              <a:spcBef>
                <a:spcPts val="2099"/>
              </a:spcBef>
              <a:spcAft>
                <a:spcPts val="0"/>
              </a:spcAft>
              <a:buSzPts val="1600"/>
              <a:buChar char="○"/>
              <a:defRPr sz="1600"/>
            </a:lvl5pPr>
            <a:lvl6pPr marL="2743246" lvl="5" indent="-330205">
              <a:spcBef>
                <a:spcPts val="2099"/>
              </a:spcBef>
              <a:spcAft>
                <a:spcPts val="0"/>
              </a:spcAft>
              <a:buSzPts val="1600"/>
              <a:buChar char="■"/>
              <a:defRPr sz="1600"/>
            </a:lvl6pPr>
            <a:lvl7pPr marL="3200453" lvl="6" indent="-330205">
              <a:spcBef>
                <a:spcPts val="2099"/>
              </a:spcBef>
              <a:spcAft>
                <a:spcPts val="0"/>
              </a:spcAft>
              <a:buSzPts val="1600"/>
              <a:buChar char="●"/>
              <a:defRPr sz="1600"/>
            </a:lvl7pPr>
            <a:lvl8pPr marL="3657661" lvl="7" indent="-330205">
              <a:spcBef>
                <a:spcPts val="2099"/>
              </a:spcBef>
              <a:spcAft>
                <a:spcPts val="0"/>
              </a:spcAft>
              <a:buSzPts val="1600"/>
              <a:buChar char="○"/>
              <a:defRPr sz="1600"/>
            </a:lvl8pPr>
            <a:lvl9pPr marL="4114868" lvl="8" indent="-330205">
              <a:spcBef>
                <a:spcPts val="2099"/>
              </a:spcBef>
              <a:spcAft>
                <a:spcPts val="2099"/>
              </a:spcAft>
              <a:buSzPts val="1600"/>
              <a:buChar char="■"/>
              <a:defRPr sz="1600"/>
            </a:lvl9pPr>
          </a:lstStyle>
          <a:p>
            <a:endParaRPr/>
          </a:p>
        </p:txBody>
      </p:sp>
      <p:sp>
        <p:nvSpPr>
          <p:cNvPr id="23" name="Google Shape;23;p5"/>
          <p:cNvSpPr txBox="1">
            <a:spLocks noGrp="1"/>
          </p:cNvSpPr>
          <p:nvPr>
            <p:ph type="body" idx="2"/>
          </p:nvPr>
        </p:nvSpPr>
        <p:spPr>
          <a:xfrm>
            <a:off x="6441588" y="1536633"/>
            <a:ext cx="5331900" cy="4555200"/>
          </a:xfrm>
          <a:prstGeom prst="rect">
            <a:avLst/>
          </a:prstGeom>
        </p:spPr>
        <p:txBody>
          <a:bodyPr spcFirstLastPara="1" wrap="square" lIns="121875" tIns="121875" rIns="121875" bIns="121875" anchor="t" anchorCtr="0">
            <a:noAutofit/>
          </a:bodyPr>
          <a:lstStyle>
            <a:lvl1pPr marL="457207" lvl="0" indent="-349255">
              <a:spcBef>
                <a:spcPts val="0"/>
              </a:spcBef>
              <a:spcAft>
                <a:spcPts val="0"/>
              </a:spcAft>
              <a:buSzPts val="1900"/>
              <a:buChar char="●"/>
              <a:defRPr sz="1900"/>
            </a:lvl1pPr>
            <a:lvl2pPr marL="914415" lvl="1" indent="-330205">
              <a:spcBef>
                <a:spcPts val="2099"/>
              </a:spcBef>
              <a:spcAft>
                <a:spcPts val="0"/>
              </a:spcAft>
              <a:buSzPts val="1600"/>
              <a:buChar char="○"/>
              <a:defRPr sz="1600"/>
            </a:lvl2pPr>
            <a:lvl3pPr marL="1371622" lvl="2" indent="-330205">
              <a:spcBef>
                <a:spcPts val="2099"/>
              </a:spcBef>
              <a:spcAft>
                <a:spcPts val="0"/>
              </a:spcAft>
              <a:buSzPts val="1600"/>
              <a:buChar char="■"/>
              <a:defRPr sz="1600"/>
            </a:lvl3pPr>
            <a:lvl4pPr marL="1828831" lvl="3" indent="-330205">
              <a:spcBef>
                <a:spcPts val="2099"/>
              </a:spcBef>
              <a:spcAft>
                <a:spcPts val="0"/>
              </a:spcAft>
              <a:buSzPts val="1600"/>
              <a:buChar char="●"/>
              <a:defRPr sz="1600"/>
            </a:lvl4pPr>
            <a:lvl5pPr marL="2286038" lvl="4" indent="-330205">
              <a:spcBef>
                <a:spcPts val="2099"/>
              </a:spcBef>
              <a:spcAft>
                <a:spcPts val="0"/>
              </a:spcAft>
              <a:buSzPts val="1600"/>
              <a:buChar char="○"/>
              <a:defRPr sz="1600"/>
            </a:lvl5pPr>
            <a:lvl6pPr marL="2743246" lvl="5" indent="-330205">
              <a:spcBef>
                <a:spcPts val="2099"/>
              </a:spcBef>
              <a:spcAft>
                <a:spcPts val="0"/>
              </a:spcAft>
              <a:buSzPts val="1600"/>
              <a:buChar char="■"/>
              <a:defRPr sz="1600"/>
            </a:lvl6pPr>
            <a:lvl7pPr marL="3200453" lvl="6" indent="-330205">
              <a:spcBef>
                <a:spcPts val="2099"/>
              </a:spcBef>
              <a:spcAft>
                <a:spcPts val="0"/>
              </a:spcAft>
              <a:buSzPts val="1600"/>
              <a:buChar char="●"/>
              <a:defRPr sz="1600"/>
            </a:lvl7pPr>
            <a:lvl8pPr marL="3657661" lvl="7" indent="-330205">
              <a:spcBef>
                <a:spcPts val="2099"/>
              </a:spcBef>
              <a:spcAft>
                <a:spcPts val="0"/>
              </a:spcAft>
              <a:buSzPts val="1600"/>
              <a:buChar char="○"/>
              <a:defRPr sz="1600"/>
            </a:lvl8pPr>
            <a:lvl9pPr marL="4114868" lvl="8" indent="-330205">
              <a:spcBef>
                <a:spcPts val="2099"/>
              </a:spcBef>
              <a:spcAft>
                <a:spcPts val="2099"/>
              </a:spcAft>
              <a:buSzPts val="1600"/>
              <a:buChar char="■"/>
              <a:defRPr sz="1600"/>
            </a:lvl9pPr>
          </a:lstStyle>
          <a:p>
            <a:endParaRPr/>
          </a:p>
        </p:txBody>
      </p:sp>
      <p:sp>
        <p:nvSpPr>
          <p:cNvPr id="24" name="Google Shape;24;p5"/>
          <p:cNvSpPr txBox="1">
            <a:spLocks noGrp="1"/>
          </p:cNvSpPr>
          <p:nvPr>
            <p:ph type="sldNum" idx="12"/>
          </p:nvPr>
        </p:nvSpPr>
        <p:spPr>
          <a:xfrm>
            <a:off x="11293784" y="6217622"/>
            <a:ext cx="731400" cy="524700"/>
          </a:xfrm>
          <a:prstGeom prst="rect">
            <a:avLst/>
          </a:prstGeom>
        </p:spPr>
        <p:txBody>
          <a:bodyPr spcFirstLastPara="1" wrap="square" lIns="121875" tIns="121875" rIns="121875" bIns="12187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415496" y="593367"/>
            <a:ext cx="11358000" cy="763500"/>
          </a:xfrm>
          <a:prstGeom prst="rect">
            <a:avLst/>
          </a:prstGeom>
        </p:spPr>
        <p:txBody>
          <a:bodyPr spcFirstLastPara="1" wrap="square" lIns="121875" tIns="121875" rIns="121875" bIns="121875" anchor="t" anchorCtr="0">
            <a:noAutofit/>
          </a:bodyPr>
          <a:lstStyle>
            <a:lvl1pPr lvl="0">
              <a:spcBef>
                <a:spcPts val="0"/>
              </a:spcBef>
              <a:spcAft>
                <a:spcPts val="0"/>
              </a:spcAft>
              <a:buSzPts val="3700"/>
              <a:buNone/>
              <a:defRPr/>
            </a:lvl1pPr>
            <a:lvl2pPr lvl="1">
              <a:spcBef>
                <a:spcPts val="0"/>
              </a:spcBef>
              <a:spcAft>
                <a:spcPts val="0"/>
              </a:spcAft>
              <a:buSzPts val="3700"/>
              <a:buNone/>
              <a:defRPr/>
            </a:lvl2pPr>
            <a:lvl3pPr lvl="2">
              <a:spcBef>
                <a:spcPts val="0"/>
              </a:spcBef>
              <a:spcAft>
                <a:spcPts val="0"/>
              </a:spcAft>
              <a:buSzPts val="3700"/>
              <a:buNone/>
              <a:defRPr/>
            </a:lvl3pPr>
            <a:lvl4pPr lvl="3">
              <a:spcBef>
                <a:spcPts val="0"/>
              </a:spcBef>
              <a:spcAft>
                <a:spcPts val="0"/>
              </a:spcAft>
              <a:buSzPts val="3700"/>
              <a:buNone/>
              <a:defRPr/>
            </a:lvl4pPr>
            <a:lvl5pPr lvl="4">
              <a:spcBef>
                <a:spcPts val="0"/>
              </a:spcBef>
              <a:spcAft>
                <a:spcPts val="0"/>
              </a:spcAft>
              <a:buSzPts val="3700"/>
              <a:buNone/>
              <a:defRPr/>
            </a:lvl5pPr>
            <a:lvl6pPr lvl="5">
              <a:spcBef>
                <a:spcPts val="0"/>
              </a:spcBef>
              <a:spcAft>
                <a:spcPts val="0"/>
              </a:spcAft>
              <a:buSzPts val="3700"/>
              <a:buNone/>
              <a:defRPr/>
            </a:lvl6pPr>
            <a:lvl7pPr lvl="6">
              <a:spcBef>
                <a:spcPts val="0"/>
              </a:spcBef>
              <a:spcAft>
                <a:spcPts val="0"/>
              </a:spcAft>
              <a:buSzPts val="3700"/>
              <a:buNone/>
              <a:defRPr/>
            </a:lvl7pPr>
            <a:lvl8pPr lvl="7">
              <a:spcBef>
                <a:spcPts val="0"/>
              </a:spcBef>
              <a:spcAft>
                <a:spcPts val="0"/>
              </a:spcAft>
              <a:buSzPts val="3700"/>
              <a:buNone/>
              <a:defRPr/>
            </a:lvl8pPr>
            <a:lvl9pPr lvl="8">
              <a:spcBef>
                <a:spcPts val="0"/>
              </a:spcBef>
              <a:spcAft>
                <a:spcPts val="0"/>
              </a:spcAft>
              <a:buSzPts val="3700"/>
              <a:buNone/>
              <a:defRPr/>
            </a:lvl9pPr>
          </a:lstStyle>
          <a:p>
            <a:endParaRPr/>
          </a:p>
        </p:txBody>
      </p:sp>
      <p:sp>
        <p:nvSpPr>
          <p:cNvPr id="27" name="Google Shape;27;p6"/>
          <p:cNvSpPr txBox="1">
            <a:spLocks noGrp="1"/>
          </p:cNvSpPr>
          <p:nvPr>
            <p:ph type="sldNum" idx="12"/>
          </p:nvPr>
        </p:nvSpPr>
        <p:spPr>
          <a:xfrm>
            <a:off x="11293784" y="6217622"/>
            <a:ext cx="731400" cy="524700"/>
          </a:xfrm>
          <a:prstGeom prst="rect">
            <a:avLst/>
          </a:prstGeom>
        </p:spPr>
        <p:txBody>
          <a:bodyPr spcFirstLastPara="1" wrap="square" lIns="121875" tIns="121875" rIns="121875" bIns="12187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415496" y="740800"/>
            <a:ext cx="3743100" cy="1007700"/>
          </a:xfrm>
          <a:prstGeom prst="rect">
            <a:avLst/>
          </a:prstGeom>
        </p:spPr>
        <p:txBody>
          <a:bodyPr spcFirstLastPara="1" wrap="square" lIns="121875" tIns="121875" rIns="121875" bIns="121875" anchor="b" anchorCtr="0">
            <a:noAutofit/>
          </a:bodyPr>
          <a:lstStyle>
            <a:lvl1pPr lvl="0">
              <a:spcBef>
                <a:spcPts val="0"/>
              </a:spcBef>
              <a:spcAft>
                <a:spcPts val="0"/>
              </a:spcAft>
              <a:buSzPts val="3200"/>
              <a:buNone/>
              <a:defRPr sz="3201"/>
            </a:lvl1pPr>
            <a:lvl2pPr lvl="1">
              <a:spcBef>
                <a:spcPts val="0"/>
              </a:spcBef>
              <a:spcAft>
                <a:spcPts val="0"/>
              </a:spcAft>
              <a:buSzPts val="3200"/>
              <a:buNone/>
              <a:defRPr sz="3201"/>
            </a:lvl2pPr>
            <a:lvl3pPr lvl="2">
              <a:spcBef>
                <a:spcPts val="0"/>
              </a:spcBef>
              <a:spcAft>
                <a:spcPts val="0"/>
              </a:spcAft>
              <a:buSzPts val="3200"/>
              <a:buNone/>
              <a:defRPr sz="3201"/>
            </a:lvl3pPr>
            <a:lvl4pPr lvl="3">
              <a:spcBef>
                <a:spcPts val="0"/>
              </a:spcBef>
              <a:spcAft>
                <a:spcPts val="0"/>
              </a:spcAft>
              <a:buSzPts val="3200"/>
              <a:buNone/>
              <a:defRPr sz="3201"/>
            </a:lvl4pPr>
            <a:lvl5pPr lvl="4">
              <a:spcBef>
                <a:spcPts val="0"/>
              </a:spcBef>
              <a:spcAft>
                <a:spcPts val="0"/>
              </a:spcAft>
              <a:buSzPts val="3200"/>
              <a:buNone/>
              <a:defRPr sz="3201"/>
            </a:lvl5pPr>
            <a:lvl6pPr lvl="5">
              <a:spcBef>
                <a:spcPts val="0"/>
              </a:spcBef>
              <a:spcAft>
                <a:spcPts val="0"/>
              </a:spcAft>
              <a:buSzPts val="3200"/>
              <a:buNone/>
              <a:defRPr sz="3201"/>
            </a:lvl6pPr>
            <a:lvl7pPr lvl="6">
              <a:spcBef>
                <a:spcPts val="0"/>
              </a:spcBef>
              <a:spcAft>
                <a:spcPts val="0"/>
              </a:spcAft>
              <a:buSzPts val="3200"/>
              <a:buNone/>
              <a:defRPr sz="3201"/>
            </a:lvl7pPr>
            <a:lvl8pPr lvl="7">
              <a:spcBef>
                <a:spcPts val="0"/>
              </a:spcBef>
              <a:spcAft>
                <a:spcPts val="0"/>
              </a:spcAft>
              <a:buSzPts val="3200"/>
              <a:buNone/>
              <a:defRPr sz="3201"/>
            </a:lvl8pPr>
            <a:lvl9pPr lvl="8">
              <a:spcBef>
                <a:spcPts val="0"/>
              </a:spcBef>
              <a:spcAft>
                <a:spcPts val="0"/>
              </a:spcAft>
              <a:buSzPts val="3200"/>
              <a:buNone/>
              <a:defRPr sz="3201"/>
            </a:lvl9pPr>
          </a:lstStyle>
          <a:p>
            <a:endParaRPr/>
          </a:p>
        </p:txBody>
      </p:sp>
      <p:sp>
        <p:nvSpPr>
          <p:cNvPr id="30" name="Google Shape;30;p7"/>
          <p:cNvSpPr txBox="1">
            <a:spLocks noGrp="1"/>
          </p:cNvSpPr>
          <p:nvPr>
            <p:ph type="body" idx="1"/>
          </p:nvPr>
        </p:nvSpPr>
        <p:spPr>
          <a:xfrm>
            <a:off x="415496" y="1852800"/>
            <a:ext cx="3743100" cy="4239300"/>
          </a:xfrm>
          <a:prstGeom prst="rect">
            <a:avLst/>
          </a:prstGeom>
        </p:spPr>
        <p:txBody>
          <a:bodyPr spcFirstLastPara="1" wrap="square" lIns="121875" tIns="121875" rIns="121875" bIns="121875" anchor="t" anchorCtr="0">
            <a:noAutofit/>
          </a:bodyPr>
          <a:lstStyle>
            <a:lvl1pPr marL="457207" lvl="0" indent="-330205">
              <a:spcBef>
                <a:spcPts val="0"/>
              </a:spcBef>
              <a:spcAft>
                <a:spcPts val="0"/>
              </a:spcAft>
              <a:buSzPts val="1600"/>
              <a:buChar char="●"/>
              <a:defRPr sz="1600"/>
            </a:lvl1pPr>
            <a:lvl2pPr marL="914415" lvl="1" indent="-330205">
              <a:spcBef>
                <a:spcPts val="2099"/>
              </a:spcBef>
              <a:spcAft>
                <a:spcPts val="0"/>
              </a:spcAft>
              <a:buSzPts val="1600"/>
              <a:buChar char="○"/>
              <a:defRPr sz="1600"/>
            </a:lvl2pPr>
            <a:lvl3pPr marL="1371622" lvl="2" indent="-330205">
              <a:spcBef>
                <a:spcPts val="2099"/>
              </a:spcBef>
              <a:spcAft>
                <a:spcPts val="0"/>
              </a:spcAft>
              <a:buSzPts val="1600"/>
              <a:buChar char="■"/>
              <a:defRPr sz="1600"/>
            </a:lvl3pPr>
            <a:lvl4pPr marL="1828831" lvl="3" indent="-330205">
              <a:spcBef>
                <a:spcPts val="2099"/>
              </a:spcBef>
              <a:spcAft>
                <a:spcPts val="0"/>
              </a:spcAft>
              <a:buSzPts val="1600"/>
              <a:buChar char="●"/>
              <a:defRPr sz="1600"/>
            </a:lvl4pPr>
            <a:lvl5pPr marL="2286038" lvl="4" indent="-330205">
              <a:spcBef>
                <a:spcPts val="2099"/>
              </a:spcBef>
              <a:spcAft>
                <a:spcPts val="0"/>
              </a:spcAft>
              <a:buSzPts val="1600"/>
              <a:buChar char="○"/>
              <a:defRPr sz="1600"/>
            </a:lvl5pPr>
            <a:lvl6pPr marL="2743246" lvl="5" indent="-330205">
              <a:spcBef>
                <a:spcPts val="2099"/>
              </a:spcBef>
              <a:spcAft>
                <a:spcPts val="0"/>
              </a:spcAft>
              <a:buSzPts val="1600"/>
              <a:buChar char="■"/>
              <a:defRPr sz="1600"/>
            </a:lvl6pPr>
            <a:lvl7pPr marL="3200453" lvl="6" indent="-330205">
              <a:spcBef>
                <a:spcPts val="2099"/>
              </a:spcBef>
              <a:spcAft>
                <a:spcPts val="0"/>
              </a:spcAft>
              <a:buSzPts val="1600"/>
              <a:buChar char="●"/>
              <a:defRPr sz="1600"/>
            </a:lvl7pPr>
            <a:lvl8pPr marL="3657661" lvl="7" indent="-330205">
              <a:spcBef>
                <a:spcPts val="2099"/>
              </a:spcBef>
              <a:spcAft>
                <a:spcPts val="0"/>
              </a:spcAft>
              <a:buSzPts val="1600"/>
              <a:buChar char="○"/>
              <a:defRPr sz="1600"/>
            </a:lvl8pPr>
            <a:lvl9pPr marL="4114868" lvl="8" indent="-330205">
              <a:spcBef>
                <a:spcPts val="2099"/>
              </a:spcBef>
              <a:spcAft>
                <a:spcPts val="2099"/>
              </a:spcAft>
              <a:buSzPts val="1600"/>
              <a:buChar char="■"/>
              <a:defRPr sz="1600"/>
            </a:lvl9pPr>
          </a:lstStyle>
          <a:p>
            <a:endParaRPr/>
          </a:p>
        </p:txBody>
      </p:sp>
      <p:sp>
        <p:nvSpPr>
          <p:cNvPr id="31" name="Google Shape;31;p7"/>
          <p:cNvSpPr txBox="1">
            <a:spLocks noGrp="1"/>
          </p:cNvSpPr>
          <p:nvPr>
            <p:ph type="sldNum" idx="12"/>
          </p:nvPr>
        </p:nvSpPr>
        <p:spPr>
          <a:xfrm>
            <a:off x="11293784" y="6217622"/>
            <a:ext cx="731400" cy="524700"/>
          </a:xfrm>
          <a:prstGeom prst="rect">
            <a:avLst/>
          </a:prstGeom>
        </p:spPr>
        <p:txBody>
          <a:bodyPr spcFirstLastPara="1" wrap="square" lIns="121875" tIns="121875" rIns="121875" bIns="12187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503" y="600200"/>
            <a:ext cx="8488200" cy="5454300"/>
          </a:xfrm>
          <a:prstGeom prst="rect">
            <a:avLst/>
          </a:prstGeom>
        </p:spPr>
        <p:txBody>
          <a:bodyPr spcFirstLastPara="1" wrap="square" lIns="121875" tIns="121875" rIns="121875" bIns="121875" anchor="ctr" anchorCtr="0">
            <a:noAutofit/>
          </a:bodyPr>
          <a:lstStyle>
            <a:lvl1pPr lvl="0">
              <a:spcBef>
                <a:spcPts val="0"/>
              </a:spcBef>
              <a:spcAft>
                <a:spcPts val="0"/>
              </a:spcAft>
              <a:buSzPts val="6400"/>
              <a:buNone/>
              <a:defRPr sz="6400"/>
            </a:lvl1pPr>
            <a:lvl2pPr lvl="1">
              <a:spcBef>
                <a:spcPts val="0"/>
              </a:spcBef>
              <a:spcAft>
                <a:spcPts val="0"/>
              </a:spcAft>
              <a:buSzPts val="6400"/>
              <a:buNone/>
              <a:defRPr sz="6400"/>
            </a:lvl2pPr>
            <a:lvl3pPr lvl="2">
              <a:spcBef>
                <a:spcPts val="0"/>
              </a:spcBef>
              <a:spcAft>
                <a:spcPts val="0"/>
              </a:spcAft>
              <a:buSzPts val="6400"/>
              <a:buNone/>
              <a:defRPr sz="6400"/>
            </a:lvl3pPr>
            <a:lvl4pPr lvl="3">
              <a:spcBef>
                <a:spcPts val="0"/>
              </a:spcBef>
              <a:spcAft>
                <a:spcPts val="0"/>
              </a:spcAft>
              <a:buSzPts val="6400"/>
              <a:buNone/>
              <a:defRPr sz="6400"/>
            </a:lvl4pPr>
            <a:lvl5pPr lvl="4">
              <a:spcBef>
                <a:spcPts val="0"/>
              </a:spcBef>
              <a:spcAft>
                <a:spcPts val="0"/>
              </a:spcAft>
              <a:buSzPts val="6400"/>
              <a:buNone/>
              <a:defRPr sz="6400"/>
            </a:lvl5pPr>
            <a:lvl6pPr lvl="5">
              <a:spcBef>
                <a:spcPts val="0"/>
              </a:spcBef>
              <a:spcAft>
                <a:spcPts val="0"/>
              </a:spcAft>
              <a:buSzPts val="6400"/>
              <a:buNone/>
              <a:defRPr sz="6400"/>
            </a:lvl6pPr>
            <a:lvl7pPr lvl="6">
              <a:spcBef>
                <a:spcPts val="0"/>
              </a:spcBef>
              <a:spcAft>
                <a:spcPts val="0"/>
              </a:spcAft>
              <a:buSzPts val="6400"/>
              <a:buNone/>
              <a:defRPr sz="6400"/>
            </a:lvl7pPr>
            <a:lvl8pPr lvl="7">
              <a:spcBef>
                <a:spcPts val="0"/>
              </a:spcBef>
              <a:spcAft>
                <a:spcPts val="0"/>
              </a:spcAft>
              <a:buSzPts val="6400"/>
              <a:buNone/>
              <a:defRPr sz="6400"/>
            </a:lvl8pPr>
            <a:lvl9pPr lvl="8">
              <a:spcBef>
                <a:spcPts val="0"/>
              </a:spcBef>
              <a:spcAft>
                <a:spcPts val="0"/>
              </a:spcAft>
              <a:buSzPts val="6400"/>
              <a:buNone/>
              <a:defRPr sz="6400"/>
            </a:lvl9pPr>
          </a:lstStyle>
          <a:p>
            <a:endParaRPr/>
          </a:p>
        </p:txBody>
      </p:sp>
      <p:sp>
        <p:nvSpPr>
          <p:cNvPr id="34" name="Google Shape;34;p8"/>
          <p:cNvSpPr txBox="1">
            <a:spLocks noGrp="1"/>
          </p:cNvSpPr>
          <p:nvPr>
            <p:ph type="sldNum" idx="12"/>
          </p:nvPr>
        </p:nvSpPr>
        <p:spPr>
          <a:xfrm>
            <a:off x="11293784" y="6217622"/>
            <a:ext cx="731400" cy="524700"/>
          </a:xfrm>
          <a:prstGeom prst="rect">
            <a:avLst/>
          </a:prstGeom>
        </p:spPr>
        <p:txBody>
          <a:bodyPr spcFirstLastPara="1" wrap="square" lIns="121875" tIns="121875" rIns="121875" bIns="12187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6094475" y="-167"/>
            <a:ext cx="6094500" cy="6858000"/>
          </a:xfrm>
          <a:prstGeom prst="rect">
            <a:avLst/>
          </a:prstGeom>
          <a:solidFill>
            <a:schemeClr val="lt2"/>
          </a:solidFill>
          <a:ln>
            <a:noFill/>
          </a:ln>
        </p:spPr>
        <p:txBody>
          <a:bodyPr spcFirstLastPara="1" wrap="square" lIns="121875" tIns="121875" rIns="121875" bIns="121875" anchor="ctr" anchorCtr="0">
            <a:noAutofit/>
          </a:bodyPr>
          <a:lstStyle/>
          <a:p>
            <a:pPr marL="0" lvl="0" indent="0" algn="l" rtl="0">
              <a:spcBef>
                <a:spcPts val="0"/>
              </a:spcBef>
              <a:spcAft>
                <a:spcPts val="0"/>
              </a:spcAft>
              <a:buNone/>
            </a:pPr>
            <a:endParaRPr sz="1400"/>
          </a:p>
        </p:txBody>
      </p:sp>
      <p:sp>
        <p:nvSpPr>
          <p:cNvPr id="37" name="Google Shape;37;p9"/>
          <p:cNvSpPr txBox="1">
            <a:spLocks noGrp="1"/>
          </p:cNvSpPr>
          <p:nvPr>
            <p:ph type="title"/>
          </p:nvPr>
        </p:nvSpPr>
        <p:spPr>
          <a:xfrm>
            <a:off x="353913" y="1644233"/>
            <a:ext cx="5392199" cy="1976400"/>
          </a:xfrm>
          <a:prstGeom prst="rect">
            <a:avLst/>
          </a:prstGeom>
        </p:spPr>
        <p:txBody>
          <a:bodyPr spcFirstLastPara="1" wrap="square" lIns="121875" tIns="121875" rIns="121875" bIns="121875" anchor="b" anchorCtr="0">
            <a:noAutofit/>
          </a:bodyPr>
          <a:lstStyle>
            <a:lvl1pPr lvl="0" algn="ctr">
              <a:spcBef>
                <a:spcPts val="0"/>
              </a:spcBef>
              <a:spcAft>
                <a:spcPts val="0"/>
              </a:spcAft>
              <a:buSzPts val="5600"/>
              <a:buNone/>
              <a:defRPr sz="5600"/>
            </a:lvl1pPr>
            <a:lvl2pPr lvl="1" algn="ctr">
              <a:spcBef>
                <a:spcPts val="0"/>
              </a:spcBef>
              <a:spcAft>
                <a:spcPts val="0"/>
              </a:spcAft>
              <a:buSzPts val="5600"/>
              <a:buNone/>
              <a:defRPr sz="5600"/>
            </a:lvl2pPr>
            <a:lvl3pPr lvl="2" algn="ctr">
              <a:spcBef>
                <a:spcPts val="0"/>
              </a:spcBef>
              <a:spcAft>
                <a:spcPts val="0"/>
              </a:spcAft>
              <a:buSzPts val="5600"/>
              <a:buNone/>
              <a:defRPr sz="5600"/>
            </a:lvl3pPr>
            <a:lvl4pPr lvl="3" algn="ctr">
              <a:spcBef>
                <a:spcPts val="0"/>
              </a:spcBef>
              <a:spcAft>
                <a:spcPts val="0"/>
              </a:spcAft>
              <a:buSzPts val="5600"/>
              <a:buNone/>
              <a:defRPr sz="5600"/>
            </a:lvl4pPr>
            <a:lvl5pPr lvl="4" algn="ctr">
              <a:spcBef>
                <a:spcPts val="0"/>
              </a:spcBef>
              <a:spcAft>
                <a:spcPts val="0"/>
              </a:spcAft>
              <a:buSzPts val="5600"/>
              <a:buNone/>
              <a:defRPr sz="5600"/>
            </a:lvl5pPr>
            <a:lvl6pPr lvl="5" algn="ctr">
              <a:spcBef>
                <a:spcPts val="0"/>
              </a:spcBef>
              <a:spcAft>
                <a:spcPts val="0"/>
              </a:spcAft>
              <a:buSzPts val="5600"/>
              <a:buNone/>
              <a:defRPr sz="5600"/>
            </a:lvl6pPr>
            <a:lvl7pPr lvl="6" algn="ctr">
              <a:spcBef>
                <a:spcPts val="0"/>
              </a:spcBef>
              <a:spcAft>
                <a:spcPts val="0"/>
              </a:spcAft>
              <a:buSzPts val="5600"/>
              <a:buNone/>
              <a:defRPr sz="5600"/>
            </a:lvl7pPr>
            <a:lvl8pPr lvl="7" algn="ctr">
              <a:spcBef>
                <a:spcPts val="0"/>
              </a:spcBef>
              <a:spcAft>
                <a:spcPts val="0"/>
              </a:spcAft>
              <a:buSzPts val="5600"/>
              <a:buNone/>
              <a:defRPr sz="5600"/>
            </a:lvl8pPr>
            <a:lvl9pPr lvl="8" algn="ctr">
              <a:spcBef>
                <a:spcPts val="0"/>
              </a:spcBef>
              <a:spcAft>
                <a:spcPts val="0"/>
              </a:spcAft>
              <a:buSzPts val="5600"/>
              <a:buNone/>
              <a:defRPr sz="5600"/>
            </a:lvl9pPr>
          </a:lstStyle>
          <a:p>
            <a:endParaRPr/>
          </a:p>
        </p:txBody>
      </p:sp>
      <p:sp>
        <p:nvSpPr>
          <p:cNvPr id="38" name="Google Shape;38;p9"/>
          <p:cNvSpPr txBox="1">
            <a:spLocks noGrp="1"/>
          </p:cNvSpPr>
          <p:nvPr>
            <p:ph type="subTitle" idx="1"/>
          </p:nvPr>
        </p:nvSpPr>
        <p:spPr>
          <a:xfrm>
            <a:off x="353913" y="3737433"/>
            <a:ext cx="5392199" cy="1646700"/>
          </a:xfrm>
          <a:prstGeom prst="rect">
            <a:avLst/>
          </a:prstGeom>
        </p:spPr>
        <p:txBody>
          <a:bodyPr spcFirstLastPara="1" wrap="square" lIns="121875" tIns="121875" rIns="121875" bIns="121875" anchor="t" anchorCtr="0">
            <a:noAutofit/>
          </a:bodyPr>
          <a:lstStyle>
            <a:lvl1pPr lvl="0" algn="ctr">
              <a:lnSpc>
                <a:spcPct val="100000"/>
              </a:lnSpc>
              <a:spcBef>
                <a:spcPts val="0"/>
              </a:spcBef>
              <a:spcAft>
                <a:spcPts val="0"/>
              </a:spcAft>
              <a:buSzPts val="2800"/>
              <a:buNone/>
              <a:defRPr sz="2801"/>
            </a:lvl1pPr>
            <a:lvl2pPr lvl="1" algn="ctr">
              <a:lnSpc>
                <a:spcPct val="100000"/>
              </a:lnSpc>
              <a:spcBef>
                <a:spcPts val="0"/>
              </a:spcBef>
              <a:spcAft>
                <a:spcPts val="0"/>
              </a:spcAft>
              <a:buSzPts val="2800"/>
              <a:buNone/>
              <a:defRPr sz="2801"/>
            </a:lvl2pPr>
            <a:lvl3pPr lvl="2" algn="ctr">
              <a:lnSpc>
                <a:spcPct val="100000"/>
              </a:lnSpc>
              <a:spcBef>
                <a:spcPts val="0"/>
              </a:spcBef>
              <a:spcAft>
                <a:spcPts val="0"/>
              </a:spcAft>
              <a:buSzPts val="2800"/>
              <a:buNone/>
              <a:defRPr sz="2801"/>
            </a:lvl3pPr>
            <a:lvl4pPr lvl="3" algn="ctr">
              <a:lnSpc>
                <a:spcPct val="100000"/>
              </a:lnSpc>
              <a:spcBef>
                <a:spcPts val="0"/>
              </a:spcBef>
              <a:spcAft>
                <a:spcPts val="0"/>
              </a:spcAft>
              <a:buSzPts val="2800"/>
              <a:buNone/>
              <a:defRPr sz="2801"/>
            </a:lvl4pPr>
            <a:lvl5pPr lvl="4" algn="ctr">
              <a:lnSpc>
                <a:spcPct val="100000"/>
              </a:lnSpc>
              <a:spcBef>
                <a:spcPts val="0"/>
              </a:spcBef>
              <a:spcAft>
                <a:spcPts val="0"/>
              </a:spcAft>
              <a:buSzPts val="2800"/>
              <a:buNone/>
              <a:defRPr sz="2801"/>
            </a:lvl5pPr>
            <a:lvl6pPr lvl="5" algn="ctr">
              <a:lnSpc>
                <a:spcPct val="100000"/>
              </a:lnSpc>
              <a:spcBef>
                <a:spcPts val="0"/>
              </a:spcBef>
              <a:spcAft>
                <a:spcPts val="0"/>
              </a:spcAft>
              <a:buSzPts val="2800"/>
              <a:buNone/>
              <a:defRPr sz="2801"/>
            </a:lvl6pPr>
            <a:lvl7pPr lvl="6" algn="ctr">
              <a:lnSpc>
                <a:spcPct val="100000"/>
              </a:lnSpc>
              <a:spcBef>
                <a:spcPts val="0"/>
              </a:spcBef>
              <a:spcAft>
                <a:spcPts val="0"/>
              </a:spcAft>
              <a:buSzPts val="2800"/>
              <a:buNone/>
              <a:defRPr sz="2801"/>
            </a:lvl7pPr>
            <a:lvl8pPr lvl="7" algn="ctr">
              <a:lnSpc>
                <a:spcPct val="100000"/>
              </a:lnSpc>
              <a:spcBef>
                <a:spcPts val="0"/>
              </a:spcBef>
              <a:spcAft>
                <a:spcPts val="0"/>
              </a:spcAft>
              <a:buSzPts val="2800"/>
              <a:buNone/>
              <a:defRPr sz="2801"/>
            </a:lvl8pPr>
            <a:lvl9pPr lvl="8" algn="ctr">
              <a:lnSpc>
                <a:spcPct val="100000"/>
              </a:lnSpc>
              <a:spcBef>
                <a:spcPts val="0"/>
              </a:spcBef>
              <a:spcAft>
                <a:spcPts val="0"/>
              </a:spcAft>
              <a:buSzPts val="2800"/>
              <a:buNone/>
              <a:defRPr sz="2801"/>
            </a:lvl9pPr>
          </a:lstStyle>
          <a:p>
            <a:endParaRPr/>
          </a:p>
        </p:txBody>
      </p:sp>
      <p:sp>
        <p:nvSpPr>
          <p:cNvPr id="39" name="Google Shape;39;p9"/>
          <p:cNvSpPr txBox="1">
            <a:spLocks noGrp="1"/>
          </p:cNvSpPr>
          <p:nvPr>
            <p:ph type="body" idx="2"/>
          </p:nvPr>
        </p:nvSpPr>
        <p:spPr>
          <a:xfrm>
            <a:off x="6584351" y="965433"/>
            <a:ext cx="5114700" cy="4926900"/>
          </a:xfrm>
          <a:prstGeom prst="rect">
            <a:avLst/>
          </a:prstGeom>
        </p:spPr>
        <p:txBody>
          <a:bodyPr spcFirstLastPara="1" wrap="square" lIns="121875" tIns="121875" rIns="121875" bIns="121875" anchor="ctr" anchorCtr="0">
            <a:noAutofit/>
          </a:bodyPr>
          <a:lstStyle>
            <a:lvl1pPr marL="457207" lvl="0" indent="-381006">
              <a:spcBef>
                <a:spcPts val="0"/>
              </a:spcBef>
              <a:spcAft>
                <a:spcPts val="0"/>
              </a:spcAft>
              <a:buSzPts val="2400"/>
              <a:buChar char="●"/>
              <a:defRPr/>
            </a:lvl1pPr>
            <a:lvl2pPr marL="914415" lvl="1" indent="-349255">
              <a:spcBef>
                <a:spcPts val="2099"/>
              </a:spcBef>
              <a:spcAft>
                <a:spcPts val="0"/>
              </a:spcAft>
              <a:buSzPts val="1900"/>
              <a:buChar char="○"/>
              <a:defRPr/>
            </a:lvl2pPr>
            <a:lvl3pPr marL="1371622" lvl="2" indent="-349255">
              <a:spcBef>
                <a:spcPts val="2099"/>
              </a:spcBef>
              <a:spcAft>
                <a:spcPts val="0"/>
              </a:spcAft>
              <a:buSzPts val="1900"/>
              <a:buChar char="■"/>
              <a:defRPr/>
            </a:lvl3pPr>
            <a:lvl4pPr marL="1828831" lvl="3" indent="-349255">
              <a:spcBef>
                <a:spcPts val="2099"/>
              </a:spcBef>
              <a:spcAft>
                <a:spcPts val="0"/>
              </a:spcAft>
              <a:buSzPts val="1900"/>
              <a:buChar char="●"/>
              <a:defRPr/>
            </a:lvl4pPr>
            <a:lvl5pPr marL="2286038" lvl="4" indent="-349255">
              <a:spcBef>
                <a:spcPts val="2099"/>
              </a:spcBef>
              <a:spcAft>
                <a:spcPts val="0"/>
              </a:spcAft>
              <a:buSzPts val="1900"/>
              <a:buChar char="○"/>
              <a:defRPr/>
            </a:lvl5pPr>
            <a:lvl6pPr marL="2743246" lvl="5" indent="-349255">
              <a:spcBef>
                <a:spcPts val="2099"/>
              </a:spcBef>
              <a:spcAft>
                <a:spcPts val="0"/>
              </a:spcAft>
              <a:buSzPts val="1900"/>
              <a:buChar char="■"/>
              <a:defRPr/>
            </a:lvl6pPr>
            <a:lvl7pPr marL="3200453" lvl="6" indent="-349255">
              <a:spcBef>
                <a:spcPts val="2099"/>
              </a:spcBef>
              <a:spcAft>
                <a:spcPts val="0"/>
              </a:spcAft>
              <a:buSzPts val="1900"/>
              <a:buChar char="●"/>
              <a:defRPr/>
            </a:lvl7pPr>
            <a:lvl8pPr marL="3657661" lvl="7" indent="-349255">
              <a:spcBef>
                <a:spcPts val="2099"/>
              </a:spcBef>
              <a:spcAft>
                <a:spcPts val="0"/>
              </a:spcAft>
              <a:buSzPts val="1900"/>
              <a:buChar char="○"/>
              <a:defRPr/>
            </a:lvl8pPr>
            <a:lvl9pPr marL="4114868" lvl="8" indent="-349255">
              <a:spcBef>
                <a:spcPts val="2099"/>
              </a:spcBef>
              <a:spcAft>
                <a:spcPts val="2099"/>
              </a:spcAft>
              <a:buSzPts val="1900"/>
              <a:buChar char="■"/>
              <a:defRPr/>
            </a:lvl9pPr>
          </a:lstStyle>
          <a:p>
            <a:endParaRPr/>
          </a:p>
        </p:txBody>
      </p:sp>
      <p:sp>
        <p:nvSpPr>
          <p:cNvPr id="40" name="Google Shape;40;p9"/>
          <p:cNvSpPr txBox="1">
            <a:spLocks noGrp="1"/>
          </p:cNvSpPr>
          <p:nvPr>
            <p:ph type="sldNum" idx="12"/>
          </p:nvPr>
        </p:nvSpPr>
        <p:spPr>
          <a:xfrm>
            <a:off x="11293784" y="6217622"/>
            <a:ext cx="731400" cy="524700"/>
          </a:xfrm>
          <a:prstGeom prst="rect">
            <a:avLst/>
          </a:prstGeom>
        </p:spPr>
        <p:txBody>
          <a:bodyPr spcFirstLastPara="1" wrap="square" lIns="121875" tIns="121875" rIns="121875" bIns="12187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415496" y="5640767"/>
            <a:ext cx="7996500" cy="806700"/>
          </a:xfrm>
          <a:prstGeom prst="rect">
            <a:avLst/>
          </a:prstGeom>
        </p:spPr>
        <p:txBody>
          <a:bodyPr spcFirstLastPara="1" wrap="square" lIns="121875" tIns="121875" rIns="121875" bIns="121875" anchor="ctr" anchorCtr="0">
            <a:noAutofit/>
          </a:bodyPr>
          <a:lstStyle>
            <a:lvl1pPr marL="457207" lvl="0" indent="-228604">
              <a:lnSpc>
                <a:spcPct val="100000"/>
              </a:lnSpc>
              <a:spcBef>
                <a:spcPts val="0"/>
              </a:spcBef>
              <a:spcAft>
                <a:spcPts val="0"/>
              </a:spcAft>
              <a:buSzPts val="2400"/>
              <a:buNone/>
              <a:defRPr/>
            </a:lvl1pPr>
          </a:lstStyle>
          <a:p>
            <a:endParaRPr/>
          </a:p>
        </p:txBody>
      </p:sp>
      <p:sp>
        <p:nvSpPr>
          <p:cNvPr id="43" name="Google Shape;43;p10"/>
          <p:cNvSpPr txBox="1">
            <a:spLocks noGrp="1"/>
          </p:cNvSpPr>
          <p:nvPr>
            <p:ph type="sldNum" idx="12"/>
          </p:nvPr>
        </p:nvSpPr>
        <p:spPr>
          <a:xfrm>
            <a:off x="11293784" y="6217622"/>
            <a:ext cx="731400" cy="524700"/>
          </a:xfrm>
          <a:prstGeom prst="rect">
            <a:avLst/>
          </a:prstGeom>
        </p:spPr>
        <p:txBody>
          <a:bodyPr spcFirstLastPara="1" wrap="square" lIns="121875" tIns="121875" rIns="121875" bIns="12187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415496" y="1474833"/>
            <a:ext cx="11358000" cy="2618100"/>
          </a:xfrm>
          <a:prstGeom prst="rect">
            <a:avLst/>
          </a:prstGeom>
        </p:spPr>
        <p:txBody>
          <a:bodyPr spcFirstLastPara="1" wrap="square" lIns="121875" tIns="121875" rIns="121875" bIns="121875" anchor="b" anchorCtr="0">
            <a:noAutofit/>
          </a:bodyPr>
          <a:lstStyle>
            <a:lvl1pPr lvl="0" algn="ctr">
              <a:spcBef>
                <a:spcPts val="0"/>
              </a:spcBef>
              <a:spcAft>
                <a:spcPts val="0"/>
              </a:spcAft>
              <a:buSzPts val="16000"/>
              <a:buNone/>
              <a:defRPr sz="16000"/>
            </a:lvl1pPr>
            <a:lvl2pPr lvl="1" algn="ctr">
              <a:spcBef>
                <a:spcPts val="0"/>
              </a:spcBef>
              <a:spcAft>
                <a:spcPts val="0"/>
              </a:spcAft>
              <a:buSzPts val="16000"/>
              <a:buNone/>
              <a:defRPr sz="16000"/>
            </a:lvl2pPr>
            <a:lvl3pPr lvl="2" algn="ctr">
              <a:spcBef>
                <a:spcPts val="0"/>
              </a:spcBef>
              <a:spcAft>
                <a:spcPts val="0"/>
              </a:spcAft>
              <a:buSzPts val="16000"/>
              <a:buNone/>
              <a:defRPr sz="16000"/>
            </a:lvl3pPr>
            <a:lvl4pPr lvl="3" algn="ctr">
              <a:spcBef>
                <a:spcPts val="0"/>
              </a:spcBef>
              <a:spcAft>
                <a:spcPts val="0"/>
              </a:spcAft>
              <a:buSzPts val="16000"/>
              <a:buNone/>
              <a:defRPr sz="16000"/>
            </a:lvl4pPr>
            <a:lvl5pPr lvl="4" algn="ctr">
              <a:spcBef>
                <a:spcPts val="0"/>
              </a:spcBef>
              <a:spcAft>
                <a:spcPts val="0"/>
              </a:spcAft>
              <a:buSzPts val="16000"/>
              <a:buNone/>
              <a:defRPr sz="16000"/>
            </a:lvl5pPr>
            <a:lvl6pPr lvl="5" algn="ctr">
              <a:spcBef>
                <a:spcPts val="0"/>
              </a:spcBef>
              <a:spcAft>
                <a:spcPts val="0"/>
              </a:spcAft>
              <a:buSzPts val="16000"/>
              <a:buNone/>
              <a:defRPr sz="16000"/>
            </a:lvl6pPr>
            <a:lvl7pPr lvl="6" algn="ctr">
              <a:spcBef>
                <a:spcPts val="0"/>
              </a:spcBef>
              <a:spcAft>
                <a:spcPts val="0"/>
              </a:spcAft>
              <a:buSzPts val="16000"/>
              <a:buNone/>
              <a:defRPr sz="16000"/>
            </a:lvl7pPr>
            <a:lvl8pPr lvl="7" algn="ctr">
              <a:spcBef>
                <a:spcPts val="0"/>
              </a:spcBef>
              <a:spcAft>
                <a:spcPts val="0"/>
              </a:spcAft>
              <a:buSzPts val="16000"/>
              <a:buNone/>
              <a:defRPr sz="16000"/>
            </a:lvl8pPr>
            <a:lvl9pPr lvl="8" algn="ctr">
              <a:spcBef>
                <a:spcPts val="0"/>
              </a:spcBef>
              <a:spcAft>
                <a:spcPts val="0"/>
              </a:spcAft>
              <a:buSzPts val="16000"/>
              <a:buNone/>
              <a:defRPr sz="16000"/>
            </a:lvl9pPr>
          </a:lstStyle>
          <a:p>
            <a:r>
              <a:t>xx%</a:t>
            </a:r>
          </a:p>
        </p:txBody>
      </p:sp>
      <p:sp>
        <p:nvSpPr>
          <p:cNvPr id="46" name="Google Shape;46;p11"/>
          <p:cNvSpPr txBox="1">
            <a:spLocks noGrp="1"/>
          </p:cNvSpPr>
          <p:nvPr>
            <p:ph type="body" idx="1"/>
          </p:nvPr>
        </p:nvSpPr>
        <p:spPr>
          <a:xfrm>
            <a:off x="415496" y="4202967"/>
            <a:ext cx="11358000" cy="1734300"/>
          </a:xfrm>
          <a:prstGeom prst="rect">
            <a:avLst/>
          </a:prstGeom>
        </p:spPr>
        <p:txBody>
          <a:bodyPr spcFirstLastPara="1" wrap="square" lIns="121875" tIns="121875" rIns="121875" bIns="121875" anchor="t" anchorCtr="0">
            <a:noAutofit/>
          </a:bodyPr>
          <a:lstStyle>
            <a:lvl1pPr marL="457207" lvl="0" indent="-381006" algn="ctr">
              <a:spcBef>
                <a:spcPts val="0"/>
              </a:spcBef>
              <a:spcAft>
                <a:spcPts val="0"/>
              </a:spcAft>
              <a:buSzPts val="2400"/>
              <a:buChar char="●"/>
              <a:defRPr/>
            </a:lvl1pPr>
            <a:lvl2pPr marL="914415" lvl="1" indent="-349255" algn="ctr">
              <a:spcBef>
                <a:spcPts val="2099"/>
              </a:spcBef>
              <a:spcAft>
                <a:spcPts val="0"/>
              </a:spcAft>
              <a:buSzPts val="1900"/>
              <a:buChar char="○"/>
              <a:defRPr/>
            </a:lvl2pPr>
            <a:lvl3pPr marL="1371622" lvl="2" indent="-349255" algn="ctr">
              <a:spcBef>
                <a:spcPts val="2099"/>
              </a:spcBef>
              <a:spcAft>
                <a:spcPts val="0"/>
              </a:spcAft>
              <a:buSzPts val="1900"/>
              <a:buChar char="■"/>
              <a:defRPr/>
            </a:lvl3pPr>
            <a:lvl4pPr marL="1828831" lvl="3" indent="-349255" algn="ctr">
              <a:spcBef>
                <a:spcPts val="2099"/>
              </a:spcBef>
              <a:spcAft>
                <a:spcPts val="0"/>
              </a:spcAft>
              <a:buSzPts val="1900"/>
              <a:buChar char="●"/>
              <a:defRPr/>
            </a:lvl4pPr>
            <a:lvl5pPr marL="2286038" lvl="4" indent="-349255" algn="ctr">
              <a:spcBef>
                <a:spcPts val="2099"/>
              </a:spcBef>
              <a:spcAft>
                <a:spcPts val="0"/>
              </a:spcAft>
              <a:buSzPts val="1900"/>
              <a:buChar char="○"/>
              <a:defRPr/>
            </a:lvl5pPr>
            <a:lvl6pPr marL="2743246" lvl="5" indent="-349255" algn="ctr">
              <a:spcBef>
                <a:spcPts val="2099"/>
              </a:spcBef>
              <a:spcAft>
                <a:spcPts val="0"/>
              </a:spcAft>
              <a:buSzPts val="1900"/>
              <a:buChar char="■"/>
              <a:defRPr/>
            </a:lvl6pPr>
            <a:lvl7pPr marL="3200453" lvl="6" indent="-349255" algn="ctr">
              <a:spcBef>
                <a:spcPts val="2099"/>
              </a:spcBef>
              <a:spcAft>
                <a:spcPts val="0"/>
              </a:spcAft>
              <a:buSzPts val="1900"/>
              <a:buChar char="●"/>
              <a:defRPr/>
            </a:lvl7pPr>
            <a:lvl8pPr marL="3657661" lvl="7" indent="-349255" algn="ctr">
              <a:spcBef>
                <a:spcPts val="2099"/>
              </a:spcBef>
              <a:spcAft>
                <a:spcPts val="0"/>
              </a:spcAft>
              <a:buSzPts val="1900"/>
              <a:buChar char="○"/>
              <a:defRPr/>
            </a:lvl8pPr>
            <a:lvl9pPr marL="4114868" lvl="8" indent="-349255" algn="ctr">
              <a:spcBef>
                <a:spcPts val="2099"/>
              </a:spcBef>
              <a:spcAft>
                <a:spcPts val="2099"/>
              </a:spcAft>
              <a:buSzPts val="1900"/>
              <a:buChar char="■"/>
              <a:defRPr/>
            </a:lvl9pPr>
          </a:lstStyle>
          <a:p>
            <a:endParaRPr/>
          </a:p>
        </p:txBody>
      </p:sp>
      <p:sp>
        <p:nvSpPr>
          <p:cNvPr id="47" name="Google Shape;47;p11"/>
          <p:cNvSpPr txBox="1">
            <a:spLocks noGrp="1"/>
          </p:cNvSpPr>
          <p:nvPr>
            <p:ph type="sldNum" idx="12"/>
          </p:nvPr>
        </p:nvSpPr>
        <p:spPr>
          <a:xfrm>
            <a:off x="11293784" y="6217622"/>
            <a:ext cx="731400" cy="524700"/>
          </a:xfrm>
          <a:prstGeom prst="rect">
            <a:avLst/>
          </a:prstGeom>
        </p:spPr>
        <p:txBody>
          <a:bodyPr spcFirstLastPara="1" wrap="square" lIns="121875" tIns="121875" rIns="121875" bIns="12187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11293784" y="6217622"/>
            <a:ext cx="731400" cy="524700"/>
          </a:xfrm>
          <a:prstGeom prst="rect">
            <a:avLst/>
          </a:prstGeom>
        </p:spPr>
        <p:txBody>
          <a:bodyPr spcFirstLastPara="1" wrap="square" lIns="121875" tIns="121875" rIns="121875" bIns="12187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over C" userDrawn="1">
  <p:cSld name="1_Cover C">
    <p:bg>
      <p:bgPr>
        <a:solidFill>
          <a:srgbClr val="030A14"/>
        </a:solidFill>
        <a:effectLst/>
      </p:bgPr>
    </p:bg>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455623" y="2364060"/>
            <a:ext cx="8915583" cy="3789320"/>
          </a:xfrm>
          <a:prstGeom prst="rect">
            <a:avLst/>
          </a:prstGeom>
          <a:noFill/>
          <a:ln>
            <a:noFill/>
          </a:ln>
        </p:spPr>
        <p:txBody>
          <a:bodyPr spcFirstLastPara="1" wrap="square" lIns="0" tIns="0" rIns="0" bIns="0" anchor="ctr" anchorCtr="0">
            <a:noAutofit/>
          </a:bodyPr>
          <a:lstStyle>
            <a:lvl1pPr lvl="0" algn="l">
              <a:lnSpc>
                <a:spcPct val="80000"/>
              </a:lnSpc>
              <a:spcBef>
                <a:spcPts val="0"/>
              </a:spcBef>
              <a:spcAft>
                <a:spcPts val="0"/>
              </a:spcAft>
              <a:buClr>
                <a:schemeClr val="lt1"/>
              </a:buClr>
              <a:buSzPts val="9600"/>
              <a:buFont typeface="Roboto"/>
              <a:buNone/>
              <a:defRPr sz="9600" b="0" i="0" cap="none">
                <a:solidFill>
                  <a:schemeClr val="lt1"/>
                </a:solidFill>
                <a:latin typeface="Roboto"/>
                <a:ea typeface="Roboto"/>
                <a:cs typeface="Roboto"/>
                <a:sym typeface="Roboto"/>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
        <p:nvSpPr>
          <p:cNvPr id="58" name="Google Shape;58;p14"/>
          <p:cNvSpPr txBox="1"/>
          <p:nvPr/>
        </p:nvSpPr>
        <p:spPr>
          <a:xfrm>
            <a:off x="2498895" y="6212114"/>
            <a:ext cx="9234503" cy="417286"/>
          </a:xfrm>
          <a:prstGeom prst="rect">
            <a:avLst/>
          </a:prstGeom>
          <a:noFill/>
          <a:ln>
            <a:noFill/>
          </a:ln>
        </p:spPr>
        <p:txBody>
          <a:bodyPr spcFirstLastPara="1" wrap="square" lIns="0" tIns="0" rIns="0" bIns="0" anchor="b" anchorCtr="0">
            <a:noAutofit/>
          </a:bodyPr>
          <a:lstStyle/>
          <a:p>
            <a:pPr algn="r"/>
            <a:r>
              <a:rPr lang="en-US" sz="1200" b="0" i="0" u="none" strike="noStrike" cap="none" dirty="0">
                <a:solidFill>
                  <a:schemeClr val="bg1"/>
                </a:solidFill>
                <a:effectLst/>
                <a:latin typeface="Roboto" panose="02000000000000000000" pitchFamily="2" charset="0"/>
                <a:ea typeface="Roboto" panose="02000000000000000000" pitchFamily="2" charset="0"/>
                <a:cs typeface="Arial"/>
                <a:sym typeface="Arial"/>
              </a:rPr>
              <a:t>This work was created by </a:t>
            </a:r>
            <a:r>
              <a:rPr lang="en-US" sz="1200" b="1" i="0" u="none" strike="noStrike" cap="none" dirty="0">
                <a:solidFill>
                  <a:schemeClr val="bg1"/>
                </a:solidFill>
                <a:effectLst/>
                <a:latin typeface="Roboto" panose="02000000000000000000" pitchFamily="2" charset="0"/>
                <a:ea typeface="Roboto" panose="02000000000000000000" pitchFamily="2" charset="0"/>
                <a:cs typeface="Arial"/>
                <a:sym typeface="Arial"/>
              </a:rPr>
              <a:t>Torc Robotics</a:t>
            </a:r>
            <a:r>
              <a:rPr lang="en-US" sz="1200" b="0" i="0" u="none" strike="noStrike" cap="none" dirty="0">
                <a:solidFill>
                  <a:schemeClr val="bg1"/>
                </a:solidFill>
                <a:effectLst/>
                <a:latin typeface="Roboto" panose="02000000000000000000" pitchFamily="2" charset="0"/>
                <a:ea typeface="Roboto" panose="02000000000000000000" pitchFamily="2" charset="0"/>
                <a:cs typeface="Arial"/>
                <a:sym typeface="Arial"/>
              </a:rPr>
              <a:t> and is licensed under the </a:t>
            </a:r>
            <a:r>
              <a:rPr lang="en-US" sz="1200" b="1" i="0" u="none" strike="noStrike" cap="none" dirty="0">
                <a:solidFill>
                  <a:schemeClr val="bg1"/>
                </a:solidFill>
                <a:effectLst/>
                <a:latin typeface="Roboto" panose="02000000000000000000" pitchFamily="2" charset="0"/>
                <a:ea typeface="Roboto" panose="02000000000000000000" pitchFamily="2" charset="0"/>
                <a:cs typeface="Arial"/>
                <a:sym typeface="Arial"/>
              </a:rPr>
              <a:t>Creative Commons Attribution-Share Alike (CC BY-SA-4.0)</a:t>
            </a:r>
            <a:r>
              <a:rPr lang="en-US" sz="1200" b="0" i="0" u="none" strike="noStrike" cap="none" dirty="0">
                <a:solidFill>
                  <a:schemeClr val="bg1"/>
                </a:solidFill>
                <a:effectLst/>
                <a:latin typeface="Roboto" panose="02000000000000000000" pitchFamily="2" charset="0"/>
                <a:ea typeface="Roboto" panose="02000000000000000000" pitchFamily="2" charset="0"/>
                <a:cs typeface="Arial"/>
                <a:sym typeface="Arial"/>
              </a:rPr>
              <a:t> License.</a:t>
            </a:r>
          </a:p>
          <a:p>
            <a:pPr algn="r"/>
            <a:r>
              <a:rPr lang="en-US" sz="1200" b="1" i="0" u="sng" strike="noStrike" cap="none" dirty="0">
                <a:solidFill>
                  <a:schemeClr val="bg1"/>
                </a:solidFill>
                <a:effectLst/>
                <a:latin typeface="Courier New" panose="02070309020205020404" pitchFamily="49" charset="0"/>
                <a:ea typeface="Roboto" panose="02000000000000000000" pitchFamily="2" charset="0"/>
                <a:cs typeface="Courier New" panose="02070309020205020404" pitchFamily="49" charset="0"/>
                <a:sym typeface="Arial"/>
                <a:hlinkClick r:id="rId2">
                  <a:extLst>
                    <a:ext uri="{A12FA001-AC4F-418D-AE19-62706E023703}">
                      <ahyp:hlinkClr xmlns:ahyp="http://schemas.microsoft.com/office/drawing/2018/hyperlinkcolor" val="tx"/>
                    </a:ext>
                  </a:extLst>
                </a:hlinkClick>
              </a:rPr>
              <a:t>https://creativecommons.org/licenses/by/4.0/legalcode</a:t>
            </a:r>
            <a:endParaRPr lang="en-US" sz="1200" b="0" i="0" u="none" strike="noStrike" cap="none" dirty="0">
              <a:solidFill>
                <a:schemeClr val="bg1"/>
              </a:solidFill>
              <a:effectLst/>
              <a:latin typeface="Courier New" panose="02070309020205020404" pitchFamily="49" charset="0"/>
              <a:ea typeface="Roboto" panose="02000000000000000000" pitchFamily="2" charset="0"/>
              <a:cs typeface="Courier New" panose="02070309020205020404" pitchFamily="49" charset="0"/>
              <a:sym typeface="Arial"/>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WHITE Subhead | Title">
  <p:cSld name="1_WHITE Subhead | Title">
    <p:spTree>
      <p:nvGrpSpPr>
        <p:cNvPr id="1" name="Shape 59"/>
        <p:cNvGrpSpPr/>
        <p:nvPr/>
      </p:nvGrpSpPr>
      <p:grpSpPr>
        <a:xfrm>
          <a:off x="0" y="0"/>
          <a:ext cx="0" cy="0"/>
          <a:chOff x="0" y="0"/>
          <a:chExt cx="0" cy="0"/>
        </a:xfrm>
      </p:grpSpPr>
      <p:sp>
        <p:nvSpPr>
          <p:cNvPr id="60" name="Google Shape;60;p15"/>
          <p:cNvSpPr txBox="1">
            <a:spLocks noGrp="1"/>
          </p:cNvSpPr>
          <p:nvPr>
            <p:ph type="title"/>
          </p:nvPr>
        </p:nvSpPr>
        <p:spPr>
          <a:xfrm>
            <a:off x="455623" y="731522"/>
            <a:ext cx="8915583"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1" name="Google Shape;61;p15"/>
          <p:cNvSpPr txBox="1">
            <a:spLocks noGrp="1"/>
          </p:cNvSpPr>
          <p:nvPr>
            <p:ph type="subTitle" idx="1"/>
          </p:nvPr>
        </p:nvSpPr>
        <p:spPr>
          <a:xfrm>
            <a:off x="455669" y="457200"/>
            <a:ext cx="8915492" cy="228600"/>
          </a:xfrm>
          <a:prstGeom prst="rect">
            <a:avLst/>
          </a:prstGeom>
          <a:noFill/>
          <a:ln>
            <a:noFill/>
          </a:ln>
        </p:spPr>
        <p:txBody>
          <a:bodyPr spcFirstLastPara="1" wrap="square" lIns="0" tIns="0" rIns="0" bIns="0" anchor="t" anchorCtr="0">
            <a:noAutofit/>
          </a:bodyPr>
          <a:lstStyle>
            <a:lvl1pPr lvl="0" algn="l">
              <a:spcBef>
                <a:spcPts val="0"/>
              </a:spcBef>
              <a:spcAft>
                <a:spcPts val="0"/>
              </a:spcAft>
              <a:buClr>
                <a:schemeClr val="lt2"/>
              </a:buClr>
              <a:buSzPts val="1400"/>
              <a:buFont typeface="Roboto Medium"/>
              <a:buNone/>
              <a:defRPr sz="1400">
                <a:solidFill>
                  <a:schemeClr val="lt2"/>
                </a:solidFill>
                <a:latin typeface="Roboto Medium"/>
                <a:ea typeface="Roboto Medium"/>
                <a:cs typeface="Roboto Medium"/>
                <a:sym typeface="Roboto Medium"/>
              </a:defRPr>
            </a:lvl1pPr>
            <a:lvl2pPr lvl="1" algn="l">
              <a:spcBef>
                <a:spcPts val="600"/>
              </a:spcBef>
              <a:spcAft>
                <a:spcPts val="0"/>
              </a:spcAft>
              <a:buClr>
                <a:schemeClr val="dk1"/>
              </a:buClr>
              <a:buSzPts val="1800"/>
              <a:buFont typeface="Roboto Medium"/>
              <a:buNone/>
              <a:defRPr>
                <a:latin typeface="Roboto Medium"/>
                <a:ea typeface="Roboto Medium"/>
                <a:cs typeface="Roboto Medium"/>
                <a:sym typeface="Roboto Medium"/>
              </a:defRPr>
            </a:lvl2pPr>
            <a:lvl3pPr lvl="2" algn="l">
              <a:spcBef>
                <a:spcPts val="600"/>
              </a:spcBef>
              <a:spcAft>
                <a:spcPts val="0"/>
              </a:spcAft>
              <a:buClr>
                <a:schemeClr val="dk1"/>
              </a:buClr>
              <a:buSzPts val="1600"/>
              <a:buFont typeface="Roboto Medium"/>
              <a:buNone/>
              <a:defRPr>
                <a:latin typeface="Roboto Medium"/>
                <a:ea typeface="Roboto Medium"/>
                <a:cs typeface="Roboto Medium"/>
                <a:sym typeface="Roboto Medium"/>
              </a:defRPr>
            </a:lvl3pPr>
            <a:lvl4pPr lvl="3" algn="l">
              <a:spcBef>
                <a:spcPts val="300"/>
              </a:spcBef>
              <a:spcAft>
                <a:spcPts val="0"/>
              </a:spcAft>
              <a:buClr>
                <a:schemeClr val="dk1"/>
              </a:buClr>
              <a:buSzPts val="1400"/>
              <a:buFont typeface="Roboto Medium"/>
              <a:buNone/>
              <a:defRPr>
                <a:latin typeface="Roboto Medium"/>
                <a:ea typeface="Roboto Medium"/>
                <a:cs typeface="Roboto Medium"/>
                <a:sym typeface="Roboto Medium"/>
              </a:defRPr>
            </a:lvl4pPr>
            <a:lvl5pPr lvl="4" algn="l">
              <a:spcBef>
                <a:spcPts val="300"/>
              </a:spcBef>
              <a:spcAft>
                <a:spcPts val="0"/>
              </a:spcAft>
              <a:buClr>
                <a:schemeClr val="dk1"/>
              </a:buClr>
              <a:buSzPts val="1200"/>
              <a:buFont typeface="Roboto Medium"/>
              <a:buNone/>
              <a:defRPr>
                <a:latin typeface="Roboto Medium"/>
                <a:ea typeface="Roboto Medium"/>
                <a:cs typeface="Roboto Medium"/>
                <a:sym typeface="Roboto Medium"/>
              </a:defRPr>
            </a:lvl5pPr>
            <a:lvl6pPr lvl="5" algn="l">
              <a:spcBef>
                <a:spcPts val="533"/>
              </a:spcBef>
              <a:spcAft>
                <a:spcPts val="0"/>
              </a:spcAft>
              <a:buClr>
                <a:schemeClr val="dk1"/>
              </a:buClr>
              <a:buSzPts val="2666"/>
              <a:buFont typeface="Roboto Medium"/>
              <a:buNone/>
              <a:defRPr>
                <a:latin typeface="Roboto Medium"/>
                <a:ea typeface="Roboto Medium"/>
                <a:cs typeface="Roboto Medium"/>
                <a:sym typeface="Roboto Medium"/>
              </a:defRPr>
            </a:lvl6pPr>
            <a:lvl7pPr lvl="6" algn="l">
              <a:spcBef>
                <a:spcPts val="533"/>
              </a:spcBef>
              <a:spcAft>
                <a:spcPts val="0"/>
              </a:spcAft>
              <a:buClr>
                <a:schemeClr val="dk1"/>
              </a:buClr>
              <a:buSzPts val="2666"/>
              <a:buFont typeface="Roboto Medium"/>
              <a:buNone/>
              <a:defRPr>
                <a:latin typeface="Roboto Medium"/>
                <a:ea typeface="Roboto Medium"/>
                <a:cs typeface="Roboto Medium"/>
                <a:sym typeface="Roboto Medium"/>
              </a:defRPr>
            </a:lvl7pPr>
            <a:lvl8pPr lvl="7" algn="l">
              <a:spcBef>
                <a:spcPts val="533"/>
              </a:spcBef>
              <a:spcAft>
                <a:spcPts val="0"/>
              </a:spcAft>
              <a:buClr>
                <a:schemeClr val="dk1"/>
              </a:buClr>
              <a:buSzPts val="2666"/>
              <a:buFont typeface="Roboto Medium"/>
              <a:buNone/>
              <a:defRPr>
                <a:latin typeface="Roboto Medium"/>
                <a:ea typeface="Roboto Medium"/>
                <a:cs typeface="Roboto Medium"/>
                <a:sym typeface="Roboto Medium"/>
              </a:defRPr>
            </a:lvl8pPr>
            <a:lvl9pPr lvl="8" algn="l">
              <a:spcBef>
                <a:spcPts val="533"/>
              </a:spcBef>
              <a:spcAft>
                <a:spcPts val="0"/>
              </a:spcAft>
              <a:buClr>
                <a:schemeClr val="dk1"/>
              </a:buClr>
              <a:buSzPts val="2666"/>
              <a:buFont typeface="Roboto Medium"/>
              <a:buNone/>
              <a:defRPr>
                <a:latin typeface="Roboto Medium"/>
                <a:ea typeface="Roboto Medium"/>
                <a:cs typeface="Roboto Medium"/>
                <a:sym typeface="Roboto Medium"/>
              </a:defRPr>
            </a:lvl9pPr>
          </a:lstStyle>
          <a:p>
            <a:endParaRPr/>
          </a:p>
        </p:txBody>
      </p:sp>
      <p:sp>
        <p:nvSpPr>
          <p:cNvPr id="62" name="Google Shape;62;p15"/>
          <p:cNvSpPr txBox="1">
            <a:spLocks noGrp="1"/>
          </p:cNvSpPr>
          <p:nvPr>
            <p:ph type="sldNum" idx="12"/>
          </p:nvPr>
        </p:nvSpPr>
        <p:spPr>
          <a:xfrm>
            <a:off x="11438967" y="6400800"/>
            <a:ext cx="294603" cy="228600"/>
          </a:xfrm>
          <a:prstGeom prst="rect">
            <a:avLst/>
          </a:prstGeom>
          <a:noFill/>
          <a:ln>
            <a:noFill/>
          </a:ln>
        </p:spPr>
        <p:txBody>
          <a:bodyPr spcFirstLastPara="1" wrap="square" lIns="0" tIns="0" rIns="0" bIns="0" anchor="b" anchorCtr="0">
            <a:noAutofit/>
          </a:bodyPr>
          <a:lstStyle>
            <a:lvl1pPr marL="0" marR="0" lvl="0" indent="0" algn="r" rtl="0">
              <a:spcBef>
                <a:spcPts val="0"/>
              </a:spcBef>
              <a:spcAft>
                <a:spcPts val="0"/>
              </a:spcAft>
              <a:buClr>
                <a:srgbClr val="000000"/>
              </a:buClr>
              <a:buSzPts val="1000"/>
              <a:buFont typeface="Poppins Medium"/>
              <a:buNone/>
              <a:defRPr sz="1000" b="0" i="0" u="none" strike="noStrike" cap="none">
                <a:solidFill>
                  <a:srgbClr val="000000"/>
                </a:solidFill>
                <a:latin typeface="Poppins Medium"/>
                <a:ea typeface="Poppins Medium"/>
                <a:cs typeface="Poppins Medium"/>
                <a:sym typeface="Poppins Medium"/>
              </a:defRPr>
            </a:lvl1pPr>
            <a:lvl2pPr marL="0" marR="0" lvl="1" indent="0" algn="r" rtl="0">
              <a:spcBef>
                <a:spcPts val="0"/>
              </a:spcBef>
              <a:spcAft>
                <a:spcPts val="0"/>
              </a:spcAft>
              <a:buClr>
                <a:srgbClr val="000000"/>
              </a:buClr>
              <a:buSzPts val="1000"/>
              <a:buFont typeface="Poppins Medium"/>
              <a:buNone/>
              <a:defRPr sz="1000" b="0" i="0" u="none" strike="noStrike" cap="none">
                <a:solidFill>
                  <a:srgbClr val="000000"/>
                </a:solidFill>
                <a:latin typeface="Poppins Medium"/>
                <a:ea typeface="Poppins Medium"/>
                <a:cs typeface="Poppins Medium"/>
                <a:sym typeface="Poppins Medium"/>
              </a:defRPr>
            </a:lvl2pPr>
            <a:lvl3pPr marL="0" marR="0" lvl="2" indent="0" algn="r" rtl="0">
              <a:spcBef>
                <a:spcPts val="0"/>
              </a:spcBef>
              <a:spcAft>
                <a:spcPts val="0"/>
              </a:spcAft>
              <a:buClr>
                <a:srgbClr val="000000"/>
              </a:buClr>
              <a:buSzPts val="1000"/>
              <a:buFont typeface="Poppins Medium"/>
              <a:buNone/>
              <a:defRPr sz="1000" b="0" i="0" u="none" strike="noStrike" cap="none">
                <a:solidFill>
                  <a:srgbClr val="000000"/>
                </a:solidFill>
                <a:latin typeface="Poppins Medium"/>
                <a:ea typeface="Poppins Medium"/>
                <a:cs typeface="Poppins Medium"/>
                <a:sym typeface="Poppins Medium"/>
              </a:defRPr>
            </a:lvl3pPr>
            <a:lvl4pPr marL="0" marR="0" lvl="3" indent="0" algn="r" rtl="0">
              <a:spcBef>
                <a:spcPts val="0"/>
              </a:spcBef>
              <a:spcAft>
                <a:spcPts val="0"/>
              </a:spcAft>
              <a:buClr>
                <a:srgbClr val="000000"/>
              </a:buClr>
              <a:buSzPts val="1000"/>
              <a:buFont typeface="Poppins Medium"/>
              <a:buNone/>
              <a:defRPr sz="1000" b="0" i="0" u="none" strike="noStrike" cap="none">
                <a:solidFill>
                  <a:srgbClr val="000000"/>
                </a:solidFill>
                <a:latin typeface="Poppins Medium"/>
                <a:ea typeface="Poppins Medium"/>
                <a:cs typeface="Poppins Medium"/>
                <a:sym typeface="Poppins Medium"/>
              </a:defRPr>
            </a:lvl4pPr>
            <a:lvl5pPr marL="0" marR="0" lvl="4" indent="0" algn="r" rtl="0">
              <a:spcBef>
                <a:spcPts val="0"/>
              </a:spcBef>
              <a:spcAft>
                <a:spcPts val="0"/>
              </a:spcAft>
              <a:buClr>
                <a:srgbClr val="000000"/>
              </a:buClr>
              <a:buSzPts val="1000"/>
              <a:buFont typeface="Poppins Medium"/>
              <a:buNone/>
              <a:defRPr sz="1000" b="0" i="0" u="none" strike="noStrike" cap="none">
                <a:solidFill>
                  <a:srgbClr val="000000"/>
                </a:solidFill>
                <a:latin typeface="Poppins Medium"/>
                <a:ea typeface="Poppins Medium"/>
                <a:cs typeface="Poppins Medium"/>
                <a:sym typeface="Poppins Medium"/>
              </a:defRPr>
            </a:lvl5pPr>
            <a:lvl6pPr marL="0" marR="0" lvl="5" indent="0" algn="r" rtl="0">
              <a:spcBef>
                <a:spcPts val="0"/>
              </a:spcBef>
              <a:spcAft>
                <a:spcPts val="0"/>
              </a:spcAft>
              <a:buClr>
                <a:srgbClr val="000000"/>
              </a:buClr>
              <a:buSzPts val="1000"/>
              <a:buFont typeface="Poppins Medium"/>
              <a:buNone/>
              <a:defRPr sz="1000" b="0" i="0" u="none" strike="noStrike" cap="none">
                <a:solidFill>
                  <a:srgbClr val="000000"/>
                </a:solidFill>
                <a:latin typeface="Poppins Medium"/>
                <a:ea typeface="Poppins Medium"/>
                <a:cs typeface="Poppins Medium"/>
                <a:sym typeface="Poppins Medium"/>
              </a:defRPr>
            </a:lvl6pPr>
            <a:lvl7pPr marL="0" marR="0" lvl="6" indent="0" algn="r" rtl="0">
              <a:spcBef>
                <a:spcPts val="0"/>
              </a:spcBef>
              <a:spcAft>
                <a:spcPts val="0"/>
              </a:spcAft>
              <a:buClr>
                <a:srgbClr val="000000"/>
              </a:buClr>
              <a:buSzPts val="1000"/>
              <a:buFont typeface="Poppins Medium"/>
              <a:buNone/>
              <a:defRPr sz="1000" b="0" i="0" u="none" strike="noStrike" cap="none">
                <a:solidFill>
                  <a:srgbClr val="000000"/>
                </a:solidFill>
                <a:latin typeface="Poppins Medium"/>
                <a:ea typeface="Poppins Medium"/>
                <a:cs typeface="Poppins Medium"/>
                <a:sym typeface="Poppins Medium"/>
              </a:defRPr>
            </a:lvl7pPr>
            <a:lvl8pPr marL="0" marR="0" lvl="7" indent="0" algn="r" rtl="0">
              <a:spcBef>
                <a:spcPts val="0"/>
              </a:spcBef>
              <a:spcAft>
                <a:spcPts val="0"/>
              </a:spcAft>
              <a:buClr>
                <a:srgbClr val="000000"/>
              </a:buClr>
              <a:buSzPts val="1000"/>
              <a:buFont typeface="Poppins Medium"/>
              <a:buNone/>
              <a:defRPr sz="1000" b="0" i="0" u="none" strike="noStrike" cap="none">
                <a:solidFill>
                  <a:srgbClr val="000000"/>
                </a:solidFill>
                <a:latin typeface="Poppins Medium"/>
                <a:ea typeface="Poppins Medium"/>
                <a:cs typeface="Poppins Medium"/>
                <a:sym typeface="Poppins Medium"/>
              </a:defRPr>
            </a:lvl8pPr>
            <a:lvl9pPr marL="0" marR="0" lvl="8" indent="0" algn="r" rtl="0">
              <a:spcBef>
                <a:spcPts val="0"/>
              </a:spcBef>
              <a:spcAft>
                <a:spcPts val="0"/>
              </a:spcAft>
              <a:buClr>
                <a:srgbClr val="000000"/>
              </a:buClr>
              <a:buSzPts val="1000"/>
              <a:buFont typeface="Poppins Medium"/>
              <a:buNone/>
              <a:defRPr sz="1000" b="0" i="0" u="none" strike="noStrike" cap="none">
                <a:solidFill>
                  <a:srgbClr val="000000"/>
                </a:solidFill>
                <a:latin typeface="Poppins Medium"/>
                <a:ea typeface="Poppins Medium"/>
                <a:cs typeface="Poppins Medium"/>
                <a:sym typeface="Poppins Medium"/>
              </a:defRPr>
            </a:lvl9pPr>
          </a:lstStyle>
          <a:p>
            <a:fld id="{00000000-1234-1234-1234-123412341234}" type="slidenum">
              <a:rPr lang="en" smtClean="0"/>
              <a:pPr/>
              <a:t>‹#›</a:t>
            </a:fld>
            <a:endParaRPr lang="en"/>
          </a:p>
        </p:txBody>
      </p:sp>
      <p:pic>
        <p:nvPicPr>
          <p:cNvPr id="63" name="Google Shape;63;p15"/>
          <p:cNvPicPr preferRelativeResize="0"/>
          <p:nvPr/>
        </p:nvPicPr>
        <p:blipFill rotWithShape="1">
          <a:blip r:embed="rId2">
            <a:alphaModFix/>
          </a:blip>
          <a:srcRect/>
          <a:stretch/>
        </p:blipFill>
        <p:spPr>
          <a:xfrm>
            <a:off x="455631" y="6262542"/>
            <a:ext cx="685801" cy="352697"/>
          </a:xfrm>
          <a:prstGeom prst="rect">
            <a:avLst/>
          </a:prstGeom>
          <a:noFill/>
          <a:ln>
            <a:noFill/>
          </a:ln>
        </p:spPr>
      </p:pic>
      <p:sp>
        <p:nvSpPr>
          <p:cNvPr id="64" name="Google Shape;64;p15"/>
          <p:cNvSpPr txBox="1"/>
          <p:nvPr/>
        </p:nvSpPr>
        <p:spPr>
          <a:xfrm>
            <a:off x="8194435" y="6400800"/>
            <a:ext cx="3244534" cy="228600"/>
          </a:xfrm>
          <a:prstGeom prst="rect">
            <a:avLst/>
          </a:prstGeom>
          <a:noFill/>
          <a:ln>
            <a:noFill/>
          </a:ln>
        </p:spPr>
        <p:txBody>
          <a:bodyPr spcFirstLastPara="1" wrap="square" lIns="91426" tIns="91426" rIns="91426" bIns="91426" anchor="t" anchorCtr="0">
            <a:noAutofit/>
          </a:bodyPr>
          <a:lstStyle/>
          <a:p>
            <a:pPr marL="0" marR="0" lvl="0" indent="0" algn="r" rtl="0">
              <a:spcBef>
                <a:spcPts val="0"/>
              </a:spcBef>
              <a:spcAft>
                <a:spcPts val="0"/>
              </a:spcAft>
              <a:buClr>
                <a:schemeClr val="dk1"/>
              </a:buClr>
              <a:buSzPts val="1000"/>
              <a:buFont typeface="Roboto"/>
              <a:buNone/>
            </a:pPr>
            <a:r>
              <a:rPr lang="en" sz="1000" b="0" i="0" u="none" strike="noStrike" cap="none">
                <a:solidFill>
                  <a:schemeClr val="dk1"/>
                </a:solidFill>
                <a:latin typeface="Roboto"/>
                <a:ea typeface="Roboto"/>
                <a:cs typeface="Roboto"/>
                <a:sym typeface="Roboto"/>
              </a:rPr>
              <a:t>Proprietary &amp; Confidential - For Internal Use Only</a:t>
            </a:r>
            <a:endParaRPr sz="1000" b="0" i="0" u="none" strike="noStrike" cap="none">
              <a:solidFill>
                <a:schemeClr val="dk1"/>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over A">
  <p:cSld name="Cover A">
    <p:bg>
      <p:bgPr>
        <a:solidFill>
          <a:schemeClr val="lt1"/>
        </a:solidFill>
        <a:effectLst/>
      </p:bgPr>
    </p:bg>
    <p:spTree>
      <p:nvGrpSpPr>
        <p:cNvPr id="1" name="Shape 65"/>
        <p:cNvGrpSpPr/>
        <p:nvPr/>
      </p:nvGrpSpPr>
      <p:grpSpPr>
        <a:xfrm>
          <a:off x="0" y="0"/>
          <a:ext cx="0" cy="0"/>
          <a:chOff x="0" y="0"/>
          <a:chExt cx="0" cy="0"/>
        </a:xfrm>
      </p:grpSpPr>
      <p:sp>
        <p:nvSpPr>
          <p:cNvPr id="66" name="Google Shape;66;p16"/>
          <p:cNvSpPr/>
          <p:nvPr/>
        </p:nvSpPr>
        <p:spPr>
          <a:xfrm>
            <a:off x="0" y="0"/>
            <a:ext cx="12188950" cy="6858000"/>
          </a:xfrm>
          <a:prstGeom prst="rect">
            <a:avLst/>
          </a:prstGeom>
          <a:gradFill>
            <a:gsLst>
              <a:gs pos="0">
                <a:schemeClr val="accent1"/>
              </a:gs>
              <a:gs pos="57000">
                <a:srgbClr val="9299F4"/>
              </a:gs>
              <a:gs pos="100000">
                <a:schemeClr val="lt2"/>
              </a:gs>
            </a:gsLst>
            <a:lin ang="18600000" scaled="0"/>
          </a:gradFill>
          <a:ln>
            <a:noFill/>
          </a:ln>
        </p:spPr>
        <p:txBody>
          <a:bodyPr spcFirstLastPara="1" wrap="square" lIns="91426" tIns="45700" rIns="91426" bIns="45700" anchor="ctr" anchorCtr="0">
            <a:noAutofit/>
          </a:bodyPr>
          <a:lstStyle/>
          <a:p>
            <a:pPr marL="0" marR="0" lvl="0" indent="0" algn="ctr" rtl="0">
              <a:spcBef>
                <a:spcPts val="0"/>
              </a:spcBef>
              <a:spcAft>
                <a:spcPts val="0"/>
              </a:spcAft>
              <a:buNone/>
            </a:pPr>
            <a:endParaRPr sz="1800" b="0" i="0">
              <a:solidFill>
                <a:schemeClr val="lt1"/>
              </a:solidFill>
              <a:latin typeface="Roboto"/>
              <a:ea typeface="Roboto"/>
              <a:cs typeface="Roboto"/>
              <a:sym typeface="Roboto"/>
            </a:endParaRPr>
          </a:p>
        </p:txBody>
      </p:sp>
      <p:sp>
        <p:nvSpPr>
          <p:cNvPr id="67" name="Google Shape;67;p16"/>
          <p:cNvSpPr>
            <a:spLocks noGrp="1"/>
          </p:cNvSpPr>
          <p:nvPr>
            <p:ph type="pic" idx="2"/>
          </p:nvPr>
        </p:nvSpPr>
        <p:spPr>
          <a:xfrm>
            <a:off x="6094473" y="0"/>
            <a:ext cx="6094476"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68" name="Google Shape;68;p16"/>
          <p:cNvSpPr txBox="1">
            <a:spLocks noGrp="1"/>
          </p:cNvSpPr>
          <p:nvPr>
            <p:ph type="body" idx="1"/>
          </p:nvPr>
        </p:nvSpPr>
        <p:spPr>
          <a:xfrm>
            <a:off x="3634833" y="493103"/>
            <a:ext cx="1985440" cy="332089"/>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1"/>
              </a:buClr>
              <a:buSzPts val="1600"/>
              <a:buFont typeface="Roboto"/>
              <a:buNone/>
              <a:defRPr sz="1600" b="0" i="0" cap="none">
                <a:solidFill>
                  <a:schemeClr val="lt1"/>
                </a:solidFill>
              </a:defRPr>
            </a:lvl1pPr>
            <a:lvl2pPr marL="914415" lvl="1" indent="-342906" algn="l">
              <a:spcBef>
                <a:spcPts val="600"/>
              </a:spcBef>
              <a:spcAft>
                <a:spcPts val="0"/>
              </a:spcAft>
              <a:buClr>
                <a:schemeClr val="dk1"/>
              </a:buClr>
              <a:buSzPts val="1800"/>
              <a:buChar char="•"/>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69" name="Google Shape;69;p16"/>
          <p:cNvSpPr txBox="1">
            <a:spLocks noGrp="1"/>
          </p:cNvSpPr>
          <p:nvPr>
            <p:ph type="body" idx="3"/>
          </p:nvPr>
        </p:nvSpPr>
        <p:spPr>
          <a:xfrm>
            <a:off x="455617" y="4476386"/>
            <a:ext cx="5164657" cy="1655956"/>
          </a:xfrm>
          <a:prstGeom prst="rect">
            <a:avLst/>
          </a:prstGeom>
          <a:noFill/>
          <a:ln>
            <a:noFill/>
          </a:ln>
        </p:spPr>
        <p:txBody>
          <a:bodyPr spcFirstLastPara="1" wrap="square" lIns="0" tIns="0" rIns="0" bIns="0" anchor="b" anchorCtr="0">
            <a:noAutofit/>
          </a:bodyPr>
          <a:lstStyle>
            <a:lvl1pPr marL="457207" lvl="0" indent="-228604" algn="l">
              <a:lnSpc>
                <a:spcPct val="90000"/>
              </a:lnSpc>
              <a:spcBef>
                <a:spcPts val="0"/>
              </a:spcBef>
              <a:spcAft>
                <a:spcPts val="0"/>
              </a:spcAft>
              <a:buClr>
                <a:schemeClr val="lt1"/>
              </a:buClr>
              <a:buSzPts val="5400"/>
              <a:buFont typeface="Roboto Medium"/>
              <a:buNone/>
              <a:defRPr sz="54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70" name="Google Shape;70;p16"/>
          <p:cNvSpPr txBox="1">
            <a:spLocks noGrp="1"/>
          </p:cNvSpPr>
          <p:nvPr>
            <p:ph type="body" idx="4"/>
          </p:nvPr>
        </p:nvSpPr>
        <p:spPr>
          <a:xfrm>
            <a:off x="455617" y="6149897"/>
            <a:ext cx="5164657" cy="419100"/>
          </a:xfrm>
          <a:prstGeom prst="rect">
            <a:avLst/>
          </a:prstGeom>
          <a:noFill/>
          <a:ln>
            <a:noFill/>
          </a:ln>
        </p:spPr>
        <p:txBody>
          <a:bodyPr spcFirstLastPara="1" wrap="square" lIns="0" tIns="0" rIns="0" bIns="0" anchor="t" anchorCtr="0">
            <a:noAutofit/>
          </a:bodyPr>
          <a:lstStyle>
            <a:lvl1pPr marL="457207" lvl="0" indent="-228604" algn="l">
              <a:spcBef>
                <a:spcPts val="0"/>
              </a:spcBef>
              <a:spcAft>
                <a:spcPts val="0"/>
              </a:spcAft>
              <a:buClr>
                <a:schemeClr val="lt1"/>
              </a:buClr>
              <a:buSzPts val="2000"/>
              <a:buFont typeface="Roboto"/>
              <a:buNone/>
              <a:defRPr sz="2000" b="0" i="0">
                <a:solidFill>
                  <a:schemeClr val="lt1"/>
                </a:solidFill>
                <a:latin typeface="Roboto"/>
                <a:ea typeface="Roboto"/>
                <a:cs typeface="Roboto"/>
                <a:sym typeface="Roboto"/>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71" name="Google Shape;71;p16" descr="A picture containing drawing&#10;&#10;Description automatically generated"/>
          <p:cNvPicPr preferRelativeResize="0"/>
          <p:nvPr/>
        </p:nvPicPr>
        <p:blipFill rotWithShape="1">
          <a:blip r:embed="rId2">
            <a:alphaModFix/>
          </a:blip>
          <a:srcRect/>
          <a:stretch/>
        </p:blipFill>
        <p:spPr>
          <a:xfrm>
            <a:off x="455618" y="457200"/>
            <a:ext cx="1222240" cy="914400"/>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Cover B">
  <p:cSld name="Cover B">
    <p:bg>
      <p:bgPr>
        <a:solidFill>
          <a:schemeClr val="dk2"/>
        </a:solidFill>
        <a:effectLst/>
      </p:bgPr>
    </p:bg>
    <p:spTree>
      <p:nvGrpSpPr>
        <p:cNvPr id="1" name="Shape 72"/>
        <p:cNvGrpSpPr/>
        <p:nvPr/>
      </p:nvGrpSpPr>
      <p:grpSpPr>
        <a:xfrm>
          <a:off x="0" y="0"/>
          <a:ext cx="0" cy="0"/>
          <a:chOff x="0" y="0"/>
          <a:chExt cx="0" cy="0"/>
        </a:xfrm>
      </p:grpSpPr>
      <p:sp>
        <p:nvSpPr>
          <p:cNvPr id="73" name="Google Shape;73;p17"/>
          <p:cNvSpPr txBox="1">
            <a:spLocks noGrp="1"/>
          </p:cNvSpPr>
          <p:nvPr>
            <p:ph type="body" idx="1"/>
          </p:nvPr>
        </p:nvSpPr>
        <p:spPr>
          <a:xfrm>
            <a:off x="3634833" y="493100"/>
            <a:ext cx="4572046" cy="1463040"/>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1"/>
              </a:buClr>
              <a:buSzPts val="1600"/>
              <a:buFont typeface="Roboto"/>
              <a:buNone/>
              <a:defRPr sz="1600" b="0" i="0" cap="none">
                <a:solidFill>
                  <a:schemeClr val="lt1"/>
                </a:solidFill>
              </a:defRPr>
            </a:lvl1pPr>
            <a:lvl2pPr marL="914415" lvl="1" indent="-342906" algn="l">
              <a:spcBef>
                <a:spcPts val="600"/>
              </a:spcBef>
              <a:spcAft>
                <a:spcPts val="0"/>
              </a:spcAft>
              <a:buClr>
                <a:schemeClr val="dk1"/>
              </a:buClr>
              <a:buSzPts val="1800"/>
              <a:buChar char="•"/>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74" name="Google Shape;74;p17"/>
          <p:cNvSpPr txBox="1">
            <a:spLocks noGrp="1"/>
          </p:cNvSpPr>
          <p:nvPr>
            <p:ph type="body" idx="2"/>
          </p:nvPr>
        </p:nvSpPr>
        <p:spPr>
          <a:xfrm>
            <a:off x="455618" y="2436582"/>
            <a:ext cx="11277716" cy="1984839"/>
          </a:xfrm>
          <a:prstGeom prst="rect">
            <a:avLst/>
          </a:prstGeom>
          <a:noFill/>
          <a:ln>
            <a:noFill/>
          </a:ln>
        </p:spPr>
        <p:txBody>
          <a:bodyPr spcFirstLastPara="1" wrap="square" lIns="0" tIns="0" rIns="0" bIns="0" anchor="t" anchorCtr="0">
            <a:noAutofit/>
          </a:bodyPr>
          <a:lstStyle>
            <a:lvl1pPr marL="457207" lvl="0" indent="-228604" algn="l">
              <a:lnSpc>
                <a:spcPct val="70000"/>
              </a:lnSpc>
              <a:spcBef>
                <a:spcPts val="0"/>
              </a:spcBef>
              <a:spcAft>
                <a:spcPts val="0"/>
              </a:spcAft>
              <a:buClr>
                <a:schemeClr val="lt1"/>
              </a:buClr>
              <a:buSzPts val="12500"/>
              <a:buFont typeface="Roboto"/>
              <a:buNone/>
              <a:defRPr sz="12501" b="0" i="0" cap="none">
                <a:solidFill>
                  <a:schemeClr val="lt1"/>
                </a:solidFill>
                <a:latin typeface="Roboto"/>
                <a:ea typeface="Roboto"/>
                <a:cs typeface="Roboto"/>
                <a:sym typeface="Roboto"/>
              </a:defRPr>
            </a:lvl1pPr>
            <a:lvl2pPr marL="914415" lvl="1" indent="-342906" algn="l">
              <a:spcBef>
                <a:spcPts val="600"/>
              </a:spcBef>
              <a:spcAft>
                <a:spcPts val="0"/>
              </a:spcAft>
              <a:buClr>
                <a:schemeClr val="dk1"/>
              </a:buClr>
              <a:buSzPts val="1800"/>
              <a:buChar char="•"/>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75" name="Google Shape;75;p17" descr="A picture containing drawing&#10;&#10;Description automatically generated"/>
          <p:cNvPicPr preferRelativeResize="0"/>
          <p:nvPr/>
        </p:nvPicPr>
        <p:blipFill rotWithShape="1">
          <a:blip r:embed="rId2">
            <a:alphaModFix/>
          </a:blip>
          <a:srcRect/>
          <a:stretch/>
        </p:blipFill>
        <p:spPr>
          <a:xfrm>
            <a:off x="455618" y="457200"/>
            <a:ext cx="1222240" cy="914400"/>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Cover C">
  <p:cSld name="Cover C">
    <p:bg>
      <p:bgPr>
        <a:solidFill>
          <a:srgbClr val="030A14"/>
        </a:solidFill>
        <a:effectLst/>
      </p:bgPr>
    </p:bg>
    <p:spTree>
      <p:nvGrpSpPr>
        <p:cNvPr id="1" name="Shape 76"/>
        <p:cNvGrpSpPr/>
        <p:nvPr/>
      </p:nvGrpSpPr>
      <p:grpSpPr>
        <a:xfrm>
          <a:off x="0" y="0"/>
          <a:ext cx="0" cy="0"/>
          <a:chOff x="0" y="0"/>
          <a:chExt cx="0" cy="0"/>
        </a:xfrm>
      </p:grpSpPr>
      <p:sp>
        <p:nvSpPr>
          <p:cNvPr id="77" name="Google Shape;77;p18"/>
          <p:cNvSpPr txBox="1">
            <a:spLocks noGrp="1"/>
          </p:cNvSpPr>
          <p:nvPr>
            <p:ph type="title"/>
          </p:nvPr>
        </p:nvSpPr>
        <p:spPr>
          <a:xfrm>
            <a:off x="455618" y="2364060"/>
            <a:ext cx="8915492" cy="4033258"/>
          </a:xfrm>
          <a:prstGeom prst="rect">
            <a:avLst/>
          </a:prstGeom>
          <a:noFill/>
          <a:ln>
            <a:noFill/>
          </a:ln>
        </p:spPr>
        <p:txBody>
          <a:bodyPr spcFirstLastPara="1" wrap="square" lIns="0" tIns="0" rIns="0" bIns="0" anchor="ctr" anchorCtr="0">
            <a:noAutofit/>
          </a:bodyPr>
          <a:lstStyle>
            <a:lvl1pPr lvl="0" algn="l">
              <a:lnSpc>
                <a:spcPct val="80000"/>
              </a:lnSpc>
              <a:spcBef>
                <a:spcPts val="0"/>
              </a:spcBef>
              <a:spcAft>
                <a:spcPts val="0"/>
              </a:spcAft>
              <a:buClr>
                <a:schemeClr val="lt1"/>
              </a:buClr>
              <a:buSzPts val="9600"/>
              <a:buFont typeface="Roboto"/>
              <a:buNone/>
              <a:defRPr sz="9600" b="0" i="0" cap="none">
                <a:solidFill>
                  <a:schemeClr val="lt1"/>
                </a:solidFill>
                <a:latin typeface="Roboto"/>
                <a:ea typeface="Roboto"/>
                <a:cs typeface="Roboto"/>
                <a:sym typeface="Roboto"/>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78" name="Google Shape;78;p18" descr="A close up of a logo&#10;&#10;Description automatically generated"/>
          <p:cNvPicPr preferRelativeResize="0"/>
          <p:nvPr/>
        </p:nvPicPr>
        <p:blipFill rotWithShape="1">
          <a:blip r:embed="rId2">
            <a:alphaModFix/>
          </a:blip>
          <a:srcRect/>
          <a:stretch/>
        </p:blipFill>
        <p:spPr>
          <a:xfrm>
            <a:off x="3231420" y="18820"/>
            <a:ext cx="8501825" cy="6858000"/>
          </a:xfrm>
          <a:prstGeom prst="rect">
            <a:avLst/>
          </a:prstGeom>
          <a:noFill/>
          <a:ln>
            <a:noFill/>
          </a:ln>
        </p:spPr>
      </p:pic>
      <p:sp>
        <p:nvSpPr>
          <p:cNvPr id="79" name="Google Shape;79;p18"/>
          <p:cNvSpPr txBox="1">
            <a:spLocks noGrp="1"/>
          </p:cNvSpPr>
          <p:nvPr>
            <p:ph type="body" idx="1"/>
          </p:nvPr>
        </p:nvSpPr>
        <p:spPr>
          <a:xfrm>
            <a:off x="9747892" y="3262957"/>
            <a:ext cx="1985440" cy="332089"/>
          </a:xfrm>
          <a:prstGeom prst="rect">
            <a:avLst/>
          </a:prstGeom>
          <a:noFill/>
          <a:ln>
            <a:noFill/>
          </a:ln>
        </p:spPr>
        <p:txBody>
          <a:bodyPr spcFirstLastPara="1" wrap="square" lIns="0" tIns="0" rIns="0" bIns="0" anchor="ctr" anchorCtr="0">
            <a:noAutofit/>
          </a:bodyPr>
          <a:lstStyle>
            <a:lvl1pPr marL="457207" lvl="0" indent="-228604" algn="r">
              <a:spcBef>
                <a:spcPts val="1800"/>
              </a:spcBef>
              <a:spcAft>
                <a:spcPts val="0"/>
              </a:spcAft>
              <a:buClr>
                <a:schemeClr val="lt1"/>
              </a:buClr>
              <a:buSzPts val="1600"/>
              <a:buFont typeface="Roboto"/>
              <a:buNone/>
              <a:defRPr sz="1600" b="0" i="0" cap="none">
                <a:solidFill>
                  <a:schemeClr val="lt1"/>
                </a:solidFill>
              </a:defRPr>
            </a:lvl1pPr>
            <a:lvl2pPr marL="914415" lvl="1" indent="-342906" algn="l">
              <a:spcBef>
                <a:spcPts val="600"/>
              </a:spcBef>
              <a:spcAft>
                <a:spcPts val="0"/>
              </a:spcAft>
              <a:buClr>
                <a:schemeClr val="dk1"/>
              </a:buClr>
              <a:buSzPts val="1800"/>
              <a:buChar char="•"/>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80" name="Google Shape;80;p18" descr="A picture containing drawing&#10;&#10;Description automatically generated"/>
          <p:cNvPicPr preferRelativeResize="0"/>
          <p:nvPr/>
        </p:nvPicPr>
        <p:blipFill rotWithShape="1">
          <a:blip r:embed="rId3">
            <a:alphaModFix/>
          </a:blip>
          <a:srcRect/>
          <a:stretch/>
        </p:blipFill>
        <p:spPr>
          <a:xfrm>
            <a:off x="455618" y="457200"/>
            <a:ext cx="1222240" cy="914400"/>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Cover D">
  <p:cSld name="Cover D">
    <p:bg>
      <p:bgPr>
        <a:solidFill>
          <a:schemeClr val="lt2"/>
        </a:solidFill>
        <a:effectLst/>
      </p:bgPr>
    </p:bg>
    <p:spTree>
      <p:nvGrpSpPr>
        <p:cNvPr id="1" name="Shape 81"/>
        <p:cNvGrpSpPr/>
        <p:nvPr/>
      </p:nvGrpSpPr>
      <p:grpSpPr>
        <a:xfrm>
          <a:off x="0" y="0"/>
          <a:ext cx="0" cy="0"/>
          <a:chOff x="0" y="0"/>
          <a:chExt cx="0" cy="0"/>
        </a:xfrm>
      </p:grpSpPr>
      <p:sp>
        <p:nvSpPr>
          <p:cNvPr id="82" name="Google Shape;82;p19"/>
          <p:cNvSpPr txBox="1">
            <a:spLocks noGrp="1"/>
          </p:cNvSpPr>
          <p:nvPr>
            <p:ph type="title"/>
          </p:nvPr>
        </p:nvSpPr>
        <p:spPr>
          <a:xfrm>
            <a:off x="1636729" y="2586976"/>
            <a:ext cx="8915492" cy="1684051"/>
          </a:xfrm>
          <a:prstGeom prst="rect">
            <a:avLst/>
          </a:prstGeom>
          <a:noFill/>
          <a:ln>
            <a:noFill/>
          </a:ln>
        </p:spPr>
        <p:txBody>
          <a:bodyPr spcFirstLastPara="1" wrap="square" lIns="0" tIns="0" rIns="0" bIns="0" anchor="ctr" anchorCtr="0">
            <a:noAutofit/>
          </a:bodyPr>
          <a:lstStyle>
            <a:lvl1pPr lvl="0" algn="ctr">
              <a:lnSpc>
                <a:spcPct val="70000"/>
              </a:lnSpc>
              <a:spcBef>
                <a:spcPts val="0"/>
              </a:spcBef>
              <a:spcAft>
                <a:spcPts val="0"/>
              </a:spcAft>
              <a:buClr>
                <a:schemeClr val="accent2"/>
              </a:buClr>
              <a:buSzPts val="11500"/>
              <a:buFont typeface="Roboto Light"/>
              <a:buNone/>
              <a:defRPr sz="11500" b="0" i="0" cap="none">
                <a:solidFill>
                  <a:schemeClr val="accent2"/>
                </a:solidFill>
                <a:latin typeface="Roboto Light"/>
                <a:ea typeface="Roboto Light"/>
                <a:cs typeface="Roboto Light"/>
                <a:sym typeface="Roboto Light"/>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83" name="Google Shape;83;p19" descr="A picture containing drawing&#10;&#10;Description automatically generated"/>
          <p:cNvPicPr preferRelativeResize="0"/>
          <p:nvPr/>
        </p:nvPicPr>
        <p:blipFill rotWithShape="1">
          <a:blip r:embed="rId2">
            <a:alphaModFix/>
          </a:blip>
          <a:srcRect/>
          <a:stretch/>
        </p:blipFill>
        <p:spPr>
          <a:xfrm>
            <a:off x="455618" y="457200"/>
            <a:ext cx="1222240" cy="914400"/>
          </a:xfrm>
          <a:prstGeom prst="rect">
            <a:avLst/>
          </a:prstGeom>
          <a:noFill/>
          <a:ln>
            <a:noFill/>
          </a:ln>
        </p:spPr>
      </p:pic>
      <p:sp>
        <p:nvSpPr>
          <p:cNvPr id="84" name="Google Shape;84;p19"/>
          <p:cNvSpPr txBox="1">
            <a:spLocks noGrp="1"/>
          </p:cNvSpPr>
          <p:nvPr>
            <p:ph type="body" idx="1"/>
          </p:nvPr>
        </p:nvSpPr>
        <p:spPr>
          <a:xfrm>
            <a:off x="8990106" y="6123247"/>
            <a:ext cx="2743228" cy="332089"/>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600"/>
              <a:buFont typeface="Roboto"/>
              <a:buNone/>
              <a:defRPr sz="1600" b="0" i="0" cap="none">
                <a:solidFill>
                  <a:schemeClr val="lt1"/>
                </a:solidFill>
              </a:defRPr>
            </a:lvl1pPr>
            <a:lvl2pPr marL="914415" lvl="1" indent="-342906" algn="l">
              <a:spcBef>
                <a:spcPts val="600"/>
              </a:spcBef>
              <a:spcAft>
                <a:spcPts val="0"/>
              </a:spcAft>
              <a:buClr>
                <a:schemeClr val="dk1"/>
              </a:buClr>
              <a:buSzPts val="1800"/>
              <a:buChar char="•"/>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over E">
  <p:cSld name="Cover E">
    <p:spTree>
      <p:nvGrpSpPr>
        <p:cNvPr id="1" name="Shape 85"/>
        <p:cNvGrpSpPr/>
        <p:nvPr/>
      </p:nvGrpSpPr>
      <p:grpSpPr>
        <a:xfrm>
          <a:off x="0" y="0"/>
          <a:ext cx="0" cy="0"/>
          <a:chOff x="0" y="0"/>
          <a:chExt cx="0" cy="0"/>
        </a:xfrm>
      </p:grpSpPr>
      <p:sp>
        <p:nvSpPr>
          <p:cNvPr id="86" name="Google Shape;86;p20"/>
          <p:cNvSpPr>
            <a:spLocks noGrp="1"/>
          </p:cNvSpPr>
          <p:nvPr>
            <p:ph type="pic" idx="2"/>
          </p:nvPr>
        </p:nvSpPr>
        <p:spPr>
          <a:xfrm>
            <a:off x="1" y="0"/>
            <a:ext cx="12188950"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87" name="Google Shape;87;p20"/>
          <p:cNvSpPr txBox="1">
            <a:spLocks noGrp="1"/>
          </p:cNvSpPr>
          <p:nvPr>
            <p:ph type="title"/>
          </p:nvPr>
        </p:nvSpPr>
        <p:spPr>
          <a:xfrm>
            <a:off x="3390006" y="2921624"/>
            <a:ext cx="8343325" cy="3021976"/>
          </a:xfrm>
          <a:prstGeom prst="rect">
            <a:avLst/>
          </a:prstGeom>
          <a:noFill/>
          <a:ln>
            <a:noFill/>
          </a:ln>
        </p:spPr>
        <p:txBody>
          <a:bodyPr spcFirstLastPara="1" wrap="square" lIns="0" tIns="0" rIns="0" bIns="0" anchor="b" anchorCtr="0">
            <a:noAutofit/>
          </a:bodyPr>
          <a:lstStyle>
            <a:lvl1pPr lvl="0" algn="r">
              <a:lnSpc>
                <a:spcPct val="80000"/>
              </a:lnSpc>
              <a:spcBef>
                <a:spcPts val="0"/>
              </a:spcBef>
              <a:spcAft>
                <a:spcPts val="0"/>
              </a:spcAft>
              <a:buClr>
                <a:schemeClr val="lt1"/>
              </a:buClr>
              <a:buSzPts val="11000"/>
              <a:buFont typeface="Roboto Light"/>
              <a:buNone/>
              <a:defRPr sz="11000" b="0" i="0" cap="none">
                <a:solidFill>
                  <a:schemeClr val="lt1"/>
                </a:solidFill>
                <a:latin typeface="Roboto Light"/>
                <a:ea typeface="Roboto Light"/>
                <a:cs typeface="Roboto Light"/>
                <a:sym typeface="Roboto Light"/>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8" name="Google Shape;88;p20"/>
          <p:cNvSpPr txBox="1">
            <a:spLocks noGrp="1"/>
          </p:cNvSpPr>
          <p:nvPr>
            <p:ph type="body" idx="1"/>
          </p:nvPr>
        </p:nvSpPr>
        <p:spPr>
          <a:xfrm>
            <a:off x="8990106" y="6123247"/>
            <a:ext cx="2743228" cy="332089"/>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600"/>
              <a:buFont typeface="Roboto"/>
              <a:buNone/>
              <a:defRPr sz="1600" b="0" i="0" cap="none">
                <a:solidFill>
                  <a:schemeClr val="lt1"/>
                </a:solidFill>
              </a:defRPr>
            </a:lvl1pPr>
            <a:lvl2pPr marL="914415" lvl="1" indent="-342906" algn="l">
              <a:spcBef>
                <a:spcPts val="600"/>
              </a:spcBef>
              <a:spcAft>
                <a:spcPts val="0"/>
              </a:spcAft>
              <a:buClr>
                <a:schemeClr val="dk1"/>
              </a:buClr>
              <a:buSzPts val="1800"/>
              <a:buChar char="•"/>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89" name="Google Shape;89;p20"/>
          <p:cNvSpPr txBox="1">
            <a:spLocks noGrp="1"/>
          </p:cNvSpPr>
          <p:nvPr>
            <p:ph type="body" idx="3"/>
          </p:nvPr>
        </p:nvSpPr>
        <p:spPr>
          <a:xfrm>
            <a:off x="455617" y="5613708"/>
            <a:ext cx="5164657" cy="419100"/>
          </a:xfrm>
          <a:prstGeom prst="rect">
            <a:avLst/>
          </a:prstGeom>
          <a:noFill/>
          <a:ln>
            <a:noFill/>
          </a:ln>
        </p:spPr>
        <p:txBody>
          <a:bodyPr spcFirstLastPara="1" wrap="square" lIns="0" tIns="0" rIns="0" bIns="0" anchor="b" anchorCtr="0">
            <a:noAutofit/>
          </a:bodyPr>
          <a:lstStyle>
            <a:lvl1pPr marL="457207" lvl="0" indent="-228604" algn="l">
              <a:spcBef>
                <a:spcPts val="0"/>
              </a:spcBef>
              <a:spcAft>
                <a:spcPts val="0"/>
              </a:spcAft>
              <a:buClr>
                <a:schemeClr val="lt1"/>
              </a:buClr>
              <a:buSzPts val="2000"/>
              <a:buFont typeface="Roboto"/>
              <a:buNone/>
              <a:defRPr sz="2000" b="0" i="0">
                <a:solidFill>
                  <a:schemeClr val="lt1"/>
                </a:solidFill>
                <a:latin typeface="Roboto"/>
                <a:ea typeface="Roboto"/>
                <a:cs typeface="Roboto"/>
                <a:sym typeface="Roboto"/>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90" name="Google Shape;90;p20" descr="A picture containing drawing&#10;&#10;Description automatically generated"/>
          <p:cNvPicPr preferRelativeResize="0"/>
          <p:nvPr/>
        </p:nvPicPr>
        <p:blipFill rotWithShape="1">
          <a:blip r:embed="rId2">
            <a:alphaModFix/>
          </a:blip>
          <a:srcRect b="31356"/>
          <a:stretch/>
        </p:blipFill>
        <p:spPr>
          <a:xfrm>
            <a:off x="455618" y="457202"/>
            <a:ext cx="1222254" cy="627681"/>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Divider A Image">
  <p:cSld name="Divider A Image">
    <p:spTree>
      <p:nvGrpSpPr>
        <p:cNvPr id="1" name="Shape 91"/>
        <p:cNvGrpSpPr/>
        <p:nvPr/>
      </p:nvGrpSpPr>
      <p:grpSpPr>
        <a:xfrm>
          <a:off x="0" y="0"/>
          <a:ext cx="0" cy="0"/>
          <a:chOff x="0" y="0"/>
          <a:chExt cx="0" cy="0"/>
        </a:xfrm>
      </p:grpSpPr>
      <p:sp>
        <p:nvSpPr>
          <p:cNvPr id="92" name="Google Shape;92;p21"/>
          <p:cNvSpPr>
            <a:spLocks noGrp="1"/>
          </p:cNvSpPr>
          <p:nvPr>
            <p:ph type="pic" idx="2"/>
          </p:nvPr>
        </p:nvSpPr>
        <p:spPr>
          <a:xfrm>
            <a:off x="1" y="0"/>
            <a:ext cx="12188950"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93" name="Google Shape;93;p21"/>
          <p:cNvSpPr txBox="1">
            <a:spLocks noGrp="1"/>
          </p:cNvSpPr>
          <p:nvPr>
            <p:ph type="title"/>
          </p:nvPr>
        </p:nvSpPr>
        <p:spPr>
          <a:xfrm>
            <a:off x="455618" y="3166730"/>
            <a:ext cx="8915492" cy="524543"/>
          </a:xfrm>
          <a:prstGeom prst="rect">
            <a:avLst/>
          </a:prstGeom>
          <a:noFill/>
          <a:ln>
            <a:noFill/>
          </a:ln>
        </p:spPr>
        <p:txBody>
          <a:bodyPr spcFirstLastPara="1" wrap="square" lIns="0" tIns="0" rIns="0" bIns="0" anchor="ctr" anchorCtr="0">
            <a:noAutofit/>
          </a:bodyPr>
          <a:lstStyle>
            <a:lvl1pPr lvl="0" algn="l">
              <a:lnSpc>
                <a:spcPct val="80000"/>
              </a:lnSpc>
              <a:spcBef>
                <a:spcPts val="0"/>
              </a:spcBef>
              <a:spcAft>
                <a:spcPts val="0"/>
              </a:spcAft>
              <a:buClr>
                <a:schemeClr val="lt1"/>
              </a:buClr>
              <a:buSzPts val="4000"/>
              <a:buFont typeface="Roboto Medium"/>
              <a:buNone/>
              <a:defRPr sz="4000" b="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4" name="Google Shape;94;p21"/>
          <p:cNvSpPr txBox="1">
            <a:spLocks noGrp="1"/>
          </p:cNvSpPr>
          <p:nvPr>
            <p:ph type="body" idx="1"/>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95" name="Google Shape;95;p21"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Divider B">
  <p:cSld name="Divider B">
    <p:bg>
      <p:bgPr>
        <a:solidFill>
          <a:schemeClr val="lt2"/>
        </a:solidFill>
        <a:effectLst/>
      </p:bgPr>
    </p:bg>
    <p:spTree>
      <p:nvGrpSpPr>
        <p:cNvPr id="1" name="Shape 96"/>
        <p:cNvGrpSpPr/>
        <p:nvPr/>
      </p:nvGrpSpPr>
      <p:grpSpPr>
        <a:xfrm>
          <a:off x="0" y="0"/>
          <a:ext cx="0" cy="0"/>
          <a:chOff x="0" y="0"/>
          <a:chExt cx="0" cy="0"/>
        </a:xfrm>
      </p:grpSpPr>
      <p:pic>
        <p:nvPicPr>
          <p:cNvPr id="97" name="Google Shape;97;p22" descr="A close up of a logo&#10;&#10;Description automatically generated"/>
          <p:cNvPicPr preferRelativeResize="0"/>
          <p:nvPr/>
        </p:nvPicPr>
        <p:blipFill rotWithShape="1">
          <a:blip r:embed="rId2">
            <a:alphaModFix/>
          </a:blip>
          <a:srcRect l="956" t="1279" r="624" b="279"/>
          <a:stretch/>
        </p:blipFill>
        <p:spPr>
          <a:xfrm>
            <a:off x="0" y="0"/>
            <a:ext cx="12188825" cy="6858000"/>
          </a:xfrm>
          <a:prstGeom prst="rect">
            <a:avLst/>
          </a:prstGeom>
          <a:noFill/>
          <a:ln>
            <a:noFill/>
          </a:ln>
        </p:spPr>
      </p:pic>
      <p:sp>
        <p:nvSpPr>
          <p:cNvPr id="98" name="Google Shape;98;p22"/>
          <p:cNvSpPr txBox="1">
            <a:spLocks noGrp="1"/>
          </p:cNvSpPr>
          <p:nvPr>
            <p:ph type="title"/>
          </p:nvPr>
        </p:nvSpPr>
        <p:spPr>
          <a:xfrm>
            <a:off x="455618" y="3166730"/>
            <a:ext cx="8915492" cy="524543"/>
          </a:xfrm>
          <a:prstGeom prst="rect">
            <a:avLst/>
          </a:prstGeom>
          <a:noFill/>
          <a:ln>
            <a:noFill/>
          </a:ln>
        </p:spPr>
        <p:txBody>
          <a:bodyPr spcFirstLastPara="1" wrap="square" lIns="0" tIns="0" rIns="0" bIns="0" anchor="ctr" anchorCtr="0">
            <a:noAutofit/>
          </a:bodyPr>
          <a:lstStyle>
            <a:lvl1pPr lvl="0" algn="l">
              <a:lnSpc>
                <a:spcPct val="80000"/>
              </a:lnSpc>
              <a:spcBef>
                <a:spcPts val="0"/>
              </a:spcBef>
              <a:spcAft>
                <a:spcPts val="0"/>
              </a:spcAft>
              <a:buClr>
                <a:schemeClr val="lt1"/>
              </a:buClr>
              <a:buSzPts val="4000"/>
              <a:buFont typeface="Roboto Medium"/>
              <a:buNone/>
              <a:defRPr sz="4000" b="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99" name="Google Shape;99;p22" descr="A picture containing drawing&#10;&#10;Description automatically generated"/>
          <p:cNvPicPr preferRelativeResize="0"/>
          <p:nvPr/>
        </p:nvPicPr>
        <p:blipFill rotWithShape="1">
          <a:blip r:embed="rId3">
            <a:alphaModFix/>
          </a:blip>
          <a:srcRect/>
          <a:stretch/>
        </p:blipFill>
        <p:spPr>
          <a:xfrm>
            <a:off x="455619" y="6267099"/>
            <a:ext cx="685800" cy="353616"/>
          </a:xfrm>
          <a:prstGeom prst="rect">
            <a:avLst/>
          </a:prstGeom>
          <a:noFill/>
          <a:ln>
            <a:noFill/>
          </a:ln>
        </p:spPr>
      </p:pic>
      <p:sp>
        <p:nvSpPr>
          <p:cNvPr id="100" name="Google Shape;100;p22"/>
          <p:cNvSpPr txBox="1">
            <a:spLocks noGrp="1"/>
          </p:cNvSpPr>
          <p:nvPr>
            <p:ph type="body" idx="1"/>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Divider C">
  <p:cSld name="Divider C">
    <p:spTree>
      <p:nvGrpSpPr>
        <p:cNvPr id="1" name="Shape 101"/>
        <p:cNvGrpSpPr/>
        <p:nvPr/>
      </p:nvGrpSpPr>
      <p:grpSpPr>
        <a:xfrm>
          <a:off x="0" y="0"/>
          <a:ext cx="0" cy="0"/>
          <a:chOff x="0" y="0"/>
          <a:chExt cx="0" cy="0"/>
        </a:xfrm>
      </p:grpSpPr>
      <p:sp>
        <p:nvSpPr>
          <p:cNvPr id="102" name="Google Shape;102;p23"/>
          <p:cNvSpPr/>
          <p:nvPr/>
        </p:nvSpPr>
        <p:spPr>
          <a:xfrm>
            <a:off x="0" y="0"/>
            <a:ext cx="12188950" cy="6858000"/>
          </a:xfrm>
          <a:prstGeom prst="rect">
            <a:avLst/>
          </a:prstGeom>
          <a:gradFill>
            <a:gsLst>
              <a:gs pos="0">
                <a:schemeClr val="accent1"/>
              </a:gs>
              <a:gs pos="63000">
                <a:srgbClr val="9299F4"/>
              </a:gs>
              <a:gs pos="100000">
                <a:schemeClr val="lt2"/>
              </a:gs>
            </a:gsLst>
            <a:lin ang="13800001" scaled="0"/>
          </a:gradFill>
          <a:ln>
            <a:noFill/>
          </a:ln>
        </p:spPr>
        <p:txBody>
          <a:bodyPr spcFirstLastPara="1" wrap="square" lIns="91426" tIns="45700" rIns="91426" bIns="45700" anchor="ctr" anchorCtr="0">
            <a:noAutofit/>
          </a:bodyPr>
          <a:lstStyle/>
          <a:p>
            <a:pPr marL="0" marR="0" lvl="0" indent="0" algn="ctr" rtl="0">
              <a:spcBef>
                <a:spcPts val="0"/>
              </a:spcBef>
              <a:spcAft>
                <a:spcPts val="0"/>
              </a:spcAft>
              <a:buNone/>
            </a:pPr>
            <a:endParaRPr sz="1800" b="0" i="0">
              <a:solidFill>
                <a:schemeClr val="lt1"/>
              </a:solidFill>
              <a:latin typeface="Roboto"/>
              <a:ea typeface="Roboto"/>
              <a:cs typeface="Roboto"/>
              <a:sym typeface="Roboto"/>
            </a:endParaRPr>
          </a:p>
        </p:txBody>
      </p:sp>
      <p:sp>
        <p:nvSpPr>
          <p:cNvPr id="103" name="Google Shape;103;p23"/>
          <p:cNvSpPr txBox="1">
            <a:spLocks noGrp="1"/>
          </p:cNvSpPr>
          <p:nvPr>
            <p:ph type="title"/>
          </p:nvPr>
        </p:nvSpPr>
        <p:spPr>
          <a:xfrm>
            <a:off x="455618" y="460683"/>
            <a:ext cx="8915492" cy="4869600"/>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9800"/>
              <a:buFont typeface="Roboto Light"/>
              <a:buNone/>
              <a:defRPr sz="9800" b="0" i="0">
                <a:solidFill>
                  <a:schemeClr val="lt1"/>
                </a:solidFill>
                <a:latin typeface="Roboto Light"/>
                <a:ea typeface="Roboto Light"/>
                <a:cs typeface="Roboto Light"/>
                <a:sym typeface="Roboto Light"/>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104" name="Google Shape;104;p23" descr="A picture containing drawing&#10;&#10;Description automatically generated"/>
          <p:cNvPicPr preferRelativeResize="0"/>
          <p:nvPr/>
        </p:nvPicPr>
        <p:blipFill rotWithShape="1">
          <a:blip r:embed="rId2">
            <a:alphaModFix/>
          </a:blip>
          <a:srcRect/>
          <a:stretch/>
        </p:blipFill>
        <p:spPr>
          <a:xfrm>
            <a:off x="455619" y="6264209"/>
            <a:ext cx="685800" cy="353616"/>
          </a:xfrm>
          <a:prstGeom prst="rect">
            <a:avLst/>
          </a:prstGeom>
          <a:noFill/>
          <a:ln>
            <a:noFill/>
          </a:ln>
        </p:spPr>
      </p:pic>
      <p:sp>
        <p:nvSpPr>
          <p:cNvPr id="105" name="Google Shape;105;p23"/>
          <p:cNvSpPr txBox="1">
            <a:spLocks noGrp="1"/>
          </p:cNvSpPr>
          <p:nvPr>
            <p:ph type="body" idx="1"/>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WHITE 1Col Title | Text">
  <p:cSld name="WHITE 1Col Title | Text">
    <p:spTree>
      <p:nvGrpSpPr>
        <p:cNvPr id="1" name="Shape 106"/>
        <p:cNvGrpSpPr/>
        <p:nvPr/>
      </p:nvGrpSpPr>
      <p:grpSpPr>
        <a:xfrm>
          <a:off x="0" y="0"/>
          <a:ext cx="0" cy="0"/>
          <a:chOff x="0" y="0"/>
          <a:chExt cx="0" cy="0"/>
        </a:xfrm>
      </p:grpSpPr>
      <p:sp>
        <p:nvSpPr>
          <p:cNvPr id="107" name="Google Shape;107;p24"/>
          <p:cNvSpPr txBox="1">
            <a:spLocks noGrp="1"/>
          </p:cNvSpPr>
          <p:nvPr>
            <p:ph type="title"/>
          </p:nvPr>
        </p:nvSpPr>
        <p:spPr>
          <a:xfrm>
            <a:off x="455618" y="460685"/>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8" name="Google Shape;108;p24"/>
          <p:cNvSpPr txBox="1">
            <a:spLocks noGrp="1"/>
          </p:cNvSpPr>
          <p:nvPr>
            <p:ph type="body" idx="1"/>
          </p:nvPr>
        </p:nvSpPr>
        <p:spPr>
          <a:xfrm>
            <a:off x="455618" y="2971800"/>
            <a:ext cx="8915492" cy="2971800"/>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a:spcBef>
                <a:spcPts val="600"/>
              </a:spcBef>
              <a:spcAft>
                <a:spcPts val="0"/>
              </a:spcAft>
              <a:buClr>
                <a:schemeClr val="dk1"/>
              </a:buClr>
              <a:buSzPts val="1800"/>
              <a:buChar char="•"/>
              <a:defRPr b="0" i="0">
                <a:latin typeface="Roboto"/>
                <a:ea typeface="Roboto"/>
                <a:cs typeface="Roboto"/>
                <a:sym typeface="Roboto"/>
              </a:defRPr>
            </a:lvl2pPr>
            <a:lvl3pPr marL="1371622" lvl="2" indent="-330205" algn="l">
              <a:spcBef>
                <a:spcPts val="600"/>
              </a:spcBef>
              <a:spcAft>
                <a:spcPts val="0"/>
              </a:spcAft>
              <a:buClr>
                <a:schemeClr val="dk1"/>
              </a:buClr>
              <a:buSzPts val="1600"/>
              <a:buChar char="−"/>
              <a:defRPr b="0" i="0">
                <a:latin typeface="Roboto"/>
                <a:ea typeface="Roboto"/>
                <a:cs typeface="Roboto"/>
                <a:sym typeface="Roboto"/>
              </a:defRPr>
            </a:lvl3pPr>
            <a:lvl4pPr marL="1828831" lvl="3" indent="-317506" algn="l">
              <a:spcBef>
                <a:spcPts val="300"/>
              </a:spcBef>
              <a:spcAft>
                <a:spcPts val="0"/>
              </a:spcAft>
              <a:buClr>
                <a:schemeClr val="dk1"/>
              </a:buClr>
              <a:buSzPts val="1400"/>
              <a:buChar char="•"/>
              <a:defRPr b="0" i="0">
                <a:latin typeface="Roboto"/>
                <a:ea typeface="Roboto"/>
                <a:cs typeface="Roboto"/>
                <a:sym typeface="Roboto"/>
              </a:defRPr>
            </a:lvl4pPr>
            <a:lvl5pPr marL="2286038" lvl="4" indent="-304805" algn="l">
              <a:spcBef>
                <a:spcPts val="300"/>
              </a:spcBef>
              <a:spcAft>
                <a:spcPts val="0"/>
              </a:spcAft>
              <a:buClr>
                <a:schemeClr val="dk1"/>
              </a:buClr>
              <a:buSzPts val="1200"/>
              <a:buChar char="−"/>
              <a:defRPr b="0" i="0">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109" name="Google Shape;109;p24"/>
          <p:cNvSpPr txBox="1">
            <a:spLocks noGrp="1"/>
          </p:cNvSpPr>
          <p:nvPr>
            <p:ph type="body" idx="2"/>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110" name="Google Shape;110;p24"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WHITE 2Col Title | Text">
  <p:cSld name="WHITE 2Col Title | Text">
    <p:spTree>
      <p:nvGrpSpPr>
        <p:cNvPr id="1" name="Shape 111"/>
        <p:cNvGrpSpPr/>
        <p:nvPr/>
      </p:nvGrpSpPr>
      <p:grpSpPr>
        <a:xfrm>
          <a:off x="0" y="0"/>
          <a:ext cx="0" cy="0"/>
          <a:chOff x="0" y="0"/>
          <a:chExt cx="0" cy="0"/>
        </a:xfrm>
      </p:grpSpPr>
      <p:sp>
        <p:nvSpPr>
          <p:cNvPr id="112" name="Google Shape;112;p25"/>
          <p:cNvSpPr txBox="1">
            <a:spLocks noGrp="1"/>
          </p:cNvSpPr>
          <p:nvPr>
            <p:ph type="title"/>
          </p:nvPr>
        </p:nvSpPr>
        <p:spPr>
          <a:xfrm>
            <a:off x="455618" y="460685"/>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13" name="Google Shape;113;p25"/>
          <p:cNvSpPr txBox="1">
            <a:spLocks noGrp="1"/>
          </p:cNvSpPr>
          <p:nvPr>
            <p:ph type="body" idx="1"/>
          </p:nvPr>
        </p:nvSpPr>
        <p:spPr>
          <a:xfrm>
            <a:off x="455617" y="2971800"/>
            <a:ext cx="5486456"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a:spcBef>
                <a:spcPts val="600"/>
              </a:spcBef>
              <a:spcAft>
                <a:spcPts val="0"/>
              </a:spcAft>
              <a:buClr>
                <a:schemeClr val="dk1"/>
              </a:buClr>
              <a:buSzPts val="1800"/>
              <a:buChar char="•"/>
              <a:defRPr b="0" i="0">
                <a:latin typeface="Roboto"/>
                <a:ea typeface="Roboto"/>
                <a:cs typeface="Roboto"/>
                <a:sym typeface="Roboto"/>
              </a:defRPr>
            </a:lvl2pPr>
            <a:lvl3pPr marL="1371622" lvl="2" indent="-330205" algn="l">
              <a:spcBef>
                <a:spcPts val="600"/>
              </a:spcBef>
              <a:spcAft>
                <a:spcPts val="0"/>
              </a:spcAft>
              <a:buClr>
                <a:schemeClr val="dk1"/>
              </a:buClr>
              <a:buSzPts val="1600"/>
              <a:buChar char="−"/>
              <a:defRPr b="0" i="0">
                <a:latin typeface="Roboto"/>
                <a:ea typeface="Roboto"/>
                <a:cs typeface="Roboto"/>
                <a:sym typeface="Roboto"/>
              </a:defRPr>
            </a:lvl3pPr>
            <a:lvl4pPr marL="1828831" lvl="3" indent="-317506" algn="l">
              <a:spcBef>
                <a:spcPts val="300"/>
              </a:spcBef>
              <a:spcAft>
                <a:spcPts val="0"/>
              </a:spcAft>
              <a:buClr>
                <a:schemeClr val="dk1"/>
              </a:buClr>
              <a:buSzPts val="1400"/>
              <a:buChar char="•"/>
              <a:defRPr b="0" i="0">
                <a:latin typeface="Roboto"/>
                <a:ea typeface="Roboto"/>
                <a:cs typeface="Roboto"/>
                <a:sym typeface="Roboto"/>
              </a:defRPr>
            </a:lvl4pPr>
            <a:lvl5pPr marL="2286038" lvl="4" indent="-304805" algn="l">
              <a:spcBef>
                <a:spcPts val="300"/>
              </a:spcBef>
              <a:spcAft>
                <a:spcPts val="0"/>
              </a:spcAft>
              <a:buClr>
                <a:schemeClr val="dk1"/>
              </a:buClr>
              <a:buSzPts val="1200"/>
              <a:buChar char="−"/>
              <a:defRPr b="0" i="0">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114" name="Google Shape;114;p25"/>
          <p:cNvSpPr txBox="1">
            <a:spLocks noGrp="1"/>
          </p:cNvSpPr>
          <p:nvPr>
            <p:ph type="body" idx="2"/>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115" name="Google Shape;115;p25"/>
          <p:cNvSpPr txBox="1">
            <a:spLocks noGrp="1"/>
          </p:cNvSpPr>
          <p:nvPr>
            <p:ph type="body" idx="3"/>
          </p:nvPr>
        </p:nvSpPr>
        <p:spPr>
          <a:xfrm>
            <a:off x="6246876" y="2971801"/>
            <a:ext cx="5486456" cy="2971800"/>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dk1"/>
              </a:buClr>
              <a:buSzPts val="1800"/>
              <a:buNone/>
              <a:defRPr/>
            </a:lvl1pPr>
            <a:lvl2pPr marL="914415" lvl="1" indent="-342906" algn="l">
              <a:spcBef>
                <a:spcPts val="600"/>
              </a:spcBef>
              <a:spcAft>
                <a:spcPts val="0"/>
              </a:spcAft>
              <a:buClr>
                <a:schemeClr val="dk1"/>
              </a:buClr>
              <a:buSzPts val="1800"/>
              <a:buChar char="•"/>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116" name="Google Shape;116;p25"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WHITE 1Col Title | Text | Small Image">
  <p:cSld name="WHITE 1Col Title | Text | Small Image">
    <p:spTree>
      <p:nvGrpSpPr>
        <p:cNvPr id="1" name="Shape 117"/>
        <p:cNvGrpSpPr/>
        <p:nvPr/>
      </p:nvGrpSpPr>
      <p:grpSpPr>
        <a:xfrm>
          <a:off x="0" y="0"/>
          <a:ext cx="0" cy="0"/>
          <a:chOff x="0" y="0"/>
          <a:chExt cx="0" cy="0"/>
        </a:xfrm>
      </p:grpSpPr>
      <p:sp>
        <p:nvSpPr>
          <p:cNvPr id="118" name="Google Shape;118;p26"/>
          <p:cNvSpPr txBox="1">
            <a:spLocks noGrp="1"/>
          </p:cNvSpPr>
          <p:nvPr>
            <p:ph type="title"/>
          </p:nvPr>
        </p:nvSpPr>
        <p:spPr>
          <a:xfrm>
            <a:off x="455618" y="460685"/>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19" name="Google Shape;119;p26"/>
          <p:cNvSpPr txBox="1">
            <a:spLocks noGrp="1"/>
          </p:cNvSpPr>
          <p:nvPr>
            <p:ph type="body" idx="1"/>
          </p:nvPr>
        </p:nvSpPr>
        <p:spPr>
          <a:xfrm>
            <a:off x="455616" y="2971800"/>
            <a:ext cx="5638859"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a:spcBef>
                <a:spcPts val="600"/>
              </a:spcBef>
              <a:spcAft>
                <a:spcPts val="0"/>
              </a:spcAft>
              <a:buClr>
                <a:schemeClr val="dk1"/>
              </a:buClr>
              <a:buSzPts val="1800"/>
              <a:buChar char="•"/>
              <a:defRPr b="0" i="0">
                <a:latin typeface="Roboto"/>
                <a:ea typeface="Roboto"/>
                <a:cs typeface="Roboto"/>
                <a:sym typeface="Roboto"/>
              </a:defRPr>
            </a:lvl2pPr>
            <a:lvl3pPr marL="1371622" lvl="2" indent="-330205" algn="l">
              <a:spcBef>
                <a:spcPts val="600"/>
              </a:spcBef>
              <a:spcAft>
                <a:spcPts val="0"/>
              </a:spcAft>
              <a:buClr>
                <a:schemeClr val="dk1"/>
              </a:buClr>
              <a:buSzPts val="1600"/>
              <a:buChar char="−"/>
              <a:defRPr b="0" i="0">
                <a:latin typeface="Roboto"/>
                <a:ea typeface="Roboto"/>
                <a:cs typeface="Roboto"/>
                <a:sym typeface="Roboto"/>
              </a:defRPr>
            </a:lvl3pPr>
            <a:lvl4pPr marL="1828831" lvl="3" indent="-317506" algn="l">
              <a:lnSpc>
                <a:spcPct val="100000"/>
              </a:lnSpc>
              <a:spcBef>
                <a:spcPts val="300"/>
              </a:spcBef>
              <a:spcAft>
                <a:spcPts val="0"/>
              </a:spcAft>
              <a:buClr>
                <a:schemeClr val="dk1"/>
              </a:buClr>
              <a:buSzPts val="1400"/>
              <a:buChar char="•"/>
              <a:defRPr b="0" i="0">
                <a:latin typeface="Roboto"/>
                <a:ea typeface="Roboto"/>
                <a:cs typeface="Roboto"/>
                <a:sym typeface="Roboto"/>
              </a:defRPr>
            </a:lvl4pPr>
            <a:lvl5pPr marL="2286038" lvl="4" indent="-304805" algn="l">
              <a:spcBef>
                <a:spcPts val="300"/>
              </a:spcBef>
              <a:spcAft>
                <a:spcPts val="0"/>
              </a:spcAft>
              <a:buClr>
                <a:schemeClr val="dk1"/>
              </a:buClr>
              <a:buSzPts val="1200"/>
              <a:buChar char="−"/>
              <a:defRPr b="0" i="0">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120" name="Google Shape;120;p26"/>
          <p:cNvSpPr>
            <a:spLocks noGrp="1"/>
          </p:cNvSpPr>
          <p:nvPr>
            <p:ph type="pic" idx="2"/>
          </p:nvPr>
        </p:nvSpPr>
        <p:spPr>
          <a:xfrm>
            <a:off x="7389890" y="1371600"/>
            <a:ext cx="4343445" cy="4572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121" name="Google Shape;121;p26"/>
          <p:cNvSpPr txBox="1">
            <a:spLocks noGrp="1"/>
          </p:cNvSpPr>
          <p:nvPr>
            <p:ph type="body" idx="3"/>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122" name="Google Shape;122;p26"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WHITE 1Col Title | Text | HP Image">
  <p:cSld name="WHITE 1Col Title | Text | HP Image">
    <p:spTree>
      <p:nvGrpSpPr>
        <p:cNvPr id="1" name="Shape 123"/>
        <p:cNvGrpSpPr/>
        <p:nvPr/>
      </p:nvGrpSpPr>
      <p:grpSpPr>
        <a:xfrm>
          <a:off x="0" y="0"/>
          <a:ext cx="0" cy="0"/>
          <a:chOff x="0" y="0"/>
          <a:chExt cx="0" cy="0"/>
        </a:xfrm>
      </p:grpSpPr>
      <p:sp>
        <p:nvSpPr>
          <p:cNvPr id="124" name="Google Shape;124;p27"/>
          <p:cNvSpPr>
            <a:spLocks noGrp="1"/>
          </p:cNvSpPr>
          <p:nvPr>
            <p:ph type="pic" idx="2"/>
          </p:nvPr>
        </p:nvSpPr>
        <p:spPr>
          <a:xfrm>
            <a:off x="6094473" y="0"/>
            <a:ext cx="6094476"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125" name="Google Shape;125;p27"/>
          <p:cNvSpPr txBox="1">
            <a:spLocks noGrp="1"/>
          </p:cNvSpPr>
          <p:nvPr>
            <p:ph type="title"/>
          </p:nvPr>
        </p:nvSpPr>
        <p:spPr>
          <a:xfrm>
            <a:off x="455619" y="481652"/>
            <a:ext cx="5029251"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26" name="Google Shape;126;p27"/>
          <p:cNvSpPr txBox="1">
            <a:spLocks noGrp="1"/>
          </p:cNvSpPr>
          <p:nvPr>
            <p:ph type="body" idx="1"/>
          </p:nvPr>
        </p:nvSpPr>
        <p:spPr>
          <a:xfrm>
            <a:off x="455618" y="2971800"/>
            <a:ext cx="5029251"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a:spcBef>
                <a:spcPts val="600"/>
              </a:spcBef>
              <a:spcAft>
                <a:spcPts val="0"/>
              </a:spcAft>
              <a:buClr>
                <a:schemeClr val="dk1"/>
              </a:buClr>
              <a:buSzPts val="1800"/>
              <a:buChar char="•"/>
              <a:defRPr b="0" i="0">
                <a:latin typeface="Roboto"/>
                <a:ea typeface="Roboto"/>
                <a:cs typeface="Roboto"/>
                <a:sym typeface="Roboto"/>
              </a:defRPr>
            </a:lvl2pPr>
            <a:lvl3pPr marL="1371622" lvl="2" indent="-330205" algn="l">
              <a:spcBef>
                <a:spcPts val="600"/>
              </a:spcBef>
              <a:spcAft>
                <a:spcPts val="0"/>
              </a:spcAft>
              <a:buClr>
                <a:schemeClr val="dk1"/>
              </a:buClr>
              <a:buSzPts val="1600"/>
              <a:buChar char="−"/>
              <a:defRPr b="0" i="0">
                <a:latin typeface="Roboto"/>
                <a:ea typeface="Roboto"/>
                <a:cs typeface="Roboto"/>
                <a:sym typeface="Roboto"/>
              </a:defRPr>
            </a:lvl3pPr>
            <a:lvl4pPr marL="1828831" lvl="3" indent="-317506" algn="l">
              <a:lnSpc>
                <a:spcPct val="100000"/>
              </a:lnSpc>
              <a:spcBef>
                <a:spcPts val="300"/>
              </a:spcBef>
              <a:spcAft>
                <a:spcPts val="0"/>
              </a:spcAft>
              <a:buClr>
                <a:schemeClr val="dk1"/>
              </a:buClr>
              <a:buSzPts val="1400"/>
              <a:buChar char="•"/>
              <a:defRPr b="0" i="0">
                <a:latin typeface="Roboto"/>
                <a:ea typeface="Roboto"/>
                <a:cs typeface="Roboto"/>
                <a:sym typeface="Roboto"/>
              </a:defRPr>
            </a:lvl4pPr>
            <a:lvl5pPr marL="2286038" lvl="4" indent="-304805" algn="l">
              <a:spcBef>
                <a:spcPts val="300"/>
              </a:spcBef>
              <a:spcAft>
                <a:spcPts val="0"/>
              </a:spcAft>
              <a:buClr>
                <a:schemeClr val="dk1"/>
              </a:buClr>
              <a:buSzPts val="1200"/>
              <a:buChar char="−"/>
              <a:defRPr b="0" i="0">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127" name="Google Shape;127;p27"/>
          <p:cNvSpPr txBox="1">
            <a:spLocks noGrp="1"/>
          </p:cNvSpPr>
          <p:nvPr>
            <p:ph type="body" idx="3"/>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128" name="Google Shape;128;p27"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WHITE Title">
  <p:cSld name="WHITE Title">
    <p:spTree>
      <p:nvGrpSpPr>
        <p:cNvPr id="1" name="Shape 129"/>
        <p:cNvGrpSpPr/>
        <p:nvPr/>
      </p:nvGrpSpPr>
      <p:grpSpPr>
        <a:xfrm>
          <a:off x="0" y="0"/>
          <a:ext cx="0" cy="0"/>
          <a:chOff x="0" y="0"/>
          <a:chExt cx="0" cy="0"/>
        </a:xfrm>
      </p:grpSpPr>
      <p:sp>
        <p:nvSpPr>
          <p:cNvPr id="130" name="Google Shape;130;p28"/>
          <p:cNvSpPr txBox="1">
            <a:spLocks noGrp="1"/>
          </p:cNvSpPr>
          <p:nvPr>
            <p:ph type="title"/>
          </p:nvPr>
        </p:nvSpPr>
        <p:spPr>
          <a:xfrm>
            <a:off x="455618" y="480449"/>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1" name="Google Shape;131;p28"/>
          <p:cNvSpPr txBox="1">
            <a:spLocks noGrp="1"/>
          </p:cNvSpPr>
          <p:nvPr>
            <p:ph type="body" idx="1"/>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132" name="Google Shape;132;p28"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WHITE 1Col Subhead | Title | Text">
  <p:cSld name="WHITE 1Col Subhead | Title | Text">
    <p:spTree>
      <p:nvGrpSpPr>
        <p:cNvPr id="1" name="Shape 133"/>
        <p:cNvGrpSpPr/>
        <p:nvPr/>
      </p:nvGrpSpPr>
      <p:grpSpPr>
        <a:xfrm>
          <a:off x="0" y="0"/>
          <a:ext cx="0" cy="0"/>
          <a:chOff x="0" y="0"/>
          <a:chExt cx="0" cy="0"/>
        </a:xfrm>
      </p:grpSpPr>
      <p:sp>
        <p:nvSpPr>
          <p:cNvPr id="134" name="Google Shape;134;p29"/>
          <p:cNvSpPr txBox="1">
            <a:spLocks noGrp="1"/>
          </p:cNvSpPr>
          <p:nvPr>
            <p:ph type="title"/>
          </p:nvPr>
        </p:nvSpPr>
        <p:spPr>
          <a:xfrm>
            <a:off x="455618" y="731522"/>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5" name="Google Shape;135;p29"/>
          <p:cNvSpPr txBox="1">
            <a:spLocks noGrp="1"/>
          </p:cNvSpPr>
          <p:nvPr>
            <p:ph type="body" idx="1"/>
          </p:nvPr>
        </p:nvSpPr>
        <p:spPr>
          <a:xfrm>
            <a:off x="455618" y="2971800"/>
            <a:ext cx="8915492" cy="2971800"/>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a:spcBef>
                <a:spcPts val="600"/>
              </a:spcBef>
              <a:spcAft>
                <a:spcPts val="0"/>
              </a:spcAft>
              <a:buClr>
                <a:schemeClr val="dk1"/>
              </a:buClr>
              <a:buSzPts val="1800"/>
              <a:buChar char="•"/>
              <a:defRPr b="0" i="0">
                <a:latin typeface="Roboto"/>
                <a:ea typeface="Roboto"/>
                <a:cs typeface="Roboto"/>
                <a:sym typeface="Roboto"/>
              </a:defRPr>
            </a:lvl2pPr>
            <a:lvl3pPr marL="1371622" lvl="2" indent="-330205" algn="l">
              <a:spcBef>
                <a:spcPts val="600"/>
              </a:spcBef>
              <a:spcAft>
                <a:spcPts val="0"/>
              </a:spcAft>
              <a:buClr>
                <a:schemeClr val="dk1"/>
              </a:buClr>
              <a:buSzPts val="1600"/>
              <a:buChar char="−"/>
              <a:defRPr b="0" i="0">
                <a:latin typeface="Roboto"/>
                <a:ea typeface="Roboto"/>
                <a:cs typeface="Roboto"/>
                <a:sym typeface="Roboto"/>
              </a:defRPr>
            </a:lvl3pPr>
            <a:lvl4pPr marL="1828831" lvl="3" indent="-317506" algn="l">
              <a:spcBef>
                <a:spcPts val="300"/>
              </a:spcBef>
              <a:spcAft>
                <a:spcPts val="0"/>
              </a:spcAft>
              <a:buClr>
                <a:schemeClr val="dk1"/>
              </a:buClr>
              <a:buSzPts val="1400"/>
              <a:buChar char="•"/>
              <a:defRPr b="0" i="0">
                <a:latin typeface="Roboto"/>
                <a:ea typeface="Roboto"/>
                <a:cs typeface="Roboto"/>
                <a:sym typeface="Roboto"/>
              </a:defRPr>
            </a:lvl4pPr>
            <a:lvl5pPr marL="2286038" lvl="4" indent="-304805" algn="l">
              <a:spcBef>
                <a:spcPts val="300"/>
              </a:spcBef>
              <a:spcAft>
                <a:spcPts val="0"/>
              </a:spcAft>
              <a:buClr>
                <a:schemeClr val="dk1"/>
              </a:buClr>
              <a:buSzPts val="1200"/>
              <a:buChar char="−"/>
              <a:defRPr b="0" i="0">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136" name="Google Shape;136;p29"/>
          <p:cNvSpPr txBox="1">
            <a:spLocks noGrp="1"/>
          </p:cNvSpPr>
          <p:nvPr>
            <p:ph type="body" idx="2"/>
          </p:nvPr>
        </p:nvSpPr>
        <p:spPr>
          <a:xfrm>
            <a:off x="455618" y="460685"/>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2"/>
              </a:buClr>
              <a:buSzPts val="1400"/>
              <a:buFont typeface="Roboto Medium"/>
              <a:buNone/>
              <a:defRPr sz="1400" b="0" i="0">
                <a:solidFill>
                  <a:schemeClr val="l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137" name="Google Shape;137;p29"/>
          <p:cNvSpPr txBox="1">
            <a:spLocks noGrp="1"/>
          </p:cNvSpPr>
          <p:nvPr>
            <p:ph type="body" idx="3"/>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138" name="Google Shape;138;p29"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WHITE 2Col Subhead | Title | Text">
  <p:cSld name="WHITE 2Col Subhead | Title | Text">
    <p:spTree>
      <p:nvGrpSpPr>
        <p:cNvPr id="1" name="Shape 139"/>
        <p:cNvGrpSpPr/>
        <p:nvPr/>
      </p:nvGrpSpPr>
      <p:grpSpPr>
        <a:xfrm>
          <a:off x="0" y="0"/>
          <a:ext cx="0" cy="0"/>
          <a:chOff x="0" y="0"/>
          <a:chExt cx="0" cy="0"/>
        </a:xfrm>
      </p:grpSpPr>
      <p:sp>
        <p:nvSpPr>
          <p:cNvPr id="140" name="Google Shape;140;p30"/>
          <p:cNvSpPr txBox="1">
            <a:spLocks noGrp="1"/>
          </p:cNvSpPr>
          <p:nvPr>
            <p:ph type="title"/>
          </p:nvPr>
        </p:nvSpPr>
        <p:spPr>
          <a:xfrm>
            <a:off x="455618" y="731522"/>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41" name="Google Shape;141;p30"/>
          <p:cNvSpPr txBox="1">
            <a:spLocks noGrp="1"/>
          </p:cNvSpPr>
          <p:nvPr>
            <p:ph type="body" idx="1"/>
          </p:nvPr>
        </p:nvSpPr>
        <p:spPr>
          <a:xfrm>
            <a:off x="455617" y="2971800"/>
            <a:ext cx="5486456"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a:spcBef>
                <a:spcPts val="600"/>
              </a:spcBef>
              <a:spcAft>
                <a:spcPts val="0"/>
              </a:spcAft>
              <a:buClr>
                <a:schemeClr val="dk1"/>
              </a:buClr>
              <a:buSzPts val="1800"/>
              <a:buChar char="•"/>
              <a:defRPr b="0" i="0">
                <a:latin typeface="Roboto"/>
                <a:ea typeface="Roboto"/>
                <a:cs typeface="Roboto"/>
                <a:sym typeface="Roboto"/>
              </a:defRPr>
            </a:lvl2pPr>
            <a:lvl3pPr marL="1371622" lvl="2" indent="-330205" algn="l">
              <a:spcBef>
                <a:spcPts val="600"/>
              </a:spcBef>
              <a:spcAft>
                <a:spcPts val="0"/>
              </a:spcAft>
              <a:buClr>
                <a:schemeClr val="dk1"/>
              </a:buClr>
              <a:buSzPts val="1600"/>
              <a:buChar char="−"/>
              <a:defRPr b="0" i="0">
                <a:latin typeface="Roboto"/>
                <a:ea typeface="Roboto"/>
                <a:cs typeface="Roboto"/>
                <a:sym typeface="Roboto"/>
              </a:defRPr>
            </a:lvl3pPr>
            <a:lvl4pPr marL="1828831" lvl="3" indent="-317506" algn="l">
              <a:spcBef>
                <a:spcPts val="300"/>
              </a:spcBef>
              <a:spcAft>
                <a:spcPts val="0"/>
              </a:spcAft>
              <a:buClr>
                <a:schemeClr val="dk1"/>
              </a:buClr>
              <a:buSzPts val="1400"/>
              <a:buChar char="•"/>
              <a:defRPr b="0" i="0">
                <a:latin typeface="Roboto"/>
                <a:ea typeface="Roboto"/>
                <a:cs typeface="Roboto"/>
                <a:sym typeface="Roboto"/>
              </a:defRPr>
            </a:lvl4pPr>
            <a:lvl5pPr marL="2286038" lvl="4" indent="-304805" algn="l">
              <a:spcBef>
                <a:spcPts val="300"/>
              </a:spcBef>
              <a:spcAft>
                <a:spcPts val="0"/>
              </a:spcAft>
              <a:buClr>
                <a:schemeClr val="dk1"/>
              </a:buClr>
              <a:buSzPts val="1200"/>
              <a:buChar char="−"/>
              <a:defRPr b="0" i="0">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142" name="Google Shape;142;p30"/>
          <p:cNvSpPr txBox="1">
            <a:spLocks noGrp="1"/>
          </p:cNvSpPr>
          <p:nvPr>
            <p:ph type="body" idx="2"/>
          </p:nvPr>
        </p:nvSpPr>
        <p:spPr>
          <a:xfrm>
            <a:off x="455618" y="460685"/>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2"/>
              </a:buClr>
              <a:buSzPts val="1400"/>
              <a:buFont typeface="Roboto Medium"/>
              <a:buNone/>
              <a:defRPr sz="1400" b="0" i="0">
                <a:solidFill>
                  <a:schemeClr val="l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143" name="Google Shape;143;p30"/>
          <p:cNvSpPr txBox="1">
            <a:spLocks noGrp="1"/>
          </p:cNvSpPr>
          <p:nvPr>
            <p:ph type="body" idx="3"/>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144" name="Google Shape;144;p30"/>
          <p:cNvSpPr txBox="1">
            <a:spLocks noGrp="1"/>
          </p:cNvSpPr>
          <p:nvPr>
            <p:ph type="body" idx="4"/>
          </p:nvPr>
        </p:nvSpPr>
        <p:spPr>
          <a:xfrm>
            <a:off x="6246876" y="2971801"/>
            <a:ext cx="5486456" cy="2971800"/>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dk1"/>
              </a:buClr>
              <a:buSzPts val="1800"/>
              <a:buNone/>
              <a:defRPr/>
            </a:lvl1pPr>
            <a:lvl2pPr marL="914415" lvl="1" indent="-342906" algn="l">
              <a:spcBef>
                <a:spcPts val="600"/>
              </a:spcBef>
              <a:spcAft>
                <a:spcPts val="0"/>
              </a:spcAft>
              <a:buClr>
                <a:schemeClr val="dk1"/>
              </a:buClr>
              <a:buSzPts val="1800"/>
              <a:buChar char="•"/>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145" name="Google Shape;145;p30"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WHITE Subhead | Title | Text | Image">
  <p:cSld name="WHITE Subhead | Title | Text | Image">
    <p:spTree>
      <p:nvGrpSpPr>
        <p:cNvPr id="1" name="Shape 146"/>
        <p:cNvGrpSpPr/>
        <p:nvPr/>
      </p:nvGrpSpPr>
      <p:grpSpPr>
        <a:xfrm>
          <a:off x="0" y="0"/>
          <a:ext cx="0" cy="0"/>
          <a:chOff x="0" y="0"/>
          <a:chExt cx="0" cy="0"/>
        </a:xfrm>
      </p:grpSpPr>
      <p:sp>
        <p:nvSpPr>
          <p:cNvPr id="147" name="Google Shape;147;p31"/>
          <p:cNvSpPr txBox="1">
            <a:spLocks noGrp="1"/>
          </p:cNvSpPr>
          <p:nvPr>
            <p:ph type="title"/>
          </p:nvPr>
        </p:nvSpPr>
        <p:spPr>
          <a:xfrm>
            <a:off x="455618" y="731522"/>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48" name="Google Shape;148;p31"/>
          <p:cNvSpPr txBox="1">
            <a:spLocks noGrp="1"/>
          </p:cNvSpPr>
          <p:nvPr>
            <p:ph type="body" idx="1"/>
          </p:nvPr>
        </p:nvSpPr>
        <p:spPr>
          <a:xfrm>
            <a:off x="455618" y="2971800"/>
            <a:ext cx="5638858"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a:spcBef>
                <a:spcPts val="600"/>
              </a:spcBef>
              <a:spcAft>
                <a:spcPts val="0"/>
              </a:spcAft>
              <a:buClr>
                <a:schemeClr val="dk1"/>
              </a:buClr>
              <a:buSzPts val="1800"/>
              <a:buChar char="•"/>
              <a:defRPr b="0" i="0">
                <a:latin typeface="Roboto"/>
                <a:ea typeface="Roboto"/>
                <a:cs typeface="Roboto"/>
                <a:sym typeface="Roboto"/>
              </a:defRPr>
            </a:lvl2pPr>
            <a:lvl3pPr marL="1371622" lvl="2" indent="-330205" algn="l">
              <a:spcBef>
                <a:spcPts val="600"/>
              </a:spcBef>
              <a:spcAft>
                <a:spcPts val="0"/>
              </a:spcAft>
              <a:buClr>
                <a:schemeClr val="dk1"/>
              </a:buClr>
              <a:buSzPts val="1600"/>
              <a:buChar char="−"/>
              <a:defRPr b="0" i="0">
                <a:latin typeface="Roboto"/>
                <a:ea typeface="Roboto"/>
                <a:cs typeface="Roboto"/>
                <a:sym typeface="Roboto"/>
              </a:defRPr>
            </a:lvl3pPr>
            <a:lvl4pPr marL="1828831" lvl="3" indent="-317506" algn="l">
              <a:lnSpc>
                <a:spcPct val="100000"/>
              </a:lnSpc>
              <a:spcBef>
                <a:spcPts val="300"/>
              </a:spcBef>
              <a:spcAft>
                <a:spcPts val="0"/>
              </a:spcAft>
              <a:buClr>
                <a:schemeClr val="dk1"/>
              </a:buClr>
              <a:buSzPts val="1400"/>
              <a:buChar char="•"/>
              <a:defRPr b="0" i="0">
                <a:latin typeface="Roboto"/>
                <a:ea typeface="Roboto"/>
                <a:cs typeface="Roboto"/>
                <a:sym typeface="Roboto"/>
              </a:defRPr>
            </a:lvl4pPr>
            <a:lvl5pPr marL="2286038" lvl="4" indent="-304805" algn="l">
              <a:spcBef>
                <a:spcPts val="300"/>
              </a:spcBef>
              <a:spcAft>
                <a:spcPts val="0"/>
              </a:spcAft>
              <a:buClr>
                <a:schemeClr val="dk1"/>
              </a:buClr>
              <a:buSzPts val="1200"/>
              <a:buChar char="−"/>
              <a:defRPr b="0" i="0">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149" name="Google Shape;149;p31"/>
          <p:cNvSpPr>
            <a:spLocks noGrp="1"/>
          </p:cNvSpPr>
          <p:nvPr>
            <p:ph type="pic" idx="2"/>
          </p:nvPr>
        </p:nvSpPr>
        <p:spPr>
          <a:xfrm>
            <a:off x="7389890" y="1371600"/>
            <a:ext cx="4343445" cy="4572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150" name="Google Shape;150;p31"/>
          <p:cNvSpPr txBox="1">
            <a:spLocks noGrp="1"/>
          </p:cNvSpPr>
          <p:nvPr>
            <p:ph type="body" idx="3"/>
          </p:nvPr>
        </p:nvSpPr>
        <p:spPr>
          <a:xfrm>
            <a:off x="455618" y="460685"/>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2"/>
              </a:buClr>
              <a:buSzPts val="1400"/>
              <a:buFont typeface="Roboto Medium"/>
              <a:buNone/>
              <a:defRPr sz="1400" b="0" i="0">
                <a:solidFill>
                  <a:schemeClr val="l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151" name="Google Shape;151;p31"/>
          <p:cNvSpPr txBox="1">
            <a:spLocks noGrp="1"/>
          </p:cNvSpPr>
          <p:nvPr>
            <p:ph type="body" idx="4"/>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152" name="Google Shape;152;p31"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WHITE Subhead | Title | Text | HP Image">
  <p:cSld name="WHITE Subhead | Title | Text | HP Image">
    <p:spTree>
      <p:nvGrpSpPr>
        <p:cNvPr id="1" name="Shape 153"/>
        <p:cNvGrpSpPr/>
        <p:nvPr/>
      </p:nvGrpSpPr>
      <p:grpSpPr>
        <a:xfrm>
          <a:off x="0" y="0"/>
          <a:ext cx="0" cy="0"/>
          <a:chOff x="0" y="0"/>
          <a:chExt cx="0" cy="0"/>
        </a:xfrm>
      </p:grpSpPr>
      <p:sp>
        <p:nvSpPr>
          <p:cNvPr id="154" name="Google Shape;154;p32"/>
          <p:cNvSpPr>
            <a:spLocks noGrp="1"/>
          </p:cNvSpPr>
          <p:nvPr>
            <p:ph type="pic" idx="2"/>
          </p:nvPr>
        </p:nvSpPr>
        <p:spPr>
          <a:xfrm>
            <a:off x="6094473" y="0"/>
            <a:ext cx="6094476"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155" name="Google Shape;155;p32"/>
          <p:cNvSpPr txBox="1">
            <a:spLocks noGrp="1"/>
          </p:cNvSpPr>
          <p:nvPr>
            <p:ph type="title"/>
          </p:nvPr>
        </p:nvSpPr>
        <p:spPr>
          <a:xfrm>
            <a:off x="455618" y="731522"/>
            <a:ext cx="5029251"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56" name="Google Shape;156;p32"/>
          <p:cNvSpPr txBox="1">
            <a:spLocks noGrp="1"/>
          </p:cNvSpPr>
          <p:nvPr>
            <p:ph type="body" idx="1"/>
          </p:nvPr>
        </p:nvSpPr>
        <p:spPr>
          <a:xfrm>
            <a:off x="455618" y="2971800"/>
            <a:ext cx="5029251"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a:spcBef>
                <a:spcPts val="600"/>
              </a:spcBef>
              <a:spcAft>
                <a:spcPts val="0"/>
              </a:spcAft>
              <a:buClr>
                <a:schemeClr val="dk1"/>
              </a:buClr>
              <a:buSzPts val="1800"/>
              <a:buChar char="•"/>
              <a:defRPr b="0" i="0">
                <a:latin typeface="Roboto"/>
                <a:ea typeface="Roboto"/>
                <a:cs typeface="Roboto"/>
                <a:sym typeface="Roboto"/>
              </a:defRPr>
            </a:lvl2pPr>
            <a:lvl3pPr marL="1371622" lvl="2" indent="-330205" algn="l">
              <a:spcBef>
                <a:spcPts val="600"/>
              </a:spcBef>
              <a:spcAft>
                <a:spcPts val="0"/>
              </a:spcAft>
              <a:buClr>
                <a:schemeClr val="dk1"/>
              </a:buClr>
              <a:buSzPts val="1600"/>
              <a:buChar char="−"/>
              <a:defRPr b="0" i="0">
                <a:latin typeface="Roboto"/>
                <a:ea typeface="Roboto"/>
                <a:cs typeface="Roboto"/>
                <a:sym typeface="Roboto"/>
              </a:defRPr>
            </a:lvl3pPr>
            <a:lvl4pPr marL="1828831" lvl="3" indent="-317506" algn="l">
              <a:lnSpc>
                <a:spcPct val="100000"/>
              </a:lnSpc>
              <a:spcBef>
                <a:spcPts val="300"/>
              </a:spcBef>
              <a:spcAft>
                <a:spcPts val="0"/>
              </a:spcAft>
              <a:buClr>
                <a:schemeClr val="dk1"/>
              </a:buClr>
              <a:buSzPts val="1400"/>
              <a:buChar char="•"/>
              <a:defRPr b="0" i="0">
                <a:latin typeface="Roboto"/>
                <a:ea typeface="Roboto"/>
                <a:cs typeface="Roboto"/>
                <a:sym typeface="Roboto"/>
              </a:defRPr>
            </a:lvl4pPr>
            <a:lvl5pPr marL="2286038" lvl="4" indent="-304805" algn="l">
              <a:spcBef>
                <a:spcPts val="300"/>
              </a:spcBef>
              <a:spcAft>
                <a:spcPts val="0"/>
              </a:spcAft>
              <a:buClr>
                <a:schemeClr val="dk1"/>
              </a:buClr>
              <a:buSzPts val="1200"/>
              <a:buChar char="−"/>
              <a:defRPr b="0" i="0">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157" name="Google Shape;157;p32"/>
          <p:cNvSpPr txBox="1">
            <a:spLocks noGrp="1"/>
          </p:cNvSpPr>
          <p:nvPr>
            <p:ph type="body" idx="3"/>
          </p:nvPr>
        </p:nvSpPr>
        <p:spPr>
          <a:xfrm>
            <a:off x="455619" y="460685"/>
            <a:ext cx="5029251"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2"/>
              </a:buClr>
              <a:buSzPts val="1400"/>
              <a:buFont typeface="Roboto Medium"/>
              <a:buNone/>
              <a:defRPr sz="1400" b="0" i="0">
                <a:solidFill>
                  <a:schemeClr val="l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158" name="Google Shape;158;p32"/>
          <p:cNvSpPr txBox="1">
            <a:spLocks noGrp="1"/>
          </p:cNvSpPr>
          <p:nvPr>
            <p:ph type="body" idx="4"/>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159" name="Google Shape;159;p32"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WHITE Subhead | Title">
  <p:cSld name="WHITE Subhead | Title">
    <p:spTree>
      <p:nvGrpSpPr>
        <p:cNvPr id="1" name="Shape 160"/>
        <p:cNvGrpSpPr/>
        <p:nvPr/>
      </p:nvGrpSpPr>
      <p:grpSpPr>
        <a:xfrm>
          <a:off x="0" y="0"/>
          <a:ext cx="0" cy="0"/>
          <a:chOff x="0" y="0"/>
          <a:chExt cx="0" cy="0"/>
        </a:xfrm>
      </p:grpSpPr>
      <p:sp>
        <p:nvSpPr>
          <p:cNvPr id="161" name="Google Shape;161;p33"/>
          <p:cNvSpPr txBox="1">
            <a:spLocks noGrp="1"/>
          </p:cNvSpPr>
          <p:nvPr>
            <p:ph type="title"/>
          </p:nvPr>
        </p:nvSpPr>
        <p:spPr>
          <a:xfrm>
            <a:off x="455618" y="731522"/>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62" name="Google Shape;162;p33"/>
          <p:cNvSpPr txBox="1">
            <a:spLocks noGrp="1"/>
          </p:cNvSpPr>
          <p:nvPr>
            <p:ph type="body" idx="1"/>
          </p:nvPr>
        </p:nvSpPr>
        <p:spPr>
          <a:xfrm>
            <a:off x="455618" y="460685"/>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2"/>
              </a:buClr>
              <a:buSzPts val="1400"/>
              <a:buFont typeface="Roboto Medium"/>
              <a:buNone/>
              <a:defRPr sz="1400" b="0" i="0">
                <a:solidFill>
                  <a:schemeClr val="l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163" name="Google Shape;163;p33"/>
          <p:cNvSpPr txBox="1">
            <a:spLocks noGrp="1"/>
          </p:cNvSpPr>
          <p:nvPr>
            <p:ph type="body" idx="2"/>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164" name="Google Shape;164;p33"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WHITE 1Col Title | Subhead | Text">
  <p:cSld name="WHITE 1Col Title | Subhead | Text">
    <p:spTree>
      <p:nvGrpSpPr>
        <p:cNvPr id="1" name="Shape 165"/>
        <p:cNvGrpSpPr/>
        <p:nvPr/>
      </p:nvGrpSpPr>
      <p:grpSpPr>
        <a:xfrm>
          <a:off x="0" y="0"/>
          <a:ext cx="0" cy="0"/>
          <a:chOff x="0" y="0"/>
          <a:chExt cx="0" cy="0"/>
        </a:xfrm>
      </p:grpSpPr>
      <p:sp>
        <p:nvSpPr>
          <p:cNvPr id="166" name="Google Shape;166;p34"/>
          <p:cNvSpPr txBox="1">
            <a:spLocks noGrp="1"/>
          </p:cNvSpPr>
          <p:nvPr>
            <p:ph type="title"/>
          </p:nvPr>
        </p:nvSpPr>
        <p:spPr>
          <a:xfrm>
            <a:off x="455618" y="475490"/>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67" name="Google Shape;167;p34"/>
          <p:cNvSpPr txBox="1">
            <a:spLocks noGrp="1"/>
          </p:cNvSpPr>
          <p:nvPr>
            <p:ph type="body" idx="1"/>
          </p:nvPr>
        </p:nvSpPr>
        <p:spPr>
          <a:xfrm>
            <a:off x="455618" y="2971800"/>
            <a:ext cx="8915492" cy="2971800"/>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a:spcBef>
                <a:spcPts val="600"/>
              </a:spcBef>
              <a:spcAft>
                <a:spcPts val="0"/>
              </a:spcAft>
              <a:buClr>
                <a:schemeClr val="dk1"/>
              </a:buClr>
              <a:buSzPts val="1800"/>
              <a:buChar char="•"/>
              <a:defRPr b="0" i="0">
                <a:latin typeface="Roboto"/>
                <a:ea typeface="Roboto"/>
                <a:cs typeface="Roboto"/>
                <a:sym typeface="Roboto"/>
              </a:defRPr>
            </a:lvl2pPr>
            <a:lvl3pPr marL="1371622" lvl="2" indent="-330205" algn="l">
              <a:spcBef>
                <a:spcPts val="600"/>
              </a:spcBef>
              <a:spcAft>
                <a:spcPts val="0"/>
              </a:spcAft>
              <a:buClr>
                <a:schemeClr val="dk1"/>
              </a:buClr>
              <a:buSzPts val="1600"/>
              <a:buChar char="−"/>
              <a:defRPr b="0" i="0">
                <a:latin typeface="Roboto"/>
                <a:ea typeface="Roboto"/>
                <a:cs typeface="Roboto"/>
                <a:sym typeface="Roboto"/>
              </a:defRPr>
            </a:lvl3pPr>
            <a:lvl4pPr marL="1828831" lvl="3" indent="-317506" algn="l">
              <a:spcBef>
                <a:spcPts val="300"/>
              </a:spcBef>
              <a:spcAft>
                <a:spcPts val="0"/>
              </a:spcAft>
              <a:buClr>
                <a:schemeClr val="dk1"/>
              </a:buClr>
              <a:buSzPts val="1400"/>
              <a:buChar char="•"/>
              <a:defRPr b="0" i="0">
                <a:latin typeface="Roboto"/>
                <a:ea typeface="Roboto"/>
                <a:cs typeface="Roboto"/>
                <a:sym typeface="Roboto"/>
              </a:defRPr>
            </a:lvl4pPr>
            <a:lvl5pPr marL="2286038" lvl="4" indent="-304805" algn="l">
              <a:spcBef>
                <a:spcPts val="300"/>
              </a:spcBef>
              <a:spcAft>
                <a:spcPts val="0"/>
              </a:spcAft>
              <a:buClr>
                <a:schemeClr val="dk1"/>
              </a:buClr>
              <a:buSzPts val="1200"/>
              <a:buChar char="−"/>
              <a:defRPr b="0" i="0">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168" name="Google Shape;168;p34"/>
          <p:cNvSpPr txBox="1">
            <a:spLocks noGrp="1"/>
          </p:cNvSpPr>
          <p:nvPr>
            <p:ph type="body" idx="2"/>
          </p:nvPr>
        </p:nvSpPr>
        <p:spPr>
          <a:xfrm>
            <a:off x="455618" y="868681"/>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2"/>
              </a:buClr>
              <a:buSzPts val="1600"/>
              <a:buFont typeface="Roboto Medium"/>
              <a:buNone/>
              <a:defRPr sz="1600" b="0" i="0">
                <a:solidFill>
                  <a:schemeClr val="l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169" name="Google Shape;169;p34"/>
          <p:cNvSpPr txBox="1">
            <a:spLocks noGrp="1"/>
          </p:cNvSpPr>
          <p:nvPr>
            <p:ph type="body" idx="3"/>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170" name="Google Shape;170;p34"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WHITE 2Col Title | Subhead | Text">
  <p:cSld name="WHITE 2Col Title | Subhead | Text">
    <p:spTree>
      <p:nvGrpSpPr>
        <p:cNvPr id="1" name="Shape 171"/>
        <p:cNvGrpSpPr/>
        <p:nvPr/>
      </p:nvGrpSpPr>
      <p:grpSpPr>
        <a:xfrm>
          <a:off x="0" y="0"/>
          <a:ext cx="0" cy="0"/>
          <a:chOff x="0" y="0"/>
          <a:chExt cx="0" cy="0"/>
        </a:xfrm>
      </p:grpSpPr>
      <p:sp>
        <p:nvSpPr>
          <p:cNvPr id="172" name="Google Shape;172;p35"/>
          <p:cNvSpPr txBox="1">
            <a:spLocks noGrp="1"/>
          </p:cNvSpPr>
          <p:nvPr>
            <p:ph type="title"/>
          </p:nvPr>
        </p:nvSpPr>
        <p:spPr>
          <a:xfrm>
            <a:off x="455618" y="472700"/>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3" name="Google Shape;173;p35"/>
          <p:cNvSpPr txBox="1">
            <a:spLocks noGrp="1"/>
          </p:cNvSpPr>
          <p:nvPr>
            <p:ph type="body" idx="1"/>
          </p:nvPr>
        </p:nvSpPr>
        <p:spPr>
          <a:xfrm>
            <a:off x="455617" y="2971800"/>
            <a:ext cx="5486456"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a:spcBef>
                <a:spcPts val="600"/>
              </a:spcBef>
              <a:spcAft>
                <a:spcPts val="0"/>
              </a:spcAft>
              <a:buClr>
                <a:schemeClr val="dk1"/>
              </a:buClr>
              <a:buSzPts val="1800"/>
              <a:buChar char="•"/>
              <a:defRPr b="0" i="0">
                <a:latin typeface="Roboto"/>
                <a:ea typeface="Roboto"/>
                <a:cs typeface="Roboto"/>
                <a:sym typeface="Roboto"/>
              </a:defRPr>
            </a:lvl2pPr>
            <a:lvl3pPr marL="1371622" lvl="2" indent="-330205" algn="l">
              <a:spcBef>
                <a:spcPts val="600"/>
              </a:spcBef>
              <a:spcAft>
                <a:spcPts val="0"/>
              </a:spcAft>
              <a:buClr>
                <a:schemeClr val="dk1"/>
              </a:buClr>
              <a:buSzPts val="1600"/>
              <a:buChar char="−"/>
              <a:defRPr b="0" i="0">
                <a:latin typeface="Roboto"/>
                <a:ea typeface="Roboto"/>
                <a:cs typeface="Roboto"/>
                <a:sym typeface="Roboto"/>
              </a:defRPr>
            </a:lvl3pPr>
            <a:lvl4pPr marL="1828831" lvl="3" indent="-317506" algn="l">
              <a:spcBef>
                <a:spcPts val="300"/>
              </a:spcBef>
              <a:spcAft>
                <a:spcPts val="0"/>
              </a:spcAft>
              <a:buClr>
                <a:schemeClr val="dk1"/>
              </a:buClr>
              <a:buSzPts val="1400"/>
              <a:buChar char="•"/>
              <a:defRPr b="0" i="0">
                <a:latin typeface="Roboto"/>
                <a:ea typeface="Roboto"/>
                <a:cs typeface="Roboto"/>
                <a:sym typeface="Roboto"/>
              </a:defRPr>
            </a:lvl4pPr>
            <a:lvl5pPr marL="2286038" lvl="4" indent="-304805" algn="l">
              <a:spcBef>
                <a:spcPts val="300"/>
              </a:spcBef>
              <a:spcAft>
                <a:spcPts val="0"/>
              </a:spcAft>
              <a:buClr>
                <a:schemeClr val="dk1"/>
              </a:buClr>
              <a:buSzPts val="1200"/>
              <a:buChar char="−"/>
              <a:defRPr b="0" i="0">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174" name="Google Shape;174;p35"/>
          <p:cNvSpPr txBox="1">
            <a:spLocks noGrp="1"/>
          </p:cNvSpPr>
          <p:nvPr>
            <p:ph type="body" idx="2"/>
          </p:nvPr>
        </p:nvSpPr>
        <p:spPr>
          <a:xfrm>
            <a:off x="455618" y="868681"/>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2"/>
              </a:buClr>
              <a:buSzPts val="1600"/>
              <a:buFont typeface="Roboto Medium"/>
              <a:buNone/>
              <a:defRPr sz="1600" b="0" i="0">
                <a:solidFill>
                  <a:schemeClr val="l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175" name="Google Shape;175;p35"/>
          <p:cNvSpPr txBox="1">
            <a:spLocks noGrp="1"/>
          </p:cNvSpPr>
          <p:nvPr>
            <p:ph type="body" idx="3"/>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176" name="Google Shape;176;p35"/>
          <p:cNvSpPr txBox="1">
            <a:spLocks noGrp="1"/>
          </p:cNvSpPr>
          <p:nvPr>
            <p:ph type="body" idx="4"/>
          </p:nvPr>
        </p:nvSpPr>
        <p:spPr>
          <a:xfrm>
            <a:off x="6246876" y="2971801"/>
            <a:ext cx="5486456" cy="2971800"/>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dk1"/>
              </a:buClr>
              <a:buSzPts val="1800"/>
              <a:buNone/>
              <a:defRPr/>
            </a:lvl1pPr>
            <a:lvl2pPr marL="914415" lvl="1" indent="-342906" algn="l">
              <a:spcBef>
                <a:spcPts val="600"/>
              </a:spcBef>
              <a:spcAft>
                <a:spcPts val="0"/>
              </a:spcAft>
              <a:buClr>
                <a:schemeClr val="dk1"/>
              </a:buClr>
              <a:buSzPts val="1800"/>
              <a:buChar char="•"/>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177" name="Google Shape;177;p35"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WHITE Title | Subhead | Text | Image">
  <p:cSld name="WHITE Title | Subhead | Text | Image">
    <p:spTree>
      <p:nvGrpSpPr>
        <p:cNvPr id="1" name="Shape 178"/>
        <p:cNvGrpSpPr/>
        <p:nvPr/>
      </p:nvGrpSpPr>
      <p:grpSpPr>
        <a:xfrm>
          <a:off x="0" y="0"/>
          <a:ext cx="0" cy="0"/>
          <a:chOff x="0" y="0"/>
          <a:chExt cx="0" cy="0"/>
        </a:xfrm>
      </p:grpSpPr>
      <p:sp>
        <p:nvSpPr>
          <p:cNvPr id="179" name="Google Shape;179;p36"/>
          <p:cNvSpPr txBox="1">
            <a:spLocks noGrp="1"/>
          </p:cNvSpPr>
          <p:nvPr>
            <p:ph type="title"/>
          </p:nvPr>
        </p:nvSpPr>
        <p:spPr>
          <a:xfrm>
            <a:off x="455618" y="472700"/>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80" name="Google Shape;180;p36"/>
          <p:cNvSpPr txBox="1">
            <a:spLocks noGrp="1"/>
          </p:cNvSpPr>
          <p:nvPr>
            <p:ph type="body" idx="1"/>
          </p:nvPr>
        </p:nvSpPr>
        <p:spPr>
          <a:xfrm>
            <a:off x="455616" y="2971800"/>
            <a:ext cx="5638859"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a:spcBef>
                <a:spcPts val="600"/>
              </a:spcBef>
              <a:spcAft>
                <a:spcPts val="0"/>
              </a:spcAft>
              <a:buClr>
                <a:schemeClr val="dk1"/>
              </a:buClr>
              <a:buSzPts val="1800"/>
              <a:buChar char="•"/>
              <a:defRPr b="0" i="0">
                <a:latin typeface="Roboto"/>
                <a:ea typeface="Roboto"/>
                <a:cs typeface="Roboto"/>
                <a:sym typeface="Roboto"/>
              </a:defRPr>
            </a:lvl2pPr>
            <a:lvl3pPr marL="1371622" lvl="2" indent="-330205" algn="l">
              <a:spcBef>
                <a:spcPts val="600"/>
              </a:spcBef>
              <a:spcAft>
                <a:spcPts val="0"/>
              </a:spcAft>
              <a:buClr>
                <a:schemeClr val="dk1"/>
              </a:buClr>
              <a:buSzPts val="1600"/>
              <a:buChar char="−"/>
              <a:defRPr b="0" i="0">
                <a:latin typeface="Roboto"/>
                <a:ea typeface="Roboto"/>
                <a:cs typeface="Roboto"/>
                <a:sym typeface="Roboto"/>
              </a:defRPr>
            </a:lvl3pPr>
            <a:lvl4pPr marL="1828831" lvl="3" indent="-317506" algn="l">
              <a:lnSpc>
                <a:spcPct val="100000"/>
              </a:lnSpc>
              <a:spcBef>
                <a:spcPts val="300"/>
              </a:spcBef>
              <a:spcAft>
                <a:spcPts val="0"/>
              </a:spcAft>
              <a:buClr>
                <a:schemeClr val="dk1"/>
              </a:buClr>
              <a:buSzPts val="1400"/>
              <a:buChar char="•"/>
              <a:defRPr b="0" i="0">
                <a:latin typeface="Roboto"/>
                <a:ea typeface="Roboto"/>
                <a:cs typeface="Roboto"/>
                <a:sym typeface="Roboto"/>
              </a:defRPr>
            </a:lvl4pPr>
            <a:lvl5pPr marL="2286038" lvl="4" indent="-304805" algn="l">
              <a:spcBef>
                <a:spcPts val="300"/>
              </a:spcBef>
              <a:spcAft>
                <a:spcPts val="0"/>
              </a:spcAft>
              <a:buClr>
                <a:schemeClr val="dk1"/>
              </a:buClr>
              <a:buSzPts val="1200"/>
              <a:buChar char="−"/>
              <a:defRPr b="0" i="0">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181" name="Google Shape;181;p36"/>
          <p:cNvSpPr>
            <a:spLocks noGrp="1"/>
          </p:cNvSpPr>
          <p:nvPr>
            <p:ph type="pic" idx="2"/>
          </p:nvPr>
        </p:nvSpPr>
        <p:spPr>
          <a:xfrm>
            <a:off x="7389890" y="1371600"/>
            <a:ext cx="4343445" cy="4572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182" name="Google Shape;182;p36"/>
          <p:cNvSpPr txBox="1">
            <a:spLocks noGrp="1"/>
          </p:cNvSpPr>
          <p:nvPr>
            <p:ph type="body" idx="3"/>
          </p:nvPr>
        </p:nvSpPr>
        <p:spPr>
          <a:xfrm>
            <a:off x="455618" y="877824"/>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2"/>
              </a:buClr>
              <a:buSzPts val="1600"/>
              <a:buFont typeface="Roboto Medium"/>
              <a:buNone/>
              <a:defRPr sz="1600" b="0" i="0">
                <a:solidFill>
                  <a:schemeClr val="l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183" name="Google Shape;183;p36"/>
          <p:cNvSpPr txBox="1">
            <a:spLocks noGrp="1"/>
          </p:cNvSpPr>
          <p:nvPr>
            <p:ph type="body" idx="4"/>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184" name="Google Shape;184;p36"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WHITE Title | Subhead | Text | HP Image">
  <p:cSld name="WHITE Title | Subhead | Text | HP Image">
    <p:spTree>
      <p:nvGrpSpPr>
        <p:cNvPr id="1" name="Shape 185"/>
        <p:cNvGrpSpPr/>
        <p:nvPr/>
      </p:nvGrpSpPr>
      <p:grpSpPr>
        <a:xfrm>
          <a:off x="0" y="0"/>
          <a:ext cx="0" cy="0"/>
          <a:chOff x="0" y="0"/>
          <a:chExt cx="0" cy="0"/>
        </a:xfrm>
      </p:grpSpPr>
      <p:sp>
        <p:nvSpPr>
          <p:cNvPr id="186" name="Google Shape;186;p37"/>
          <p:cNvSpPr>
            <a:spLocks noGrp="1"/>
          </p:cNvSpPr>
          <p:nvPr>
            <p:ph type="pic" idx="2"/>
          </p:nvPr>
        </p:nvSpPr>
        <p:spPr>
          <a:xfrm>
            <a:off x="6094473" y="0"/>
            <a:ext cx="6094476"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187" name="Google Shape;187;p37"/>
          <p:cNvSpPr txBox="1">
            <a:spLocks noGrp="1"/>
          </p:cNvSpPr>
          <p:nvPr>
            <p:ph type="title"/>
          </p:nvPr>
        </p:nvSpPr>
        <p:spPr>
          <a:xfrm>
            <a:off x="455618" y="472700"/>
            <a:ext cx="5029251"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88" name="Google Shape;188;p37"/>
          <p:cNvSpPr txBox="1">
            <a:spLocks noGrp="1"/>
          </p:cNvSpPr>
          <p:nvPr>
            <p:ph type="body" idx="1"/>
          </p:nvPr>
        </p:nvSpPr>
        <p:spPr>
          <a:xfrm>
            <a:off x="455618" y="2971800"/>
            <a:ext cx="5029251"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a:spcBef>
                <a:spcPts val="600"/>
              </a:spcBef>
              <a:spcAft>
                <a:spcPts val="0"/>
              </a:spcAft>
              <a:buClr>
                <a:schemeClr val="dk1"/>
              </a:buClr>
              <a:buSzPts val="1800"/>
              <a:buChar char="•"/>
              <a:defRPr b="0" i="0">
                <a:latin typeface="Roboto"/>
                <a:ea typeface="Roboto"/>
                <a:cs typeface="Roboto"/>
                <a:sym typeface="Roboto"/>
              </a:defRPr>
            </a:lvl2pPr>
            <a:lvl3pPr marL="1371622" lvl="2" indent="-330205" algn="l">
              <a:spcBef>
                <a:spcPts val="600"/>
              </a:spcBef>
              <a:spcAft>
                <a:spcPts val="0"/>
              </a:spcAft>
              <a:buClr>
                <a:schemeClr val="dk1"/>
              </a:buClr>
              <a:buSzPts val="1600"/>
              <a:buChar char="−"/>
              <a:defRPr b="0" i="0">
                <a:latin typeface="Roboto"/>
                <a:ea typeface="Roboto"/>
                <a:cs typeface="Roboto"/>
                <a:sym typeface="Roboto"/>
              </a:defRPr>
            </a:lvl3pPr>
            <a:lvl4pPr marL="1828831" lvl="3" indent="-317506" algn="l">
              <a:lnSpc>
                <a:spcPct val="100000"/>
              </a:lnSpc>
              <a:spcBef>
                <a:spcPts val="300"/>
              </a:spcBef>
              <a:spcAft>
                <a:spcPts val="0"/>
              </a:spcAft>
              <a:buClr>
                <a:schemeClr val="dk1"/>
              </a:buClr>
              <a:buSzPts val="1400"/>
              <a:buChar char="•"/>
              <a:defRPr b="0" i="0">
                <a:latin typeface="Roboto"/>
                <a:ea typeface="Roboto"/>
                <a:cs typeface="Roboto"/>
                <a:sym typeface="Roboto"/>
              </a:defRPr>
            </a:lvl4pPr>
            <a:lvl5pPr marL="2286038" lvl="4" indent="-304805" algn="l">
              <a:spcBef>
                <a:spcPts val="300"/>
              </a:spcBef>
              <a:spcAft>
                <a:spcPts val="0"/>
              </a:spcAft>
              <a:buClr>
                <a:schemeClr val="dk1"/>
              </a:buClr>
              <a:buSzPts val="1200"/>
              <a:buChar char="−"/>
              <a:defRPr b="0" i="0">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189" name="Google Shape;189;p37"/>
          <p:cNvSpPr txBox="1">
            <a:spLocks noGrp="1"/>
          </p:cNvSpPr>
          <p:nvPr>
            <p:ph type="body" idx="3"/>
          </p:nvPr>
        </p:nvSpPr>
        <p:spPr>
          <a:xfrm>
            <a:off x="455619" y="877824"/>
            <a:ext cx="5029251"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2"/>
              </a:buClr>
              <a:buSzPts val="1600"/>
              <a:buFont typeface="Roboto Medium"/>
              <a:buNone/>
              <a:defRPr sz="1600" b="0" i="0">
                <a:solidFill>
                  <a:schemeClr val="l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190" name="Google Shape;190;p37"/>
          <p:cNvSpPr txBox="1">
            <a:spLocks noGrp="1"/>
          </p:cNvSpPr>
          <p:nvPr>
            <p:ph type="body" idx="4"/>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191" name="Google Shape;191;p37"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WHITE Title | Subhead">
  <p:cSld name="WHITE Title | Subhead">
    <p:spTree>
      <p:nvGrpSpPr>
        <p:cNvPr id="1" name="Shape 192"/>
        <p:cNvGrpSpPr/>
        <p:nvPr/>
      </p:nvGrpSpPr>
      <p:grpSpPr>
        <a:xfrm>
          <a:off x="0" y="0"/>
          <a:ext cx="0" cy="0"/>
          <a:chOff x="0" y="0"/>
          <a:chExt cx="0" cy="0"/>
        </a:xfrm>
      </p:grpSpPr>
      <p:sp>
        <p:nvSpPr>
          <p:cNvPr id="193" name="Google Shape;193;p38"/>
          <p:cNvSpPr txBox="1">
            <a:spLocks noGrp="1"/>
          </p:cNvSpPr>
          <p:nvPr>
            <p:ph type="title"/>
          </p:nvPr>
        </p:nvSpPr>
        <p:spPr>
          <a:xfrm>
            <a:off x="455618" y="472700"/>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4" name="Google Shape;194;p38"/>
          <p:cNvSpPr txBox="1">
            <a:spLocks noGrp="1"/>
          </p:cNvSpPr>
          <p:nvPr>
            <p:ph type="body" idx="1"/>
          </p:nvPr>
        </p:nvSpPr>
        <p:spPr>
          <a:xfrm>
            <a:off x="455618" y="868681"/>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2"/>
              </a:buClr>
              <a:buSzPts val="1600"/>
              <a:buFont typeface="Roboto Medium"/>
              <a:buNone/>
              <a:defRPr sz="1600" b="0" i="0">
                <a:solidFill>
                  <a:schemeClr val="l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195" name="Google Shape;195;p38"/>
          <p:cNvSpPr txBox="1">
            <a:spLocks noGrp="1"/>
          </p:cNvSpPr>
          <p:nvPr>
            <p:ph type="body" idx="2"/>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196" name="Google Shape;196;p38"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WHITE Blank">
  <p:cSld name="WHITE Blank">
    <p:spTree>
      <p:nvGrpSpPr>
        <p:cNvPr id="1" name="Shape 197"/>
        <p:cNvGrpSpPr/>
        <p:nvPr/>
      </p:nvGrpSpPr>
      <p:grpSpPr>
        <a:xfrm>
          <a:off x="0" y="0"/>
          <a:ext cx="0" cy="0"/>
          <a:chOff x="0" y="0"/>
          <a:chExt cx="0" cy="0"/>
        </a:xfrm>
      </p:grpSpPr>
      <p:sp>
        <p:nvSpPr>
          <p:cNvPr id="198" name="Google Shape;198;p39"/>
          <p:cNvSpPr txBox="1">
            <a:spLocks noGrp="1"/>
          </p:cNvSpPr>
          <p:nvPr>
            <p:ph type="body" idx="1"/>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199" name="Google Shape;199;p39"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NAVY 1Col Title | Text">
  <p:cSld name="NAVY 1Col Title | Text">
    <p:bg>
      <p:bgPr>
        <a:solidFill>
          <a:srgbClr val="030A14"/>
        </a:solidFill>
        <a:effectLst/>
      </p:bgPr>
    </p:bg>
    <p:spTree>
      <p:nvGrpSpPr>
        <p:cNvPr id="1" name="Shape 200"/>
        <p:cNvGrpSpPr/>
        <p:nvPr/>
      </p:nvGrpSpPr>
      <p:grpSpPr>
        <a:xfrm>
          <a:off x="0" y="0"/>
          <a:ext cx="0" cy="0"/>
          <a:chOff x="0" y="0"/>
          <a:chExt cx="0" cy="0"/>
        </a:xfrm>
      </p:grpSpPr>
      <p:sp>
        <p:nvSpPr>
          <p:cNvPr id="201" name="Google Shape;201;p40"/>
          <p:cNvSpPr txBox="1">
            <a:spLocks noGrp="1"/>
          </p:cNvSpPr>
          <p:nvPr>
            <p:ph type="title"/>
          </p:nvPr>
        </p:nvSpPr>
        <p:spPr>
          <a:xfrm>
            <a:off x="455618" y="460685"/>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b="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2" name="Google Shape;202;p40"/>
          <p:cNvSpPr txBox="1">
            <a:spLocks noGrp="1"/>
          </p:cNvSpPr>
          <p:nvPr>
            <p:ph type="body" idx="1"/>
          </p:nvPr>
        </p:nvSpPr>
        <p:spPr>
          <a:xfrm>
            <a:off x="455618" y="2971800"/>
            <a:ext cx="8915492" cy="2971800"/>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203" name="Google Shape;203;p40"/>
          <p:cNvSpPr txBox="1">
            <a:spLocks noGrp="1"/>
          </p:cNvSpPr>
          <p:nvPr>
            <p:ph type="body" idx="2"/>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204" name="Google Shape;204;p40"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NAVY 2Col Title | Text">
  <p:cSld name="NAVY 2Col Title | Text">
    <p:bg>
      <p:bgPr>
        <a:solidFill>
          <a:srgbClr val="030A14"/>
        </a:solidFill>
        <a:effectLst/>
      </p:bgPr>
    </p:bg>
    <p:spTree>
      <p:nvGrpSpPr>
        <p:cNvPr id="1" name="Shape 205"/>
        <p:cNvGrpSpPr/>
        <p:nvPr/>
      </p:nvGrpSpPr>
      <p:grpSpPr>
        <a:xfrm>
          <a:off x="0" y="0"/>
          <a:ext cx="0" cy="0"/>
          <a:chOff x="0" y="0"/>
          <a:chExt cx="0" cy="0"/>
        </a:xfrm>
      </p:grpSpPr>
      <p:sp>
        <p:nvSpPr>
          <p:cNvPr id="206" name="Google Shape;206;p41"/>
          <p:cNvSpPr txBox="1">
            <a:spLocks noGrp="1"/>
          </p:cNvSpPr>
          <p:nvPr>
            <p:ph type="title"/>
          </p:nvPr>
        </p:nvSpPr>
        <p:spPr>
          <a:xfrm>
            <a:off x="455618" y="460685"/>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b="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7" name="Google Shape;207;p41"/>
          <p:cNvSpPr txBox="1">
            <a:spLocks noGrp="1"/>
          </p:cNvSpPr>
          <p:nvPr>
            <p:ph type="body" idx="1"/>
          </p:nvPr>
        </p:nvSpPr>
        <p:spPr>
          <a:xfrm>
            <a:off x="455617" y="2971800"/>
            <a:ext cx="5486456"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208" name="Google Shape;208;p41"/>
          <p:cNvSpPr txBox="1">
            <a:spLocks noGrp="1"/>
          </p:cNvSpPr>
          <p:nvPr>
            <p:ph type="body" idx="2"/>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209" name="Google Shape;209;p41"/>
          <p:cNvSpPr txBox="1">
            <a:spLocks noGrp="1"/>
          </p:cNvSpPr>
          <p:nvPr>
            <p:ph type="body" idx="3"/>
          </p:nvPr>
        </p:nvSpPr>
        <p:spPr>
          <a:xfrm>
            <a:off x="6246876" y="2971801"/>
            <a:ext cx="5486456" cy="2971800"/>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1"/>
              </a:buClr>
              <a:buSzPts val="2000"/>
              <a:buFont typeface="Roboto"/>
              <a:buNone/>
              <a:defRPr>
                <a:solidFill>
                  <a:schemeClr val="lt1"/>
                </a:solidFill>
              </a:defRPr>
            </a:lvl1pPr>
            <a:lvl2pPr marL="914415" lvl="1" indent="-342906" algn="l">
              <a:spcBef>
                <a:spcPts val="600"/>
              </a:spcBef>
              <a:spcAft>
                <a:spcPts val="0"/>
              </a:spcAft>
              <a:buClr>
                <a:schemeClr val="lt1"/>
              </a:buClr>
              <a:buSzPts val="1800"/>
              <a:buChar char="•"/>
              <a:defRPr>
                <a:solidFill>
                  <a:schemeClr val="lt1"/>
                </a:solidFill>
              </a:defRPr>
            </a:lvl2pPr>
            <a:lvl3pPr marL="1371622" lvl="2" indent="-330205" algn="l">
              <a:spcBef>
                <a:spcPts val="600"/>
              </a:spcBef>
              <a:spcAft>
                <a:spcPts val="0"/>
              </a:spcAft>
              <a:buClr>
                <a:schemeClr val="lt1"/>
              </a:buClr>
              <a:buSzPts val="1600"/>
              <a:buChar char="−"/>
              <a:defRPr>
                <a:solidFill>
                  <a:schemeClr val="lt1"/>
                </a:solidFill>
              </a:defRPr>
            </a:lvl3pPr>
            <a:lvl4pPr marL="1828831" lvl="3" indent="-317506" algn="l">
              <a:spcBef>
                <a:spcPts val="300"/>
              </a:spcBef>
              <a:spcAft>
                <a:spcPts val="0"/>
              </a:spcAft>
              <a:buClr>
                <a:schemeClr val="lt1"/>
              </a:buClr>
              <a:buSzPts val="1400"/>
              <a:buChar char="•"/>
              <a:defRPr>
                <a:solidFill>
                  <a:schemeClr val="lt1"/>
                </a:solidFill>
              </a:defRPr>
            </a:lvl4pPr>
            <a:lvl5pPr marL="2286038" lvl="4" indent="-304805" algn="l">
              <a:spcBef>
                <a:spcPts val="300"/>
              </a:spcBef>
              <a:spcAft>
                <a:spcPts val="0"/>
              </a:spcAft>
              <a:buClr>
                <a:schemeClr val="lt1"/>
              </a:buClr>
              <a:buSzPts val="1200"/>
              <a:buChar char="−"/>
              <a:defRPr>
                <a:solidFill>
                  <a:schemeClr val="lt1"/>
                </a:solidFill>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210" name="Google Shape;210;p41"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NAVY Title | Text | Image">
  <p:cSld name="NAVY Title | Text | Image">
    <p:bg>
      <p:bgPr>
        <a:solidFill>
          <a:srgbClr val="030A14"/>
        </a:solidFill>
        <a:effectLst/>
      </p:bgPr>
    </p:bg>
    <p:spTree>
      <p:nvGrpSpPr>
        <p:cNvPr id="1" name="Shape 211"/>
        <p:cNvGrpSpPr/>
        <p:nvPr/>
      </p:nvGrpSpPr>
      <p:grpSpPr>
        <a:xfrm>
          <a:off x="0" y="0"/>
          <a:ext cx="0" cy="0"/>
          <a:chOff x="0" y="0"/>
          <a:chExt cx="0" cy="0"/>
        </a:xfrm>
      </p:grpSpPr>
      <p:sp>
        <p:nvSpPr>
          <p:cNvPr id="212" name="Google Shape;212;p42"/>
          <p:cNvSpPr txBox="1">
            <a:spLocks noGrp="1"/>
          </p:cNvSpPr>
          <p:nvPr>
            <p:ph type="title"/>
          </p:nvPr>
        </p:nvSpPr>
        <p:spPr>
          <a:xfrm>
            <a:off x="455618" y="460685"/>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b="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13" name="Google Shape;213;p42"/>
          <p:cNvSpPr txBox="1">
            <a:spLocks noGrp="1"/>
          </p:cNvSpPr>
          <p:nvPr>
            <p:ph type="body" idx="1"/>
          </p:nvPr>
        </p:nvSpPr>
        <p:spPr>
          <a:xfrm>
            <a:off x="455616" y="2971800"/>
            <a:ext cx="5638859"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a:lnSpc>
                <a:spcPct val="100000"/>
              </a:lnSpc>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214" name="Google Shape;214;p42"/>
          <p:cNvSpPr>
            <a:spLocks noGrp="1"/>
          </p:cNvSpPr>
          <p:nvPr>
            <p:ph type="pic" idx="2"/>
          </p:nvPr>
        </p:nvSpPr>
        <p:spPr>
          <a:xfrm>
            <a:off x="7389890" y="1371600"/>
            <a:ext cx="4343445" cy="4572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chemeClr val="lt1"/>
              </a:buClr>
              <a:buSzPts val="2000"/>
              <a:buFont typeface="Roboto"/>
              <a:buNone/>
              <a:defRPr sz="2000" b="0" i="0" u="none" strike="noStrike" cap="none">
                <a:solidFill>
                  <a:schemeClr val="lt1"/>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215" name="Google Shape;215;p42"/>
          <p:cNvSpPr txBox="1">
            <a:spLocks noGrp="1"/>
          </p:cNvSpPr>
          <p:nvPr>
            <p:ph type="body" idx="3"/>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216" name="Google Shape;216;p42"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NAVY Title | Text | HP Image">
  <p:cSld name="NAVY Title | Text | HP Image">
    <p:bg>
      <p:bgPr>
        <a:solidFill>
          <a:srgbClr val="030A14"/>
        </a:solidFill>
        <a:effectLst/>
      </p:bgPr>
    </p:bg>
    <p:spTree>
      <p:nvGrpSpPr>
        <p:cNvPr id="1" name="Shape 217"/>
        <p:cNvGrpSpPr/>
        <p:nvPr/>
      </p:nvGrpSpPr>
      <p:grpSpPr>
        <a:xfrm>
          <a:off x="0" y="0"/>
          <a:ext cx="0" cy="0"/>
          <a:chOff x="0" y="0"/>
          <a:chExt cx="0" cy="0"/>
        </a:xfrm>
      </p:grpSpPr>
      <p:sp>
        <p:nvSpPr>
          <p:cNvPr id="218" name="Google Shape;218;p43"/>
          <p:cNvSpPr>
            <a:spLocks noGrp="1"/>
          </p:cNvSpPr>
          <p:nvPr>
            <p:ph type="pic" idx="2"/>
          </p:nvPr>
        </p:nvSpPr>
        <p:spPr>
          <a:xfrm>
            <a:off x="6094473" y="0"/>
            <a:ext cx="6094476"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219" name="Google Shape;219;p43"/>
          <p:cNvSpPr txBox="1">
            <a:spLocks noGrp="1"/>
          </p:cNvSpPr>
          <p:nvPr>
            <p:ph type="title"/>
          </p:nvPr>
        </p:nvSpPr>
        <p:spPr>
          <a:xfrm>
            <a:off x="455618" y="491681"/>
            <a:ext cx="5029251"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b="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0" name="Google Shape;220;p43"/>
          <p:cNvSpPr txBox="1">
            <a:spLocks noGrp="1"/>
          </p:cNvSpPr>
          <p:nvPr>
            <p:ph type="body" idx="1"/>
          </p:nvPr>
        </p:nvSpPr>
        <p:spPr>
          <a:xfrm>
            <a:off x="455618" y="2971800"/>
            <a:ext cx="5029251"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a:lnSpc>
                <a:spcPct val="100000"/>
              </a:lnSpc>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221" name="Google Shape;221;p43"/>
          <p:cNvSpPr txBox="1">
            <a:spLocks noGrp="1"/>
          </p:cNvSpPr>
          <p:nvPr>
            <p:ph type="body" idx="3"/>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222" name="Google Shape;222;p43"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NAVY Title">
  <p:cSld name="NAVY Title">
    <p:bg>
      <p:bgPr>
        <a:solidFill>
          <a:srgbClr val="030A14"/>
        </a:solidFill>
        <a:effectLst/>
      </p:bgPr>
    </p:bg>
    <p:spTree>
      <p:nvGrpSpPr>
        <p:cNvPr id="1" name="Shape 223"/>
        <p:cNvGrpSpPr/>
        <p:nvPr/>
      </p:nvGrpSpPr>
      <p:grpSpPr>
        <a:xfrm>
          <a:off x="0" y="0"/>
          <a:ext cx="0" cy="0"/>
          <a:chOff x="0" y="0"/>
          <a:chExt cx="0" cy="0"/>
        </a:xfrm>
      </p:grpSpPr>
      <p:sp>
        <p:nvSpPr>
          <p:cNvPr id="224" name="Google Shape;224;p44"/>
          <p:cNvSpPr txBox="1">
            <a:spLocks noGrp="1"/>
          </p:cNvSpPr>
          <p:nvPr>
            <p:ph type="title"/>
          </p:nvPr>
        </p:nvSpPr>
        <p:spPr>
          <a:xfrm>
            <a:off x="455618" y="460685"/>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5" name="Google Shape;225;p44"/>
          <p:cNvSpPr txBox="1">
            <a:spLocks noGrp="1"/>
          </p:cNvSpPr>
          <p:nvPr>
            <p:ph type="body" idx="1"/>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226" name="Google Shape;226;p44"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NAVY 1Col Subhead | Title | Text">
  <p:cSld name="NAVY 1Col Subhead | Title | Text">
    <p:bg>
      <p:bgPr>
        <a:solidFill>
          <a:srgbClr val="030A14"/>
        </a:solidFill>
        <a:effectLst/>
      </p:bgPr>
    </p:bg>
    <p:spTree>
      <p:nvGrpSpPr>
        <p:cNvPr id="1" name="Shape 227"/>
        <p:cNvGrpSpPr/>
        <p:nvPr/>
      </p:nvGrpSpPr>
      <p:grpSpPr>
        <a:xfrm>
          <a:off x="0" y="0"/>
          <a:ext cx="0" cy="0"/>
          <a:chOff x="0" y="0"/>
          <a:chExt cx="0" cy="0"/>
        </a:xfrm>
      </p:grpSpPr>
      <p:sp>
        <p:nvSpPr>
          <p:cNvPr id="228" name="Google Shape;228;p45"/>
          <p:cNvSpPr txBox="1">
            <a:spLocks noGrp="1"/>
          </p:cNvSpPr>
          <p:nvPr>
            <p:ph type="title"/>
          </p:nvPr>
        </p:nvSpPr>
        <p:spPr>
          <a:xfrm>
            <a:off x="455618" y="731522"/>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b="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9" name="Google Shape;229;p45"/>
          <p:cNvSpPr txBox="1">
            <a:spLocks noGrp="1"/>
          </p:cNvSpPr>
          <p:nvPr>
            <p:ph type="body" idx="1"/>
          </p:nvPr>
        </p:nvSpPr>
        <p:spPr>
          <a:xfrm>
            <a:off x="455618" y="2971800"/>
            <a:ext cx="8915492" cy="2971800"/>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230" name="Google Shape;230;p45"/>
          <p:cNvSpPr txBox="1">
            <a:spLocks noGrp="1"/>
          </p:cNvSpPr>
          <p:nvPr>
            <p:ph type="body" idx="2"/>
          </p:nvPr>
        </p:nvSpPr>
        <p:spPr>
          <a:xfrm>
            <a:off x="455618" y="460685"/>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accent2"/>
              </a:buClr>
              <a:buSzPts val="1400"/>
              <a:buFont typeface="Roboto Medium"/>
              <a:buNone/>
              <a:defRPr sz="1400" b="0" i="0">
                <a:solidFill>
                  <a:schemeClr val="accen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231" name="Google Shape;231;p45"/>
          <p:cNvSpPr txBox="1">
            <a:spLocks noGrp="1"/>
          </p:cNvSpPr>
          <p:nvPr>
            <p:ph type="body" idx="3"/>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232" name="Google Shape;232;p45"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NAVY 2Col Subhead | Title | Text">
  <p:cSld name="NAVY 2Col Subhead | Title | Text">
    <p:bg>
      <p:bgPr>
        <a:solidFill>
          <a:srgbClr val="030A14"/>
        </a:solidFill>
        <a:effectLst/>
      </p:bgPr>
    </p:bg>
    <p:spTree>
      <p:nvGrpSpPr>
        <p:cNvPr id="1" name="Shape 233"/>
        <p:cNvGrpSpPr/>
        <p:nvPr/>
      </p:nvGrpSpPr>
      <p:grpSpPr>
        <a:xfrm>
          <a:off x="0" y="0"/>
          <a:ext cx="0" cy="0"/>
          <a:chOff x="0" y="0"/>
          <a:chExt cx="0" cy="0"/>
        </a:xfrm>
      </p:grpSpPr>
      <p:sp>
        <p:nvSpPr>
          <p:cNvPr id="234" name="Google Shape;234;p46"/>
          <p:cNvSpPr txBox="1">
            <a:spLocks noGrp="1"/>
          </p:cNvSpPr>
          <p:nvPr>
            <p:ph type="title"/>
          </p:nvPr>
        </p:nvSpPr>
        <p:spPr>
          <a:xfrm>
            <a:off x="455618" y="731522"/>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b="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5" name="Google Shape;235;p46"/>
          <p:cNvSpPr txBox="1">
            <a:spLocks noGrp="1"/>
          </p:cNvSpPr>
          <p:nvPr>
            <p:ph type="body" idx="1"/>
          </p:nvPr>
        </p:nvSpPr>
        <p:spPr>
          <a:xfrm>
            <a:off x="455617" y="2971800"/>
            <a:ext cx="5486456"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236" name="Google Shape;236;p46"/>
          <p:cNvSpPr txBox="1">
            <a:spLocks noGrp="1"/>
          </p:cNvSpPr>
          <p:nvPr>
            <p:ph type="body" idx="2"/>
          </p:nvPr>
        </p:nvSpPr>
        <p:spPr>
          <a:xfrm>
            <a:off x="455618" y="460685"/>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accent2"/>
              </a:buClr>
              <a:buSzPts val="1400"/>
              <a:buFont typeface="Roboto Medium"/>
              <a:buNone/>
              <a:defRPr sz="1400" b="0" i="0">
                <a:solidFill>
                  <a:schemeClr val="accen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237" name="Google Shape;237;p46"/>
          <p:cNvSpPr txBox="1">
            <a:spLocks noGrp="1"/>
          </p:cNvSpPr>
          <p:nvPr>
            <p:ph type="body" idx="3"/>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238" name="Google Shape;238;p46"/>
          <p:cNvSpPr txBox="1">
            <a:spLocks noGrp="1"/>
          </p:cNvSpPr>
          <p:nvPr>
            <p:ph type="body" idx="4"/>
          </p:nvPr>
        </p:nvSpPr>
        <p:spPr>
          <a:xfrm>
            <a:off x="6246876" y="2971801"/>
            <a:ext cx="5486456" cy="2971800"/>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1"/>
              </a:buClr>
              <a:buSzPts val="2000"/>
              <a:buFont typeface="Roboto"/>
              <a:buNone/>
              <a:defRPr>
                <a:solidFill>
                  <a:schemeClr val="lt1"/>
                </a:solidFill>
              </a:defRPr>
            </a:lvl1pPr>
            <a:lvl2pPr marL="914415" lvl="1" indent="-342906" algn="l">
              <a:spcBef>
                <a:spcPts val="600"/>
              </a:spcBef>
              <a:spcAft>
                <a:spcPts val="0"/>
              </a:spcAft>
              <a:buClr>
                <a:schemeClr val="lt1"/>
              </a:buClr>
              <a:buSzPts val="1800"/>
              <a:buChar char="•"/>
              <a:defRPr>
                <a:solidFill>
                  <a:schemeClr val="lt1"/>
                </a:solidFill>
              </a:defRPr>
            </a:lvl2pPr>
            <a:lvl3pPr marL="1371622" lvl="2" indent="-330205" algn="l">
              <a:spcBef>
                <a:spcPts val="600"/>
              </a:spcBef>
              <a:spcAft>
                <a:spcPts val="0"/>
              </a:spcAft>
              <a:buClr>
                <a:schemeClr val="lt1"/>
              </a:buClr>
              <a:buSzPts val="1600"/>
              <a:buChar char="−"/>
              <a:defRPr>
                <a:solidFill>
                  <a:schemeClr val="lt1"/>
                </a:solidFill>
              </a:defRPr>
            </a:lvl3pPr>
            <a:lvl4pPr marL="1828831" lvl="3" indent="-317506" algn="l">
              <a:spcBef>
                <a:spcPts val="300"/>
              </a:spcBef>
              <a:spcAft>
                <a:spcPts val="0"/>
              </a:spcAft>
              <a:buClr>
                <a:schemeClr val="lt1"/>
              </a:buClr>
              <a:buSzPts val="1400"/>
              <a:buChar char="•"/>
              <a:defRPr>
                <a:solidFill>
                  <a:schemeClr val="lt1"/>
                </a:solidFill>
              </a:defRPr>
            </a:lvl4pPr>
            <a:lvl5pPr marL="2286038" lvl="4" indent="-304805" algn="l">
              <a:spcBef>
                <a:spcPts val="300"/>
              </a:spcBef>
              <a:spcAft>
                <a:spcPts val="0"/>
              </a:spcAft>
              <a:buClr>
                <a:schemeClr val="lt1"/>
              </a:buClr>
              <a:buSzPts val="1200"/>
              <a:buChar char="−"/>
              <a:defRPr>
                <a:solidFill>
                  <a:schemeClr val="lt1"/>
                </a:solidFill>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239" name="Google Shape;239;p46"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NAVY Subhead | Title | Text | Image">
  <p:cSld name="NAVY Subhead | Title | Text | Image">
    <p:bg>
      <p:bgPr>
        <a:solidFill>
          <a:srgbClr val="030A14"/>
        </a:solidFill>
        <a:effectLst/>
      </p:bgPr>
    </p:bg>
    <p:spTree>
      <p:nvGrpSpPr>
        <p:cNvPr id="1" name="Shape 240"/>
        <p:cNvGrpSpPr/>
        <p:nvPr/>
      </p:nvGrpSpPr>
      <p:grpSpPr>
        <a:xfrm>
          <a:off x="0" y="0"/>
          <a:ext cx="0" cy="0"/>
          <a:chOff x="0" y="0"/>
          <a:chExt cx="0" cy="0"/>
        </a:xfrm>
      </p:grpSpPr>
      <p:sp>
        <p:nvSpPr>
          <p:cNvPr id="241" name="Google Shape;241;p47"/>
          <p:cNvSpPr txBox="1">
            <a:spLocks noGrp="1"/>
          </p:cNvSpPr>
          <p:nvPr>
            <p:ph type="title"/>
          </p:nvPr>
        </p:nvSpPr>
        <p:spPr>
          <a:xfrm>
            <a:off x="455618" y="731522"/>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b="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42" name="Google Shape;242;p47"/>
          <p:cNvSpPr txBox="1">
            <a:spLocks noGrp="1"/>
          </p:cNvSpPr>
          <p:nvPr>
            <p:ph type="body" idx="1"/>
          </p:nvPr>
        </p:nvSpPr>
        <p:spPr>
          <a:xfrm>
            <a:off x="455616" y="2971800"/>
            <a:ext cx="5638859"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a:lnSpc>
                <a:spcPct val="100000"/>
              </a:lnSpc>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243" name="Google Shape;243;p47"/>
          <p:cNvSpPr>
            <a:spLocks noGrp="1"/>
          </p:cNvSpPr>
          <p:nvPr>
            <p:ph type="pic" idx="2"/>
          </p:nvPr>
        </p:nvSpPr>
        <p:spPr>
          <a:xfrm>
            <a:off x="7389890" y="1371600"/>
            <a:ext cx="4343445" cy="4572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244" name="Google Shape;244;p47"/>
          <p:cNvSpPr txBox="1">
            <a:spLocks noGrp="1"/>
          </p:cNvSpPr>
          <p:nvPr>
            <p:ph type="body" idx="3"/>
          </p:nvPr>
        </p:nvSpPr>
        <p:spPr>
          <a:xfrm>
            <a:off x="455618" y="460685"/>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accent2"/>
              </a:buClr>
              <a:buSzPts val="1400"/>
              <a:buFont typeface="Roboto Medium"/>
              <a:buNone/>
              <a:defRPr sz="1400" b="0" i="0">
                <a:solidFill>
                  <a:schemeClr val="accen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245" name="Google Shape;245;p47"/>
          <p:cNvSpPr txBox="1">
            <a:spLocks noGrp="1"/>
          </p:cNvSpPr>
          <p:nvPr>
            <p:ph type="body" idx="4"/>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246" name="Google Shape;246;p47"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NAVY Subhead | Title | Text | HP Image">
  <p:cSld name="NAVY Subhead | Title | Text | HP Image">
    <p:bg>
      <p:bgPr>
        <a:solidFill>
          <a:srgbClr val="030A14"/>
        </a:solidFill>
        <a:effectLst/>
      </p:bgPr>
    </p:bg>
    <p:spTree>
      <p:nvGrpSpPr>
        <p:cNvPr id="1" name="Shape 247"/>
        <p:cNvGrpSpPr/>
        <p:nvPr/>
      </p:nvGrpSpPr>
      <p:grpSpPr>
        <a:xfrm>
          <a:off x="0" y="0"/>
          <a:ext cx="0" cy="0"/>
          <a:chOff x="0" y="0"/>
          <a:chExt cx="0" cy="0"/>
        </a:xfrm>
      </p:grpSpPr>
      <p:sp>
        <p:nvSpPr>
          <p:cNvPr id="248" name="Google Shape;248;p48"/>
          <p:cNvSpPr>
            <a:spLocks noGrp="1"/>
          </p:cNvSpPr>
          <p:nvPr>
            <p:ph type="pic" idx="2"/>
          </p:nvPr>
        </p:nvSpPr>
        <p:spPr>
          <a:xfrm>
            <a:off x="6094473" y="0"/>
            <a:ext cx="6094476"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249" name="Google Shape;249;p48"/>
          <p:cNvSpPr txBox="1">
            <a:spLocks noGrp="1"/>
          </p:cNvSpPr>
          <p:nvPr>
            <p:ph type="title"/>
          </p:nvPr>
        </p:nvSpPr>
        <p:spPr>
          <a:xfrm>
            <a:off x="455618" y="731522"/>
            <a:ext cx="5029251"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b="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0" name="Google Shape;250;p48"/>
          <p:cNvSpPr txBox="1">
            <a:spLocks noGrp="1"/>
          </p:cNvSpPr>
          <p:nvPr>
            <p:ph type="body" idx="1"/>
          </p:nvPr>
        </p:nvSpPr>
        <p:spPr>
          <a:xfrm>
            <a:off x="455618" y="2971800"/>
            <a:ext cx="5029251"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a:lnSpc>
                <a:spcPct val="100000"/>
              </a:lnSpc>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251" name="Google Shape;251;p48"/>
          <p:cNvSpPr txBox="1">
            <a:spLocks noGrp="1"/>
          </p:cNvSpPr>
          <p:nvPr>
            <p:ph type="body" idx="3"/>
          </p:nvPr>
        </p:nvSpPr>
        <p:spPr>
          <a:xfrm>
            <a:off x="455619" y="460685"/>
            <a:ext cx="5029251"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accent2"/>
              </a:buClr>
              <a:buSzPts val="1400"/>
              <a:buFont typeface="Roboto Medium"/>
              <a:buNone/>
              <a:defRPr sz="1400" b="0" i="0">
                <a:solidFill>
                  <a:schemeClr val="accen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252" name="Google Shape;252;p48"/>
          <p:cNvSpPr txBox="1">
            <a:spLocks noGrp="1"/>
          </p:cNvSpPr>
          <p:nvPr>
            <p:ph type="body" idx="4"/>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253" name="Google Shape;253;p48"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NAVY Subhead | Title">
  <p:cSld name="NAVY Subhead | Title">
    <p:bg>
      <p:bgPr>
        <a:solidFill>
          <a:srgbClr val="030A14"/>
        </a:solidFill>
        <a:effectLst/>
      </p:bgPr>
    </p:bg>
    <p:spTree>
      <p:nvGrpSpPr>
        <p:cNvPr id="1" name="Shape 254"/>
        <p:cNvGrpSpPr/>
        <p:nvPr/>
      </p:nvGrpSpPr>
      <p:grpSpPr>
        <a:xfrm>
          <a:off x="0" y="0"/>
          <a:ext cx="0" cy="0"/>
          <a:chOff x="0" y="0"/>
          <a:chExt cx="0" cy="0"/>
        </a:xfrm>
      </p:grpSpPr>
      <p:sp>
        <p:nvSpPr>
          <p:cNvPr id="255" name="Google Shape;255;p49"/>
          <p:cNvSpPr txBox="1">
            <a:spLocks noGrp="1"/>
          </p:cNvSpPr>
          <p:nvPr>
            <p:ph type="title"/>
          </p:nvPr>
        </p:nvSpPr>
        <p:spPr>
          <a:xfrm>
            <a:off x="455618" y="731522"/>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6" name="Google Shape;256;p49"/>
          <p:cNvSpPr txBox="1">
            <a:spLocks noGrp="1"/>
          </p:cNvSpPr>
          <p:nvPr>
            <p:ph type="body" idx="1"/>
          </p:nvPr>
        </p:nvSpPr>
        <p:spPr>
          <a:xfrm>
            <a:off x="455618" y="460685"/>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accent2"/>
              </a:buClr>
              <a:buSzPts val="1400"/>
              <a:buFont typeface="Roboto Medium"/>
              <a:buNone/>
              <a:defRPr sz="1400" b="0" i="0">
                <a:solidFill>
                  <a:schemeClr val="accen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257" name="Google Shape;257;p49"/>
          <p:cNvSpPr txBox="1">
            <a:spLocks noGrp="1"/>
          </p:cNvSpPr>
          <p:nvPr>
            <p:ph type="body" idx="2"/>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258" name="Google Shape;258;p49"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NAVY 1Col Title | Subhead | Text">
  <p:cSld name="NAVY 1Col Title | Subhead | Text">
    <p:bg>
      <p:bgPr>
        <a:solidFill>
          <a:srgbClr val="030A14"/>
        </a:solidFill>
        <a:effectLst/>
      </p:bgPr>
    </p:bg>
    <p:spTree>
      <p:nvGrpSpPr>
        <p:cNvPr id="1" name="Shape 259"/>
        <p:cNvGrpSpPr/>
        <p:nvPr/>
      </p:nvGrpSpPr>
      <p:grpSpPr>
        <a:xfrm>
          <a:off x="0" y="0"/>
          <a:ext cx="0" cy="0"/>
          <a:chOff x="0" y="0"/>
          <a:chExt cx="0" cy="0"/>
        </a:xfrm>
      </p:grpSpPr>
      <p:sp>
        <p:nvSpPr>
          <p:cNvPr id="260" name="Google Shape;260;p50"/>
          <p:cNvSpPr txBox="1">
            <a:spLocks noGrp="1"/>
          </p:cNvSpPr>
          <p:nvPr>
            <p:ph type="title"/>
          </p:nvPr>
        </p:nvSpPr>
        <p:spPr>
          <a:xfrm>
            <a:off x="455618" y="491681"/>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b="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1" name="Google Shape;261;p50"/>
          <p:cNvSpPr txBox="1">
            <a:spLocks noGrp="1"/>
          </p:cNvSpPr>
          <p:nvPr>
            <p:ph type="body" idx="1"/>
          </p:nvPr>
        </p:nvSpPr>
        <p:spPr>
          <a:xfrm>
            <a:off x="455618" y="2971800"/>
            <a:ext cx="8915492" cy="2971800"/>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262" name="Google Shape;262;p50"/>
          <p:cNvSpPr txBox="1">
            <a:spLocks noGrp="1"/>
          </p:cNvSpPr>
          <p:nvPr>
            <p:ph type="body" idx="2"/>
          </p:nvPr>
        </p:nvSpPr>
        <p:spPr>
          <a:xfrm>
            <a:off x="455618" y="868681"/>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accent2"/>
              </a:buClr>
              <a:buSzPts val="1600"/>
              <a:buFont typeface="Roboto Medium"/>
              <a:buNone/>
              <a:defRPr sz="1600" b="0" i="0">
                <a:solidFill>
                  <a:schemeClr val="accen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263" name="Google Shape;263;p50"/>
          <p:cNvSpPr txBox="1">
            <a:spLocks noGrp="1"/>
          </p:cNvSpPr>
          <p:nvPr>
            <p:ph type="body" idx="3"/>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264" name="Google Shape;264;p50"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NAVY 2Col Title | Subhead | Text">
  <p:cSld name="NAVY 2Col Title | Subhead | Text">
    <p:bg>
      <p:bgPr>
        <a:solidFill>
          <a:srgbClr val="030A14"/>
        </a:solidFill>
        <a:effectLst/>
      </p:bgPr>
    </p:bg>
    <p:spTree>
      <p:nvGrpSpPr>
        <p:cNvPr id="1" name="Shape 265"/>
        <p:cNvGrpSpPr/>
        <p:nvPr/>
      </p:nvGrpSpPr>
      <p:grpSpPr>
        <a:xfrm>
          <a:off x="0" y="0"/>
          <a:ext cx="0" cy="0"/>
          <a:chOff x="0" y="0"/>
          <a:chExt cx="0" cy="0"/>
        </a:xfrm>
      </p:grpSpPr>
      <p:sp>
        <p:nvSpPr>
          <p:cNvPr id="266" name="Google Shape;266;p51"/>
          <p:cNvSpPr txBox="1">
            <a:spLocks noGrp="1"/>
          </p:cNvSpPr>
          <p:nvPr>
            <p:ph type="title"/>
          </p:nvPr>
        </p:nvSpPr>
        <p:spPr>
          <a:xfrm>
            <a:off x="455618" y="503696"/>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b="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7" name="Google Shape;267;p51"/>
          <p:cNvSpPr txBox="1">
            <a:spLocks noGrp="1"/>
          </p:cNvSpPr>
          <p:nvPr>
            <p:ph type="body" idx="1"/>
          </p:nvPr>
        </p:nvSpPr>
        <p:spPr>
          <a:xfrm>
            <a:off x="455617" y="2971800"/>
            <a:ext cx="5486456"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268" name="Google Shape;268;p51"/>
          <p:cNvSpPr txBox="1">
            <a:spLocks noGrp="1"/>
          </p:cNvSpPr>
          <p:nvPr>
            <p:ph type="body" idx="2"/>
          </p:nvPr>
        </p:nvSpPr>
        <p:spPr>
          <a:xfrm>
            <a:off x="455618" y="868681"/>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accent2"/>
              </a:buClr>
              <a:buSzPts val="1600"/>
              <a:buFont typeface="Roboto Medium"/>
              <a:buNone/>
              <a:defRPr sz="1600" b="0" i="0">
                <a:solidFill>
                  <a:schemeClr val="accen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269" name="Google Shape;269;p51"/>
          <p:cNvSpPr txBox="1">
            <a:spLocks noGrp="1"/>
          </p:cNvSpPr>
          <p:nvPr>
            <p:ph type="body" idx="3"/>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270" name="Google Shape;270;p51"/>
          <p:cNvSpPr txBox="1">
            <a:spLocks noGrp="1"/>
          </p:cNvSpPr>
          <p:nvPr>
            <p:ph type="body" idx="4"/>
          </p:nvPr>
        </p:nvSpPr>
        <p:spPr>
          <a:xfrm>
            <a:off x="6246876" y="2971801"/>
            <a:ext cx="5486456" cy="2971800"/>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1"/>
              </a:buClr>
              <a:buSzPts val="2000"/>
              <a:buFont typeface="Roboto"/>
              <a:buNone/>
              <a:defRPr>
                <a:solidFill>
                  <a:schemeClr val="lt1"/>
                </a:solidFill>
              </a:defRPr>
            </a:lvl1pPr>
            <a:lvl2pPr marL="914415" lvl="1" indent="-342906" algn="l">
              <a:spcBef>
                <a:spcPts val="600"/>
              </a:spcBef>
              <a:spcAft>
                <a:spcPts val="0"/>
              </a:spcAft>
              <a:buClr>
                <a:schemeClr val="lt1"/>
              </a:buClr>
              <a:buSzPts val="1800"/>
              <a:buChar char="•"/>
              <a:defRPr>
                <a:solidFill>
                  <a:schemeClr val="lt1"/>
                </a:solidFill>
              </a:defRPr>
            </a:lvl2pPr>
            <a:lvl3pPr marL="1371622" lvl="2" indent="-330205" algn="l">
              <a:spcBef>
                <a:spcPts val="600"/>
              </a:spcBef>
              <a:spcAft>
                <a:spcPts val="0"/>
              </a:spcAft>
              <a:buClr>
                <a:schemeClr val="lt1"/>
              </a:buClr>
              <a:buSzPts val="1600"/>
              <a:buChar char="−"/>
              <a:defRPr>
                <a:solidFill>
                  <a:schemeClr val="lt1"/>
                </a:solidFill>
              </a:defRPr>
            </a:lvl3pPr>
            <a:lvl4pPr marL="1828831" lvl="3" indent="-317506" algn="l">
              <a:spcBef>
                <a:spcPts val="300"/>
              </a:spcBef>
              <a:spcAft>
                <a:spcPts val="0"/>
              </a:spcAft>
              <a:buClr>
                <a:schemeClr val="lt1"/>
              </a:buClr>
              <a:buSzPts val="1400"/>
              <a:buChar char="•"/>
              <a:defRPr>
                <a:solidFill>
                  <a:schemeClr val="lt1"/>
                </a:solidFill>
              </a:defRPr>
            </a:lvl4pPr>
            <a:lvl5pPr marL="2286038" lvl="4" indent="-304805" algn="l">
              <a:spcBef>
                <a:spcPts val="300"/>
              </a:spcBef>
              <a:spcAft>
                <a:spcPts val="0"/>
              </a:spcAft>
              <a:buClr>
                <a:schemeClr val="lt1"/>
              </a:buClr>
              <a:buSzPts val="1200"/>
              <a:buChar char="−"/>
              <a:defRPr>
                <a:solidFill>
                  <a:schemeClr val="lt1"/>
                </a:solidFill>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271" name="Google Shape;271;p51"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NAVY 1Col Title | Subhead | Text | Image">
  <p:cSld name="NAVY 1Col Title | Subhead | Text | Image">
    <p:bg>
      <p:bgPr>
        <a:solidFill>
          <a:srgbClr val="030A14"/>
        </a:solidFill>
        <a:effectLst/>
      </p:bgPr>
    </p:bg>
    <p:spTree>
      <p:nvGrpSpPr>
        <p:cNvPr id="1" name="Shape 272"/>
        <p:cNvGrpSpPr/>
        <p:nvPr/>
      </p:nvGrpSpPr>
      <p:grpSpPr>
        <a:xfrm>
          <a:off x="0" y="0"/>
          <a:ext cx="0" cy="0"/>
          <a:chOff x="0" y="0"/>
          <a:chExt cx="0" cy="0"/>
        </a:xfrm>
      </p:grpSpPr>
      <p:sp>
        <p:nvSpPr>
          <p:cNvPr id="273" name="Google Shape;273;p52"/>
          <p:cNvSpPr txBox="1">
            <a:spLocks noGrp="1"/>
          </p:cNvSpPr>
          <p:nvPr>
            <p:ph type="title"/>
          </p:nvPr>
        </p:nvSpPr>
        <p:spPr>
          <a:xfrm>
            <a:off x="455618" y="503696"/>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b="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74" name="Google Shape;274;p52"/>
          <p:cNvSpPr txBox="1">
            <a:spLocks noGrp="1"/>
          </p:cNvSpPr>
          <p:nvPr>
            <p:ph type="body" idx="1"/>
          </p:nvPr>
        </p:nvSpPr>
        <p:spPr>
          <a:xfrm>
            <a:off x="455616" y="2971800"/>
            <a:ext cx="5638859"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a:lnSpc>
                <a:spcPct val="100000"/>
              </a:lnSpc>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275" name="Google Shape;275;p52"/>
          <p:cNvSpPr>
            <a:spLocks noGrp="1"/>
          </p:cNvSpPr>
          <p:nvPr>
            <p:ph type="pic" idx="2"/>
          </p:nvPr>
        </p:nvSpPr>
        <p:spPr>
          <a:xfrm>
            <a:off x="7389890" y="1371600"/>
            <a:ext cx="4343445" cy="4572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276" name="Google Shape;276;p52"/>
          <p:cNvSpPr txBox="1">
            <a:spLocks noGrp="1"/>
          </p:cNvSpPr>
          <p:nvPr>
            <p:ph type="body" idx="3"/>
          </p:nvPr>
        </p:nvSpPr>
        <p:spPr>
          <a:xfrm>
            <a:off x="455618" y="868681"/>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accent2"/>
              </a:buClr>
              <a:buSzPts val="1600"/>
              <a:buFont typeface="Roboto Medium"/>
              <a:buNone/>
              <a:defRPr sz="1600" b="0" i="0">
                <a:solidFill>
                  <a:schemeClr val="accen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277" name="Google Shape;277;p52"/>
          <p:cNvSpPr txBox="1">
            <a:spLocks noGrp="1"/>
          </p:cNvSpPr>
          <p:nvPr>
            <p:ph type="body" idx="4"/>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278" name="Google Shape;278;p52"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NAVY Title | Subhead | Text | HP Image">
  <p:cSld name="NAVY Title | Subhead | Text | HP Image">
    <p:bg>
      <p:bgPr>
        <a:solidFill>
          <a:srgbClr val="030A14"/>
        </a:solidFill>
        <a:effectLst/>
      </p:bgPr>
    </p:bg>
    <p:spTree>
      <p:nvGrpSpPr>
        <p:cNvPr id="1" name="Shape 279"/>
        <p:cNvGrpSpPr/>
        <p:nvPr/>
      </p:nvGrpSpPr>
      <p:grpSpPr>
        <a:xfrm>
          <a:off x="0" y="0"/>
          <a:ext cx="0" cy="0"/>
          <a:chOff x="0" y="0"/>
          <a:chExt cx="0" cy="0"/>
        </a:xfrm>
      </p:grpSpPr>
      <p:sp>
        <p:nvSpPr>
          <p:cNvPr id="280" name="Google Shape;280;p53"/>
          <p:cNvSpPr>
            <a:spLocks noGrp="1"/>
          </p:cNvSpPr>
          <p:nvPr>
            <p:ph type="pic" idx="2"/>
          </p:nvPr>
        </p:nvSpPr>
        <p:spPr>
          <a:xfrm>
            <a:off x="6094475" y="359"/>
            <a:ext cx="6094476"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281" name="Google Shape;281;p53"/>
          <p:cNvSpPr txBox="1">
            <a:spLocks noGrp="1"/>
          </p:cNvSpPr>
          <p:nvPr>
            <p:ph type="title"/>
          </p:nvPr>
        </p:nvSpPr>
        <p:spPr>
          <a:xfrm>
            <a:off x="455618" y="503696"/>
            <a:ext cx="5029251"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b="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2" name="Google Shape;282;p53"/>
          <p:cNvSpPr txBox="1">
            <a:spLocks noGrp="1"/>
          </p:cNvSpPr>
          <p:nvPr>
            <p:ph type="body" idx="1"/>
          </p:nvPr>
        </p:nvSpPr>
        <p:spPr>
          <a:xfrm>
            <a:off x="455618" y="2971800"/>
            <a:ext cx="5029251"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a:lnSpc>
                <a:spcPct val="100000"/>
              </a:lnSpc>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283" name="Google Shape;283;p53"/>
          <p:cNvSpPr txBox="1">
            <a:spLocks noGrp="1"/>
          </p:cNvSpPr>
          <p:nvPr>
            <p:ph type="body" idx="3"/>
          </p:nvPr>
        </p:nvSpPr>
        <p:spPr>
          <a:xfrm>
            <a:off x="455619" y="868681"/>
            <a:ext cx="5029251"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accent2"/>
              </a:buClr>
              <a:buSzPts val="1600"/>
              <a:buFont typeface="Roboto Medium"/>
              <a:buNone/>
              <a:defRPr sz="1600" b="0" i="0">
                <a:solidFill>
                  <a:schemeClr val="accen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284" name="Google Shape;284;p53"/>
          <p:cNvSpPr txBox="1">
            <a:spLocks noGrp="1"/>
          </p:cNvSpPr>
          <p:nvPr>
            <p:ph type="body" idx="4"/>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285" name="Google Shape;285;p53"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NAVY Title | Subhead">
  <p:cSld name="NAVY Title | Subhead">
    <p:bg>
      <p:bgPr>
        <a:solidFill>
          <a:srgbClr val="030A14"/>
        </a:solidFill>
        <a:effectLst/>
      </p:bgPr>
    </p:bg>
    <p:spTree>
      <p:nvGrpSpPr>
        <p:cNvPr id="1" name="Shape 286"/>
        <p:cNvGrpSpPr/>
        <p:nvPr/>
      </p:nvGrpSpPr>
      <p:grpSpPr>
        <a:xfrm>
          <a:off x="0" y="0"/>
          <a:ext cx="0" cy="0"/>
          <a:chOff x="0" y="0"/>
          <a:chExt cx="0" cy="0"/>
        </a:xfrm>
      </p:grpSpPr>
      <p:sp>
        <p:nvSpPr>
          <p:cNvPr id="287" name="Google Shape;287;p54"/>
          <p:cNvSpPr txBox="1">
            <a:spLocks noGrp="1"/>
          </p:cNvSpPr>
          <p:nvPr>
            <p:ph type="title"/>
          </p:nvPr>
        </p:nvSpPr>
        <p:spPr>
          <a:xfrm>
            <a:off x="455618" y="503696"/>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8" name="Google Shape;288;p54"/>
          <p:cNvSpPr txBox="1">
            <a:spLocks noGrp="1"/>
          </p:cNvSpPr>
          <p:nvPr>
            <p:ph type="body" idx="1"/>
          </p:nvPr>
        </p:nvSpPr>
        <p:spPr>
          <a:xfrm>
            <a:off x="455618" y="868681"/>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accent2"/>
              </a:buClr>
              <a:buSzPts val="1600"/>
              <a:buFont typeface="Roboto Medium"/>
              <a:buNone/>
              <a:defRPr sz="1600" b="0" i="0">
                <a:solidFill>
                  <a:schemeClr val="accen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289" name="Google Shape;289;p54"/>
          <p:cNvSpPr txBox="1">
            <a:spLocks noGrp="1"/>
          </p:cNvSpPr>
          <p:nvPr>
            <p:ph type="body" idx="2"/>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290" name="Google Shape;290;p54"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NAVY Blank">
  <p:cSld name="NAVY Blank">
    <p:bg>
      <p:bgPr>
        <a:solidFill>
          <a:srgbClr val="030A14"/>
        </a:solidFill>
        <a:effectLst/>
      </p:bgPr>
    </p:bg>
    <p:spTree>
      <p:nvGrpSpPr>
        <p:cNvPr id="1" name="Shape 291"/>
        <p:cNvGrpSpPr/>
        <p:nvPr/>
      </p:nvGrpSpPr>
      <p:grpSpPr>
        <a:xfrm>
          <a:off x="0" y="0"/>
          <a:ext cx="0" cy="0"/>
          <a:chOff x="0" y="0"/>
          <a:chExt cx="0" cy="0"/>
        </a:xfrm>
      </p:grpSpPr>
      <p:sp>
        <p:nvSpPr>
          <p:cNvPr id="292" name="Google Shape;292;p55"/>
          <p:cNvSpPr txBox="1">
            <a:spLocks noGrp="1"/>
          </p:cNvSpPr>
          <p:nvPr>
            <p:ph type="body" idx="1"/>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293" name="Google Shape;293;p55"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HYUNDAI  1Col Title | Text">
  <p:cSld name="HYUNDAI  1Col Title | Text">
    <p:bg>
      <p:bgPr>
        <a:solidFill>
          <a:schemeClr val="dk2"/>
        </a:solidFill>
        <a:effectLst/>
      </p:bgPr>
    </p:bg>
    <p:spTree>
      <p:nvGrpSpPr>
        <p:cNvPr id="1" name="Shape 294"/>
        <p:cNvGrpSpPr/>
        <p:nvPr/>
      </p:nvGrpSpPr>
      <p:grpSpPr>
        <a:xfrm>
          <a:off x="0" y="0"/>
          <a:ext cx="0" cy="0"/>
          <a:chOff x="0" y="0"/>
          <a:chExt cx="0" cy="0"/>
        </a:xfrm>
      </p:grpSpPr>
      <p:sp>
        <p:nvSpPr>
          <p:cNvPr id="295" name="Google Shape;295;p56"/>
          <p:cNvSpPr txBox="1">
            <a:spLocks noGrp="1"/>
          </p:cNvSpPr>
          <p:nvPr>
            <p:ph type="title"/>
          </p:nvPr>
        </p:nvSpPr>
        <p:spPr>
          <a:xfrm>
            <a:off x="455618" y="460685"/>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b="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6" name="Google Shape;296;p56"/>
          <p:cNvSpPr txBox="1">
            <a:spLocks noGrp="1"/>
          </p:cNvSpPr>
          <p:nvPr>
            <p:ph type="body" idx="1"/>
          </p:nvPr>
        </p:nvSpPr>
        <p:spPr>
          <a:xfrm>
            <a:off x="455618" y="2971800"/>
            <a:ext cx="8915492" cy="2971800"/>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297" name="Google Shape;297;p56"/>
          <p:cNvSpPr txBox="1">
            <a:spLocks noGrp="1"/>
          </p:cNvSpPr>
          <p:nvPr>
            <p:ph type="body" idx="2"/>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298" name="Google Shape;298;p56"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HYUNDAI  2Col Title | Text">
  <p:cSld name="HYUNDAI  2Col Title | Text">
    <p:bg>
      <p:bgPr>
        <a:solidFill>
          <a:schemeClr val="dk2"/>
        </a:solidFill>
        <a:effectLst/>
      </p:bgPr>
    </p:bg>
    <p:spTree>
      <p:nvGrpSpPr>
        <p:cNvPr id="1" name="Shape 299"/>
        <p:cNvGrpSpPr/>
        <p:nvPr/>
      </p:nvGrpSpPr>
      <p:grpSpPr>
        <a:xfrm>
          <a:off x="0" y="0"/>
          <a:ext cx="0" cy="0"/>
          <a:chOff x="0" y="0"/>
          <a:chExt cx="0" cy="0"/>
        </a:xfrm>
      </p:grpSpPr>
      <p:sp>
        <p:nvSpPr>
          <p:cNvPr id="300" name="Google Shape;300;p57"/>
          <p:cNvSpPr txBox="1">
            <a:spLocks noGrp="1"/>
          </p:cNvSpPr>
          <p:nvPr>
            <p:ph type="title"/>
          </p:nvPr>
        </p:nvSpPr>
        <p:spPr>
          <a:xfrm>
            <a:off x="455618" y="460685"/>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b="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1" name="Google Shape;301;p57"/>
          <p:cNvSpPr txBox="1">
            <a:spLocks noGrp="1"/>
          </p:cNvSpPr>
          <p:nvPr>
            <p:ph type="body" idx="1"/>
          </p:nvPr>
        </p:nvSpPr>
        <p:spPr>
          <a:xfrm>
            <a:off x="455617" y="2971800"/>
            <a:ext cx="5486456"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302" name="Google Shape;302;p57"/>
          <p:cNvSpPr txBox="1">
            <a:spLocks noGrp="1"/>
          </p:cNvSpPr>
          <p:nvPr>
            <p:ph type="body" idx="2"/>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303" name="Google Shape;303;p57"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
        <p:nvSpPr>
          <p:cNvPr id="304" name="Google Shape;304;p57"/>
          <p:cNvSpPr txBox="1">
            <a:spLocks noGrp="1"/>
          </p:cNvSpPr>
          <p:nvPr>
            <p:ph type="body" idx="3"/>
          </p:nvPr>
        </p:nvSpPr>
        <p:spPr>
          <a:xfrm>
            <a:off x="6246876" y="2971801"/>
            <a:ext cx="5486456" cy="2971800"/>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1"/>
              </a:buClr>
              <a:buSzPts val="2000"/>
              <a:buFont typeface="Roboto"/>
              <a:buNone/>
              <a:defRPr>
                <a:solidFill>
                  <a:schemeClr val="lt1"/>
                </a:solidFill>
              </a:defRPr>
            </a:lvl1pPr>
            <a:lvl2pPr marL="914415" lvl="1" indent="-342906" algn="l">
              <a:spcBef>
                <a:spcPts val="600"/>
              </a:spcBef>
              <a:spcAft>
                <a:spcPts val="0"/>
              </a:spcAft>
              <a:buClr>
                <a:schemeClr val="lt1"/>
              </a:buClr>
              <a:buSzPts val="1800"/>
              <a:buChar char="•"/>
              <a:defRPr>
                <a:solidFill>
                  <a:schemeClr val="lt1"/>
                </a:solidFill>
              </a:defRPr>
            </a:lvl2pPr>
            <a:lvl3pPr marL="1371622" lvl="2" indent="-330205" algn="l">
              <a:spcBef>
                <a:spcPts val="600"/>
              </a:spcBef>
              <a:spcAft>
                <a:spcPts val="0"/>
              </a:spcAft>
              <a:buClr>
                <a:schemeClr val="lt1"/>
              </a:buClr>
              <a:buSzPts val="1600"/>
              <a:buChar char="−"/>
              <a:defRPr>
                <a:solidFill>
                  <a:schemeClr val="lt1"/>
                </a:solidFill>
              </a:defRPr>
            </a:lvl3pPr>
            <a:lvl4pPr marL="1828831" lvl="3" indent="-317506" algn="l">
              <a:spcBef>
                <a:spcPts val="300"/>
              </a:spcBef>
              <a:spcAft>
                <a:spcPts val="0"/>
              </a:spcAft>
              <a:buClr>
                <a:schemeClr val="lt1"/>
              </a:buClr>
              <a:buSzPts val="1400"/>
              <a:buChar char="•"/>
              <a:defRPr>
                <a:solidFill>
                  <a:schemeClr val="lt1"/>
                </a:solidFill>
              </a:defRPr>
            </a:lvl4pPr>
            <a:lvl5pPr marL="2286038" lvl="4" indent="-304805" algn="l">
              <a:spcBef>
                <a:spcPts val="300"/>
              </a:spcBef>
              <a:spcAft>
                <a:spcPts val="0"/>
              </a:spcAft>
              <a:buClr>
                <a:schemeClr val="lt1"/>
              </a:buClr>
              <a:buSzPts val="1200"/>
              <a:buChar char="−"/>
              <a:defRPr>
                <a:solidFill>
                  <a:schemeClr val="lt1"/>
                </a:solidFill>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HYUNDAI Title | Text | Image">
  <p:cSld name="HYUNDAI Title | Text | Image">
    <p:bg>
      <p:bgPr>
        <a:solidFill>
          <a:schemeClr val="dk2"/>
        </a:solidFill>
        <a:effectLst/>
      </p:bgPr>
    </p:bg>
    <p:spTree>
      <p:nvGrpSpPr>
        <p:cNvPr id="1" name="Shape 305"/>
        <p:cNvGrpSpPr/>
        <p:nvPr/>
      </p:nvGrpSpPr>
      <p:grpSpPr>
        <a:xfrm>
          <a:off x="0" y="0"/>
          <a:ext cx="0" cy="0"/>
          <a:chOff x="0" y="0"/>
          <a:chExt cx="0" cy="0"/>
        </a:xfrm>
      </p:grpSpPr>
      <p:sp>
        <p:nvSpPr>
          <p:cNvPr id="306" name="Google Shape;306;p58"/>
          <p:cNvSpPr txBox="1">
            <a:spLocks noGrp="1"/>
          </p:cNvSpPr>
          <p:nvPr>
            <p:ph type="title"/>
          </p:nvPr>
        </p:nvSpPr>
        <p:spPr>
          <a:xfrm>
            <a:off x="455618" y="460685"/>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b="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7" name="Google Shape;307;p58"/>
          <p:cNvSpPr txBox="1">
            <a:spLocks noGrp="1"/>
          </p:cNvSpPr>
          <p:nvPr>
            <p:ph type="body" idx="1"/>
          </p:nvPr>
        </p:nvSpPr>
        <p:spPr>
          <a:xfrm>
            <a:off x="455618" y="2971800"/>
            <a:ext cx="5638858"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a:lnSpc>
                <a:spcPct val="100000"/>
              </a:lnSpc>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308" name="Google Shape;308;p58"/>
          <p:cNvSpPr>
            <a:spLocks noGrp="1"/>
          </p:cNvSpPr>
          <p:nvPr>
            <p:ph type="pic" idx="2"/>
          </p:nvPr>
        </p:nvSpPr>
        <p:spPr>
          <a:xfrm>
            <a:off x="7389890" y="1371600"/>
            <a:ext cx="4343445" cy="4572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chemeClr val="lt1"/>
              </a:buClr>
              <a:buSzPts val="2000"/>
              <a:buFont typeface="Roboto"/>
              <a:buNone/>
              <a:defRPr sz="2000" b="0" i="0" u="none" strike="noStrike" cap="none">
                <a:solidFill>
                  <a:schemeClr val="lt1"/>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309" name="Google Shape;309;p58"/>
          <p:cNvSpPr txBox="1">
            <a:spLocks noGrp="1"/>
          </p:cNvSpPr>
          <p:nvPr>
            <p:ph type="body" idx="3"/>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310" name="Google Shape;310;p58"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HYUNDAI  Title | Text | HP Image">
  <p:cSld name="HYUNDAI  Title | Text | HP Image">
    <p:bg>
      <p:bgPr>
        <a:solidFill>
          <a:schemeClr val="dk2"/>
        </a:solidFill>
        <a:effectLst/>
      </p:bgPr>
    </p:bg>
    <p:spTree>
      <p:nvGrpSpPr>
        <p:cNvPr id="1" name="Shape 311"/>
        <p:cNvGrpSpPr/>
        <p:nvPr/>
      </p:nvGrpSpPr>
      <p:grpSpPr>
        <a:xfrm>
          <a:off x="0" y="0"/>
          <a:ext cx="0" cy="0"/>
          <a:chOff x="0" y="0"/>
          <a:chExt cx="0" cy="0"/>
        </a:xfrm>
      </p:grpSpPr>
      <p:sp>
        <p:nvSpPr>
          <p:cNvPr id="312" name="Google Shape;312;p59"/>
          <p:cNvSpPr>
            <a:spLocks noGrp="1"/>
          </p:cNvSpPr>
          <p:nvPr>
            <p:ph type="pic" idx="2"/>
          </p:nvPr>
        </p:nvSpPr>
        <p:spPr>
          <a:xfrm>
            <a:off x="6094473" y="0"/>
            <a:ext cx="6094476"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chemeClr val="lt1"/>
              </a:buClr>
              <a:buSzPts val="2000"/>
              <a:buFont typeface="Roboto"/>
              <a:buNone/>
              <a:defRPr sz="2000" b="0" i="0" u="none" strike="noStrike" cap="none">
                <a:solidFill>
                  <a:schemeClr val="lt1"/>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313" name="Google Shape;313;p59"/>
          <p:cNvSpPr txBox="1">
            <a:spLocks noGrp="1"/>
          </p:cNvSpPr>
          <p:nvPr>
            <p:ph type="title"/>
          </p:nvPr>
        </p:nvSpPr>
        <p:spPr>
          <a:xfrm>
            <a:off x="455618" y="491681"/>
            <a:ext cx="5029251"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b="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4" name="Google Shape;314;p59"/>
          <p:cNvSpPr txBox="1">
            <a:spLocks noGrp="1"/>
          </p:cNvSpPr>
          <p:nvPr>
            <p:ph type="body" idx="1"/>
          </p:nvPr>
        </p:nvSpPr>
        <p:spPr>
          <a:xfrm>
            <a:off x="455618" y="2971800"/>
            <a:ext cx="5029251"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a:lnSpc>
                <a:spcPct val="100000"/>
              </a:lnSpc>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315" name="Google Shape;315;p59"/>
          <p:cNvSpPr txBox="1">
            <a:spLocks noGrp="1"/>
          </p:cNvSpPr>
          <p:nvPr>
            <p:ph type="body" idx="3"/>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316" name="Google Shape;316;p59"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HYUNDAI  Title">
  <p:cSld name="HYUNDAI  Title">
    <p:bg>
      <p:bgPr>
        <a:solidFill>
          <a:schemeClr val="dk2"/>
        </a:solidFill>
        <a:effectLst/>
      </p:bgPr>
    </p:bg>
    <p:spTree>
      <p:nvGrpSpPr>
        <p:cNvPr id="1" name="Shape 317"/>
        <p:cNvGrpSpPr/>
        <p:nvPr/>
      </p:nvGrpSpPr>
      <p:grpSpPr>
        <a:xfrm>
          <a:off x="0" y="0"/>
          <a:ext cx="0" cy="0"/>
          <a:chOff x="0" y="0"/>
          <a:chExt cx="0" cy="0"/>
        </a:xfrm>
      </p:grpSpPr>
      <p:sp>
        <p:nvSpPr>
          <p:cNvPr id="318" name="Google Shape;318;p60"/>
          <p:cNvSpPr txBox="1">
            <a:spLocks noGrp="1"/>
          </p:cNvSpPr>
          <p:nvPr>
            <p:ph type="title"/>
          </p:nvPr>
        </p:nvSpPr>
        <p:spPr>
          <a:xfrm>
            <a:off x="455618" y="460685"/>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9" name="Google Shape;319;p60"/>
          <p:cNvSpPr txBox="1">
            <a:spLocks noGrp="1"/>
          </p:cNvSpPr>
          <p:nvPr>
            <p:ph type="body" idx="1"/>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320" name="Google Shape;320;p60"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59.xml><?xml version="1.0" encoding="utf-8"?>
<p:sldLayout xmlns:a="http://schemas.openxmlformats.org/drawingml/2006/main" xmlns:r="http://schemas.openxmlformats.org/officeDocument/2006/relationships" xmlns:p="http://schemas.openxmlformats.org/presentationml/2006/main" matchingName="HYUNDAI  1Col Subhead | Title | Text">
  <p:cSld name="HYUNDAI  1Col Subhead | Title | Text">
    <p:bg>
      <p:bgPr>
        <a:solidFill>
          <a:schemeClr val="dk2"/>
        </a:solidFill>
        <a:effectLst/>
      </p:bgPr>
    </p:bg>
    <p:spTree>
      <p:nvGrpSpPr>
        <p:cNvPr id="1" name="Shape 321"/>
        <p:cNvGrpSpPr/>
        <p:nvPr/>
      </p:nvGrpSpPr>
      <p:grpSpPr>
        <a:xfrm>
          <a:off x="0" y="0"/>
          <a:ext cx="0" cy="0"/>
          <a:chOff x="0" y="0"/>
          <a:chExt cx="0" cy="0"/>
        </a:xfrm>
      </p:grpSpPr>
      <p:sp>
        <p:nvSpPr>
          <p:cNvPr id="322" name="Google Shape;322;p61"/>
          <p:cNvSpPr txBox="1">
            <a:spLocks noGrp="1"/>
          </p:cNvSpPr>
          <p:nvPr>
            <p:ph type="title"/>
          </p:nvPr>
        </p:nvSpPr>
        <p:spPr>
          <a:xfrm>
            <a:off x="455618" y="731522"/>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b="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3" name="Google Shape;323;p61"/>
          <p:cNvSpPr txBox="1">
            <a:spLocks noGrp="1"/>
          </p:cNvSpPr>
          <p:nvPr>
            <p:ph type="body" idx="1"/>
          </p:nvPr>
        </p:nvSpPr>
        <p:spPr>
          <a:xfrm>
            <a:off x="455618" y="2971800"/>
            <a:ext cx="8915492" cy="2971800"/>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324" name="Google Shape;324;p61"/>
          <p:cNvSpPr txBox="1">
            <a:spLocks noGrp="1"/>
          </p:cNvSpPr>
          <p:nvPr>
            <p:ph type="body" idx="2"/>
          </p:nvPr>
        </p:nvSpPr>
        <p:spPr>
          <a:xfrm>
            <a:off x="455618" y="460685"/>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accent2"/>
              </a:buClr>
              <a:buSzPts val="1400"/>
              <a:buFont typeface="Roboto Medium"/>
              <a:buNone/>
              <a:defRPr sz="1400" b="0" i="0">
                <a:solidFill>
                  <a:schemeClr val="accen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325" name="Google Shape;325;p61"/>
          <p:cNvSpPr txBox="1">
            <a:spLocks noGrp="1"/>
          </p:cNvSpPr>
          <p:nvPr>
            <p:ph type="body" idx="3"/>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326" name="Google Shape;326;p61"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60.xml><?xml version="1.0" encoding="utf-8"?>
<p:sldLayout xmlns:a="http://schemas.openxmlformats.org/drawingml/2006/main" xmlns:r="http://schemas.openxmlformats.org/officeDocument/2006/relationships" xmlns:p="http://schemas.openxmlformats.org/presentationml/2006/main" matchingName="HYUNDAI 2Col Subhead | Title | Text">
  <p:cSld name="HYUNDAI 2Col Subhead | Title | Text">
    <p:bg>
      <p:bgPr>
        <a:solidFill>
          <a:schemeClr val="dk2"/>
        </a:solidFill>
        <a:effectLst/>
      </p:bgPr>
    </p:bg>
    <p:spTree>
      <p:nvGrpSpPr>
        <p:cNvPr id="1" name="Shape 327"/>
        <p:cNvGrpSpPr/>
        <p:nvPr/>
      </p:nvGrpSpPr>
      <p:grpSpPr>
        <a:xfrm>
          <a:off x="0" y="0"/>
          <a:ext cx="0" cy="0"/>
          <a:chOff x="0" y="0"/>
          <a:chExt cx="0" cy="0"/>
        </a:xfrm>
      </p:grpSpPr>
      <p:sp>
        <p:nvSpPr>
          <p:cNvPr id="328" name="Google Shape;328;p62"/>
          <p:cNvSpPr txBox="1">
            <a:spLocks noGrp="1"/>
          </p:cNvSpPr>
          <p:nvPr>
            <p:ph type="title"/>
          </p:nvPr>
        </p:nvSpPr>
        <p:spPr>
          <a:xfrm>
            <a:off x="455618" y="731522"/>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b="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9" name="Google Shape;329;p62"/>
          <p:cNvSpPr txBox="1">
            <a:spLocks noGrp="1"/>
          </p:cNvSpPr>
          <p:nvPr>
            <p:ph type="body" idx="1"/>
          </p:nvPr>
        </p:nvSpPr>
        <p:spPr>
          <a:xfrm>
            <a:off x="455617" y="2971800"/>
            <a:ext cx="5486456"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330" name="Google Shape;330;p62"/>
          <p:cNvSpPr txBox="1">
            <a:spLocks noGrp="1"/>
          </p:cNvSpPr>
          <p:nvPr>
            <p:ph type="body" idx="2"/>
          </p:nvPr>
        </p:nvSpPr>
        <p:spPr>
          <a:xfrm>
            <a:off x="455618" y="460685"/>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accent2"/>
              </a:buClr>
              <a:buSzPts val="1400"/>
              <a:buFont typeface="Roboto Medium"/>
              <a:buNone/>
              <a:defRPr sz="1400" b="0" i="0">
                <a:solidFill>
                  <a:schemeClr val="accen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331" name="Google Shape;331;p62"/>
          <p:cNvSpPr txBox="1">
            <a:spLocks noGrp="1"/>
          </p:cNvSpPr>
          <p:nvPr>
            <p:ph type="body" idx="3"/>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332" name="Google Shape;332;p62"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
        <p:nvSpPr>
          <p:cNvPr id="333" name="Google Shape;333;p62"/>
          <p:cNvSpPr txBox="1">
            <a:spLocks noGrp="1"/>
          </p:cNvSpPr>
          <p:nvPr>
            <p:ph type="body" idx="4"/>
          </p:nvPr>
        </p:nvSpPr>
        <p:spPr>
          <a:xfrm>
            <a:off x="6246876" y="2971801"/>
            <a:ext cx="5486456" cy="2971800"/>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1"/>
              </a:buClr>
              <a:buSzPts val="2000"/>
              <a:buFont typeface="Roboto"/>
              <a:buNone/>
              <a:defRPr>
                <a:solidFill>
                  <a:schemeClr val="lt1"/>
                </a:solidFill>
              </a:defRPr>
            </a:lvl1pPr>
            <a:lvl2pPr marL="914415" lvl="1" indent="-342906" algn="l">
              <a:spcBef>
                <a:spcPts val="600"/>
              </a:spcBef>
              <a:spcAft>
                <a:spcPts val="0"/>
              </a:spcAft>
              <a:buClr>
                <a:schemeClr val="lt1"/>
              </a:buClr>
              <a:buSzPts val="1800"/>
              <a:buChar char="•"/>
              <a:defRPr>
                <a:solidFill>
                  <a:schemeClr val="lt1"/>
                </a:solidFill>
              </a:defRPr>
            </a:lvl2pPr>
            <a:lvl3pPr marL="1371622" lvl="2" indent="-330205" algn="l">
              <a:spcBef>
                <a:spcPts val="600"/>
              </a:spcBef>
              <a:spcAft>
                <a:spcPts val="0"/>
              </a:spcAft>
              <a:buClr>
                <a:schemeClr val="lt1"/>
              </a:buClr>
              <a:buSzPts val="1600"/>
              <a:buChar char="−"/>
              <a:defRPr>
                <a:solidFill>
                  <a:schemeClr val="lt1"/>
                </a:solidFill>
              </a:defRPr>
            </a:lvl3pPr>
            <a:lvl4pPr marL="1828831" lvl="3" indent="-317506" algn="l">
              <a:spcBef>
                <a:spcPts val="300"/>
              </a:spcBef>
              <a:spcAft>
                <a:spcPts val="0"/>
              </a:spcAft>
              <a:buClr>
                <a:schemeClr val="lt1"/>
              </a:buClr>
              <a:buSzPts val="1400"/>
              <a:buChar char="•"/>
              <a:defRPr>
                <a:solidFill>
                  <a:schemeClr val="lt1"/>
                </a:solidFill>
              </a:defRPr>
            </a:lvl4pPr>
            <a:lvl5pPr marL="2286038" lvl="4" indent="-304805" algn="l">
              <a:spcBef>
                <a:spcPts val="300"/>
              </a:spcBef>
              <a:spcAft>
                <a:spcPts val="0"/>
              </a:spcAft>
              <a:buClr>
                <a:schemeClr val="lt1"/>
              </a:buClr>
              <a:buSzPts val="1200"/>
              <a:buChar char="−"/>
              <a:defRPr>
                <a:solidFill>
                  <a:schemeClr val="lt1"/>
                </a:solidFill>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61.xml><?xml version="1.0" encoding="utf-8"?>
<p:sldLayout xmlns:a="http://schemas.openxmlformats.org/drawingml/2006/main" xmlns:r="http://schemas.openxmlformats.org/officeDocument/2006/relationships" xmlns:p="http://schemas.openxmlformats.org/presentationml/2006/main" matchingName="HYUNDAI  Subhead | Title | Text | Image">
  <p:cSld name="HYUNDAI  Subhead | Title | Text | Image">
    <p:bg>
      <p:bgPr>
        <a:solidFill>
          <a:schemeClr val="dk2"/>
        </a:solidFill>
        <a:effectLst/>
      </p:bgPr>
    </p:bg>
    <p:spTree>
      <p:nvGrpSpPr>
        <p:cNvPr id="1" name="Shape 334"/>
        <p:cNvGrpSpPr/>
        <p:nvPr/>
      </p:nvGrpSpPr>
      <p:grpSpPr>
        <a:xfrm>
          <a:off x="0" y="0"/>
          <a:ext cx="0" cy="0"/>
          <a:chOff x="0" y="0"/>
          <a:chExt cx="0" cy="0"/>
        </a:xfrm>
      </p:grpSpPr>
      <p:sp>
        <p:nvSpPr>
          <p:cNvPr id="335" name="Google Shape;335;p63"/>
          <p:cNvSpPr txBox="1">
            <a:spLocks noGrp="1"/>
          </p:cNvSpPr>
          <p:nvPr>
            <p:ph type="title"/>
          </p:nvPr>
        </p:nvSpPr>
        <p:spPr>
          <a:xfrm>
            <a:off x="455618" y="731522"/>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b="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6" name="Google Shape;336;p63"/>
          <p:cNvSpPr txBox="1">
            <a:spLocks noGrp="1"/>
          </p:cNvSpPr>
          <p:nvPr>
            <p:ph type="body" idx="1"/>
          </p:nvPr>
        </p:nvSpPr>
        <p:spPr>
          <a:xfrm>
            <a:off x="455616" y="2971800"/>
            <a:ext cx="5638859"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a:lnSpc>
                <a:spcPct val="100000"/>
              </a:lnSpc>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337" name="Google Shape;337;p63"/>
          <p:cNvSpPr>
            <a:spLocks noGrp="1"/>
          </p:cNvSpPr>
          <p:nvPr>
            <p:ph type="pic" idx="2"/>
          </p:nvPr>
        </p:nvSpPr>
        <p:spPr>
          <a:xfrm>
            <a:off x="7389890" y="1371600"/>
            <a:ext cx="4343445" cy="4572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338" name="Google Shape;338;p63"/>
          <p:cNvSpPr txBox="1">
            <a:spLocks noGrp="1"/>
          </p:cNvSpPr>
          <p:nvPr>
            <p:ph type="body" idx="3"/>
          </p:nvPr>
        </p:nvSpPr>
        <p:spPr>
          <a:xfrm>
            <a:off x="455618" y="460685"/>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accent2"/>
              </a:buClr>
              <a:buSzPts val="1400"/>
              <a:buFont typeface="Roboto Medium"/>
              <a:buNone/>
              <a:defRPr sz="1400" b="0" i="0">
                <a:solidFill>
                  <a:schemeClr val="accen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339" name="Google Shape;339;p63"/>
          <p:cNvSpPr txBox="1">
            <a:spLocks noGrp="1"/>
          </p:cNvSpPr>
          <p:nvPr>
            <p:ph type="body" idx="4"/>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340" name="Google Shape;340;p63"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62.xml><?xml version="1.0" encoding="utf-8"?>
<p:sldLayout xmlns:a="http://schemas.openxmlformats.org/drawingml/2006/main" xmlns:r="http://schemas.openxmlformats.org/officeDocument/2006/relationships" xmlns:p="http://schemas.openxmlformats.org/presentationml/2006/main" matchingName="HYUNDAI  Subhead | Title | Text | HP Image">
  <p:cSld name="HYUNDAI  Subhead | Title | Text | HP Image">
    <p:bg>
      <p:bgPr>
        <a:solidFill>
          <a:schemeClr val="dk2"/>
        </a:solidFill>
        <a:effectLst/>
      </p:bgPr>
    </p:bg>
    <p:spTree>
      <p:nvGrpSpPr>
        <p:cNvPr id="1" name="Shape 341"/>
        <p:cNvGrpSpPr/>
        <p:nvPr/>
      </p:nvGrpSpPr>
      <p:grpSpPr>
        <a:xfrm>
          <a:off x="0" y="0"/>
          <a:ext cx="0" cy="0"/>
          <a:chOff x="0" y="0"/>
          <a:chExt cx="0" cy="0"/>
        </a:xfrm>
      </p:grpSpPr>
      <p:sp>
        <p:nvSpPr>
          <p:cNvPr id="342" name="Google Shape;342;p64"/>
          <p:cNvSpPr>
            <a:spLocks noGrp="1"/>
          </p:cNvSpPr>
          <p:nvPr>
            <p:ph type="pic" idx="2"/>
          </p:nvPr>
        </p:nvSpPr>
        <p:spPr>
          <a:xfrm>
            <a:off x="6094473" y="0"/>
            <a:ext cx="6094476"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343" name="Google Shape;343;p64"/>
          <p:cNvSpPr txBox="1">
            <a:spLocks noGrp="1"/>
          </p:cNvSpPr>
          <p:nvPr>
            <p:ph type="title"/>
          </p:nvPr>
        </p:nvSpPr>
        <p:spPr>
          <a:xfrm>
            <a:off x="455618" y="731522"/>
            <a:ext cx="5029251"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b="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44" name="Google Shape;344;p64"/>
          <p:cNvSpPr txBox="1">
            <a:spLocks noGrp="1"/>
          </p:cNvSpPr>
          <p:nvPr>
            <p:ph type="body" idx="1"/>
          </p:nvPr>
        </p:nvSpPr>
        <p:spPr>
          <a:xfrm>
            <a:off x="455618" y="2971800"/>
            <a:ext cx="5029251"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a:lnSpc>
                <a:spcPct val="100000"/>
              </a:lnSpc>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345" name="Google Shape;345;p64"/>
          <p:cNvSpPr txBox="1">
            <a:spLocks noGrp="1"/>
          </p:cNvSpPr>
          <p:nvPr>
            <p:ph type="body" idx="3"/>
          </p:nvPr>
        </p:nvSpPr>
        <p:spPr>
          <a:xfrm>
            <a:off x="455619" y="460685"/>
            <a:ext cx="5029251"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accent2"/>
              </a:buClr>
              <a:buSzPts val="1400"/>
              <a:buFont typeface="Roboto Medium"/>
              <a:buNone/>
              <a:defRPr sz="1400" b="0" i="0">
                <a:solidFill>
                  <a:schemeClr val="accen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346" name="Google Shape;346;p64"/>
          <p:cNvSpPr txBox="1">
            <a:spLocks noGrp="1"/>
          </p:cNvSpPr>
          <p:nvPr>
            <p:ph type="body" idx="4"/>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347" name="Google Shape;347;p64"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63.xml><?xml version="1.0" encoding="utf-8"?>
<p:sldLayout xmlns:a="http://schemas.openxmlformats.org/drawingml/2006/main" xmlns:r="http://schemas.openxmlformats.org/officeDocument/2006/relationships" xmlns:p="http://schemas.openxmlformats.org/presentationml/2006/main" matchingName="HYUNDAI  Subhead | Title">
  <p:cSld name="HYUNDAI  Subhead | Title">
    <p:bg>
      <p:bgPr>
        <a:solidFill>
          <a:schemeClr val="dk2"/>
        </a:solidFill>
        <a:effectLst/>
      </p:bgPr>
    </p:bg>
    <p:spTree>
      <p:nvGrpSpPr>
        <p:cNvPr id="1" name="Shape 348"/>
        <p:cNvGrpSpPr/>
        <p:nvPr/>
      </p:nvGrpSpPr>
      <p:grpSpPr>
        <a:xfrm>
          <a:off x="0" y="0"/>
          <a:ext cx="0" cy="0"/>
          <a:chOff x="0" y="0"/>
          <a:chExt cx="0" cy="0"/>
        </a:xfrm>
      </p:grpSpPr>
      <p:sp>
        <p:nvSpPr>
          <p:cNvPr id="349" name="Google Shape;349;p65"/>
          <p:cNvSpPr txBox="1">
            <a:spLocks noGrp="1"/>
          </p:cNvSpPr>
          <p:nvPr>
            <p:ph type="title"/>
          </p:nvPr>
        </p:nvSpPr>
        <p:spPr>
          <a:xfrm>
            <a:off x="455618" y="731522"/>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0" name="Google Shape;350;p65"/>
          <p:cNvSpPr txBox="1">
            <a:spLocks noGrp="1"/>
          </p:cNvSpPr>
          <p:nvPr>
            <p:ph type="body" idx="1"/>
          </p:nvPr>
        </p:nvSpPr>
        <p:spPr>
          <a:xfrm>
            <a:off x="455618" y="460685"/>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accent2"/>
              </a:buClr>
              <a:buSzPts val="1400"/>
              <a:buFont typeface="Roboto Medium"/>
              <a:buNone/>
              <a:defRPr sz="1400" b="0" i="0">
                <a:solidFill>
                  <a:schemeClr val="accen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351" name="Google Shape;351;p65"/>
          <p:cNvSpPr txBox="1">
            <a:spLocks noGrp="1"/>
          </p:cNvSpPr>
          <p:nvPr>
            <p:ph type="body" idx="2"/>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352" name="Google Shape;352;p65"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64.xml><?xml version="1.0" encoding="utf-8"?>
<p:sldLayout xmlns:a="http://schemas.openxmlformats.org/drawingml/2006/main" xmlns:r="http://schemas.openxmlformats.org/officeDocument/2006/relationships" xmlns:p="http://schemas.openxmlformats.org/presentationml/2006/main" matchingName="HYUNDAI  1Col Title | Subhead | Text">
  <p:cSld name="HYUNDAI  1Col Title | Subhead | Text">
    <p:bg>
      <p:bgPr>
        <a:solidFill>
          <a:schemeClr val="dk2"/>
        </a:solidFill>
        <a:effectLst/>
      </p:bgPr>
    </p:bg>
    <p:spTree>
      <p:nvGrpSpPr>
        <p:cNvPr id="1" name="Shape 353"/>
        <p:cNvGrpSpPr/>
        <p:nvPr/>
      </p:nvGrpSpPr>
      <p:grpSpPr>
        <a:xfrm>
          <a:off x="0" y="0"/>
          <a:ext cx="0" cy="0"/>
          <a:chOff x="0" y="0"/>
          <a:chExt cx="0" cy="0"/>
        </a:xfrm>
      </p:grpSpPr>
      <p:sp>
        <p:nvSpPr>
          <p:cNvPr id="354" name="Google Shape;354;p66"/>
          <p:cNvSpPr txBox="1">
            <a:spLocks noGrp="1"/>
          </p:cNvSpPr>
          <p:nvPr>
            <p:ph type="title"/>
          </p:nvPr>
        </p:nvSpPr>
        <p:spPr>
          <a:xfrm>
            <a:off x="455618" y="491681"/>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b="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5" name="Google Shape;355;p66"/>
          <p:cNvSpPr txBox="1">
            <a:spLocks noGrp="1"/>
          </p:cNvSpPr>
          <p:nvPr>
            <p:ph type="body" idx="1"/>
          </p:nvPr>
        </p:nvSpPr>
        <p:spPr>
          <a:xfrm>
            <a:off x="455618" y="2971800"/>
            <a:ext cx="8915492" cy="2971800"/>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356" name="Google Shape;356;p66"/>
          <p:cNvSpPr txBox="1">
            <a:spLocks noGrp="1"/>
          </p:cNvSpPr>
          <p:nvPr>
            <p:ph type="body" idx="2"/>
          </p:nvPr>
        </p:nvSpPr>
        <p:spPr>
          <a:xfrm>
            <a:off x="455618" y="868681"/>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accent2"/>
              </a:buClr>
              <a:buSzPts val="1600"/>
              <a:buFont typeface="Roboto Medium"/>
              <a:buNone/>
              <a:defRPr sz="1600" b="0" i="0">
                <a:solidFill>
                  <a:schemeClr val="accen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357" name="Google Shape;357;p66"/>
          <p:cNvSpPr txBox="1">
            <a:spLocks noGrp="1"/>
          </p:cNvSpPr>
          <p:nvPr>
            <p:ph type="body" idx="3"/>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358" name="Google Shape;358;p66"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65.xml><?xml version="1.0" encoding="utf-8"?>
<p:sldLayout xmlns:a="http://schemas.openxmlformats.org/drawingml/2006/main" xmlns:r="http://schemas.openxmlformats.org/officeDocument/2006/relationships" xmlns:p="http://schemas.openxmlformats.org/presentationml/2006/main" matchingName="HYUNDAI  2Col Title | Subhead | Text">
  <p:cSld name="HYUNDAI  2Col Title | Subhead | Text">
    <p:bg>
      <p:bgPr>
        <a:solidFill>
          <a:schemeClr val="dk2"/>
        </a:solidFill>
        <a:effectLst/>
      </p:bgPr>
    </p:bg>
    <p:spTree>
      <p:nvGrpSpPr>
        <p:cNvPr id="1" name="Shape 359"/>
        <p:cNvGrpSpPr/>
        <p:nvPr/>
      </p:nvGrpSpPr>
      <p:grpSpPr>
        <a:xfrm>
          <a:off x="0" y="0"/>
          <a:ext cx="0" cy="0"/>
          <a:chOff x="0" y="0"/>
          <a:chExt cx="0" cy="0"/>
        </a:xfrm>
      </p:grpSpPr>
      <p:sp>
        <p:nvSpPr>
          <p:cNvPr id="360" name="Google Shape;360;p67"/>
          <p:cNvSpPr txBox="1">
            <a:spLocks noGrp="1"/>
          </p:cNvSpPr>
          <p:nvPr>
            <p:ph type="title"/>
          </p:nvPr>
        </p:nvSpPr>
        <p:spPr>
          <a:xfrm>
            <a:off x="455618" y="503696"/>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b="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61" name="Google Shape;361;p67"/>
          <p:cNvSpPr txBox="1">
            <a:spLocks noGrp="1"/>
          </p:cNvSpPr>
          <p:nvPr>
            <p:ph type="body" idx="1"/>
          </p:nvPr>
        </p:nvSpPr>
        <p:spPr>
          <a:xfrm>
            <a:off x="455617" y="2971800"/>
            <a:ext cx="5486456"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362" name="Google Shape;362;p67"/>
          <p:cNvSpPr txBox="1">
            <a:spLocks noGrp="1"/>
          </p:cNvSpPr>
          <p:nvPr>
            <p:ph type="body" idx="2"/>
          </p:nvPr>
        </p:nvSpPr>
        <p:spPr>
          <a:xfrm>
            <a:off x="455618" y="868681"/>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accent2"/>
              </a:buClr>
              <a:buSzPts val="1600"/>
              <a:buFont typeface="Roboto Medium"/>
              <a:buNone/>
              <a:defRPr sz="1600" b="0" i="0">
                <a:solidFill>
                  <a:schemeClr val="accen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363" name="Google Shape;363;p67"/>
          <p:cNvSpPr txBox="1">
            <a:spLocks noGrp="1"/>
          </p:cNvSpPr>
          <p:nvPr>
            <p:ph type="body" idx="3"/>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364" name="Google Shape;364;p67"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
        <p:nvSpPr>
          <p:cNvPr id="365" name="Google Shape;365;p67"/>
          <p:cNvSpPr txBox="1">
            <a:spLocks noGrp="1"/>
          </p:cNvSpPr>
          <p:nvPr>
            <p:ph type="body" idx="4"/>
          </p:nvPr>
        </p:nvSpPr>
        <p:spPr>
          <a:xfrm>
            <a:off x="6246876" y="2971801"/>
            <a:ext cx="5486456" cy="2971800"/>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1"/>
              </a:buClr>
              <a:buSzPts val="2000"/>
              <a:buFont typeface="Roboto"/>
              <a:buNone/>
              <a:defRPr>
                <a:solidFill>
                  <a:schemeClr val="lt1"/>
                </a:solidFill>
              </a:defRPr>
            </a:lvl1pPr>
            <a:lvl2pPr marL="914415" lvl="1" indent="-342906" algn="l">
              <a:spcBef>
                <a:spcPts val="600"/>
              </a:spcBef>
              <a:spcAft>
                <a:spcPts val="0"/>
              </a:spcAft>
              <a:buClr>
                <a:schemeClr val="lt1"/>
              </a:buClr>
              <a:buSzPts val="1800"/>
              <a:buChar char="•"/>
              <a:defRPr>
                <a:solidFill>
                  <a:schemeClr val="lt1"/>
                </a:solidFill>
              </a:defRPr>
            </a:lvl2pPr>
            <a:lvl3pPr marL="1371622" lvl="2" indent="-330205" algn="l">
              <a:spcBef>
                <a:spcPts val="600"/>
              </a:spcBef>
              <a:spcAft>
                <a:spcPts val="0"/>
              </a:spcAft>
              <a:buClr>
                <a:schemeClr val="lt1"/>
              </a:buClr>
              <a:buSzPts val="1600"/>
              <a:buChar char="−"/>
              <a:defRPr>
                <a:solidFill>
                  <a:schemeClr val="lt1"/>
                </a:solidFill>
              </a:defRPr>
            </a:lvl3pPr>
            <a:lvl4pPr marL="1828831" lvl="3" indent="-317506" algn="l">
              <a:spcBef>
                <a:spcPts val="300"/>
              </a:spcBef>
              <a:spcAft>
                <a:spcPts val="0"/>
              </a:spcAft>
              <a:buClr>
                <a:schemeClr val="lt1"/>
              </a:buClr>
              <a:buSzPts val="1400"/>
              <a:buChar char="•"/>
              <a:defRPr>
                <a:solidFill>
                  <a:schemeClr val="lt1"/>
                </a:solidFill>
              </a:defRPr>
            </a:lvl4pPr>
            <a:lvl5pPr marL="2286038" lvl="4" indent="-304805" algn="l">
              <a:spcBef>
                <a:spcPts val="300"/>
              </a:spcBef>
              <a:spcAft>
                <a:spcPts val="0"/>
              </a:spcAft>
              <a:buClr>
                <a:schemeClr val="lt1"/>
              </a:buClr>
              <a:buSzPts val="1200"/>
              <a:buChar char="−"/>
              <a:defRPr>
                <a:solidFill>
                  <a:schemeClr val="lt1"/>
                </a:solidFill>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66.xml><?xml version="1.0" encoding="utf-8"?>
<p:sldLayout xmlns:a="http://schemas.openxmlformats.org/drawingml/2006/main" xmlns:r="http://schemas.openxmlformats.org/officeDocument/2006/relationships" xmlns:p="http://schemas.openxmlformats.org/presentationml/2006/main" matchingName="HYUNDAI  1Col Title | Subhead | Text | Image">
  <p:cSld name="HYUNDAI  1Col Title | Subhead | Text | Image">
    <p:bg>
      <p:bgPr>
        <a:solidFill>
          <a:schemeClr val="dk2"/>
        </a:solidFill>
        <a:effectLst/>
      </p:bgPr>
    </p:bg>
    <p:spTree>
      <p:nvGrpSpPr>
        <p:cNvPr id="1" name="Shape 366"/>
        <p:cNvGrpSpPr/>
        <p:nvPr/>
      </p:nvGrpSpPr>
      <p:grpSpPr>
        <a:xfrm>
          <a:off x="0" y="0"/>
          <a:ext cx="0" cy="0"/>
          <a:chOff x="0" y="0"/>
          <a:chExt cx="0" cy="0"/>
        </a:xfrm>
      </p:grpSpPr>
      <p:sp>
        <p:nvSpPr>
          <p:cNvPr id="367" name="Google Shape;367;p68"/>
          <p:cNvSpPr txBox="1">
            <a:spLocks noGrp="1"/>
          </p:cNvSpPr>
          <p:nvPr>
            <p:ph type="title"/>
          </p:nvPr>
        </p:nvSpPr>
        <p:spPr>
          <a:xfrm>
            <a:off x="455618" y="503696"/>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b="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68" name="Google Shape;368;p68"/>
          <p:cNvSpPr txBox="1">
            <a:spLocks noGrp="1"/>
          </p:cNvSpPr>
          <p:nvPr>
            <p:ph type="body" idx="1"/>
          </p:nvPr>
        </p:nvSpPr>
        <p:spPr>
          <a:xfrm>
            <a:off x="455616" y="2971800"/>
            <a:ext cx="5638859"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a:lnSpc>
                <a:spcPct val="100000"/>
              </a:lnSpc>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369" name="Google Shape;369;p68"/>
          <p:cNvSpPr>
            <a:spLocks noGrp="1"/>
          </p:cNvSpPr>
          <p:nvPr>
            <p:ph type="pic" idx="2"/>
          </p:nvPr>
        </p:nvSpPr>
        <p:spPr>
          <a:xfrm>
            <a:off x="7389890" y="1371600"/>
            <a:ext cx="4343445" cy="4572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370" name="Google Shape;370;p68"/>
          <p:cNvSpPr txBox="1">
            <a:spLocks noGrp="1"/>
          </p:cNvSpPr>
          <p:nvPr>
            <p:ph type="body" idx="3"/>
          </p:nvPr>
        </p:nvSpPr>
        <p:spPr>
          <a:xfrm>
            <a:off x="455618" y="868681"/>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accent2"/>
              </a:buClr>
              <a:buSzPts val="1600"/>
              <a:buFont typeface="Roboto Medium"/>
              <a:buNone/>
              <a:defRPr sz="1600" b="0" i="0">
                <a:solidFill>
                  <a:schemeClr val="accen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371" name="Google Shape;371;p68"/>
          <p:cNvSpPr txBox="1">
            <a:spLocks noGrp="1"/>
          </p:cNvSpPr>
          <p:nvPr>
            <p:ph type="body" idx="4"/>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372" name="Google Shape;372;p68"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67.xml><?xml version="1.0" encoding="utf-8"?>
<p:sldLayout xmlns:a="http://schemas.openxmlformats.org/drawingml/2006/main" xmlns:r="http://schemas.openxmlformats.org/officeDocument/2006/relationships" xmlns:p="http://schemas.openxmlformats.org/presentationml/2006/main" matchingName="HYUNDAI  Title | Subhead | Text | HP Image">
  <p:cSld name="HYUNDAI  Title | Subhead | Text | HP Image">
    <p:bg>
      <p:bgPr>
        <a:solidFill>
          <a:schemeClr val="dk2"/>
        </a:solidFill>
        <a:effectLst/>
      </p:bgPr>
    </p:bg>
    <p:spTree>
      <p:nvGrpSpPr>
        <p:cNvPr id="1" name="Shape 373"/>
        <p:cNvGrpSpPr/>
        <p:nvPr/>
      </p:nvGrpSpPr>
      <p:grpSpPr>
        <a:xfrm>
          <a:off x="0" y="0"/>
          <a:ext cx="0" cy="0"/>
          <a:chOff x="0" y="0"/>
          <a:chExt cx="0" cy="0"/>
        </a:xfrm>
      </p:grpSpPr>
      <p:sp>
        <p:nvSpPr>
          <p:cNvPr id="374" name="Google Shape;374;p69"/>
          <p:cNvSpPr>
            <a:spLocks noGrp="1"/>
          </p:cNvSpPr>
          <p:nvPr>
            <p:ph type="pic" idx="2"/>
          </p:nvPr>
        </p:nvSpPr>
        <p:spPr>
          <a:xfrm>
            <a:off x="6094475" y="359"/>
            <a:ext cx="6094476"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375" name="Google Shape;375;p69"/>
          <p:cNvSpPr txBox="1">
            <a:spLocks noGrp="1"/>
          </p:cNvSpPr>
          <p:nvPr>
            <p:ph type="title"/>
          </p:nvPr>
        </p:nvSpPr>
        <p:spPr>
          <a:xfrm>
            <a:off x="455618" y="503696"/>
            <a:ext cx="5029251"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b="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76" name="Google Shape;376;p69"/>
          <p:cNvSpPr txBox="1">
            <a:spLocks noGrp="1"/>
          </p:cNvSpPr>
          <p:nvPr>
            <p:ph type="body" idx="1"/>
          </p:nvPr>
        </p:nvSpPr>
        <p:spPr>
          <a:xfrm>
            <a:off x="455618" y="2971800"/>
            <a:ext cx="5029251"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a:lnSpc>
                <a:spcPct val="100000"/>
              </a:lnSpc>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377" name="Google Shape;377;p69"/>
          <p:cNvSpPr txBox="1">
            <a:spLocks noGrp="1"/>
          </p:cNvSpPr>
          <p:nvPr>
            <p:ph type="body" idx="3"/>
          </p:nvPr>
        </p:nvSpPr>
        <p:spPr>
          <a:xfrm>
            <a:off x="455619" y="868681"/>
            <a:ext cx="5029251"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accent2"/>
              </a:buClr>
              <a:buSzPts val="1600"/>
              <a:buFont typeface="Roboto Medium"/>
              <a:buNone/>
              <a:defRPr sz="1600" b="0" i="0">
                <a:solidFill>
                  <a:schemeClr val="accen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378" name="Google Shape;378;p69"/>
          <p:cNvSpPr txBox="1">
            <a:spLocks noGrp="1"/>
          </p:cNvSpPr>
          <p:nvPr>
            <p:ph type="body" idx="4"/>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379" name="Google Shape;379;p69"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68.xml><?xml version="1.0" encoding="utf-8"?>
<p:sldLayout xmlns:a="http://schemas.openxmlformats.org/drawingml/2006/main" xmlns:r="http://schemas.openxmlformats.org/officeDocument/2006/relationships" xmlns:p="http://schemas.openxmlformats.org/presentationml/2006/main" matchingName="HYUNDAI  Title | Subhead">
  <p:cSld name="HYUNDAI  Title | Subhead">
    <p:bg>
      <p:bgPr>
        <a:solidFill>
          <a:schemeClr val="dk2"/>
        </a:solidFill>
        <a:effectLst/>
      </p:bgPr>
    </p:bg>
    <p:spTree>
      <p:nvGrpSpPr>
        <p:cNvPr id="1" name="Shape 380"/>
        <p:cNvGrpSpPr/>
        <p:nvPr/>
      </p:nvGrpSpPr>
      <p:grpSpPr>
        <a:xfrm>
          <a:off x="0" y="0"/>
          <a:ext cx="0" cy="0"/>
          <a:chOff x="0" y="0"/>
          <a:chExt cx="0" cy="0"/>
        </a:xfrm>
      </p:grpSpPr>
      <p:sp>
        <p:nvSpPr>
          <p:cNvPr id="381" name="Google Shape;381;p70"/>
          <p:cNvSpPr txBox="1">
            <a:spLocks noGrp="1"/>
          </p:cNvSpPr>
          <p:nvPr>
            <p:ph type="title"/>
          </p:nvPr>
        </p:nvSpPr>
        <p:spPr>
          <a:xfrm>
            <a:off x="455618" y="503696"/>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3200"/>
              <a:buFont typeface="Roboto Medium"/>
              <a:buNone/>
              <a:defRPr>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2" name="Google Shape;382;p70"/>
          <p:cNvSpPr txBox="1">
            <a:spLocks noGrp="1"/>
          </p:cNvSpPr>
          <p:nvPr>
            <p:ph type="body" idx="1"/>
          </p:nvPr>
        </p:nvSpPr>
        <p:spPr>
          <a:xfrm>
            <a:off x="455618" y="868681"/>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accent2"/>
              </a:buClr>
              <a:buSzPts val="1600"/>
              <a:buFont typeface="Roboto Medium"/>
              <a:buNone/>
              <a:defRPr sz="1600" b="0" i="0">
                <a:solidFill>
                  <a:schemeClr val="accent2"/>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383" name="Google Shape;383;p70"/>
          <p:cNvSpPr txBox="1">
            <a:spLocks noGrp="1"/>
          </p:cNvSpPr>
          <p:nvPr>
            <p:ph type="body" idx="2"/>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384" name="Google Shape;384;p70"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69.xml><?xml version="1.0" encoding="utf-8"?>
<p:sldLayout xmlns:a="http://schemas.openxmlformats.org/drawingml/2006/main" xmlns:r="http://schemas.openxmlformats.org/officeDocument/2006/relationships" xmlns:p="http://schemas.openxmlformats.org/presentationml/2006/main" matchingName="HYUNDAI  Blank">
  <p:cSld name="HYUNDAI  Blank">
    <p:bg>
      <p:bgPr>
        <a:solidFill>
          <a:schemeClr val="dk2"/>
        </a:solidFill>
        <a:effectLst/>
      </p:bgPr>
    </p:bg>
    <p:spTree>
      <p:nvGrpSpPr>
        <p:cNvPr id="1" name="Shape 385"/>
        <p:cNvGrpSpPr/>
        <p:nvPr/>
      </p:nvGrpSpPr>
      <p:grpSpPr>
        <a:xfrm>
          <a:off x="0" y="0"/>
          <a:ext cx="0" cy="0"/>
          <a:chOff x="0" y="0"/>
          <a:chExt cx="0" cy="0"/>
        </a:xfrm>
      </p:grpSpPr>
      <p:sp>
        <p:nvSpPr>
          <p:cNvPr id="386" name="Google Shape;386;p71"/>
          <p:cNvSpPr txBox="1">
            <a:spLocks noGrp="1"/>
          </p:cNvSpPr>
          <p:nvPr>
            <p:ph type="body" idx="1"/>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387" name="Google Shape;387;p71" descr="A picture containing drawing&#10;&#10;Description automatically generated"/>
          <p:cNvPicPr preferRelativeResize="0"/>
          <p:nvPr/>
        </p:nvPicPr>
        <p:blipFill rotWithShape="1">
          <a:blip r:embed="rId2">
            <a:alphaModFix/>
          </a:blip>
          <a:srcRect b="31356"/>
          <a:stretch/>
        </p:blipFill>
        <p:spPr>
          <a:xfrm>
            <a:off x="455619" y="6277208"/>
            <a:ext cx="685807" cy="3521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70.xml><?xml version="1.0" encoding="utf-8"?>
<p:sldLayout xmlns:a="http://schemas.openxmlformats.org/drawingml/2006/main" xmlns:r="http://schemas.openxmlformats.org/officeDocument/2006/relationships" xmlns:p="http://schemas.openxmlformats.org/presentationml/2006/main" matchingName="SEAGLASS 1Col Title | Text">
  <p:cSld name="SEAGLASS 1Col Title | Text">
    <p:bg>
      <p:bgPr>
        <a:solidFill>
          <a:schemeClr val="accent3"/>
        </a:solidFill>
        <a:effectLst/>
      </p:bgPr>
    </p:bg>
    <p:spTree>
      <p:nvGrpSpPr>
        <p:cNvPr id="1" name="Shape 388"/>
        <p:cNvGrpSpPr/>
        <p:nvPr/>
      </p:nvGrpSpPr>
      <p:grpSpPr>
        <a:xfrm>
          <a:off x="0" y="0"/>
          <a:ext cx="0" cy="0"/>
          <a:chOff x="0" y="0"/>
          <a:chExt cx="0" cy="0"/>
        </a:xfrm>
      </p:grpSpPr>
      <p:sp>
        <p:nvSpPr>
          <p:cNvPr id="389" name="Google Shape;389;p72"/>
          <p:cNvSpPr txBox="1">
            <a:spLocks noGrp="1"/>
          </p:cNvSpPr>
          <p:nvPr>
            <p:ph type="title"/>
          </p:nvPr>
        </p:nvSpPr>
        <p:spPr>
          <a:xfrm>
            <a:off x="455618" y="460685"/>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0" name="Google Shape;390;p72"/>
          <p:cNvSpPr txBox="1">
            <a:spLocks noGrp="1"/>
          </p:cNvSpPr>
          <p:nvPr>
            <p:ph type="body" idx="1"/>
          </p:nvPr>
        </p:nvSpPr>
        <p:spPr>
          <a:xfrm>
            <a:off x="455618" y="2971800"/>
            <a:ext cx="8915492" cy="2971800"/>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a:spcBef>
                <a:spcPts val="600"/>
              </a:spcBef>
              <a:spcAft>
                <a:spcPts val="0"/>
              </a:spcAft>
              <a:buClr>
                <a:schemeClr val="dk1"/>
              </a:buClr>
              <a:buSzPts val="1800"/>
              <a:buChar char="•"/>
              <a:defRPr b="0" i="0">
                <a:latin typeface="Roboto"/>
                <a:ea typeface="Roboto"/>
                <a:cs typeface="Roboto"/>
                <a:sym typeface="Roboto"/>
              </a:defRPr>
            </a:lvl2pPr>
            <a:lvl3pPr marL="1371622" lvl="2" indent="-330205" algn="l">
              <a:spcBef>
                <a:spcPts val="600"/>
              </a:spcBef>
              <a:spcAft>
                <a:spcPts val="0"/>
              </a:spcAft>
              <a:buClr>
                <a:schemeClr val="dk1"/>
              </a:buClr>
              <a:buSzPts val="1600"/>
              <a:buChar char="−"/>
              <a:defRPr b="0" i="0">
                <a:latin typeface="Roboto"/>
                <a:ea typeface="Roboto"/>
                <a:cs typeface="Roboto"/>
                <a:sym typeface="Roboto"/>
              </a:defRPr>
            </a:lvl3pPr>
            <a:lvl4pPr marL="1828831" lvl="3" indent="-317506" algn="l">
              <a:spcBef>
                <a:spcPts val="300"/>
              </a:spcBef>
              <a:spcAft>
                <a:spcPts val="0"/>
              </a:spcAft>
              <a:buClr>
                <a:schemeClr val="dk1"/>
              </a:buClr>
              <a:buSzPts val="1400"/>
              <a:buChar char="•"/>
              <a:defRPr b="0" i="0">
                <a:latin typeface="Roboto"/>
                <a:ea typeface="Roboto"/>
                <a:cs typeface="Roboto"/>
                <a:sym typeface="Roboto"/>
              </a:defRPr>
            </a:lvl4pPr>
            <a:lvl5pPr marL="2286038" lvl="4" indent="-304805" algn="l">
              <a:spcBef>
                <a:spcPts val="300"/>
              </a:spcBef>
              <a:spcAft>
                <a:spcPts val="0"/>
              </a:spcAft>
              <a:buClr>
                <a:schemeClr val="dk1"/>
              </a:buClr>
              <a:buSzPts val="1200"/>
              <a:buChar char="−"/>
              <a:defRPr b="0" i="0">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391" name="Google Shape;391;p72"/>
          <p:cNvSpPr txBox="1">
            <a:spLocks noGrp="1"/>
          </p:cNvSpPr>
          <p:nvPr>
            <p:ph type="body" idx="2"/>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392" name="Google Shape;392;p72" descr="A picture containing drawing&#10;&#10;Description automatically generated"/>
          <p:cNvPicPr preferRelativeResize="0"/>
          <p:nvPr/>
        </p:nvPicPr>
        <p:blipFill rotWithShape="1">
          <a:blip r:embed="rId2">
            <a:alphaModFix/>
          </a:blip>
          <a:srcRect/>
          <a:stretch/>
        </p:blipFill>
        <p:spPr>
          <a:xfrm>
            <a:off x="455619" y="6275784"/>
            <a:ext cx="685800" cy="353616"/>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71.xml><?xml version="1.0" encoding="utf-8"?>
<p:sldLayout xmlns:a="http://schemas.openxmlformats.org/drawingml/2006/main" xmlns:r="http://schemas.openxmlformats.org/officeDocument/2006/relationships" xmlns:p="http://schemas.openxmlformats.org/presentationml/2006/main" matchingName="SEAGLASS 2Col Title | Text">
  <p:cSld name="SEAGLASS 2Col Title | Text">
    <p:bg>
      <p:bgPr>
        <a:solidFill>
          <a:schemeClr val="accent3"/>
        </a:solidFill>
        <a:effectLst/>
      </p:bgPr>
    </p:bg>
    <p:spTree>
      <p:nvGrpSpPr>
        <p:cNvPr id="1" name="Shape 393"/>
        <p:cNvGrpSpPr/>
        <p:nvPr/>
      </p:nvGrpSpPr>
      <p:grpSpPr>
        <a:xfrm>
          <a:off x="0" y="0"/>
          <a:ext cx="0" cy="0"/>
          <a:chOff x="0" y="0"/>
          <a:chExt cx="0" cy="0"/>
        </a:xfrm>
      </p:grpSpPr>
      <p:sp>
        <p:nvSpPr>
          <p:cNvPr id="394" name="Google Shape;394;p73"/>
          <p:cNvSpPr txBox="1">
            <a:spLocks noGrp="1"/>
          </p:cNvSpPr>
          <p:nvPr>
            <p:ph type="title"/>
          </p:nvPr>
        </p:nvSpPr>
        <p:spPr>
          <a:xfrm>
            <a:off x="455618" y="460685"/>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5" name="Google Shape;395;p73"/>
          <p:cNvSpPr txBox="1">
            <a:spLocks noGrp="1"/>
          </p:cNvSpPr>
          <p:nvPr>
            <p:ph type="body" idx="1"/>
          </p:nvPr>
        </p:nvSpPr>
        <p:spPr>
          <a:xfrm>
            <a:off x="455617" y="2971800"/>
            <a:ext cx="5486456"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a:spcBef>
                <a:spcPts val="600"/>
              </a:spcBef>
              <a:spcAft>
                <a:spcPts val="0"/>
              </a:spcAft>
              <a:buClr>
                <a:schemeClr val="dk1"/>
              </a:buClr>
              <a:buSzPts val="1800"/>
              <a:buChar char="•"/>
              <a:defRPr b="0" i="0">
                <a:latin typeface="Roboto"/>
                <a:ea typeface="Roboto"/>
                <a:cs typeface="Roboto"/>
                <a:sym typeface="Roboto"/>
              </a:defRPr>
            </a:lvl2pPr>
            <a:lvl3pPr marL="1371622" lvl="2" indent="-330205" algn="l">
              <a:spcBef>
                <a:spcPts val="600"/>
              </a:spcBef>
              <a:spcAft>
                <a:spcPts val="0"/>
              </a:spcAft>
              <a:buClr>
                <a:schemeClr val="dk1"/>
              </a:buClr>
              <a:buSzPts val="1600"/>
              <a:buChar char="−"/>
              <a:defRPr b="0" i="0">
                <a:latin typeface="Roboto"/>
                <a:ea typeface="Roboto"/>
                <a:cs typeface="Roboto"/>
                <a:sym typeface="Roboto"/>
              </a:defRPr>
            </a:lvl3pPr>
            <a:lvl4pPr marL="1828831" lvl="3" indent="-317506" algn="l">
              <a:spcBef>
                <a:spcPts val="300"/>
              </a:spcBef>
              <a:spcAft>
                <a:spcPts val="0"/>
              </a:spcAft>
              <a:buClr>
                <a:schemeClr val="dk1"/>
              </a:buClr>
              <a:buSzPts val="1400"/>
              <a:buChar char="•"/>
              <a:defRPr b="0" i="0">
                <a:latin typeface="Roboto"/>
                <a:ea typeface="Roboto"/>
                <a:cs typeface="Roboto"/>
                <a:sym typeface="Roboto"/>
              </a:defRPr>
            </a:lvl4pPr>
            <a:lvl5pPr marL="2286038" lvl="4" indent="-304805" algn="l">
              <a:spcBef>
                <a:spcPts val="300"/>
              </a:spcBef>
              <a:spcAft>
                <a:spcPts val="0"/>
              </a:spcAft>
              <a:buClr>
                <a:schemeClr val="dk1"/>
              </a:buClr>
              <a:buSzPts val="1200"/>
              <a:buChar char="−"/>
              <a:defRPr b="0" i="0">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396" name="Google Shape;396;p73"/>
          <p:cNvSpPr txBox="1">
            <a:spLocks noGrp="1"/>
          </p:cNvSpPr>
          <p:nvPr>
            <p:ph type="body" idx="2"/>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397" name="Google Shape;397;p73" descr="A picture containing drawing&#10;&#10;Description automatically generated"/>
          <p:cNvPicPr preferRelativeResize="0"/>
          <p:nvPr/>
        </p:nvPicPr>
        <p:blipFill rotWithShape="1">
          <a:blip r:embed="rId2">
            <a:alphaModFix/>
          </a:blip>
          <a:srcRect/>
          <a:stretch/>
        </p:blipFill>
        <p:spPr>
          <a:xfrm>
            <a:off x="455619" y="6275784"/>
            <a:ext cx="685800" cy="353616"/>
          </a:xfrm>
          <a:prstGeom prst="rect">
            <a:avLst/>
          </a:prstGeom>
          <a:noFill/>
          <a:ln>
            <a:noFill/>
          </a:ln>
        </p:spPr>
      </p:pic>
      <p:sp>
        <p:nvSpPr>
          <p:cNvPr id="398" name="Google Shape;398;p73"/>
          <p:cNvSpPr txBox="1">
            <a:spLocks noGrp="1"/>
          </p:cNvSpPr>
          <p:nvPr>
            <p:ph type="body" idx="3"/>
          </p:nvPr>
        </p:nvSpPr>
        <p:spPr>
          <a:xfrm>
            <a:off x="6246876" y="2971801"/>
            <a:ext cx="5486456" cy="2971800"/>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dk1"/>
              </a:buClr>
              <a:buSzPts val="1800"/>
              <a:buNone/>
              <a:defRPr/>
            </a:lvl1pPr>
            <a:lvl2pPr marL="914415" lvl="1" indent="-342906" algn="l">
              <a:spcBef>
                <a:spcPts val="600"/>
              </a:spcBef>
              <a:spcAft>
                <a:spcPts val="0"/>
              </a:spcAft>
              <a:buClr>
                <a:schemeClr val="dk1"/>
              </a:buClr>
              <a:buSzPts val="1800"/>
              <a:buChar char="•"/>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72.xml><?xml version="1.0" encoding="utf-8"?>
<p:sldLayout xmlns:a="http://schemas.openxmlformats.org/drawingml/2006/main" xmlns:r="http://schemas.openxmlformats.org/officeDocument/2006/relationships" xmlns:p="http://schemas.openxmlformats.org/presentationml/2006/main" matchingName="SEAGLASS Title | Text | Image">
  <p:cSld name="SEAGLASS Title | Text | Image">
    <p:bg>
      <p:bgPr>
        <a:solidFill>
          <a:schemeClr val="accent3"/>
        </a:solidFill>
        <a:effectLst/>
      </p:bgPr>
    </p:bg>
    <p:spTree>
      <p:nvGrpSpPr>
        <p:cNvPr id="1" name="Shape 399"/>
        <p:cNvGrpSpPr/>
        <p:nvPr/>
      </p:nvGrpSpPr>
      <p:grpSpPr>
        <a:xfrm>
          <a:off x="0" y="0"/>
          <a:ext cx="0" cy="0"/>
          <a:chOff x="0" y="0"/>
          <a:chExt cx="0" cy="0"/>
        </a:xfrm>
      </p:grpSpPr>
      <p:sp>
        <p:nvSpPr>
          <p:cNvPr id="400" name="Google Shape;400;p74"/>
          <p:cNvSpPr txBox="1">
            <a:spLocks noGrp="1"/>
          </p:cNvSpPr>
          <p:nvPr>
            <p:ph type="title"/>
          </p:nvPr>
        </p:nvSpPr>
        <p:spPr>
          <a:xfrm>
            <a:off x="455618" y="460685"/>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01" name="Google Shape;401;p74"/>
          <p:cNvSpPr txBox="1">
            <a:spLocks noGrp="1"/>
          </p:cNvSpPr>
          <p:nvPr>
            <p:ph type="body" idx="1"/>
          </p:nvPr>
        </p:nvSpPr>
        <p:spPr>
          <a:xfrm>
            <a:off x="455618" y="2971800"/>
            <a:ext cx="5638858"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a:spcBef>
                <a:spcPts val="600"/>
              </a:spcBef>
              <a:spcAft>
                <a:spcPts val="0"/>
              </a:spcAft>
              <a:buClr>
                <a:schemeClr val="dk1"/>
              </a:buClr>
              <a:buSzPts val="1800"/>
              <a:buChar char="•"/>
              <a:defRPr b="0" i="0">
                <a:latin typeface="Roboto"/>
                <a:ea typeface="Roboto"/>
                <a:cs typeface="Roboto"/>
                <a:sym typeface="Roboto"/>
              </a:defRPr>
            </a:lvl2pPr>
            <a:lvl3pPr marL="1371622" lvl="2" indent="-330205" algn="l">
              <a:spcBef>
                <a:spcPts val="600"/>
              </a:spcBef>
              <a:spcAft>
                <a:spcPts val="0"/>
              </a:spcAft>
              <a:buClr>
                <a:schemeClr val="dk1"/>
              </a:buClr>
              <a:buSzPts val="1600"/>
              <a:buChar char="−"/>
              <a:defRPr b="0" i="0">
                <a:latin typeface="Roboto"/>
                <a:ea typeface="Roboto"/>
                <a:cs typeface="Roboto"/>
                <a:sym typeface="Roboto"/>
              </a:defRPr>
            </a:lvl3pPr>
            <a:lvl4pPr marL="1828831" lvl="3" indent="-317506" algn="l">
              <a:lnSpc>
                <a:spcPct val="100000"/>
              </a:lnSpc>
              <a:spcBef>
                <a:spcPts val="300"/>
              </a:spcBef>
              <a:spcAft>
                <a:spcPts val="0"/>
              </a:spcAft>
              <a:buClr>
                <a:schemeClr val="dk1"/>
              </a:buClr>
              <a:buSzPts val="1400"/>
              <a:buChar char="•"/>
              <a:defRPr b="0" i="0">
                <a:latin typeface="Roboto"/>
                <a:ea typeface="Roboto"/>
                <a:cs typeface="Roboto"/>
                <a:sym typeface="Roboto"/>
              </a:defRPr>
            </a:lvl4pPr>
            <a:lvl5pPr marL="2286038" lvl="4" indent="-304805" algn="l">
              <a:spcBef>
                <a:spcPts val="300"/>
              </a:spcBef>
              <a:spcAft>
                <a:spcPts val="0"/>
              </a:spcAft>
              <a:buClr>
                <a:schemeClr val="dk1"/>
              </a:buClr>
              <a:buSzPts val="1200"/>
              <a:buChar char="−"/>
              <a:defRPr b="0" i="0">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402" name="Google Shape;402;p74"/>
          <p:cNvSpPr>
            <a:spLocks noGrp="1"/>
          </p:cNvSpPr>
          <p:nvPr>
            <p:ph type="pic" idx="2"/>
          </p:nvPr>
        </p:nvSpPr>
        <p:spPr>
          <a:xfrm>
            <a:off x="7389890" y="1371600"/>
            <a:ext cx="4343445" cy="4572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403" name="Google Shape;403;p74"/>
          <p:cNvSpPr txBox="1">
            <a:spLocks noGrp="1"/>
          </p:cNvSpPr>
          <p:nvPr>
            <p:ph type="body" idx="3"/>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404" name="Google Shape;404;p74" descr="A picture containing drawing&#10;&#10;Description automatically generated"/>
          <p:cNvPicPr preferRelativeResize="0"/>
          <p:nvPr/>
        </p:nvPicPr>
        <p:blipFill rotWithShape="1">
          <a:blip r:embed="rId2">
            <a:alphaModFix/>
          </a:blip>
          <a:srcRect/>
          <a:stretch/>
        </p:blipFill>
        <p:spPr>
          <a:xfrm>
            <a:off x="455619" y="6275784"/>
            <a:ext cx="685800" cy="353616"/>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73.xml><?xml version="1.0" encoding="utf-8"?>
<p:sldLayout xmlns:a="http://schemas.openxmlformats.org/drawingml/2006/main" xmlns:r="http://schemas.openxmlformats.org/officeDocument/2006/relationships" xmlns:p="http://schemas.openxmlformats.org/presentationml/2006/main" matchingName="SEAGLASS Title | Text | HP Image">
  <p:cSld name="SEAGLASS Title | Text | HP Image">
    <p:bg>
      <p:bgPr>
        <a:solidFill>
          <a:schemeClr val="accent3"/>
        </a:solidFill>
        <a:effectLst/>
      </p:bgPr>
    </p:bg>
    <p:spTree>
      <p:nvGrpSpPr>
        <p:cNvPr id="1" name="Shape 405"/>
        <p:cNvGrpSpPr/>
        <p:nvPr/>
      </p:nvGrpSpPr>
      <p:grpSpPr>
        <a:xfrm>
          <a:off x="0" y="0"/>
          <a:ext cx="0" cy="0"/>
          <a:chOff x="0" y="0"/>
          <a:chExt cx="0" cy="0"/>
        </a:xfrm>
      </p:grpSpPr>
      <p:sp>
        <p:nvSpPr>
          <p:cNvPr id="406" name="Google Shape;406;p75"/>
          <p:cNvSpPr>
            <a:spLocks noGrp="1"/>
          </p:cNvSpPr>
          <p:nvPr>
            <p:ph type="pic" idx="2"/>
          </p:nvPr>
        </p:nvSpPr>
        <p:spPr>
          <a:xfrm>
            <a:off x="6094473" y="0"/>
            <a:ext cx="6094476"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407" name="Google Shape;407;p75"/>
          <p:cNvSpPr txBox="1">
            <a:spLocks noGrp="1"/>
          </p:cNvSpPr>
          <p:nvPr>
            <p:ph type="title"/>
          </p:nvPr>
        </p:nvSpPr>
        <p:spPr>
          <a:xfrm>
            <a:off x="455618" y="476183"/>
            <a:ext cx="5029251"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08" name="Google Shape;408;p75"/>
          <p:cNvSpPr txBox="1">
            <a:spLocks noGrp="1"/>
          </p:cNvSpPr>
          <p:nvPr>
            <p:ph type="body" idx="1"/>
          </p:nvPr>
        </p:nvSpPr>
        <p:spPr>
          <a:xfrm>
            <a:off x="455618" y="2971800"/>
            <a:ext cx="5029251"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a:spcBef>
                <a:spcPts val="600"/>
              </a:spcBef>
              <a:spcAft>
                <a:spcPts val="0"/>
              </a:spcAft>
              <a:buClr>
                <a:schemeClr val="dk1"/>
              </a:buClr>
              <a:buSzPts val="1800"/>
              <a:buChar char="•"/>
              <a:defRPr b="0" i="0">
                <a:latin typeface="Roboto"/>
                <a:ea typeface="Roboto"/>
                <a:cs typeface="Roboto"/>
                <a:sym typeface="Roboto"/>
              </a:defRPr>
            </a:lvl2pPr>
            <a:lvl3pPr marL="1371622" lvl="2" indent="-330205" algn="l">
              <a:spcBef>
                <a:spcPts val="600"/>
              </a:spcBef>
              <a:spcAft>
                <a:spcPts val="0"/>
              </a:spcAft>
              <a:buClr>
                <a:schemeClr val="dk1"/>
              </a:buClr>
              <a:buSzPts val="1600"/>
              <a:buChar char="−"/>
              <a:defRPr b="0" i="0">
                <a:latin typeface="Roboto"/>
                <a:ea typeface="Roboto"/>
                <a:cs typeface="Roboto"/>
                <a:sym typeface="Roboto"/>
              </a:defRPr>
            </a:lvl3pPr>
            <a:lvl4pPr marL="1828831" lvl="3" indent="-317506" algn="l">
              <a:lnSpc>
                <a:spcPct val="100000"/>
              </a:lnSpc>
              <a:spcBef>
                <a:spcPts val="300"/>
              </a:spcBef>
              <a:spcAft>
                <a:spcPts val="0"/>
              </a:spcAft>
              <a:buClr>
                <a:schemeClr val="dk1"/>
              </a:buClr>
              <a:buSzPts val="1400"/>
              <a:buChar char="•"/>
              <a:defRPr b="0" i="0">
                <a:latin typeface="Roboto"/>
                <a:ea typeface="Roboto"/>
                <a:cs typeface="Roboto"/>
                <a:sym typeface="Roboto"/>
              </a:defRPr>
            </a:lvl4pPr>
            <a:lvl5pPr marL="2286038" lvl="4" indent="-304805" algn="l">
              <a:spcBef>
                <a:spcPts val="300"/>
              </a:spcBef>
              <a:spcAft>
                <a:spcPts val="0"/>
              </a:spcAft>
              <a:buClr>
                <a:schemeClr val="dk1"/>
              </a:buClr>
              <a:buSzPts val="1200"/>
              <a:buChar char="−"/>
              <a:defRPr b="0" i="0">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409" name="Google Shape;409;p75"/>
          <p:cNvSpPr txBox="1">
            <a:spLocks noGrp="1"/>
          </p:cNvSpPr>
          <p:nvPr>
            <p:ph type="body" idx="3"/>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410" name="Google Shape;410;p75" descr="A picture containing drawing&#10;&#10;Description automatically generated"/>
          <p:cNvPicPr preferRelativeResize="0"/>
          <p:nvPr/>
        </p:nvPicPr>
        <p:blipFill rotWithShape="1">
          <a:blip r:embed="rId2">
            <a:alphaModFix/>
          </a:blip>
          <a:srcRect/>
          <a:stretch/>
        </p:blipFill>
        <p:spPr>
          <a:xfrm>
            <a:off x="455619" y="6275784"/>
            <a:ext cx="685800" cy="353616"/>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74.xml><?xml version="1.0" encoding="utf-8"?>
<p:sldLayout xmlns:a="http://schemas.openxmlformats.org/drawingml/2006/main" xmlns:r="http://schemas.openxmlformats.org/officeDocument/2006/relationships" xmlns:p="http://schemas.openxmlformats.org/presentationml/2006/main" matchingName="SEAGLASS Title">
  <p:cSld name="SEAGLASS Title">
    <p:bg>
      <p:bgPr>
        <a:solidFill>
          <a:schemeClr val="accent3"/>
        </a:solidFill>
        <a:effectLst/>
      </p:bgPr>
    </p:bg>
    <p:spTree>
      <p:nvGrpSpPr>
        <p:cNvPr id="1" name="Shape 411"/>
        <p:cNvGrpSpPr/>
        <p:nvPr/>
      </p:nvGrpSpPr>
      <p:grpSpPr>
        <a:xfrm>
          <a:off x="0" y="0"/>
          <a:ext cx="0" cy="0"/>
          <a:chOff x="0" y="0"/>
          <a:chExt cx="0" cy="0"/>
        </a:xfrm>
      </p:grpSpPr>
      <p:sp>
        <p:nvSpPr>
          <p:cNvPr id="412" name="Google Shape;412;p76"/>
          <p:cNvSpPr txBox="1">
            <a:spLocks noGrp="1"/>
          </p:cNvSpPr>
          <p:nvPr>
            <p:ph type="title"/>
          </p:nvPr>
        </p:nvSpPr>
        <p:spPr>
          <a:xfrm>
            <a:off x="455618" y="460685"/>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13" name="Google Shape;413;p76"/>
          <p:cNvSpPr txBox="1">
            <a:spLocks noGrp="1"/>
          </p:cNvSpPr>
          <p:nvPr>
            <p:ph type="body" idx="1"/>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414" name="Google Shape;414;p76" descr="A picture containing drawing&#10;&#10;Description automatically generated"/>
          <p:cNvPicPr preferRelativeResize="0"/>
          <p:nvPr/>
        </p:nvPicPr>
        <p:blipFill rotWithShape="1">
          <a:blip r:embed="rId2">
            <a:alphaModFix/>
          </a:blip>
          <a:srcRect/>
          <a:stretch/>
        </p:blipFill>
        <p:spPr>
          <a:xfrm>
            <a:off x="455619" y="6275784"/>
            <a:ext cx="685800" cy="353616"/>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75.xml><?xml version="1.0" encoding="utf-8"?>
<p:sldLayout xmlns:a="http://schemas.openxmlformats.org/drawingml/2006/main" xmlns:r="http://schemas.openxmlformats.org/officeDocument/2006/relationships" xmlns:p="http://schemas.openxmlformats.org/presentationml/2006/main" matchingName="SEAGLASS 1Col Subhead | Title | Text">
  <p:cSld name="SEAGLASS 1Col Subhead | Title | Text">
    <p:bg>
      <p:bgPr>
        <a:solidFill>
          <a:schemeClr val="accent3"/>
        </a:solidFill>
        <a:effectLst/>
      </p:bgPr>
    </p:bg>
    <p:spTree>
      <p:nvGrpSpPr>
        <p:cNvPr id="1" name="Shape 415"/>
        <p:cNvGrpSpPr/>
        <p:nvPr/>
      </p:nvGrpSpPr>
      <p:grpSpPr>
        <a:xfrm>
          <a:off x="0" y="0"/>
          <a:ext cx="0" cy="0"/>
          <a:chOff x="0" y="0"/>
          <a:chExt cx="0" cy="0"/>
        </a:xfrm>
      </p:grpSpPr>
      <p:sp>
        <p:nvSpPr>
          <p:cNvPr id="416" name="Google Shape;416;p77"/>
          <p:cNvSpPr txBox="1">
            <a:spLocks noGrp="1"/>
          </p:cNvSpPr>
          <p:nvPr>
            <p:ph type="title"/>
          </p:nvPr>
        </p:nvSpPr>
        <p:spPr>
          <a:xfrm>
            <a:off x="455618" y="731522"/>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17" name="Google Shape;417;p77"/>
          <p:cNvSpPr txBox="1">
            <a:spLocks noGrp="1"/>
          </p:cNvSpPr>
          <p:nvPr>
            <p:ph type="body" idx="1"/>
          </p:nvPr>
        </p:nvSpPr>
        <p:spPr>
          <a:xfrm>
            <a:off x="455618" y="2971800"/>
            <a:ext cx="8915492" cy="2971800"/>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a:spcBef>
                <a:spcPts val="600"/>
              </a:spcBef>
              <a:spcAft>
                <a:spcPts val="0"/>
              </a:spcAft>
              <a:buClr>
                <a:schemeClr val="dk1"/>
              </a:buClr>
              <a:buSzPts val="1800"/>
              <a:buChar char="•"/>
              <a:defRPr b="0" i="0">
                <a:latin typeface="Roboto"/>
                <a:ea typeface="Roboto"/>
                <a:cs typeface="Roboto"/>
                <a:sym typeface="Roboto"/>
              </a:defRPr>
            </a:lvl2pPr>
            <a:lvl3pPr marL="1371622" lvl="2" indent="-330205" algn="l">
              <a:spcBef>
                <a:spcPts val="600"/>
              </a:spcBef>
              <a:spcAft>
                <a:spcPts val="0"/>
              </a:spcAft>
              <a:buClr>
                <a:schemeClr val="dk1"/>
              </a:buClr>
              <a:buSzPts val="1600"/>
              <a:buChar char="−"/>
              <a:defRPr b="0" i="0">
                <a:latin typeface="Roboto"/>
                <a:ea typeface="Roboto"/>
                <a:cs typeface="Roboto"/>
                <a:sym typeface="Roboto"/>
              </a:defRPr>
            </a:lvl3pPr>
            <a:lvl4pPr marL="1828831" lvl="3" indent="-317506" algn="l">
              <a:spcBef>
                <a:spcPts val="300"/>
              </a:spcBef>
              <a:spcAft>
                <a:spcPts val="0"/>
              </a:spcAft>
              <a:buClr>
                <a:schemeClr val="dk1"/>
              </a:buClr>
              <a:buSzPts val="1400"/>
              <a:buChar char="•"/>
              <a:defRPr b="0" i="0">
                <a:latin typeface="Roboto"/>
                <a:ea typeface="Roboto"/>
                <a:cs typeface="Roboto"/>
                <a:sym typeface="Roboto"/>
              </a:defRPr>
            </a:lvl4pPr>
            <a:lvl5pPr marL="2286038" lvl="4" indent="-304805" algn="l">
              <a:spcBef>
                <a:spcPts val="300"/>
              </a:spcBef>
              <a:spcAft>
                <a:spcPts val="0"/>
              </a:spcAft>
              <a:buClr>
                <a:schemeClr val="dk1"/>
              </a:buClr>
              <a:buSzPts val="1200"/>
              <a:buChar char="−"/>
              <a:defRPr b="0" i="0">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418" name="Google Shape;418;p77"/>
          <p:cNvSpPr txBox="1">
            <a:spLocks noGrp="1"/>
          </p:cNvSpPr>
          <p:nvPr>
            <p:ph type="body" idx="2"/>
          </p:nvPr>
        </p:nvSpPr>
        <p:spPr>
          <a:xfrm>
            <a:off x="455618" y="460685"/>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1"/>
              </a:buClr>
              <a:buSzPts val="1400"/>
              <a:buFont typeface="Roboto Medium"/>
              <a:buNone/>
              <a:defRPr sz="14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419" name="Google Shape;419;p77"/>
          <p:cNvSpPr txBox="1">
            <a:spLocks noGrp="1"/>
          </p:cNvSpPr>
          <p:nvPr>
            <p:ph type="body" idx="3"/>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420" name="Google Shape;420;p77" descr="A picture containing drawing&#10;&#10;Description automatically generated"/>
          <p:cNvPicPr preferRelativeResize="0"/>
          <p:nvPr/>
        </p:nvPicPr>
        <p:blipFill rotWithShape="1">
          <a:blip r:embed="rId2">
            <a:alphaModFix/>
          </a:blip>
          <a:srcRect/>
          <a:stretch/>
        </p:blipFill>
        <p:spPr>
          <a:xfrm>
            <a:off x="455619" y="6275784"/>
            <a:ext cx="685800" cy="353616"/>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76.xml><?xml version="1.0" encoding="utf-8"?>
<p:sldLayout xmlns:a="http://schemas.openxmlformats.org/drawingml/2006/main" xmlns:r="http://schemas.openxmlformats.org/officeDocument/2006/relationships" xmlns:p="http://schemas.openxmlformats.org/presentationml/2006/main" matchingName="SEAGLASS 2Col Subhead | Title | Text">
  <p:cSld name="SEAGLASS 2Col Subhead | Title | Text">
    <p:bg>
      <p:bgPr>
        <a:solidFill>
          <a:schemeClr val="accent3"/>
        </a:solidFill>
        <a:effectLst/>
      </p:bgPr>
    </p:bg>
    <p:spTree>
      <p:nvGrpSpPr>
        <p:cNvPr id="1" name="Shape 421"/>
        <p:cNvGrpSpPr/>
        <p:nvPr/>
      </p:nvGrpSpPr>
      <p:grpSpPr>
        <a:xfrm>
          <a:off x="0" y="0"/>
          <a:ext cx="0" cy="0"/>
          <a:chOff x="0" y="0"/>
          <a:chExt cx="0" cy="0"/>
        </a:xfrm>
      </p:grpSpPr>
      <p:sp>
        <p:nvSpPr>
          <p:cNvPr id="422" name="Google Shape;422;p78"/>
          <p:cNvSpPr txBox="1">
            <a:spLocks noGrp="1"/>
          </p:cNvSpPr>
          <p:nvPr>
            <p:ph type="title"/>
          </p:nvPr>
        </p:nvSpPr>
        <p:spPr>
          <a:xfrm>
            <a:off x="455618" y="731522"/>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3" name="Google Shape;423;p78"/>
          <p:cNvSpPr txBox="1">
            <a:spLocks noGrp="1"/>
          </p:cNvSpPr>
          <p:nvPr>
            <p:ph type="body" idx="1"/>
          </p:nvPr>
        </p:nvSpPr>
        <p:spPr>
          <a:xfrm>
            <a:off x="455617" y="2971800"/>
            <a:ext cx="5486456"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a:spcBef>
                <a:spcPts val="600"/>
              </a:spcBef>
              <a:spcAft>
                <a:spcPts val="0"/>
              </a:spcAft>
              <a:buClr>
                <a:schemeClr val="dk1"/>
              </a:buClr>
              <a:buSzPts val="1800"/>
              <a:buChar char="•"/>
              <a:defRPr b="0" i="0">
                <a:latin typeface="Roboto"/>
                <a:ea typeface="Roboto"/>
                <a:cs typeface="Roboto"/>
                <a:sym typeface="Roboto"/>
              </a:defRPr>
            </a:lvl2pPr>
            <a:lvl3pPr marL="1371622" lvl="2" indent="-330205" algn="l">
              <a:spcBef>
                <a:spcPts val="600"/>
              </a:spcBef>
              <a:spcAft>
                <a:spcPts val="0"/>
              </a:spcAft>
              <a:buClr>
                <a:schemeClr val="dk1"/>
              </a:buClr>
              <a:buSzPts val="1600"/>
              <a:buChar char="−"/>
              <a:defRPr b="0" i="0">
                <a:latin typeface="Roboto"/>
                <a:ea typeface="Roboto"/>
                <a:cs typeface="Roboto"/>
                <a:sym typeface="Roboto"/>
              </a:defRPr>
            </a:lvl3pPr>
            <a:lvl4pPr marL="1828831" lvl="3" indent="-317506" algn="l">
              <a:spcBef>
                <a:spcPts val="300"/>
              </a:spcBef>
              <a:spcAft>
                <a:spcPts val="0"/>
              </a:spcAft>
              <a:buClr>
                <a:schemeClr val="dk1"/>
              </a:buClr>
              <a:buSzPts val="1400"/>
              <a:buChar char="•"/>
              <a:defRPr b="0" i="0">
                <a:latin typeface="Roboto"/>
                <a:ea typeface="Roboto"/>
                <a:cs typeface="Roboto"/>
                <a:sym typeface="Roboto"/>
              </a:defRPr>
            </a:lvl4pPr>
            <a:lvl5pPr marL="2286038" lvl="4" indent="-304805" algn="l">
              <a:spcBef>
                <a:spcPts val="300"/>
              </a:spcBef>
              <a:spcAft>
                <a:spcPts val="0"/>
              </a:spcAft>
              <a:buClr>
                <a:schemeClr val="dk1"/>
              </a:buClr>
              <a:buSzPts val="1200"/>
              <a:buChar char="−"/>
              <a:defRPr b="0" i="0">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424" name="Google Shape;424;p78"/>
          <p:cNvSpPr txBox="1">
            <a:spLocks noGrp="1"/>
          </p:cNvSpPr>
          <p:nvPr>
            <p:ph type="body" idx="2"/>
          </p:nvPr>
        </p:nvSpPr>
        <p:spPr>
          <a:xfrm>
            <a:off x="455618" y="460685"/>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1"/>
              </a:buClr>
              <a:buSzPts val="1400"/>
              <a:buFont typeface="Roboto Medium"/>
              <a:buNone/>
              <a:defRPr sz="14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425" name="Google Shape;425;p78"/>
          <p:cNvSpPr txBox="1">
            <a:spLocks noGrp="1"/>
          </p:cNvSpPr>
          <p:nvPr>
            <p:ph type="body" idx="3"/>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426" name="Google Shape;426;p78" descr="A picture containing drawing&#10;&#10;Description automatically generated"/>
          <p:cNvPicPr preferRelativeResize="0"/>
          <p:nvPr/>
        </p:nvPicPr>
        <p:blipFill rotWithShape="1">
          <a:blip r:embed="rId2">
            <a:alphaModFix/>
          </a:blip>
          <a:srcRect/>
          <a:stretch/>
        </p:blipFill>
        <p:spPr>
          <a:xfrm>
            <a:off x="455619" y="6275784"/>
            <a:ext cx="685800" cy="353616"/>
          </a:xfrm>
          <a:prstGeom prst="rect">
            <a:avLst/>
          </a:prstGeom>
          <a:noFill/>
          <a:ln>
            <a:noFill/>
          </a:ln>
        </p:spPr>
      </p:pic>
      <p:sp>
        <p:nvSpPr>
          <p:cNvPr id="427" name="Google Shape;427;p78"/>
          <p:cNvSpPr txBox="1">
            <a:spLocks noGrp="1"/>
          </p:cNvSpPr>
          <p:nvPr>
            <p:ph type="body" idx="4"/>
          </p:nvPr>
        </p:nvSpPr>
        <p:spPr>
          <a:xfrm>
            <a:off x="6246876" y="2971801"/>
            <a:ext cx="5486456" cy="2971800"/>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dk1"/>
              </a:buClr>
              <a:buSzPts val="1800"/>
              <a:buNone/>
              <a:defRPr/>
            </a:lvl1pPr>
            <a:lvl2pPr marL="914415" lvl="1" indent="-342906" algn="l">
              <a:spcBef>
                <a:spcPts val="600"/>
              </a:spcBef>
              <a:spcAft>
                <a:spcPts val="0"/>
              </a:spcAft>
              <a:buClr>
                <a:schemeClr val="dk1"/>
              </a:buClr>
              <a:buSzPts val="1800"/>
              <a:buChar char="•"/>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77.xml><?xml version="1.0" encoding="utf-8"?>
<p:sldLayout xmlns:a="http://schemas.openxmlformats.org/drawingml/2006/main" xmlns:r="http://schemas.openxmlformats.org/officeDocument/2006/relationships" xmlns:p="http://schemas.openxmlformats.org/presentationml/2006/main" matchingName="SEAGLASS Subhead | Title | Text | Image">
  <p:cSld name="SEAGLASS Subhead | Title | Text | Image">
    <p:bg>
      <p:bgPr>
        <a:solidFill>
          <a:schemeClr val="accent3"/>
        </a:solidFill>
        <a:effectLst/>
      </p:bgPr>
    </p:bg>
    <p:spTree>
      <p:nvGrpSpPr>
        <p:cNvPr id="1" name="Shape 428"/>
        <p:cNvGrpSpPr/>
        <p:nvPr/>
      </p:nvGrpSpPr>
      <p:grpSpPr>
        <a:xfrm>
          <a:off x="0" y="0"/>
          <a:ext cx="0" cy="0"/>
          <a:chOff x="0" y="0"/>
          <a:chExt cx="0" cy="0"/>
        </a:xfrm>
      </p:grpSpPr>
      <p:sp>
        <p:nvSpPr>
          <p:cNvPr id="429" name="Google Shape;429;p79"/>
          <p:cNvSpPr txBox="1">
            <a:spLocks noGrp="1"/>
          </p:cNvSpPr>
          <p:nvPr>
            <p:ph type="title"/>
          </p:nvPr>
        </p:nvSpPr>
        <p:spPr>
          <a:xfrm>
            <a:off x="455618" y="731522"/>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30" name="Google Shape;430;p79"/>
          <p:cNvSpPr txBox="1">
            <a:spLocks noGrp="1"/>
          </p:cNvSpPr>
          <p:nvPr>
            <p:ph type="body" idx="1"/>
          </p:nvPr>
        </p:nvSpPr>
        <p:spPr>
          <a:xfrm>
            <a:off x="455616" y="2971800"/>
            <a:ext cx="5638859"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a:spcBef>
                <a:spcPts val="600"/>
              </a:spcBef>
              <a:spcAft>
                <a:spcPts val="0"/>
              </a:spcAft>
              <a:buClr>
                <a:schemeClr val="dk1"/>
              </a:buClr>
              <a:buSzPts val="1800"/>
              <a:buChar char="•"/>
              <a:defRPr b="0" i="0">
                <a:latin typeface="Roboto"/>
                <a:ea typeface="Roboto"/>
                <a:cs typeface="Roboto"/>
                <a:sym typeface="Roboto"/>
              </a:defRPr>
            </a:lvl2pPr>
            <a:lvl3pPr marL="1371622" lvl="2" indent="-330205" algn="l">
              <a:spcBef>
                <a:spcPts val="600"/>
              </a:spcBef>
              <a:spcAft>
                <a:spcPts val="0"/>
              </a:spcAft>
              <a:buClr>
                <a:schemeClr val="dk1"/>
              </a:buClr>
              <a:buSzPts val="1600"/>
              <a:buChar char="−"/>
              <a:defRPr b="0" i="0">
                <a:latin typeface="Roboto"/>
                <a:ea typeface="Roboto"/>
                <a:cs typeface="Roboto"/>
                <a:sym typeface="Roboto"/>
              </a:defRPr>
            </a:lvl3pPr>
            <a:lvl4pPr marL="1828831" lvl="3" indent="-317506" algn="l">
              <a:lnSpc>
                <a:spcPct val="100000"/>
              </a:lnSpc>
              <a:spcBef>
                <a:spcPts val="300"/>
              </a:spcBef>
              <a:spcAft>
                <a:spcPts val="0"/>
              </a:spcAft>
              <a:buClr>
                <a:schemeClr val="dk1"/>
              </a:buClr>
              <a:buSzPts val="1400"/>
              <a:buChar char="•"/>
              <a:defRPr b="0" i="0">
                <a:latin typeface="Roboto"/>
                <a:ea typeface="Roboto"/>
                <a:cs typeface="Roboto"/>
                <a:sym typeface="Roboto"/>
              </a:defRPr>
            </a:lvl4pPr>
            <a:lvl5pPr marL="2286038" lvl="4" indent="-304805" algn="l">
              <a:spcBef>
                <a:spcPts val="300"/>
              </a:spcBef>
              <a:spcAft>
                <a:spcPts val="0"/>
              </a:spcAft>
              <a:buClr>
                <a:schemeClr val="dk1"/>
              </a:buClr>
              <a:buSzPts val="1200"/>
              <a:buChar char="−"/>
              <a:defRPr b="0" i="0">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431" name="Google Shape;431;p79"/>
          <p:cNvSpPr>
            <a:spLocks noGrp="1"/>
          </p:cNvSpPr>
          <p:nvPr>
            <p:ph type="pic" idx="2"/>
          </p:nvPr>
        </p:nvSpPr>
        <p:spPr>
          <a:xfrm>
            <a:off x="7389890" y="1371600"/>
            <a:ext cx="4343445" cy="4572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432" name="Google Shape;432;p79"/>
          <p:cNvSpPr txBox="1">
            <a:spLocks noGrp="1"/>
          </p:cNvSpPr>
          <p:nvPr>
            <p:ph type="body" idx="3"/>
          </p:nvPr>
        </p:nvSpPr>
        <p:spPr>
          <a:xfrm>
            <a:off x="455618" y="460685"/>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1"/>
              </a:buClr>
              <a:buSzPts val="1400"/>
              <a:buFont typeface="Roboto Medium"/>
              <a:buNone/>
              <a:defRPr sz="14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433" name="Google Shape;433;p79"/>
          <p:cNvSpPr txBox="1">
            <a:spLocks noGrp="1"/>
          </p:cNvSpPr>
          <p:nvPr>
            <p:ph type="body" idx="4"/>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434" name="Google Shape;434;p79" descr="A picture containing drawing&#10;&#10;Description automatically generated"/>
          <p:cNvPicPr preferRelativeResize="0"/>
          <p:nvPr/>
        </p:nvPicPr>
        <p:blipFill rotWithShape="1">
          <a:blip r:embed="rId2">
            <a:alphaModFix/>
          </a:blip>
          <a:srcRect/>
          <a:stretch/>
        </p:blipFill>
        <p:spPr>
          <a:xfrm>
            <a:off x="455619" y="6275784"/>
            <a:ext cx="685800" cy="353616"/>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78.xml><?xml version="1.0" encoding="utf-8"?>
<p:sldLayout xmlns:a="http://schemas.openxmlformats.org/drawingml/2006/main" xmlns:r="http://schemas.openxmlformats.org/officeDocument/2006/relationships" xmlns:p="http://schemas.openxmlformats.org/presentationml/2006/main" matchingName="SEAGLASS Subhead | Title | Text | HP Image">
  <p:cSld name="SEAGLASS Subhead | Title | Text | HP Image">
    <p:bg>
      <p:bgPr>
        <a:solidFill>
          <a:schemeClr val="accent3"/>
        </a:solidFill>
        <a:effectLst/>
      </p:bgPr>
    </p:bg>
    <p:spTree>
      <p:nvGrpSpPr>
        <p:cNvPr id="1" name="Shape 435"/>
        <p:cNvGrpSpPr/>
        <p:nvPr/>
      </p:nvGrpSpPr>
      <p:grpSpPr>
        <a:xfrm>
          <a:off x="0" y="0"/>
          <a:ext cx="0" cy="0"/>
          <a:chOff x="0" y="0"/>
          <a:chExt cx="0" cy="0"/>
        </a:xfrm>
      </p:grpSpPr>
      <p:sp>
        <p:nvSpPr>
          <p:cNvPr id="436" name="Google Shape;436;p80"/>
          <p:cNvSpPr>
            <a:spLocks noGrp="1"/>
          </p:cNvSpPr>
          <p:nvPr>
            <p:ph type="pic" idx="2"/>
          </p:nvPr>
        </p:nvSpPr>
        <p:spPr>
          <a:xfrm>
            <a:off x="6094473" y="0"/>
            <a:ext cx="6094476"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437" name="Google Shape;437;p80"/>
          <p:cNvSpPr txBox="1">
            <a:spLocks noGrp="1"/>
          </p:cNvSpPr>
          <p:nvPr>
            <p:ph type="title"/>
          </p:nvPr>
        </p:nvSpPr>
        <p:spPr>
          <a:xfrm>
            <a:off x="455618" y="731522"/>
            <a:ext cx="5029251"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38" name="Google Shape;438;p80"/>
          <p:cNvSpPr txBox="1">
            <a:spLocks noGrp="1"/>
          </p:cNvSpPr>
          <p:nvPr>
            <p:ph type="body" idx="1"/>
          </p:nvPr>
        </p:nvSpPr>
        <p:spPr>
          <a:xfrm>
            <a:off x="455618" y="2971800"/>
            <a:ext cx="5029251"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a:spcBef>
                <a:spcPts val="600"/>
              </a:spcBef>
              <a:spcAft>
                <a:spcPts val="0"/>
              </a:spcAft>
              <a:buClr>
                <a:schemeClr val="dk1"/>
              </a:buClr>
              <a:buSzPts val="1800"/>
              <a:buChar char="•"/>
              <a:defRPr b="0" i="0">
                <a:latin typeface="Roboto"/>
                <a:ea typeface="Roboto"/>
                <a:cs typeface="Roboto"/>
                <a:sym typeface="Roboto"/>
              </a:defRPr>
            </a:lvl2pPr>
            <a:lvl3pPr marL="1371622" lvl="2" indent="-330205" algn="l">
              <a:spcBef>
                <a:spcPts val="600"/>
              </a:spcBef>
              <a:spcAft>
                <a:spcPts val="0"/>
              </a:spcAft>
              <a:buClr>
                <a:schemeClr val="dk1"/>
              </a:buClr>
              <a:buSzPts val="1600"/>
              <a:buChar char="−"/>
              <a:defRPr b="0" i="0">
                <a:latin typeface="Roboto"/>
                <a:ea typeface="Roboto"/>
                <a:cs typeface="Roboto"/>
                <a:sym typeface="Roboto"/>
              </a:defRPr>
            </a:lvl3pPr>
            <a:lvl4pPr marL="1828831" lvl="3" indent="-317506" algn="l">
              <a:lnSpc>
                <a:spcPct val="100000"/>
              </a:lnSpc>
              <a:spcBef>
                <a:spcPts val="300"/>
              </a:spcBef>
              <a:spcAft>
                <a:spcPts val="0"/>
              </a:spcAft>
              <a:buClr>
                <a:schemeClr val="dk1"/>
              </a:buClr>
              <a:buSzPts val="1400"/>
              <a:buChar char="•"/>
              <a:defRPr b="0" i="0">
                <a:latin typeface="Roboto"/>
                <a:ea typeface="Roboto"/>
                <a:cs typeface="Roboto"/>
                <a:sym typeface="Roboto"/>
              </a:defRPr>
            </a:lvl4pPr>
            <a:lvl5pPr marL="2286038" lvl="4" indent="-304805" algn="l">
              <a:spcBef>
                <a:spcPts val="300"/>
              </a:spcBef>
              <a:spcAft>
                <a:spcPts val="0"/>
              </a:spcAft>
              <a:buClr>
                <a:schemeClr val="dk1"/>
              </a:buClr>
              <a:buSzPts val="1200"/>
              <a:buChar char="−"/>
              <a:defRPr b="0" i="0">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439" name="Google Shape;439;p80"/>
          <p:cNvSpPr txBox="1">
            <a:spLocks noGrp="1"/>
          </p:cNvSpPr>
          <p:nvPr>
            <p:ph type="body" idx="3"/>
          </p:nvPr>
        </p:nvSpPr>
        <p:spPr>
          <a:xfrm>
            <a:off x="455619" y="460685"/>
            <a:ext cx="5029251"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1"/>
              </a:buClr>
              <a:buSzPts val="1400"/>
              <a:buFont typeface="Roboto Medium"/>
              <a:buNone/>
              <a:defRPr sz="14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440" name="Google Shape;440;p80"/>
          <p:cNvSpPr txBox="1">
            <a:spLocks noGrp="1"/>
          </p:cNvSpPr>
          <p:nvPr>
            <p:ph type="body" idx="4"/>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441" name="Google Shape;441;p80" descr="A picture containing drawing&#10;&#10;Description automatically generated"/>
          <p:cNvPicPr preferRelativeResize="0"/>
          <p:nvPr/>
        </p:nvPicPr>
        <p:blipFill rotWithShape="1">
          <a:blip r:embed="rId2">
            <a:alphaModFix/>
          </a:blip>
          <a:srcRect/>
          <a:stretch/>
        </p:blipFill>
        <p:spPr>
          <a:xfrm>
            <a:off x="455619" y="6275784"/>
            <a:ext cx="685800" cy="353616"/>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79.xml><?xml version="1.0" encoding="utf-8"?>
<p:sldLayout xmlns:a="http://schemas.openxmlformats.org/drawingml/2006/main" xmlns:r="http://schemas.openxmlformats.org/officeDocument/2006/relationships" xmlns:p="http://schemas.openxmlformats.org/presentationml/2006/main" matchingName="SEAGLASS Subhead | Title">
  <p:cSld name="SEAGLASS Subhead | Title">
    <p:bg>
      <p:bgPr>
        <a:solidFill>
          <a:schemeClr val="accent3"/>
        </a:solidFill>
        <a:effectLst/>
      </p:bgPr>
    </p:bg>
    <p:spTree>
      <p:nvGrpSpPr>
        <p:cNvPr id="1" name="Shape 442"/>
        <p:cNvGrpSpPr/>
        <p:nvPr/>
      </p:nvGrpSpPr>
      <p:grpSpPr>
        <a:xfrm>
          <a:off x="0" y="0"/>
          <a:ext cx="0" cy="0"/>
          <a:chOff x="0" y="0"/>
          <a:chExt cx="0" cy="0"/>
        </a:xfrm>
      </p:grpSpPr>
      <p:sp>
        <p:nvSpPr>
          <p:cNvPr id="443" name="Google Shape;443;p81"/>
          <p:cNvSpPr txBox="1">
            <a:spLocks noGrp="1"/>
          </p:cNvSpPr>
          <p:nvPr>
            <p:ph type="title"/>
          </p:nvPr>
        </p:nvSpPr>
        <p:spPr>
          <a:xfrm>
            <a:off x="455618" y="731522"/>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44" name="Google Shape;444;p81"/>
          <p:cNvSpPr txBox="1">
            <a:spLocks noGrp="1"/>
          </p:cNvSpPr>
          <p:nvPr>
            <p:ph type="body" idx="1"/>
          </p:nvPr>
        </p:nvSpPr>
        <p:spPr>
          <a:xfrm>
            <a:off x="455618" y="460685"/>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1"/>
              </a:buClr>
              <a:buSzPts val="1400"/>
              <a:buFont typeface="Roboto Medium"/>
              <a:buNone/>
              <a:defRPr sz="14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445" name="Google Shape;445;p81"/>
          <p:cNvSpPr txBox="1">
            <a:spLocks noGrp="1"/>
          </p:cNvSpPr>
          <p:nvPr>
            <p:ph type="body" idx="2"/>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446" name="Google Shape;446;p81" descr="A picture containing drawing&#10;&#10;Description automatically generated"/>
          <p:cNvPicPr preferRelativeResize="0"/>
          <p:nvPr/>
        </p:nvPicPr>
        <p:blipFill rotWithShape="1">
          <a:blip r:embed="rId2">
            <a:alphaModFix/>
          </a:blip>
          <a:srcRect/>
          <a:stretch/>
        </p:blipFill>
        <p:spPr>
          <a:xfrm>
            <a:off x="455619" y="6275784"/>
            <a:ext cx="685800" cy="353616"/>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80.xml><?xml version="1.0" encoding="utf-8"?>
<p:sldLayout xmlns:a="http://schemas.openxmlformats.org/drawingml/2006/main" xmlns:r="http://schemas.openxmlformats.org/officeDocument/2006/relationships" xmlns:p="http://schemas.openxmlformats.org/presentationml/2006/main" matchingName="SEAGLASS 1Col Title | Subhead | Text">
  <p:cSld name="SEAGLASS 1Col Title | Subhead | Text">
    <p:bg>
      <p:bgPr>
        <a:solidFill>
          <a:schemeClr val="accent3"/>
        </a:solidFill>
        <a:effectLst/>
      </p:bgPr>
    </p:bg>
    <p:spTree>
      <p:nvGrpSpPr>
        <p:cNvPr id="1" name="Shape 447"/>
        <p:cNvGrpSpPr/>
        <p:nvPr/>
      </p:nvGrpSpPr>
      <p:grpSpPr>
        <a:xfrm>
          <a:off x="0" y="0"/>
          <a:ext cx="0" cy="0"/>
          <a:chOff x="0" y="0"/>
          <a:chExt cx="0" cy="0"/>
        </a:xfrm>
      </p:grpSpPr>
      <p:sp>
        <p:nvSpPr>
          <p:cNvPr id="448" name="Google Shape;448;p82"/>
          <p:cNvSpPr txBox="1">
            <a:spLocks noGrp="1"/>
          </p:cNvSpPr>
          <p:nvPr>
            <p:ph type="title"/>
          </p:nvPr>
        </p:nvSpPr>
        <p:spPr>
          <a:xfrm>
            <a:off x="455618" y="476183"/>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49" name="Google Shape;449;p82"/>
          <p:cNvSpPr txBox="1">
            <a:spLocks noGrp="1"/>
          </p:cNvSpPr>
          <p:nvPr>
            <p:ph type="body" idx="1"/>
          </p:nvPr>
        </p:nvSpPr>
        <p:spPr>
          <a:xfrm>
            <a:off x="455618" y="2971800"/>
            <a:ext cx="8915492" cy="2971800"/>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a:spcBef>
                <a:spcPts val="600"/>
              </a:spcBef>
              <a:spcAft>
                <a:spcPts val="0"/>
              </a:spcAft>
              <a:buClr>
                <a:schemeClr val="dk1"/>
              </a:buClr>
              <a:buSzPts val="1800"/>
              <a:buChar char="•"/>
              <a:defRPr b="0" i="0">
                <a:latin typeface="Roboto"/>
                <a:ea typeface="Roboto"/>
                <a:cs typeface="Roboto"/>
                <a:sym typeface="Roboto"/>
              </a:defRPr>
            </a:lvl2pPr>
            <a:lvl3pPr marL="1371622" lvl="2" indent="-330205" algn="l">
              <a:spcBef>
                <a:spcPts val="600"/>
              </a:spcBef>
              <a:spcAft>
                <a:spcPts val="0"/>
              </a:spcAft>
              <a:buClr>
                <a:schemeClr val="dk1"/>
              </a:buClr>
              <a:buSzPts val="1600"/>
              <a:buChar char="−"/>
              <a:defRPr b="0" i="0">
                <a:latin typeface="Roboto"/>
                <a:ea typeface="Roboto"/>
                <a:cs typeface="Roboto"/>
                <a:sym typeface="Roboto"/>
              </a:defRPr>
            </a:lvl3pPr>
            <a:lvl4pPr marL="1828831" lvl="3" indent="-317506" algn="l">
              <a:spcBef>
                <a:spcPts val="300"/>
              </a:spcBef>
              <a:spcAft>
                <a:spcPts val="0"/>
              </a:spcAft>
              <a:buClr>
                <a:schemeClr val="dk1"/>
              </a:buClr>
              <a:buSzPts val="1400"/>
              <a:buChar char="•"/>
              <a:defRPr b="0" i="0">
                <a:latin typeface="Roboto"/>
                <a:ea typeface="Roboto"/>
                <a:cs typeface="Roboto"/>
                <a:sym typeface="Roboto"/>
              </a:defRPr>
            </a:lvl4pPr>
            <a:lvl5pPr marL="2286038" lvl="4" indent="-304805" algn="l">
              <a:spcBef>
                <a:spcPts val="300"/>
              </a:spcBef>
              <a:spcAft>
                <a:spcPts val="0"/>
              </a:spcAft>
              <a:buClr>
                <a:schemeClr val="dk1"/>
              </a:buClr>
              <a:buSzPts val="1200"/>
              <a:buChar char="−"/>
              <a:defRPr b="0" i="0">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450" name="Google Shape;450;p82"/>
          <p:cNvSpPr txBox="1">
            <a:spLocks noGrp="1"/>
          </p:cNvSpPr>
          <p:nvPr>
            <p:ph type="body" idx="2"/>
          </p:nvPr>
        </p:nvSpPr>
        <p:spPr>
          <a:xfrm>
            <a:off x="455618" y="868681"/>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1"/>
              </a:buClr>
              <a:buSzPts val="1600"/>
              <a:buFont typeface="Roboto Medium"/>
              <a:buNone/>
              <a:defRPr sz="16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451" name="Google Shape;451;p82"/>
          <p:cNvSpPr txBox="1">
            <a:spLocks noGrp="1"/>
          </p:cNvSpPr>
          <p:nvPr>
            <p:ph type="body" idx="3"/>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452" name="Google Shape;452;p82" descr="A picture containing drawing&#10;&#10;Description automatically generated"/>
          <p:cNvPicPr preferRelativeResize="0"/>
          <p:nvPr/>
        </p:nvPicPr>
        <p:blipFill rotWithShape="1">
          <a:blip r:embed="rId2">
            <a:alphaModFix/>
          </a:blip>
          <a:srcRect/>
          <a:stretch/>
        </p:blipFill>
        <p:spPr>
          <a:xfrm>
            <a:off x="455619" y="6275784"/>
            <a:ext cx="685800" cy="353616"/>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81.xml><?xml version="1.0" encoding="utf-8"?>
<p:sldLayout xmlns:a="http://schemas.openxmlformats.org/drawingml/2006/main" xmlns:r="http://schemas.openxmlformats.org/officeDocument/2006/relationships" xmlns:p="http://schemas.openxmlformats.org/presentationml/2006/main" matchingName="SEAGLASS 2Col Title | Subhead | Text">
  <p:cSld name="SEAGLASS 2Col Title | Subhead | Text">
    <p:bg>
      <p:bgPr>
        <a:solidFill>
          <a:schemeClr val="accent3"/>
        </a:solidFill>
        <a:effectLst/>
      </p:bgPr>
    </p:bg>
    <p:spTree>
      <p:nvGrpSpPr>
        <p:cNvPr id="1" name="Shape 453"/>
        <p:cNvGrpSpPr/>
        <p:nvPr/>
      </p:nvGrpSpPr>
      <p:grpSpPr>
        <a:xfrm>
          <a:off x="0" y="0"/>
          <a:ext cx="0" cy="0"/>
          <a:chOff x="0" y="0"/>
          <a:chExt cx="0" cy="0"/>
        </a:xfrm>
      </p:grpSpPr>
      <p:sp>
        <p:nvSpPr>
          <p:cNvPr id="454" name="Google Shape;454;p83"/>
          <p:cNvSpPr txBox="1">
            <a:spLocks noGrp="1"/>
          </p:cNvSpPr>
          <p:nvPr>
            <p:ph type="title"/>
          </p:nvPr>
        </p:nvSpPr>
        <p:spPr>
          <a:xfrm>
            <a:off x="455618" y="488198"/>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55" name="Google Shape;455;p83"/>
          <p:cNvSpPr txBox="1">
            <a:spLocks noGrp="1"/>
          </p:cNvSpPr>
          <p:nvPr>
            <p:ph type="body" idx="1"/>
          </p:nvPr>
        </p:nvSpPr>
        <p:spPr>
          <a:xfrm>
            <a:off x="455617" y="2971800"/>
            <a:ext cx="5486456"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a:spcBef>
                <a:spcPts val="600"/>
              </a:spcBef>
              <a:spcAft>
                <a:spcPts val="0"/>
              </a:spcAft>
              <a:buClr>
                <a:schemeClr val="dk1"/>
              </a:buClr>
              <a:buSzPts val="1800"/>
              <a:buChar char="•"/>
              <a:defRPr b="0" i="0">
                <a:latin typeface="Roboto"/>
                <a:ea typeface="Roboto"/>
                <a:cs typeface="Roboto"/>
                <a:sym typeface="Roboto"/>
              </a:defRPr>
            </a:lvl2pPr>
            <a:lvl3pPr marL="1371622" lvl="2" indent="-330205" algn="l">
              <a:spcBef>
                <a:spcPts val="600"/>
              </a:spcBef>
              <a:spcAft>
                <a:spcPts val="0"/>
              </a:spcAft>
              <a:buClr>
                <a:schemeClr val="dk1"/>
              </a:buClr>
              <a:buSzPts val="1600"/>
              <a:buChar char="−"/>
              <a:defRPr b="0" i="0">
                <a:latin typeface="Roboto"/>
                <a:ea typeface="Roboto"/>
                <a:cs typeface="Roboto"/>
                <a:sym typeface="Roboto"/>
              </a:defRPr>
            </a:lvl3pPr>
            <a:lvl4pPr marL="1828831" lvl="3" indent="-317506" algn="l">
              <a:spcBef>
                <a:spcPts val="300"/>
              </a:spcBef>
              <a:spcAft>
                <a:spcPts val="0"/>
              </a:spcAft>
              <a:buClr>
                <a:schemeClr val="dk1"/>
              </a:buClr>
              <a:buSzPts val="1400"/>
              <a:buChar char="•"/>
              <a:defRPr b="0" i="0">
                <a:latin typeface="Roboto"/>
                <a:ea typeface="Roboto"/>
                <a:cs typeface="Roboto"/>
                <a:sym typeface="Roboto"/>
              </a:defRPr>
            </a:lvl4pPr>
            <a:lvl5pPr marL="2286038" lvl="4" indent="-304805" algn="l">
              <a:spcBef>
                <a:spcPts val="300"/>
              </a:spcBef>
              <a:spcAft>
                <a:spcPts val="0"/>
              </a:spcAft>
              <a:buClr>
                <a:schemeClr val="dk1"/>
              </a:buClr>
              <a:buSzPts val="1200"/>
              <a:buChar char="−"/>
              <a:defRPr b="0" i="0">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456" name="Google Shape;456;p83"/>
          <p:cNvSpPr txBox="1">
            <a:spLocks noGrp="1"/>
          </p:cNvSpPr>
          <p:nvPr>
            <p:ph type="body" idx="2"/>
          </p:nvPr>
        </p:nvSpPr>
        <p:spPr>
          <a:xfrm>
            <a:off x="455618" y="868681"/>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1"/>
              </a:buClr>
              <a:buSzPts val="1600"/>
              <a:buFont typeface="Roboto Medium"/>
              <a:buNone/>
              <a:defRPr sz="16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457" name="Google Shape;457;p83"/>
          <p:cNvSpPr txBox="1">
            <a:spLocks noGrp="1"/>
          </p:cNvSpPr>
          <p:nvPr>
            <p:ph type="body" idx="3"/>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458" name="Google Shape;458;p83" descr="A picture containing drawing&#10;&#10;Description automatically generated"/>
          <p:cNvPicPr preferRelativeResize="0"/>
          <p:nvPr/>
        </p:nvPicPr>
        <p:blipFill rotWithShape="1">
          <a:blip r:embed="rId2">
            <a:alphaModFix/>
          </a:blip>
          <a:srcRect/>
          <a:stretch/>
        </p:blipFill>
        <p:spPr>
          <a:xfrm>
            <a:off x="455619" y="6275784"/>
            <a:ext cx="685800" cy="353616"/>
          </a:xfrm>
          <a:prstGeom prst="rect">
            <a:avLst/>
          </a:prstGeom>
          <a:noFill/>
          <a:ln>
            <a:noFill/>
          </a:ln>
        </p:spPr>
      </p:pic>
      <p:sp>
        <p:nvSpPr>
          <p:cNvPr id="459" name="Google Shape;459;p83"/>
          <p:cNvSpPr txBox="1">
            <a:spLocks noGrp="1"/>
          </p:cNvSpPr>
          <p:nvPr>
            <p:ph type="body" idx="4"/>
          </p:nvPr>
        </p:nvSpPr>
        <p:spPr>
          <a:xfrm>
            <a:off x="6246876" y="2971801"/>
            <a:ext cx="5486456" cy="2971800"/>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dk1"/>
              </a:buClr>
              <a:buSzPts val="1800"/>
              <a:buNone/>
              <a:defRPr/>
            </a:lvl1pPr>
            <a:lvl2pPr marL="914415" lvl="1" indent="-342906" algn="l">
              <a:spcBef>
                <a:spcPts val="600"/>
              </a:spcBef>
              <a:spcAft>
                <a:spcPts val="0"/>
              </a:spcAft>
              <a:buClr>
                <a:schemeClr val="dk1"/>
              </a:buClr>
              <a:buSzPts val="1800"/>
              <a:buChar char="•"/>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82.xml><?xml version="1.0" encoding="utf-8"?>
<p:sldLayout xmlns:a="http://schemas.openxmlformats.org/drawingml/2006/main" xmlns:r="http://schemas.openxmlformats.org/officeDocument/2006/relationships" xmlns:p="http://schemas.openxmlformats.org/presentationml/2006/main" matchingName="SEAGLASS 1Col Title | Subhead | Text | Image">
  <p:cSld name="SEAGLASS 1Col Title | Subhead | Text | Image">
    <p:bg>
      <p:bgPr>
        <a:solidFill>
          <a:schemeClr val="accent3"/>
        </a:solidFill>
        <a:effectLst/>
      </p:bgPr>
    </p:bg>
    <p:spTree>
      <p:nvGrpSpPr>
        <p:cNvPr id="1" name="Shape 460"/>
        <p:cNvGrpSpPr/>
        <p:nvPr/>
      </p:nvGrpSpPr>
      <p:grpSpPr>
        <a:xfrm>
          <a:off x="0" y="0"/>
          <a:ext cx="0" cy="0"/>
          <a:chOff x="0" y="0"/>
          <a:chExt cx="0" cy="0"/>
        </a:xfrm>
      </p:grpSpPr>
      <p:sp>
        <p:nvSpPr>
          <p:cNvPr id="461" name="Google Shape;461;p84"/>
          <p:cNvSpPr txBox="1">
            <a:spLocks noGrp="1"/>
          </p:cNvSpPr>
          <p:nvPr>
            <p:ph type="title"/>
          </p:nvPr>
        </p:nvSpPr>
        <p:spPr>
          <a:xfrm>
            <a:off x="455618" y="488198"/>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62" name="Google Shape;462;p84"/>
          <p:cNvSpPr txBox="1">
            <a:spLocks noGrp="1"/>
          </p:cNvSpPr>
          <p:nvPr>
            <p:ph type="body" idx="1"/>
          </p:nvPr>
        </p:nvSpPr>
        <p:spPr>
          <a:xfrm>
            <a:off x="455616" y="2971800"/>
            <a:ext cx="5638859"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a:spcBef>
                <a:spcPts val="600"/>
              </a:spcBef>
              <a:spcAft>
                <a:spcPts val="0"/>
              </a:spcAft>
              <a:buClr>
                <a:schemeClr val="dk1"/>
              </a:buClr>
              <a:buSzPts val="1800"/>
              <a:buChar char="•"/>
              <a:defRPr b="0" i="0">
                <a:latin typeface="Roboto"/>
                <a:ea typeface="Roboto"/>
                <a:cs typeface="Roboto"/>
                <a:sym typeface="Roboto"/>
              </a:defRPr>
            </a:lvl2pPr>
            <a:lvl3pPr marL="1371622" lvl="2" indent="-330205" algn="l">
              <a:spcBef>
                <a:spcPts val="600"/>
              </a:spcBef>
              <a:spcAft>
                <a:spcPts val="0"/>
              </a:spcAft>
              <a:buClr>
                <a:schemeClr val="dk1"/>
              </a:buClr>
              <a:buSzPts val="1600"/>
              <a:buChar char="−"/>
              <a:defRPr b="0" i="0">
                <a:latin typeface="Roboto"/>
                <a:ea typeface="Roboto"/>
                <a:cs typeface="Roboto"/>
                <a:sym typeface="Roboto"/>
              </a:defRPr>
            </a:lvl3pPr>
            <a:lvl4pPr marL="1828831" lvl="3" indent="-317506" algn="l">
              <a:lnSpc>
                <a:spcPct val="100000"/>
              </a:lnSpc>
              <a:spcBef>
                <a:spcPts val="300"/>
              </a:spcBef>
              <a:spcAft>
                <a:spcPts val="0"/>
              </a:spcAft>
              <a:buClr>
                <a:schemeClr val="dk1"/>
              </a:buClr>
              <a:buSzPts val="1400"/>
              <a:buChar char="•"/>
              <a:defRPr b="0" i="0">
                <a:latin typeface="Roboto"/>
                <a:ea typeface="Roboto"/>
                <a:cs typeface="Roboto"/>
                <a:sym typeface="Roboto"/>
              </a:defRPr>
            </a:lvl4pPr>
            <a:lvl5pPr marL="2286038" lvl="4" indent="-304805" algn="l">
              <a:spcBef>
                <a:spcPts val="300"/>
              </a:spcBef>
              <a:spcAft>
                <a:spcPts val="0"/>
              </a:spcAft>
              <a:buClr>
                <a:schemeClr val="dk1"/>
              </a:buClr>
              <a:buSzPts val="1200"/>
              <a:buChar char="−"/>
              <a:defRPr b="0" i="0">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463" name="Google Shape;463;p84"/>
          <p:cNvSpPr txBox="1">
            <a:spLocks noGrp="1"/>
          </p:cNvSpPr>
          <p:nvPr>
            <p:ph type="body" idx="2"/>
          </p:nvPr>
        </p:nvSpPr>
        <p:spPr>
          <a:xfrm>
            <a:off x="455618" y="868681"/>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1"/>
              </a:buClr>
              <a:buSzPts val="1600"/>
              <a:buFont typeface="Roboto Medium"/>
              <a:buNone/>
              <a:defRPr sz="16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464" name="Google Shape;464;p84"/>
          <p:cNvSpPr txBox="1">
            <a:spLocks noGrp="1"/>
          </p:cNvSpPr>
          <p:nvPr>
            <p:ph type="body" idx="3"/>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465" name="Google Shape;465;p84"/>
          <p:cNvSpPr>
            <a:spLocks noGrp="1"/>
          </p:cNvSpPr>
          <p:nvPr>
            <p:ph type="pic" idx="4"/>
          </p:nvPr>
        </p:nvSpPr>
        <p:spPr>
          <a:xfrm>
            <a:off x="7389890" y="1371600"/>
            <a:ext cx="4343445" cy="4572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pic>
        <p:nvPicPr>
          <p:cNvPr id="466" name="Google Shape;466;p84" descr="A picture containing drawing&#10;&#10;Description automatically generated"/>
          <p:cNvPicPr preferRelativeResize="0"/>
          <p:nvPr/>
        </p:nvPicPr>
        <p:blipFill rotWithShape="1">
          <a:blip r:embed="rId2">
            <a:alphaModFix/>
          </a:blip>
          <a:srcRect/>
          <a:stretch/>
        </p:blipFill>
        <p:spPr>
          <a:xfrm>
            <a:off x="455619" y="6275784"/>
            <a:ext cx="685800" cy="353616"/>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83.xml><?xml version="1.0" encoding="utf-8"?>
<p:sldLayout xmlns:a="http://schemas.openxmlformats.org/drawingml/2006/main" xmlns:r="http://schemas.openxmlformats.org/officeDocument/2006/relationships" xmlns:p="http://schemas.openxmlformats.org/presentationml/2006/main" matchingName="SEAGLASS Title | Subhead | Text | HP Image">
  <p:cSld name="SEAGLASS Title | Subhead | Text | HP Image">
    <p:bg>
      <p:bgPr>
        <a:solidFill>
          <a:schemeClr val="accent3"/>
        </a:solidFill>
        <a:effectLst/>
      </p:bgPr>
    </p:bg>
    <p:spTree>
      <p:nvGrpSpPr>
        <p:cNvPr id="1" name="Shape 467"/>
        <p:cNvGrpSpPr/>
        <p:nvPr/>
      </p:nvGrpSpPr>
      <p:grpSpPr>
        <a:xfrm>
          <a:off x="0" y="0"/>
          <a:ext cx="0" cy="0"/>
          <a:chOff x="0" y="0"/>
          <a:chExt cx="0" cy="0"/>
        </a:xfrm>
      </p:grpSpPr>
      <p:sp>
        <p:nvSpPr>
          <p:cNvPr id="468" name="Google Shape;468;p85"/>
          <p:cNvSpPr>
            <a:spLocks noGrp="1"/>
          </p:cNvSpPr>
          <p:nvPr>
            <p:ph type="pic" idx="2"/>
          </p:nvPr>
        </p:nvSpPr>
        <p:spPr>
          <a:xfrm>
            <a:off x="6094473" y="0"/>
            <a:ext cx="6094476"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469" name="Google Shape;469;p85"/>
          <p:cNvSpPr txBox="1">
            <a:spLocks noGrp="1"/>
          </p:cNvSpPr>
          <p:nvPr>
            <p:ph type="title"/>
          </p:nvPr>
        </p:nvSpPr>
        <p:spPr>
          <a:xfrm>
            <a:off x="455618" y="488198"/>
            <a:ext cx="5029251"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0" name="Google Shape;470;p85"/>
          <p:cNvSpPr txBox="1">
            <a:spLocks noGrp="1"/>
          </p:cNvSpPr>
          <p:nvPr>
            <p:ph type="body" idx="1"/>
          </p:nvPr>
        </p:nvSpPr>
        <p:spPr>
          <a:xfrm>
            <a:off x="455618" y="2971800"/>
            <a:ext cx="5029251" cy="2971800"/>
          </a:xfrm>
          <a:prstGeom prst="rect">
            <a:avLst/>
          </a:prstGeom>
          <a:noFill/>
          <a:ln>
            <a:noFill/>
          </a:ln>
        </p:spPr>
        <p:txBody>
          <a:bodyPr spcFirstLastPara="1" wrap="square" lIns="0" tIns="0" rIns="0" bIns="0" anchor="t" anchorCtr="0">
            <a:noAutofit/>
          </a:bodyPr>
          <a:lstStyle>
            <a:lvl1pPr marL="457207" lvl="0" indent="-228604" algn="l">
              <a:lnSpc>
                <a:spcPct val="100000"/>
              </a:lnSpc>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a:spcBef>
                <a:spcPts val="600"/>
              </a:spcBef>
              <a:spcAft>
                <a:spcPts val="0"/>
              </a:spcAft>
              <a:buClr>
                <a:schemeClr val="dk1"/>
              </a:buClr>
              <a:buSzPts val="1800"/>
              <a:buChar char="•"/>
              <a:defRPr b="0" i="0">
                <a:latin typeface="Roboto"/>
                <a:ea typeface="Roboto"/>
                <a:cs typeface="Roboto"/>
                <a:sym typeface="Roboto"/>
              </a:defRPr>
            </a:lvl2pPr>
            <a:lvl3pPr marL="1371622" lvl="2" indent="-330205" algn="l">
              <a:spcBef>
                <a:spcPts val="600"/>
              </a:spcBef>
              <a:spcAft>
                <a:spcPts val="0"/>
              </a:spcAft>
              <a:buClr>
                <a:schemeClr val="dk1"/>
              </a:buClr>
              <a:buSzPts val="1600"/>
              <a:buChar char="−"/>
              <a:defRPr b="0" i="0">
                <a:latin typeface="Roboto"/>
                <a:ea typeface="Roboto"/>
                <a:cs typeface="Roboto"/>
                <a:sym typeface="Roboto"/>
              </a:defRPr>
            </a:lvl3pPr>
            <a:lvl4pPr marL="1828831" lvl="3" indent="-317506" algn="l">
              <a:lnSpc>
                <a:spcPct val="100000"/>
              </a:lnSpc>
              <a:spcBef>
                <a:spcPts val="300"/>
              </a:spcBef>
              <a:spcAft>
                <a:spcPts val="0"/>
              </a:spcAft>
              <a:buClr>
                <a:schemeClr val="dk1"/>
              </a:buClr>
              <a:buSzPts val="1400"/>
              <a:buChar char="•"/>
              <a:defRPr b="0" i="0">
                <a:latin typeface="Roboto"/>
                <a:ea typeface="Roboto"/>
                <a:cs typeface="Roboto"/>
                <a:sym typeface="Roboto"/>
              </a:defRPr>
            </a:lvl4pPr>
            <a:lvl5pPr marL="2286038" lvl="4" indent="-304805" algn="l">
              <a:spcBef>
                <a:spcPts val="300"/>
              </a:spcBef>
              <a:spcAft>
                <a:spcPts val="0"/>
              </a:spcAft>
              <a:buClr>
                <a:schemeClr val="dk1"/>
              </a:buClr>
              <a:buSzPts val="1200"/>
              <a:buChar char="−"/>
              <a:defRPr b="0" i="0">
                <a:latin typeface="Roboto"/>
                <a:ea typeface="Roboto"/>
                <a:cs typeface="Roboto"/>
                <a:sym typeface="Roboto"/>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471" name="Google Shape;471;p85"/>
          <p:cNvSpPr txBox="1">
            <a:spLocks noGrp="1"/>
          </p:cNvSpPr>
          <p:nvPr>
            <p:ph type="body" idx="3"/>
          </p:nvPr>
        </p:nvSpPr>
        <p:spPr>
          <a:xfrm>
            <a:off x="455619" y="868681"/>
            <a:ext cx="5029251"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1"/>
              </a:buClr>
              <a:buSzPts val="1600"/>
              <a:buFont typeface="Roboto Medium"/>
              <a:buNone/>
              <a:defRPr sz="16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472" name="Google Shape;472;p85"/>
          <p:cNvSpPr txBox="1">
            <a:spLocks noGrp="1"/>
          </p:cNvSpPr>
          <p:nvPr>
            <p:ph type="body" idx="4"/>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lt1"/>
              </a:buClr>
              <a:buSzPts val="1000"/>
              <a:buFont typeface="Roboto Medium"/>
              <a:buNone/>
              <a:defRPr sz="10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473" name="Google Shape;473;p85" descr="A picture containing drawing&#10;&#10;Description automatically generated"/>
          <p:cNvPicPr preferRelativeResize="0"/>
          <p:nvPr/>
        </p:nvPicPr>
        <p:blipFill rotWithShape="1">
          <a:blip r:embed="rId2">
            <a:alphaModFix/>
          </a:blip>
          <a:srcRect/>
          <a:stretch/>
        </p:blipFill>
        <p:spPr>
          <a:xfrm>
            <a:off x="455619" y="6275784"/>
            <a:ext cx="685800" cy="353616"/>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84.xml><?xml version="1.0" encoding="utf-8"?>
<p:sldLayout xmlns:a="http://schemas.openxmlformats.org/drawingml/2006/main" xmlns:r="http://schemas.openxmlformats.org/officeDocument/2006/relationships" xmlns:p="http://schemas.openxmlformats.org/presentationml/2006/main" matchingName="SEAGLASS Title | Subhead">
  <p:cSld name="SEAGLASS Title | Subhead">
    <p:bg>
      <p:bgPr>
        <a:solidFill>
          <a:schemeClr val="accent3"/>
        </a:solidFill>
        <a:effectLst/>
      </p:bgPr>
    </p:bg>
    <p:spTree>
      <p:nvGrpSpPr>
        <p:cNvPr id="1" name="Shape 474"/>
        <p:cNvGrpSpPr/>
        <p:nvPr/>
      </p:nvGrpSpPr>
      <p:grpSpPr>
        <a:xfrm>
          <a:off x="0" y="0"/>
          <a:ext cx="0" cy="0"/>
          <a:chOff x="0" y="0"/>
          <a:chExt cx="0" cy="0"/>
        </a:xfrm>
      </p:grpSpPr>
      <p:sp>
        <p:nvSpPr>
          <p:cNvPr id="475" name="Google Shape;475;p86"/>
          <p:cNvSpPr txBox="1">
            <a:spLocks noGrp="1"/>
          </p:cNvSpPr>
          <p:nvPr>
            <p:ph type="title"/>
          </p:nvPr>
        </p:nvSpPr>
        <p:spPr>
          <a:xfrm>
            <a:off x="455618" y="488198"/>
            <a:ext cx="8915492" cy="524543"/>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3200"/>
              <a:buFont typeface="Roboto Medium"/>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6" name="Google Shape;476;p86"/>
          <p:cNvSpPr txBox="1">
            <a:spLocks noGrp="1"/>
          </p:cNvSpPr>
          <p:nvPr>
            <p:ph type="body" idx="1"/>
          </p:nvPr>
        </p:nvSpPr>
        <p:spPr>
          <a:xfrm>
            <a:off x="455618" y="868681"/>
            <a:ext cx="8915492" cy="229235"/>
          </a:xfrm>
          <a:prstGeom prst="rect">
            <a:avLst/>
          </a:prstGeom>
          <a:noFill/>
          <a:ln>
            <a:noFill/>
          </a:ln>
        </p:spPr>
        <p:txBody>
          <a:bodyPr spcFirstLastPara="1" wrap="square" lIns="0" tIns="0" rIns="0" bIns="0" anchor="t" anchorCtr="0">
            <a:noAutofit/>
          </a:bodyPr>
          <a:lstStyle>
            <a:lvl1pPr marL="457207" lvl="0" indent="-228604" algn="l">
              <a:spcBef>
                <a:spcPts val="1800"/>
              </a:spcBef>
              <a:spcAft>
                <a:spcPts val="0"/>
              </a:spcAft>
              <a:buClr>
                <a:schemeClr val="lt1"/>
              </a:buClr>
              <a:buSzPts val="1600"/>
              <a:buFont typeface="Roboto Medium"/>
              <a:buNone/>
              <a:defRPr sz="1600" b="0" i="0">
                <a:solidFill>
                  <a:schemeClr val="lt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sp>
        <p:nvSpPr>
          <p:cNvPr id="477" name="Google Shape;477;p86"/>
          <p:cNvSpPr txBox="1">
            <a:spLocks noGrp="1"/>
          </p:cNvSpPr>
          <p:nvPr>
            <p:ph type="body" idx="2"/>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478" name="Google Shape;478;p86" descr="A picture containing drawing&#10;&#10;Description automatically generated"/>
          <p:cNvPicPr preferRelativeResize="0"/>
          <p:nvPr/>
        </p:nvPicPr>
        <p:blipFill rotWithShape="1">
          <a:blip r:embed="rId2">
            <a:alphaModFix/>
          </a:blip>
          <a:srcRect/>
          <a:stretch/>
        </p:blipFill>
        <p:spPr>
          <a:xfrm>
            <a:off x="455619" y="6275784"/>
            <a:ext cx="685800" cy="353616"/>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85.xml><?xml version="1.0" encoding="utf-8"?>
<p:sldLayout xmlns:a="http://schemas.openxmlformats.org/drawingml/2006/main" xmlns:r="http://schemas.openxmlformats.org/officeDocument/2006/relationships" xmlns:p="http://schemas.openxmlformats.org/presentationml/2006/main" matchingName="SEAGLASS Blank">
  <p:cSld name="SEAGLASS Blank">
    <p:bg>
      <p:bgPr>
        <a:solidFill>
          <a:schemeClr val="accent3"/>
        </a:solidFill>
        <a:effectLst/>
      </p:bgPr>
    </p:bg>
    <p:spTree>
      <p:nvGrpSpPr>
        <p:cNvPr id="1" name="Shape 479"/>
        <p:cNvGrpSpPr/>
        <p:nvPr/>
      </p:nvGrpSpPr>
      <p:grpSpPr>
        <a:xfrm>
          <a:off x="0" y="0"/>
          <a:ext cx="0" cy="0"/>
          <a:chOff x="0" y="0"/>
          <a:chExt cx="0" cy="0"/>
        </a:xfrm>
      </p:grpSpPr>
      <p:sp>
        <p:nvSpPr>
          <p:cNvPr id="480" name="Google Shape;480;p87"/>
          <p:cNvSpPr txBox="1">
            <a:spLocks noGrp="1"/>
          </p:cNvSpPr>
          <p:nvPr>
            <p:ph type="body" idx="1"/>
          </p:nvPr>
        </p:nvSpPr>
        <p:spPr>
          <a:xfrm>
            <a:off x="7508953" y="6432334"/>
            <a:ext cx="4224381" cy="228601"/>
          </a:xfrm>
          <a:prstGeom prst="rect">
            <a:avLst/>
          </a:prstGeom>
          <a:noFill/>
          <a:ln>
            <a:noFill/>
          </a:ln>
        </p:spPr>
        <p:txBody>
          <a:bodyPr spcFirstLastPara="1" wrap="square" lIns="0" tIns="0" rIns="0" bIns="0" anchor="b" anchorCtr="0">
            <a:noAutofit/>
          </a:bodyPr>
          <a:lstStyle>
            <a:lvl1pPr marL="457207" lvl="0" indent="-228604" algn="r">
              <a:spcBef>
                <a:spcPts val="1800"/>
              </a:spcBef>
              <a:spcAft>
                <a:spcPts val="0"/>
              </a:spcAft>
              <a:buClr>
                <a:schemeClr val="dk1"/>
              </a:buClr>
              <a:buSzPts val="1000"/>
              <a:buFont typeface="Roboto Medium"/>
              <a:buNone/>
              <a:defRPr sz="1000" b="0" i="0">
                <a:solidFill>
                  <a:schemeClr val="dk1"/>
                </a:solidFill>
                <a:latin typeface="Roboto Medium"/>
                <a:ea typeface="Roboto Medium"/>
                <a:cs typeface="Roboto Medium"/>
                <a:sym typeface="Roboto Medium"/>
              </a:defRPr>
            </a:lvl1pPr>
            <a:lvl2pPr marL="914415" lvl="1" indent="-228604" algn="l">
              <a:spcBef>
                <a:spcPts val="600"/>
              </a:spcBef>
              <a:spcAft>
                <a:spcPts val="0"/>
              </a:spcAft>
              <a:buClr>
                <a:schemeClr val="dk1"/>
              </a:buClr>
              <a:buSzPts val="1800"/>
              <a:buNone/>
              <a:defRPr/>
            </a:lvl2pPr>
            <a:lvl3pPr marL="1371622" lvl="2" indent="-342906" algn="l">
              <a:spcBef>
                <a:spcPts val="600"/>
              </a:spcBef>
              <a:spcAft>
                <a:spcPts val="0"/>
              </a:spcAft>
              <a:buClr>
                <a:schemeClr val="dk1"/>
              </a:buClr>
              <a:buSzPts val="1800"/>
              <a:buChar char="−"/>
              <a:defRPr/>
            </a:lvl3pPr>
            <a:lvl4pPr marL="1828831" lvl="3" indent="-342906" algn="l">
              <a:spcBef>
                <a:spcPts val="300"/>
              </a:spcBef>
              <a:spcAft>
                <a:spcPts val="0"/>
              </a:spcAft>
              <a:buClr>
                <a:schemeClr val="dk1"/>
              </a:buClr>
              <a:buSzPts val="1800"/>
              <a:buChar char="•"/>
              <a:defRPr/>
            </a:lvl4pPr>
            <a:lvl5pPr marL="2286038" lvl="4" indent="-342906" algn="l">
              <a:spcBef>
                <a:spcPts val="300"/>
              </a:spcBef>
              <a:spcAft>
                <a:spcPts val="0"/>
              </a:spcAft>
              <a:buClr>
                <a:schemeClr val="dk1"/>
              </a:buClr>
              <a:buSzPts val="1800"/>
              <a:buChar char="−"/>
              <a:defRPr/>
            </a:lvl5pPr>
            <a:lvl6pPr marL="2743246" lvl="5" indent="-342906" algn="l">
              <a:spcBef>
                <a:spcPts val="360"/>
              </a:spcBef>
              <a:spcAft>
                <a:spcPts val="0"/>
              </a:spcAft>
              <a:buClr>
                <a:schemeClr val="dk1"/>
              </a:buClr>
              <a:buSzPts val="1800"/>
              <a:buChar char="•"/>
              <a:defRPr/>
            </a:lvl6pPr>
            <a:lvl7pPr marL="3200453" lvl="6" indent="-342906" algn="l">
              <a:spcBef>
                <a:spcPts val="360"/>
              </a:spcBef>
              <a:spcAft>
                <a:spcPts val="0"/>
              </a:spcAft>
              <a:buClr>
                <a:schemeClr val="dk1"/>
              </a:buClr>
              <a:buSzPts val="1800"/>
              <a:buChar char="•"/>
              <a:defRPr/>
            </a:lvl7pPr>
            <a:lvl8pPr marL="3657661" lvl="7" indent="-342906" algn="l">
              <a:spcBef>
                <a:spcPts val="360"/>
              </a:spcBef>
              <a:spcAft>
                <a:spcPts val="0"/>
              </a:spcAft>
              <a:buClr>
                <a:schemeClr val="dk1"/>
              </a:buClr>
              <a:buSzPts val="1800"/>
              <a:buChar char="•"/>
              <a:defRPr/>
            </a:lvl8pPr>
            <a:lvl9pPr marL="4114868" lvl="8" indent="-342906" algn="l">
              <a:spcBef>
                <a:spcPts val="360"/>
              </a:spcBef>
              <a:spcAft>
                <a:spcPts val="0"/>
              </a:spcAft>
              <a:buClr>
                <a:schemeClr val="dk1"/>
              </a:buClr>
              <a:buSzPts val="1800"/>
              <a:buChar char="•"/>
              <a:defRPr/>
            </a:lvl9pPr>
          </a:lstStyle>
          <a:p>
            <a:endParaRPr/>
          </a:p>
        </p:txBody>
      </p:sp>
      <p:pic>
        <p:nvPicPr>
          <p:cNvPr id="481" name="Google Shape;481;p87" descr="A picture containing drawing&#10;&#10;Description automatically generated"/>
          <p:cNvPicPr preferRelativeResize="0"/>
          <p:nvPr/>
        </p:nvPicPr>
        <p:blipFill rotWithShape="1">
          <a:blip r:embed="rId2">
            <a:alphaModFix/>
          </a:blip>
          <a:srcRect/>
          <a:stretch/>
        </p:blipFill>
        <p:spPr>
          <a:xfrm>
            <a:off x="455619" y="6275784"/>
            <a:ext cx="685800" cy="353616"/>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86.xml><?xml version="1.0" encoding="utf-8"?>
<p:sldLayout xmlns:a="http://schemas.openxmlformats.org/drawingml/2006/main" xmlns:r="http://schemas.openxmlformats.org/officeDocument/2006/relationships" xmlns:p="http://schemas.openxmlformats.org/presentationml/2006/main" matchingName="Cover A">
  <p:cSld name="Cover A">
    <p:bg>
      <p:bgPr>
        <a:solidFill>
          <a:schemeClr val="lt1"/>
        </a:solidFill>
        <a:effectLst/>
      </p:bgPr>
    </p:bg>
    <p:spTree>
      <p:nvGrpSpPr>
        <p:cNvPr id="1" name="Shape 491"/>
        <p:cNvGrpSpPr/>
        <p:nvPr/>
      </p:nvGrpSpPr>
      <p:grpSpPr>
        <a:xfrm>
          <a:off x="0" y="0"/>
          <a:ext cx="0" cy="0"/>
          <a:chOff x="0" y="0"/>
          <a:chExt cx="0" cy="0"/>
        </a:xfrm>
      </p:grpSpPr>
      <p:sp>
        <p:nvSpPr>
          <p:cNvPr id="492" name="Google Shape;492;p90"/>
          <p:cNvSpPr/>
          <p:nvPr/>
        </p:nvSpPr>
        <p:spPr>
          <a:xfrm>
            <a:off x="0" y="0"/>
            <a:ext cx="12189000" cy="6858000"/>
          </a:xfrm>
          <a:prstGeom prst="rect">
            <a:avLst/>
          </a:prstGeom>
          <a:gradFill>
            <a:gsLst>
              <a:gs pos="0">
                <a:schemeClr val="accent1"/>
              </a:gs>
              <a:gs pos="57000">
                <a:srgbClr val="9299F4"/>
              </a:gs>
              <a:gs pos="100000">
                <a:schemeClr val="lt2"/>
              </a:gs>
            </a:gsLst>
            <a:lin ang="18599929" scaled="0"/>
          </a:gradFill>
          <a:ln>
            <a:noFill/>
          </a:ln>
        </p:spPr>
        <p:txBody>
          <a:bodyPr spcFirstLastPara="1" wrap="square" lIns="91426" tIns="45700" rIns="91426"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Roboto"/>
              <a:ea typeface="Roboto"/>
              <a:cs typeface="Roboto"/>
              <a:sym typeface="Roboto"/>
            </a:endParaRPr>
          </a:p>
        </p:txBody>
      </p:sp>
      <p:sp>
        <p:nvSpPr>
          <p:cNvPr id="493" name="Google Shape;493;p90"/>
          <p:cNvSpPr>
            <a:spLocks noGrp="1"/>
          </p:cNvSpPr>
          <p:nvPr>
            <p:ph type="pic" idx="2"/>
          </p:nvPr>
        </p:nvSpPr>
        <p:spPr>
          <a:xfrm>
            <a:off x="6094473" y="0"/>
            <a:ext cx="6094500"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pic>
        <p:nvPicPr>
          <p:cNvPr id="494" name="Google Shape;494;p90" descr="A picture containing drawing&#10;&#10;Description automatically generated"/>
          <p:cNvPicPr preferRelativeResize="0"/>
          <p:nvPr/>
        </p:nvPicPr>
        <p:blipFill rotWithShape="1">
          <a:blip r:embed="rId2">
            <a:alphaModFix/>
          </a:blip>
          <a:srcRect/>
          <a:stretch/>
        </p:blipFill>
        <p:spPr>
          <a:xfrm>
            <a:off x="455618" y="457200"/>
            <a:ext cx="1222238" cy="914400"/>
          </a:xfrm>
          <a:prstGeom prst="rect">
            <a:avLst/>
          </a:prstGeom>
          <a:noFill/>
          <a:ln>
            <a:noFill/>
          </a:ln>
        </p:spPr>
      </p:pic>
      <p:sp>
        <p:nvSpPr>
          <p:cNvPr id="495" name="Google Shape;495;p90"/>
          <p:cNvSpPr txBox="1">
            <a:spLocks noGrp="1"/>
          </p:cNvSpPr>
          <p:nvPr>
            <p:ph type="title"/>
          </p:nvPr>
        </p:nvSpPr>
        <p:spPr>
          <a:xfrm>
            <a:off x="455625" y="2931050"/>
            <a:ext cx="5304000" cy="3201300"/>
          </a:xfrm>
          <a:prstGeom prst="rect">
            <a:avLst/>
          </a:prstGeom>
        </p:spPr>
        <p:txBody>
          <a:bodyPr spcFirstLastPara="1" wrap="square" lIns="0" tIns="0" rIns="0" bIns="0" anchor="b" anchorCtr="0">
            <a:noAutofit/>
          </a:bodyPr>
          <a:lstStyle>
            <a:lvl1pPr lvl="0" rtl="0">
              <a:spcBef>
                <a:spcPts val="0"/>
              </a:spcBef>
              <a:spcAft>
                <a:spcPts val="0"/>
              </a:spcAft>
              <a:buClr>
                <a:schemeClr val="lt1"/>
              </a:buClr>
              <a:buSzPts val="5400"/>
              <a:buNone/>
              <a:defRPr sz="5400">
                <a:solidFill>
                  <a:schemeClr val="lt1"/>
                </a:solidFill>
                <a:latin typeface="Roboto"/>
                <a:ea typeface="Roboto"/>
                <a:cs typeface="Roboto"/>
                <a:sym typeface="Roboto"/>
              </a:defRPr>
            </a:lvl1pPr>
            <a:lvl2pPr lvl="1" rtl="0">
              <a:spcBef>
                <a:spcPts val="0"/>
              </a:spcBef>
              <a:spcAft>
                <a:spcPts val="0"/>
              </a:spcAft>
              <a:buSzPts val="1400"/>
              <a:buNone/>
              <a:defRPr>
                <a:latin typeface="Roboto"/>
                <a:ea typeface="Roboto"/>
                <a:cs typeface="Roboto"/>
                <a:sym typeface="Roboto"/>
              </a:defRPr>
            </a:lvl2pPr>
            <a:lvl3pPr lvl="2" rtl="0">
              <a:spcBef>
                <a:spcPts val="0"/>
              </a:spcBef>
              <a:spcAft>
                <a:spcPts val="0"/>
              </a:spcAft>
              <a:buSzPts val="1400"/>
              <a:buNone/>
              <a:defRPr>
                <a:latin typeface="Roboto"/>
                <a:ea typeface="Roboto"/>
                <a:cs typeface="Roboto"/>
                <a:sym typeface="Roboto"/>
              </a:defRPr>
            </a:lvl3pPr>
            <a:lvl4pPr lvl="3" rtl="0">
              <a:spcBef>
                <a:spcPts val="0"/>
              </a:spcBef>
              <a:spcAft>
                <a:spcPts val="0"/>
              </a:spcAft>
              <a:buSzPts val="1400"/>
              <a:buNone/>
              <a:defRPr>
                <a:latin typeface="Roboto"/>
                <a:ea typeface="Roboto"/>
                <a:cs typeface="Roboto"/>
                <a:sym typeface="Roboto"/>
              </a:defRPr>
            </a:lvl4pPr>
            <a:lvl5pPr lvl="4" rtl="0">
              <a:spcBef>
                <a:spcPts val="0"/>
              </a:spcBef>
              <a:spcAft>
                <a:spcPts val="0"/>
              </a:spcAft>
              <a:buSzPts val="1400"/>
              <a:buNone/>
              <a:defRPr>
                <a:latin typeface="Roboto"/>
                <a:ea typeface="Roboto"/>
                <a:cs typeface="Roboto"/>
                <a:sym typeface="Roboto"/>
              </a:defRPr>
            </a:lvl5pPr>
            <a:lvl6pPr lvl="5" rtl="0">
              <a:spcBef>
                <a:spcPts val="0"/>
              </a:spcBef>
              <a:spcAft>
                <a:spcPts val="0"/>
              </a:spcAft>
              <a:buSzPts val="1400"/>
              <a:buNone/>
              <a:defRPr>
                <a:latin typeface="Roboto"/>
                <a:ea typeface="Roboto"/>
                <a:cs typeface="Roboto"/>
                <a:sym typeface="Roboto"/>
              </a:defRPr>
            </a:lvl6pPr>
            <a:lvl7pPr lvl="6" rtl="0">
              <a:spcBef>
                <a:spcPts val="0"/>
              </a:spcBef>
              <a:spcAft>
                <a:spcPts val="0"/>
              </a:spcAft>
              <a:buSzPts val="1400"/>
              <a:buNone/>
              <a:defRPr>
                <a:latin typeface="Roboto"/>
                <a:ea typeface="Roboto"/>
                <a:cs typeface="Roboto"/>
                <a:sym typeface="Roboto"/>
              </a:defRPr>
            </a:lvl7pPr>
            <a:lvl8pPr lvl="7" rtl="0">
              <a:spcBef>
                <a:spcPts val="0"/>
              </a:spcBef>
              <a:spcAft>
                <a:spcPts val="0"/>
              </a:spcAft>
              <a:buSzPts val="1400"/>
              <a:buNone/>
              <a:defRPr>
                <a:latin typeface="Roboto"/>
                <a:ea typeface="Roboto"/>
                <a:cs typeface="Roboto"/>
                <a:sym typeface="Roboto"/>
              </a:defRPr>
            </a:lvl8pPr>
            <a:lvl9pPr lvl="8" rtl="0">
              <a:spcBef>
                <a:spcPts val="0"/>
              </a:spcBef>
              <a:spcAft>
                <a:spcPts val="0"/>
              </a:spcAft>
              <a:buSzPts val="1400"/>
              <a:buNone/>
              <a:defRPr>
                <a:latin typeface="Roboto"/>
                <a:ea typeface="Roboto"/>
                <a:cs typeface="Roboto"/>
                <a:sym typeface="Roboto"/>
              </a:defRPr>
            </a:lvl9pPr>
          </a:lstStyle>
          <a:p>
            <a:endParaRPr/>
          </a:p>
        </p:txBody>
      </p:sp>
      <p:sp>
        <p:nvSpPr>
          <p:cNvPr id="496" name="Google Shape;496;p90"/>
          <p:cNvSpPr txBox="1">
            <a:spLocks noGrp="1"/>
          </p:cNvSpPr>
          <p:nvPr>
            <p:ph type="subTitle" idx="1"/>
          </p:nvPr>
        </p:nvSpPr>
        <p:spPr>
          <a:xfrm>
            <a:off x="3634834" y="457200"/>
            <a:ext cx="2116199" cy="1567200"/>
          </a:xfrm>
          <a:prstGeom prst="rect">
            <a:avLst/>
          </a:prstGeom>
        </p:spPr>
        <p:txBody>
          <a:bodyPr spcFirstLastPara="1" wrap="square" lIns="0" tIns="0" rIns="0" bIns="0" anchor="t" anchorCtr="0">
            <a:noAutofit/>
          </a:bodyPr>
          <a:lstStyle>
            <a:lvl1pPr lvl="0" rtl="0">
              <a:spcBef>
                <a:spcPts val="0"/>
              </a:spcBef>
              <a:spcAft>
                <a:spcPts val="0"/>
              </a:spcAft>
              <a:buClr>
                <a:schemeClr val="lt1"/>
              </a:buClr>
              <a:buSzPts val="1600"/>
              <a:buNone/>
              <a:defRPr sz="1600">
                <a:solidFill>
                  <a:schemeClr val="lt1"/>
                </a:solidFill>
              </a:defRPr>
            </a:lvl1pPr>
            <a:lvl2pPr lvl="1" rtl="0">
              <a:spcBef>
                <a:spcPts val="600"/>
              </a:spcBef>
              <a:spcAft>
                <a:spcPts val="0"/>
              </a:spcAft>
              <a:buClr>
                <a:schemeClr val="lt1"/>
              </a:buClr>
              <a:buSzPts val="1800"/>
              <a:buNone/>
              <a:defRPr>
                <a:solidFill>
                  <a:schemeClr val="lt1"/>
                </a:solidFill>
              </a:defRPr>
            </a:lvl2pPr>
            <a:lvl3pPr lvl="2" rtl="0">
              <a:spcBef>
                <a:spcPts val="600"/>
              </a:spcBef>
              <a:spcAft>
                <a:spcPts val="0"/>
              </a:spcAft>
              <a:buClr>
                <a:schemeClr val="lt1"/>
              </a:buClr>
              <a:buSzPts val="1600"/>
              <a:buNone/>
              <a:defRPr>
                <a:solidFill>
                  <a:schemeClr val="lt1"/>
                </a:solidFill>
              </a:defRPr>
            </a:lvl3pPr>
            <a:lvl4pPr lvl="3" rtl="0">
              <a:spcBef>
                <a:spcPts val="300"/>
              </a:spcBef>
              <a:spcAft>
                <a:spcPts val="0"/>
              </a:spcAft>
              <a:buClr>
                <a:schemeClr val="lt1"/>
              </a:buClr>
              <a:buSzPts val="1400"/>
              <a:buNone/>
              <a:defRPr>
                <a:solidFill>
                  <a:schemeClr val="lt1"/>
                </a:solidFill>
              </a:defRPr>
            </a:lvl4pPr>
            <a:lvl5pPr lvl="4" rtl="0">
              <a:spcBef>
                <a:spcPts val="300"/>
              </a:spcBef>
              <a:spcAft>
                <a:spcPts val="0"/>
              </a:spcAft>
              <a:buClr>
                <a:schemeClr val="lt1"/>
              </a:buClr>
              <a:buSzPts val="1200"/>
              <a:buNone/>
              <a:defRPr>
                <a:solidFill>
                  <a:schemeClr val="lt1"/>
                </a:solidFill>
              </a:defRPr>
            </a:lvl5pPr>
            <a:lvl6pPr lvl="5" rtl="0">
              <a:spcBef>
                <a:spcPts val="533"/>
              </a:spcBef>
              <a:spcAft>
                <a:spcPts val="0"/>
              </a:spcAft>
              <a:buClr>
                <a:schemeClr val="lt1"/>
              </a:buClr>
              <a:buSzPts val="2666"/>
              <a:buNone/>
              <a:defRPr>
                <a:solidFill>
                  <a:schemeClr val="lt1"/>
                </a:solidFill>
              </a:defRPr>
            </a:lvl6pPr>
            <a:lvl7pPr lvl="6" rtl="0">
              <a:spcBef>
                <a:spcPts val="533"/>
              </a:spcBef>
              <a:spcAft>
                <a:spcPts val="0"/>
              </a:spcAft>
              <a:buClr>
                <a:schemeClr val="lt1"/>
              </a:buClr>
              <a:buSzPts val="2666"/>
              <a:buNone/>
              <a:defRPr>
                <a:solidFill>
                  <a:schemeClr val="lt1"/>
                </a:solidFill>
              </a:defRPr>
            </a:lvl7pPr>
            <a:lvl8pPr lvl="7" rtl="0">
              <a:spcBef>
                <a:spcPts val="533"/>
              </a:spcBef>
              <a:spcAft>
                <a:spcPts val="0"/>
              </a:spcAft>
              <a:buClr>
                <a:schemeClr val="lt1"/>
              </a:buClr>
              <a:buSzPts val="2666"/>
              <a:buNone/>
              <a:defRPr>
                <a:solidFill>
                  <a:schemeClr val="lt1"/>
                </a:solidFill>
              </a:defRPr>
            </a:lvl8pPr>
            <a:lvl9pPr lvl="8" rtl="0">
              <a:spcBef>
                <a:spcPts val="533"/>
              </a:spcBef>
              <a:spcAft>
                <a:spcPts val="0"/>
              </a:spcAft>
              <a:buClr>
                <a:schemeClr val="lt1"/>
              </a:buClr>
              <a:buSzPts val="2666"/>
              <a:buNone/>
              <a:defRPr>
                <a:solidFill>
                  <a:schemeClr val="lt1"/>
                </a:solidFill>
              </a:defRPr>
            </a:lvl9pPr>
          </a:lstStyle>
          <a:p>
            <a:endParaRPr/>
          </a:p>
        </p:txBody>
      </p:sp>
      <p:sp>
        <p:nvSpPr>
          <p:cNvPr id="497" name="Google Shape;497;p90"/>
          <p:cNvSpPr txBox="1">
            <a:spLocks noGrp="1"/>
          </p:cNvSpPr>
          <p:nvPr>
            <p:ph type="subTitle" idx="3"/>
          </p:nvPr>
        </p:nvSpPr>
        <p:spPr>
          <a:xfrm>
            <a:off x="455625" y="6172200"/>
            <a:ext cx="5304000" cy="457200"/>
          </a:xfrm>
          <a:prstGeom prst="rect">
            <a:avLst/>
          </a:prstGeom>
        </p:spPr>
        <p:txBody>
          <a:bodyPr spcFirstLastPara="1" wrap="square" lIns="0" tIns="0" rIns="0" bIns="0" anchor="t" anchorCtr="0">
            <a:noAutofit/>
          </a:bodyPr>
          <a:lstStyle>
            <a:lvl1pPr lvl="0" rtl="0">
              <a:spcBef>
                <a:spcPts val="0"/>
              </a:spcBef>
              <a:spcAft>
                <a:spcPts val="0"/>
              </a:spcAft>
              <a:buClr>
                <a:schemeClr val="lt1"/>
              </a:buClr>
              <a:buSzPts val="2000"/>
              <a:buNone/>
              <a:defRPr>
                <a:solidFill>
                  <a:schemeClr val="lt1"/>
                </a:solidFill>
              </a:defRPr>
            </a:lvl1pPr>
            <a:lvl2pPr lvl="1" rtl="0">
              <a:spcBef>
                <a:spcPts val="600"/>
              </a:spcBef>
              <a:spcAft>
                <a:spcPts val="0"/>
              </a:spcAft>
              <a:buSzPts val="2000"/>
              <a:buNone/>
              <a:defRPr sz="2000"/>
            </a:lvl2pPr>
            <a:lvl3pPr lvl="2" rtl="0">
              <a:spcBef>
                <a:spcPts val="600"/>
              </a:spcBef>
              <a:spcAft>
                <a:spcPts val="0"/>
              </a:spcAft>
              <a:buSzPts val="2000"/>
              <a:buNone/>
              <a:defRPr sz="2000"/>
            </a:lvl3pPr>
            <a:lvl4pPr lvl="3" rtl="0">
              <a:spcBef>
                <a:spcPts val="300"/>
              </a:spcBef>
              <a:spcAft>
                <a:spcPts val="0"/>
              </a:spcAft>
              <a:buSzPts val="2000"/>
              <a:buNone/>
              <a:defRPr sz="2000"/>
            </a:lvl4pPr>
            <a:lvl5pPr lvl="4" rtl="0">
              <a:spcBef>
                <a:spcPts val="300"/>
              </a:spcBef>
              <a:spcAft>
                <a:spcPts val="0"/>
              </a:spcAft>
              <a:buSzPts val="2000"/>
              <a:buNone/>
              <a:defRPr sz="2000"/>
            </a:lvl5pPr>
            <a:lvl6pPr lvl="5" rtl="0">
              <a:spcBef>
                <a:spcPts val="533"/>
              </a:spcBef>
              <a:spcAft>
                <a:spcPts val="0"/>
              </a:spcAft>
              <a:buSzPts val="2000"/>
              <a:buNone/>
              <a:defRPr sz="2000"/>
            </a:lvl6pPr>
            <a:lvl7pPr lvl="6" rtl="0">
              <a:spcBef>
                <a:spcPts val="533"/>
              </a:spcBef>
              <a:spcAft>
                <a:spcPts val="0"/>
              </a:spcAft>
              <a:buSzPts val="2000"/>
              <a:buNone/>
              <a:defRPr sz="2000"/>
            </a:lvl7pPr>
            <a:lvl8pPr lvl="7" rtl="0">
              <a:spcBef>
                <a:spcPts val="533"/>
              </a:spcBef>
              <a:spcAft>
                <a:spcPts val="0"/>
              </a:spcAft>
              <a:buSzPts val="2000"/>
              <a:buNone/>
              <a:defRPr sz="2000"/>
            </a:lvl8pPr>
            <a:lvl9pPr lvl="8" rtl="0">
              <a:spcBef>
                <a:spcPts val="533"/>
              </a:spcBef>
              <a:spcAft>
                <a:spcPts val="0"/>
              </a:spcAft>
              <a:buSzPts val="2000"/>
              <a:buNone/>
              <a:defRPr sz="2000"/>
            </a:lvl9pPr>
          </a:lstStyle>
          <a:p>
            <a:endParaRPr/>
          </a:p>
        </p:txBody>
      </p:sp>
      <p:sp>
        <p:nvSpPr>
          <p:cNvPr id="498" name="Google Shape;498;p90"/>
          <p:cNvSpPr txBox="1"/>
          <p:nvPr/>
        </p:nvSpPr>
        <p:spPr>
          <a:xfrm>
            <a:off x="8488776" y="6400800"/>
            <a:ext cx="3244500" cy="228600"/>
          </a:xfrm>
          <a:prstGeom prst="rect">
            <a:avLst/>
          </a:prstGeom>
          <a:noFill/>
          <a:ln>
            <a:noFill/>
          </a:ln>
        </p:spPr>
        <p:txBody>
          <a:bodyPr spcFirstLastPara="1" wrap="square" lIns="0" tIns="0" rIns="0" bIns="0" anchor="b"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87.xml><?xml version="1.0" encoding="utf-8"?>
<p:sldLayout xmlns:a="http://schemas.openxmlformats.org/drawingml/2006/main" xmlns:r="http://schemas.openxmlformats.org/officeDocument/2006/relationships" xmlns:p="http://schemas.openxmlformats.org/presentationml/2006/main" matchingName="Cover B">
  <p:cSld name="Cover B">
    <p:bg>
      <p:bgPr>
        <a:solidFill>
          <a:schemeClr val="dk2"/>
        </a:solidFill>
        <a:effectLst/>
      </p:bgPr>
    </p:bg>
    <p:spTree>
      <p:nvGrpSpPr>
        <p:cNvPr id="1" name="Shape 499"/>
        <p:cNvGrpSpPr/>
        <p:nvPr/>
      </p:nvGrpSpPr>
      <p:grpSpPr>
        <a:xfrm>
          <a:off x="0" y="0"/>
          <a:ext cx="0" cy="0"/>
          <a:chOff x="0" y="0"/>
          <a:chExt cx="0" cy="0"/>
        </a:xfrm>
      </p:grpSpPr>
      <p:pic>
        <p:nvPicPr>
          <p:cNvPr id="500" name="Google Shape;500;p91" descr="A picture containing drawing&#10;&#10;Description automatically generated"/>
          <p:cNvPicPr preferRelativeResize="0"/>
          <p:nvPr/>
        </p:nvPicPr>
        <p:blipFill rotWithShape="1">
          <a:blip r:embed="rId2">
            <a:alphaModFix/>
          </a:blip>
          <a:srcRect/>
          <a:stretch/>
        </p:blipFill>
        <p:spPr>
          <a:xfrm>
            <a:off x="455618" y="457200"/>
            <a:ext cx="1222238" cy="914400"/>
          </a:xfrm>
          <a:prstGeom prst="rect">
            <a:avLst/>
          </a:prstGeom>
          <a:noFill/>
          <a:ln>
            <a:noFill/>
          </a:ln>
        </p:spPr>
      </p:pic>
      <p:sp>
        <p:nvSpPr>
          <p:cNvPr id="501" name="Google Shape;501;p91"/>
          <p:cNvSpPr txBox="1">
            <a:spLocks noGrp="1"/>
          </p:cNvSpPr>
          <p:nvPr>
            <p:ph type="subTitle" idx="1"/>
          </p:nvPr>
        </p:nvSpPr>
        <p:spPr>
          <a:xfrm>
            <a:off x="3634820" y="457200"/>
            <a:ext cx="3330301" cy="1567200"/>
          </a:xfrm>
          <a:prstGeom prst="rect">
            <a:avLst/>
          </a:prstGeom>
        </p:spPr>
        <p:txBody>
          <a:bodyPr spcFirstLastPara="1" wrap="square" lIns="0" tIns="0" rIns="0" bIns="0" anchor="t" anchorCtr="0">
            <a:noAutofit/>
          </a:bodyPr>
          <a:lstStyle>
            <a:lvl1pPr lvl="0" rtl="0">
              <a:spcBef>
                <a:spcPts val="0"/>
              </a:spcBef>
              <a:spcAft>
                <a:spcPts val="0"/>
              </a:spcAft>
              <a:buClr>
                <a:schemeClr val="lt1"/>
              </a:buClr>
              <a:buSzPts val="1600"/>
              <a:buNone/>
              <a:defRPr sz="1600">
                <a:solidFill>
                  <a:schemeClr val="lt1"/>
                </a:solidFill>
              </a:defRPr>
            </a:lvl1pPr>
            <a:lvl2pPr lvl="1" rtl="0">
              <a:spcBef>
                <a:spcPts val="600"/>
              </a:spcBef>
              <a:spcAft>
                <a:spcPts val="0"/>
              </a:spcAft>
              <a:buClr>
                <a:schemeClr val="lt1"/>
              </a:buClr>
              <a:buSzPts val="1800"/>
              <a:buNone/>
              <a:defRPr>
                <a:solidFill>
                  <a:schemeClr val="lt1"/>
                </a:solidFill>
              </a:defRPr>
            </a:lvl2pPr>
            <a:lvl3pPr lvl="2" rtl="0">
              <a:spcBef>
                <a:spcPts val="600"/>
              </a:spcBef>
              <a:spcAft>
                <a:spcPts val="0"/>
              </a:spcAft>
              <a:buClr>
                <a:schemeClr val="lt1"/>
              </a:buClr>
              <a:buSzPts val="1600"/>
              <a:buNone/>
              <a:defRPr>
                <a:solidFill>
                  <a:schemeClr val="lt1"/>
                </a:solidFill>
              </a:defRPr>
            </a:lvl3pPr>
            <a:lvl4pPr lvl="3" rtl="0">
              <a:spcBef>
                <a:spcPts val="300"/>
              </a:spcBef>
              <a:spcAft>
                <a:spcPts val="0"/>
              </a:spcAft>
              <a:buClr>
                <a:schemeClr val="lt1"/>
              </a:buClr>
              <a:buSzPts val="1400"/>
              <a:buNone/>
              <a:defRPr>
                <a:solidFill>
                  <a:schemeClr val="lt1"/>
                </a:solidFill>
              </a:defRPr>
            </a:lvl4pPr>
            <a:lvl5pPr lvl="4" rtl="0">
              <a:spcBef>
                <a:spcPts val="300"/>
              </a:spcBef>
              <a:spcAft>
                <a:spcPts val="0"/>
              </a:spcAft>
              <a:buClr>
                <a:schemeClr val="lt1"/>
              </a:buClr>
              <a:buSzPts val="1200"/>
              <a:buNone/>
              <a:defRPr>
                <a:solidFill>
                  <a:schemeClr val="lt1"/>
                </a:solidFill>
              </a:defRPr>
            </a:lvl5pPr>
            <a:lvl6pPr lvl="5" rtl="0">
              <a:spcBef>
                <a:spcPts val="533"/>
              </a:spcBef>
              <a:spcAft>
                <a:spcPts val="0"/>
              </a:spcAft>
              <a:buClr>
                <a:schemeClr val="lt1"/>
              </a:buClr>
              <a:buSzPts val="2666"/>
              <a:buNone/>
              <a:defRPr>
                <a:solidFill>
                  <a:schemeClr val="lt1"/>
                </a:solidFill>
              </a:defRPr>
            </a:lvl6pPr>
            <a:lvl7pPr lvl="6" rtl="0">
              <a:spcBef>
                <a:spcPts val="533"/>
              </a:spcBef>
              <a:spcAft>
                <a:spcPts val="0"/>
              </a:spcAft>
              <a:buClr>
                <a:schemeClr val="lt1"/>
              </a:buClr>
              <a:buSzPts val="2666"/>
              <a:buNone/>
              <a:defRPr>
                <a:solidFill>
                  <a:schemeClr val="lt1"/>
                </a:solidFill>
              </a:defRPr>
            </a:lvl7pPr>
            <a:lvl8pPr lvl="7" rtl="0">
              <a:spcBef>
                <a:spcPts val="533"/>
              </a:spcBef>
              <a:spcAft>
                <a:spcPts val="0"/>
              </a:spcAft>
              <a:buClr>
                <a:schemeClr val="lt1"/>
              </a:buClr>
              <a:buSzPts val="2666"/>
              <a:buNone/>
              <a:defRPr>
                <a:solidFill>
                  <a:schemeClr val="lt1"/>
                </a:solidFill>
              </a:defRPr>
            </a:lvl8pPr>
            <a:lvl9pPr lvl="8" rtl="0">
              <a:spcBef>
                <a:spcPts val="533"/>
              </a:spcBef>
              <a:spcAft>
                <a:spcPts val="0"/>
              </a:spcAft>
              <a:buClr>
                <a:schemeClr val="lt1"/>
              </a:buClr>
              <a:buSzPts val="2666"/>
              <a:buNone/>
              <a:defRPr>
                <a:solidFill>
                  <a:schemeClr val="lt1"/>
                </a:solidFill>
              </a:defRPr>
            </a:lvl9pPr>
          </a:lstStyle>
          <a:p>
            <a:endParaRPr/>
          </a:p>
        </p:txBody>
      </p:sp>
      <p:sp>
        <p:nvSpPr>
          <p:cNvPr id="502" name="Google Shape;502;p91"/>
          <p:cNvSpPr txBox="1">
            <a:spLocks noGrp="1"/>
          </p:cNvSpPr>
          <p:nvPr>
            <p:ph type="title"/>
          </p:nvPr>
        </p:nvSpPr>
        <p:spPr>
          <a:xfrm>
            <a:off x="455626" y="1593900"/>
            <a:ext cx="11277600" cy="4806900"/>
          </a:xfrm>
          <a:prstGeom prst="rect">
            <a:avLst/>
          </a:prstGeom>
        </p:spPr>
        <p:txBody>
          <a:bodyPr spcFirstLastPara="1" wrap="square" lIns="0" tIns="0" rIns="0" bIns="0" anchor="ctr" anchorCtr="0">
            <a:noAutofit/>
          </a:bodyPr>
          <a:lstStyle>
            <a:lvl1pPr lvl="0" rtl="0">
              <a:lnSpc>
                <a:spcPct val="70000"/>
              </a:lnSpc>
              <a:spcBef>
                <a:spcPts val="0"/>
              </a:spcBef>
              <a:spcAft>
                <a:spcPts val="0"/>
              </a:spcAft>
              <a:buClr>
                <a:schemeClr val="lt1"/>
              </a:buClr>
              <a:buSzPts val="12500"/>
              <a:buFont typeface="Roboto"/>
              <a:buNone/>
              <a:defRPr sz="12501">
                <a:solidFill>
                  <a:schemeClr val="lt1"/>
                </a:solidFill>
                <a:latin typeface="Roboto"/>
                <a:ea typeface="Roboto"/>
                <a:cs typeface="Roboto"/>
                <a:sym typeface="Roboto"/>
              </a:defRPr>
            </a:lvl1pPr>
            <a:lvl2pPr lvl="1" rtl="0">
              <a:spcBef>
                <a:spcPts val="0"/>
              </a:spcBef>
              <a:spcAft>
                <a:spcPts val="0"/>
              </a:spcAft>
              <a:buSzPts val="1400"/>
              <a:buNone/>
              <a:defRPr>
                <a:latin typeface="Roboto"/>
                <a:ea typeface="Roboto"/>
                <a:cs typeface="Roboto"/>
                <a:sym typeface="Roboto"/>
              </a:defRPr>
            </a:lvl2pPr>
            <a:lvl3pPr lvl="2" rtl="0">
              <a:spcBef>
                <a:spcPts val="0"/>
              </a:spcBef>
              <a:spcAft>
                <a:spcPts val="0"/>
              </a:spcAft>
              <a:buSzPts val="1400"/>
              <a:buNone/>
              <a:defRPr>
                <a:latin typeface="Roboto"/>
                <a:ea typeface="Roboto"/>
                <a:cs typeface="Roboto"/>
                <a:sym typeface="Roboto"/>
              </a:defRPr>
            </a:lvl3pPr>
            <a:lvl4pPr lvl="3" rtl="0">
              <a:spcBef>
                <a:spcPts val="0"/>
              </a:spcBef>
              <a:spcAft>
                <a:spcPts val="0"/>
              </a:spcAft>
              <a:buSzPts val="1400"/>
              <a:buNone/>
              <a:defRPr>
                <a:latin typeface="Roboto"/>
                <a:ea typeface="Roboto"/>
                <a:cs typeface="Roboto"/>
                <a:sym typeface="Roboto"/>
              </a:defRPr>
            </a:lvl4pPr>
            <a:lvl5pPr lvl="4" rtl="0">
              <a:spcBef>
                <a:spcPts val="0"/>
              </a:spcBef>
              <a:spcAft>
                <a:spcPts val="0"/>
              </a:spcAft>
              <a:buSzPts val="1400"/>
              <a:buNone/>
              <a:defRPr>
                <a:latin typeface="Roboto"/>
                <a:ea typeface="Roboto"/>
                <a:cs typeface="Roboto"/>
                <a:sym typeface="Roboto"/>
              </a:defRPr>
            </a:lvl5pPr>
            <a:lvl6pPr lvl="5" rtl="0">
              <a:spcBef>
                <a:spcPts val="0"/>
              </a:spcBef>
              <a:spcAft>
                <a:spcPts val="0"/>
              </a:spcAft>
              <a:buSzPts val="1400"/>
              <a:buNone/>
              <a:defRPr>
                <a:latin typeface="Roboto"/>
                <a:ea typeface="Roboto"/>
                <a:cs typeface="Roboto"/>
                <a:sym typeface="Roboto"/>
              </a:defRPr>
            </a:lvl6pPr>
            <a:lvl7pPr lvl="6" rtl="0">
              <a:spcBef>
                <a:spcPts val="0"/>
              </a:spcBef>
              <a:spcAft>
                <a:spcPts val="0"/>
              </a:spcAft>
              <a:buSzPts val="1400"/>
              <a:buNone/>
              <a:defRPr>
                <a:latin typeface="Roboto"/>
                <a:ea typeface="Roboto"/>
                <a:cs typeface="Roboto"/>
                <a:sym typeface="Roboto"/>
              </a:defRPr>
            </a:lvl7pPr>
            <a:lvl8pPr lvl="7" rtl="0">
              <a:spcBef>
                <a:spcPts val="0"/>
              </a:spcBef>
              <a:spcAft>
                <a:spcPts val="0"/>
              </a:spcAft>
              <a:buSzPts val="1400"/>
              <a:buNone/>
              <a:defRPr>
                <a:latin typeface="Roboto"/>
                <a:ea typeface="Roboto"/>
                <a:cs typeface="Roboto"/>
                <a:sym typeface="Roboto"/>
              </a:defRPr>
            </a:lvl8pPr>
            <a:lvl9pPr lvl="8" rtl="0">
              <a:spcBef>
                <a:spcPts val="0"/>
              </a:spcBef>
              <a:spcAft>
                <a:spcPts val="0"/>
              </a:spcAft>
              <a:buSzPts val="1400"/>
              <a:buNone/>
              <a:defRPr>
                <a:latin typeface="Roboto"/>
                <a:ea typeface="Roboto"/>
                <a:cs typeface="Roboto"/>
                <a:sym typeface="Roboto"/>
              </a:defRPr>
            </a:lvl9pPr>
          </a:lstStyle>
          <a:p>
            <a:endParaRPr/>
          </a:p>
        </p:txBody>
      </p:sp>
      <p:sp>
        <p:nvSpPr>
          <p:cNvPr id="503" name="Google Shape;503;p91"/>
          <p:cNvSpPr txBox="1"/>
          <p:nvPr/>
        </p:nvSpPr>
        <p:spPr>
          <a:xfrm>
            <a:off x="8488776" y="6400800"/>
            <a:ext cx="3244500" cy="228600"/>
          </a:xfrm>
          <a:prstGeom prst="rect">
            <a:avLst/>
          </a:prstGeom>
          <a:noFill/>
          <a:ln>
            <a:noFill/>
          </a:ln>
        </p:spPr>
        <p:txBody>
          <a:bodyPr spcFirstLastPara="1" wrap="square" lIns="0" tIns="0" rIns="0" bIns="0" anchor="b"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88.xml><?xml version="1.0" encoding="utf-8"?>
<p:sldLayout xmlns:a="http://schemas.openxmlformats.org/drawingml/2006/main" xmlns:r="http://schemas.openxmlformats.org/officeDocument/2006/relationships" xmlns:p="http://schemas.openxmlformats.org/presentationml/2006/main" matchingName="Cover C">
  <p:cSld name="Cover C">
    <p:bg>
      <p:bgPr>
        <a:solidFill>
          <a:srgbClr val="030A14"/>
        </a:solidFill>
        <a:effectLst/>
      </p:bgPr>
    </p:bg>
    <p:spTree>
      <p:nvGrpSpPr>
        <p:cNvPr id="1" name="Shape 504"/>
        <p:cNvGrpSpPr/>
        <p:nvPr/>
      </p:nvGrpSpPr>
      <p:grpSpPr>
        <a:xfrm>
          <a:off x="0" y="0"/>
          <a:ext cx="0" cy="0"/>
          <a:chOff x="0" y="0"/>
          <a:chExt cx="0" cy="0"/>
        </a:xfrm>
      </p:grpSpPr>
      <p:sp>
        <p:nvSpPr>
          <p:cNvPr id="505" name="Google Shape;505;p92"/>
          <p:cNvSpPr txBox="1">
            <a:spLocks noGrp="1"/>
          </p:cNvSpPr>
          <p:nvPr>
            <p:ph type="title"/>
          </p:nvPr>
        </p:nvSpPr>
        <p:spPr>
          <a:xfrm>
            <a:off x="455617" y="2364060"/>
            <a:ext cx="8915400" cy="4033200"/>
          </a:xfrm>
          <a:prstGeom prst="rect">
            <a:avLst/>
          </a:prstGeom>
          <a:noFill/>
          <a:ln>
            <a:noFill/>
          </a:ln>
        </p:spPr>
        <p:txBody>
          <a:bodyPr spcFirstLastPara="1" wrap="square" lIns="0" tIns="0" rIns="0" bIns="0" anchor="ctr" anchorCtr="0">
            <a:noAutofit/>
          </a:bodyPr>
          <a:lstStyle>
            <a:lvl1pPr lvl="0" algn="l" rtl="0">
              <a:lnSpc>
                <a:spcPct val="80000"/>
              </a:lnSpc>
              <a:spcBef>
                <a:spcPts val="0"/>
              </a:spcBef>
              <a:spcAft>
                <a:spcPts val="0"/>
              </a:spcAft>
              <a:buClr>
                <a:schemeClr val="lt1"/>
              </a:buClr>
              <a:buSzPts val="9600"/>
              <a:buFont typeface="Roboto"/>
              <a:buNone/>
              <a:defRPr sz="9600" b="0" i="0" cap="none">
                <a:solidFill>
                  <a:schemeClr val="lt1"/>
                </a:solidFill>
                <a:latin typeface="Roboto"/>
                <a:ea typeface="Roboto"/>
                <a:cs typeface="Roboto"/>
                <a:sym typeface="Roboto"/>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pic>
        <p:nvPicPr>
          <p:cNvPr id="506" name="Google Shape;506;p92" descr="A close up of a logo&#10;&#10;Description automatically generated"/>
          <p:cNvPicPr preferRelativeResize="0"/>
          <p:nvPr/>
        </p:nvPicPr>
        <p:blipFill rotWithShape="1">
          <a:blip r:embed="rId2">
            <a:alphaModFix/>
          </a:blip>
          <a:srcRect/>
          <a:stretch/>
        </p:blipFill>
        <p:spPr>
          <a:xfrm>
            <a:off x="3231420" y="18820"/>
            <a:ext cx="8501825" cy="6858002"/>
          </a:xfrm>
          <a:prstGeom prst="rect">
            <a:avLst/>
          </a:prstGeom>
          <a:noFill/>
          <a:ln>
            <a:noFill/>
          </a:ln>
        </p:spPr>
      </p:pic>
      <p:pic>
        <p:nvPicPr>
          <p:cNvPr id="507" name="Google Shape;507;p92" descr="A picture containing drawing&#10;&#10;Description automatically generated"/>
          <p:cNvPicPr preferRelativeResize="0"/>
          <p:nvPr/>
        </p:nvPicPr>
        <p:blipFill rotWithShape="1">
          <a:blip r:embed="rId3">
            <a:alphaModFix/>
          </a:blip>
          <a:srcRect/>
          <a:stretch/>
        </p:blipFill>
        <p:spPr>
          <a:xfrm>
            <a:off x="455618" y="457200"/>
            <a:ext cx="1222238" cy="914400"/>
          </a:xfrm>
          <a:prstGeom prst="rect">
            <a:avLst/>
          </a:prstGeom>
          <a:noFill/>
          <a:ln>
            <a:noFill/>
          </a:ln>
        </p:spPr>
      </p:pic>
      <p:sp>
        <p:nvSpPr>
          <p:cNvPr id="508" name="Google Shape;508;p92"/>
          <p:cNvSpPr txBox="1">
            <a:spLocks noGrp="1"/>
          </p:cNvSpPr>
          <p:nvPr>
            <p:ph type="subTitle" idx="1"/>
          </p:nvPr>
        </p:nvSpPr>
        <p:spPr>
          <a:xfrm>
            <a:off x="9617152" y="3127275"/>
            <a:ext cx="2116199" cy="641100"/>
          </a:xfrm>
          <a:prstGeom prst="rect">
            <a:avLst/>
          </a:prstGeom>
        </p:spPr>
        <p:txBody>
          <a:bodyPr spcFirstLastPara="1" wrap="square" lIns="0" tIns="0" rIns="0" bIns="0" anchor="ctr" anchorCtr="0">
            <a:noAutofit/>
          </a:bodyPr>
          <a:lstStyle>
            <a:lvl1pPr lvl="0" algn="r" rtl="0">
              <a:spcBef>
                <a:spcPts val="0"/>
              </a:spcBef>
              <a:spcAft>
                <a:spcPts val="0"/>
              </a:spcAft>
              <a:buClr>
                <a:schemeClr val="lt1"/>
              </a:buClr>
              <a:buSzPts val="1600"/>
              <a:buNone/>
              <a:defRPr sz="1600">
                <a:solidFill>
                  <a:schemeClr val="lt1"/>
                </a:solidFill>
              </a:defRPr>
            </a:lvl1pPr>
            <a:lvl2pPr lvl="1" algn="r" rtl="0">
              <a:spcBef>
                <a:spcPts val="600"/>
              </a:spcBef>
              <a:spcAft>
                <a:spcPts val="0"/>
              </a:spcAft>
              <a:buClr>
                <a:schemeClr val="lt1"/>
              </a:buClr>
              <a:buSzPts val="1800"/>
              <a:buNone/>
              <a:defRPr>
                <a:solidFill>
                  <a:schemeClr val="lt1"/>
                </a:solidFill>
              </a:defRPr>
            </a:lvl2pPr>
            <a:lvl3pPr lvl="2" algn="r" rtl="0">
              <a:spcBef>
                <a:spcPts val="600"/>
              </a:spcBef>
              <a:spcAft>
                <a:spcPts val="0"/>
              </a:spcAft>
              <a:buClr>
                <a:schemeClr val="lt1"/>
              </a:buClr>
              <a:buSzPts val="1600"/>
              <a:buNone/>
              <a:defRPr>
                <a:solidFill>
                  <a:schemeClr val="lt1"/>
                </a:solidFill>
              </a:defRPr>
            </a:lvl3pPr>
            <a:lvl4pPr lvl="3" algn="r" rtl="0">
              <a:spcBef>
                <a:spcPts val="300"/>
              </a:spcBef>
              <a:spcAft>
                <a:spcPts val="0"/>
              </a:spcAft>
              <a:buClr>
                <a:schemeClr val="lt1"/>
              </a:buClr>
              <a:buSzPts val="1400"/>
              <a:buNone/>
              <a:defRPr>
                <a:solidFill>
                  <a:schemeClr val="lt1"/>
                </a:solidFill>
              </a:defRPr>
            </a:lvl4pPr>
            <a:lvl5pPr lvl="4" algn="r" rtl="0">
              <a:spcBef>
                <a:spcPts val="300"/>
              </a:spcBef>
              <a:spcAft>
                <a:spcPts val="0"/>
              </a:spcAft>
              <a:buClr>
                <a:schemeClr val="lt1"/>
              </a:buClr>
              <a:buSzPts val="1200"/>
              <a:buNone/>
              <a:defRPr>
                <a:solidFill>
                  <a:schemeClr val="lt1"/>
                </a:solidFill>
              </a:defRPr>
            </a:lvl5pPr>
            <a:lvl6pPr lvl="5" algn="r" rtl="0">
              <a:spcBef>
                <a:spcPts val="533"/>
              </a:spcBef>
              <a:spcAft>
                <a:spcPts val="0"/>
              </a:spcAft>
              <a:buClr>
                <a:schemeClr val="lt1"/>
              </a:buClr>
              <a:buSzPts val="2666"/>
              <a:buNone/>
              <a:defRPr>
                <a:solidFill>
                  <a:schemeClr val="lt1"/>
                </a:solidFill>
              </a:defRPr>
            </a:lvl6pPr>
            <a:lvl7pPr lvl="6" algn="r" rtl="0">
              <a:spcBef>
                <a:spcPts val="533"/>
              </a:spcBef>
              <a:spcAft>
                <a:spcPts val="0"/>
              </a:spcAft>
              <a:buClr>
                <a:schemeClr val="lt1"/>
              </a:buClr>
              <a:buSzPts val="2666"/>
              <a:buNone/>
              <a:defRPr>
                <a:solidFill>
                  <a:schemeClr val="lt1"/>
                </a:solidFill>
              </a:defRPr>
            </a:lvl7pPr>
            <a:lvl8pPr lvl="7" algn="r" rtl="0">
              <a:spcBef>
                <a:spcPts val="533"/>
              </a:spcBef>
              <a:spcAft>
                <a:spcPts val="0"/>
              </a:spcAft>
              <a:buClr>
                <a:schemeClr val="lt1"/>
              </a:buClr>
              <a:buSzPts val="2666"/>
              <a:buNone/>
              <a:defRPr>
                <a:solidFill>
                  <a:schemeClr val="lt1"/>
                </a:solidFill>
              </a:defRPr>
            </a:lvl8pPr>
            <a:lvl9pPr lvl="8" algn="r" rtl="0">
              <a:spcBef>
                <a:spcPts val="533"/>
              </a:spcBef>
              <a:spcAft>
                <a:spcPts val="0"/>
              </a:spcAft>
              <a:buClr>
                <a:schemeClr val="lt1"/>
              </a:buClr>
              <a:buSzPts val="2666"/>
              <a:buNone/>
              <a:defRPr>
                <a:solidFill>
                  <a:schemeClr val="lt1"/>
                </a:solidFill>
              </a:defRPr>
            </a:lvl9pPr>
          </a:lstStyle>
          <a:p>
            <a:endParaRPr/>
          </a:p>
        </p:txBody>
      </p:sp>
      <p:sp>
        <p:nvSpPr>
          <p:cNvPr id="509" name="Google Shape;509;p92"/>
          <p:cNvSpPr txBox="1"/>
          <p:nvPr/>
        </p:nvSpPr>
        <p:spPr>
          <a:xfrm>
            <a:off x="8488776" y="6400800"/>
            <a:ext cx="3244500" cy="228600"/>
          </a:xfrm>
          <a:prstGeom prst="rect">
            <a:avLst/>
          </a:prstGeom>
          <a:noFill/>
          <a:ln>
            <a:noFill/>
          </a:ln>
        </p:spPr>
        <p:txBody>
          <a:bodyPr spcFirstLastPara="1" wrap="square" lIns="0" tIns="0" rIns="0" bIns="0" anchor="b"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89.xml><?xml version="1.0" encoding="utf-8"?>
<p:sldLayout xmlns:a="http://schemas.openxmlformats.org/drawingml/2006/main" xmlns:r="http://schemas.openxmlformats.org/officeDocument/2006/relationships" xmlns:p="http://schemas.openxmlformats.org/presentationml/2006/main" matchingName="Cover E">
  <p:cSld name="Cover E">
    <p:spTree>
      <p:nvGrpSpPr>
        <p:cNvPr id="1" name="Shape 515"/>
        <p:cNvGrpSpPr/>
        <p:nvPr/>
      </p:nvGrpSpPr>
      <p:grpSpPr>
        <a:xfrm>
          <a:off x="0" y="0"/>
          <a:ext cx="0" cy="0"/>
          <a:chOff x="0" y="0"/>
          <a:chExt cx="0" cy="0"/>
        </a:xfrm>
      </p:grpSpPr>
      <p:sp>
        <p:nvSpPr>
          <p:cNvPr id="516" name="Google Shape;516;p94"/>
          <p:cNvSpPr>
            <a:spLocks noGrp="1"/>
          </p:cNvSpPr>
          <p:nvPr>
            <p:ph type="pic" idx="2"/>
          </p:nvPr>
        </p:nvSpPr>
        <p:spPr>
          <a:xfrm>
            <a:off x="2" y="0"/>
            <a:ext cx="12189000"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517" name="Google Shape;517;p94"/>
          <p:cNvSpPr txBox="1">
            <a:spLocks noGrp="1"/>
          </p:cNvSpPr>
          <p:nvPr>
            <p:ph type="title"/>
          </p:nvPr>
        </p:nvSpPr>
        <p:spPr>
          <a:xfrm>
            <a:off x="737673" y="2570700"/>
            <a:ext cx="10995600" cy="3021900"/>
          </a:xfrm>
          <a:prstGeom prst="rect">
            <a:avLst/>
          </a:prstGeom>
          <a:noFill/>
          <a:ln>
            <a:noFill/>
          </a:ln>
        </p:spPr>
        <p:txBody>
          <a:bodyPr spcFirstLastPara="1" wrap="square" lIns="0" tIns="0" rIns="0" bIns="0" anchor="b" anchorCtr="0">
            <a:noAutofit/>
          </a:bodyPr>
          <a:lstStyle>
            <a:lvl1pPr lvl="0" algn="r" rtl="0">
              <a:lnSpc>
                <a:spcPct val="80000"/>
              </a:lnSpc>
              <a:spcBef>
                <a:spcPts val="0"/>
              </a:spcBef>
              <a:spcAft>
                <a:spcPts val="0"/>
              </a:spcAft>
              <a:buClr>
                <a:schemeClr val="lt1"/>
              </a:buClr>
              <a:buSzPts val="11000"/>
              <a:buFont typeface="Roboto Light"/>
              <a:buNone/>
              <a:defRPr sz="11000" b="0" i="0" cap="none">
                <a:solidFill>
                  <a:schemeClr val="lt1"/>
                </a:solidFill>
                <a:latin typeface="Roboto Light"/>
                <a:ea typeface="Roboto Light"/>
                <a:cs typeface="Roboto Light"/>
                <a:sym typeface="Roboto Light"/>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pic>
        <p:nvPicPr>
          <p:cNvPr id="518" name="Google Shape;518;p94" descr="A picture containing drawing&#10;&#10;Description automatically generated"/>
          <p:cNvPicPr preferRelativeResize="0"/>
          <p:nvPr/>
        </p:nvPicPr>
        <p:blipFill rotWithShape="1">
          <a:blip r:embed="rId2">
            <a:alphaModFix/>
          </a:blip>
          <a:srcRect b="31356"/>
          <a:stretch/>
        </p:blipFill>
        <p:spPr>
          <a:xfrm>
            <a:off x="455617" y="457200"/>
            <a:ext cx="1222255" cy="627682"/>
          </a:xfrm>
          <a:prstGeom prst="rect">
            <a:avLst/>
          </a:prstGeom>
          <a:noFill/>
          <a:ln>
            <a:noFill/>
          </a:ln>
        </p:spPr>
      </p:pic>
      <p:sp>
        <p:nvSpPr>
          <p:cNvPr id="519" name="Google Shape;519;p94"/>
          <p:cNvSpPr txBox="1">
            <a:spLocks noGrp="1"/>
          </p:cNvSpPr>
          <p:nvPr>
            <p:ph type="subTitle" idx="1"/>
          </p:nvPr>
        </p:nvSpPr>
        <p:spPr>
          <a:xfrm>
            <a:off x="455625" y="5885950"/>
            <a:ext cx="5304000" cy="457200"/>
          </a:xfrm>
          <a:prstGeom prst="rect">
            <a:avLst/>
          </a:prstGeom>
        </p:spPr>
        <p:txBody>
          <a:bodyPr spcFirstLastPara="1" wrap="square" lIns="0" tIns="0" rIns="0" bIns="0" anchor="t" anchorCtr="0">
            <a:noAutofit/>
          </a:bodyPr>
          <a:lstStyle>
            <a:lvl1pPr lvl="0" rtl="0">
              <a:spcBef>
                <a:spcPts val="0"/>
              </a:spcBef>
              <a:spcAft>
                <a:spcPts val="0"/>
              </a:spcAft>
              <a:buClr>
                <a:schemeClr val="lt1"/>
              </a:buClr>
              <a:buSzPts val="2000"/>
              <a:buNone/>
              <a:defRPr>
                <a:solidFill>
                  <a:schemeClr val="lt1"/>
                </a:solidFill>
              </a:defRPr>
            </a:lvl1pPr>
            <a:lvl2pPr lvl="1" rtl="0">
              <a:spcBef>
                <a:spcPts val="600"/>
              </a:spcBef>
              <a:spcAft>
                <a:spcPts val="0"/>
              </a:spcAft>
              <a:buSzPts val="2000"/>
              <a:buNone/>
              <a:defRPr sz="2000"/>
            </a:lvl2pPr>
            <a:lvl3pPr lvl="2" rtl="0">
              <a:spcBef>
                <a:spcPts val="600"/>
              </a:spcBef>
              <a:spcAft>
                <a:spcPts val="0"/>
              </a:spcAft>
              <a:buSzPts val="2000"/>
              <a:buNone/>
              <a:defRPr sz="2000"/>
            </a:lvl3pPr>
            <a:lvl4pPr lvl="3" rtl="0">
              <a:spcBef>
                <a:spcPts val="300"/>
              </a:spcBef>
              <a:spcAft>
                <a:spcPts val="0"/>
              </a:spcAft>
              <a:buSzPts val="2000"/>
              <a:buNone/>
              <a:defRPr sz="2000"/>
            </a:lvl4pPr>
            <a:lvl5pPr lvl="4" rtl="0">
              <a:spcBef>
                <a:spcPts val="300"/>
              </a:spcBef>
              <a:spcAft>
                <a:spcPts val="0"/>
              </a:spcAft>
              <a:buSzPts val="2000"/>
              <a:buNone/>
              <a:defRPr sz="2000"/>
            </a:lvl5pPr>
            <a:lvl6pPr lvl="5" rtl="0">
              <a:spcBef>
                <a:spcPts val="533"/>
              </a:spcBef>
              <a:spcAft>
                <a:spcPts val="0"/>
              </a:spcAft>
              <a:buSzPts val="2000"/>
              <a:buNone/>
              <a:defRPr sz="2000"/>
            </a:lvl6pPr>
            <a:lvl7pPr lvl="6" rtl="0">
              <a:spcBef>
                <a:spcPts val="533"/>
              </a:spcBef>
              <a:spcAft>
                <a:spcPts val="0"/>
              </a:spcAft>
              <a:buSzPts val="2000"/>
              <a:buNone/>
              <a:defRPr sz="2000"/>
            </a:lvl7pPr>
            <a:lvl8pPr lvl="7" rtl="0">
              <a:spcBef>
                <a:spcPts val="533"/>
              </a:spcBef>
              <a:spcAft>
                <a:spcPts val="0"/>
              </a:spcAft>
              <a:buSzPts val="2000"/>
              <a:buNone/>
              <a:defRPr sz="2000"/>
            </a:lvl8pPr>
            <a:lvl9pPr lvl="8" rtl="0">
              <a:spcBef>
                <a:spcPts val="533"/>
              </a:spcBef>
              <a:spcAft>
                <a:spcPts val="0"/>
              </a:spcAft>
              <a:buSzPts val="2000"/>
              <a:buNone/>
              <a:defRPr sz="2000"/>
            </a:lvl9pPr>
          </a:lstStyle>
          <a:p>
            <a:endParaRPr/>
          </a:p>
        </p:txBody>
      </p:sp>
      <p:sp>
        <p:nvSpPr>
          <p:cNvPr id="520" name="Google Shape;520;p94"/>
          <p:cNvSpPr txBox="1">
            <a:spLocks noGrp="1"/>
          </p:cNvSpPr>
          <p:nvPr>
            <p:ph type="subTitle" idx="3"/>
          </p:nvPr>
        </p:nvSpPr>
        <p:spPr>
          <a:xfrm>
            <a:off x="9617152" y="5988300"/>
            <a:ext cx="2116199" cy="641100"/>
          </a:xfrm>
          <a:prstGeom prst="rect">
            <a:avLst/>
          </a:prstGeom>
        </p:spPr>
        <p:txBody>
          <a:bodyPr spcFirstLastPara="1" wrap="square" lIns="0" tIns="0" rIns="0" bIns="0" anchor="t" anchorCtr="0">
            <a:noAutofit/>
          </a:bodyPr>
          <a:lstStyle>
            <a:lvl1pPr lvl="0" algn="r" rtl="0">
              <a:spcBef>
                <a:spcPts val="0"/>
              </a:spcBef>
              <a:spcAft>
                <a:spcPts val="0"/>
              </a:spcAft>
              <a:buClr>
                <a:schemeClr val="lt1"/>
              </a:buClr>
              <a:buSzPts val="1600"/>
              <a:buNone/>
              <a:defRPr sz="1600">
                <a:solidFill>
                  <a:schemeClr val="lt1"/>
                </a:solidFill>
              </a:defRPr>
            </a:lvl1pPr>
            <a:lvl2pPr lvl="1" algn="r" rtl="0">
              <a:spcBef>
                <a:spcPts val="600"/>
              </a:spcBef>
              <a:spcAft>
                <a:spcPts val="0"/>
              </a:spcAft>
              <a:buClr>
                <a:schemeClr val="lt1"/>
              </a:buClr>
              <a:buSzPts val="1800"/>
              <a:buNone/>
              <a:defRPr>
                <a:solidFill>
                  <a:schemeClr val="lt1"/>
                </a:solidFill>
              </a:defRPr>
            </a:lvl2pPr>
            <a:lvl3pPr lvl="2" algn="r" rtl="0">
              <a:spcBef>
                <a:spcPts val="600"/>
              </a:spcBef>
              <a:spcAft>
                <a:spcPts val="0"/>
              </a:spcAft>
              <a:buClr>
                <a:schemeClr val="lt1"/>
              </a:buClr>
              <a:buSzPts val="1600"/>
              <a:buNone/>
              <a:defRPr>
                <a:solidFill>
                  <a:schemeClr val="lt1"/>
                </a:solidFill>
              </a:defRPr>
            </a:lvl3pPr>
            <a:lvl4pPr lvl="3" algn="r" rtl="0">
              <a:spcBef>
                <a:spcPts val="300"/>
              </a:spcBef>
              <a:spcAft>
                <a:spcPts val="0"/>
              </a:spcAft>
              <a:buClr>
                <a:schemeClr val="lt1"/>
              </a:buClr>
              <a:buSzPts val="1400"/>
              <a:buNone/>
              <a:defRPr>
                <a:solidFill>
                  <a:schemeClr val="lt1"/>
                </a:solidFill>
              </a:defRPr>
            </a:lvl4pPr>
            <a:lvl5pPr lvl="4" algn="r" rtl="0">
              <a:spcBef>
                <a:spcPts val="300"/>
              </a:spcBef>
              <a:spcAft>
                <a:spcPts val="0"/>
              </a:spcAft>
              <a:buClr>
                <a:schemeClr val="lt1"/>
              </a:buClr>
              <a:buSzPts val="1200"/>
              <a:buNone/>
              <a:defRPr>
                <a:solidFill>
                  <a:schemeClr val="lt1"/>
                </a:solidFill>
              </a:defRPr>
            </a:lvl5pPr>
            <a:lvl6pPr lvl="5" algn="r" rtl="0">
              <a:spcBef>
                <a:spcPts val="533"/>
              </a:spcBef>
              <a:spcAft>
                <a:spcPts val="0"/>
              </a:spcAft>
              <a:buClr>
                <a:schemeClr val="lt1"/>
              </a:buClr>
              <a:buSzPts val="2666"/>
              <a:buNone/>
              <a:defRPr>
                <a:solidFill>
                  <a:schemeClr val="lt1"/>
                </a:solidFill>
              </a:defRPr>
            </a:lvl6pPr>
            <a:lvl7pPr lvl="6" algn="r" rtl="0">
              <a:spcBef>
                <a:spcPts val="533"/>
              </a:spcBef>
              <a:spcAft>
                <a:spcPts val="0"/>
              </a:spcAft>
              <a:buClr>
                <a:schemeClr val="lt1"/>
              </a:buClr>
              <a:buSzPts val="2666"/>
              <a:buNone/>
              <a:defRPr>
                <a:solidFill>
                  <a:schemeClr val="lt1"/>
                </a:solidFill>
              </a:defRPr>
            </a:lvl7pPr>
            <a:lvl8pPr lvl="7" algn="r" rtl="0">
              <a:spcBef>
                <a:spcPts val="533"/>
              </a:spcBef>
              <a:spcAft>
                <a:spcPts val="0"/>
              </a:spcAft>
              <a:buClr>
                <a:schemeClr val="lt1"/>
              </a:buClr>
              <a:buSzPts val="2666"/>
              <a:buNone/>
              <a:defRPr>
                <a:solidFill>
                  <a:schemeClr val="lt1"/>
                </a:solidFill>
              </a:defRPr>
            </a:lvl8pPr>
            <a:lvl9pPr lvl="8" algn="r" rtl="0">
              <a:spcBef>
                <a:spcPts val="533"/>
              </a:spcBef>
              <a:spcAft>
                <a:spcPts val="0"/>
              </a:spcAft>
              <a:buClr>
                <a:schemeClr val="lt1"/>
              </a:buClr>
              <a:buSzPts val="2666"/>
              <a:buNone/>
              <a:defRPr>
                <a:solidFill>
                  <a:schemeClr val="lt1"/>
                </a:solidFill>
              </a:defRPr>
            </a:lvl9pPr>
          </a:lstStyle>
          <a:p>
            <a:endParaRPr/>
          </a:p>
        </p:txBody>
      </p:sp>
      <p:sp>
        <p:nvSpPr>
          <p:cNvPr id="521" name="Google Shape;521;p94"/>
          <p:cNvSpPr txBox="1"/>
          <p:nvPr/>
        </p:nvSpPr>
        <p:spPr>
          <a:xfrm>
            <a:off x="8488776" y="6400800"/>
            <a:ext cx="3244500" cy="228600"/>
          </a:xfrm>
          <a:prstGeom prst="rect">
            <a:avLst/>
          </a:prstGeom>
          <a:noFill/>
          <a:ln>
            <a:noFill/>
          </a:ln>
        </p:spPr>
        <p:txBody>
          <a:bodyPr spcFirstLastPara="1" wrap="square" lIns="0" tIns="0" rIns="0" bIns="0" anchor="b"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90.xml><?xml version="1.0" encoding="utf-8"?>
<p:sldLayout xmlns:a="http://schemas.openxmlformats.org/drawingml/2006/main" xmlns:r="http://schemas.openxmlformats.org/officeDocument/2006/relationships" xmlns:p="http://schemas.openxmlformats.org/presentationml/2006/main" matchingName="Divider A Image">
  <p:cSld name="Divider A Image">
    <p:spTree>
      <p:nvGrpSpPr>
        <p:cNvPr id="1" name="Shape 522"/>
        <p:cNvGrpSpPr/>
        <p:nvPr/>
      </p:nvGrpSpPr>
      <p:grpSpPr>
        <a:xfrm>
          <a:off x="0" y="0"/>
          <a:ext cx="0" cy="0"/>
          <a:chOff x="0" y="0"/>
          <a:chExt cx="0" cy="0"/>
        </a:xfrm>
      </p:grpSpPr>
      <p:sp>
        <p:nvSpPr>
          <p:cNvPr id="523" name="Google Shape;523;p95"/>
          <p:cNvSpPr>
            <a:spLocks noGrp="1"/>
          </p:cNvSpPr>
          <p:nvPr>
            <p:ph type="pic" idx="2"/>
          </p:nvPr>
        </p:nvSpPr>
        <p:spPr>
          <a:xfrm>
            <a:off x="2" y="0"/>
            <a:ext cx="12189000"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524" name="Google Shape;524;p95"/>
          <p:cNvSpPr txBox="1">
            <a:spLocks noGrp="1"/>
          </p:cNvSpPr>
          <p:nvPr>
            <p:ph type="title"/>
          </p:nvPr>
        </p:nvSpPr>
        <p:spPr>
          <a:xfrm>
            <a:off x="455617" y="3166728"/>
            <a:ext cx="8915400" cy="524400"/>
          </a:xfrm>
          <a:prstGeom prst="rect">
            <a:avLst/>
          </a:prstGeom>
          <a:noFill/>
          <a:ln>
            <a:noFill/>
          </a:ln>
        </p:spPr>
        <p:txBody>
          <a:bodyPr spcFirstLastPara="1" wrap="square" lIns="0" tIns="0" rIns="0" bIns="0" anchor="ctr" anchorCtr="0">
            <a:noAutofit/>
          </a:bodyPr>
          <a:lstStyle>
            <a:lvl1pPr lvl="0" algn="l" rtl="0">
              <a:lnSpc>
                <a:spcPct val="80000"/>
              </a:lnSpc>
              <a:spcBef>
                <a:spcPts val="0"/>
              </a:spcBef>
              <a:spcAft>
                <a:spcPts val="0"/>
              </a:spcAft>
              <a:buClr>
                <a:schemeClr val="lt1"/>
              </a:buClr>
              <a:buSzPts val="4000"/>
              <a:buFont typeface="Roboto Medium"/>
              <a:buNone/>
              <a:defRPr sz="4000" b="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25" name="Google Shape;525;p95"/>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pic>
        <p:nvPicPr>
          <p:cNvPr id="526" name="Google Shape;526;p95"/>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527" name="Google Shape;527;p95"/>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91.xml><?xml version="1.0" encoding="utf-8"?>
<p:sldLayout xmlns:a="http://schemas.openxmlformats.org/drawingml/2006/main" xmlns:r="http://schemas.openxmlformats.org/officeDocument/2006/relationships" xmlns:p="http://schemas.openxmlformats.org/presentationml/2006/main" matchingName="Divider B">
  <p:cSld name="Divider B">
    <p:bg>
      <p:bgPr>
        <a:solidFill>
          <a:schemeClr val="lt2"/>
        </a:solidFill>
        <a:effectLst/>
      </p:bgPr>
    </p:bg>
    <p:spTree>
      <p:nvGrpSpPr>
        <p:cNvPr id="1" name="Shape 528"/>
        <p:cNvGrpSpPr/>
        <p:nvPr/>
      </p:nvGrpSpPr>
      <p:grpSpPr>
        <a:xfrm>
          <a:off x="0" y="0"/>
          <a:ext cx="0" cy="0"/>
          <a:chOff x="0" y="0"/>
          <a:chExt cx="0" cy="0"/>
        </a:xfrm>
      </p:grpSpPr>
      <p:pic>
        <p:nvPicPr>
          <p:cNvPr id="529" name="Google Shape;529;p96" descr="A close up of a logo&#10;&#10;Description automatically generated"/>
          <p:cNvPicPr preferRelativeResize="0"/>
          <p:nvPr/>
        </p:nvPicPr>
        <p:blipFill rotWithShape="1">
          <a:blip r:embed="rId2">
            <a:alphaModFix/>
          </a:blip>
          <a:srcRect l="954" t="1279" r="629" b="275"/>
          <a:stretch/>
        </p:blipFill>
        <p:spPr>
          <a:xfrm>
            <a:off x="0" y="0"/>
            <a:ext cx="12188822" cy="6858000"/>
          </a:xfrm>
          <a:prstGeom prst="rect">
            <a:avLst/>
          </a:prstGeom>
          <a:noFill/>
          <a:ln>
            <a:noFill/>
          </a:ln>
        </p:spPr>
      </p:pic>
      <p:sp>
        <p:nvSpPr>
          <p:cNvPr id="530" name="Google Shape;530;p96"/>
          <p:cNvSpPr txBox="1">
            <a:spLocks noGrp="1"/>
          </p:cNvSpPr>
          <p:nvPr>
            <p:ph type="title"/>
          </p:nvPr>
        </p:nvSpPr>
        <p:spPr>
          <a:xfrm>
            <a:off x="455617" y="3166728"/>
            <a:ext cx="8915400" cy="524400"/>
          </a:xfrm>
          <a:prstGeom prst="rect">
            <a:avLst/>
          </a:prstGeom>
          <a:noFill/>
          <a:ln>
            <a:noFill/>
          </a:ln>
        </p:spPr>
        <p:txBody>
          <a:bodyPr spcFirstLastPara="1" wrap="square" lIns="0" tIns="0" rIns="0" bIns="0" anchor="ctr" anchorCtr="0">
            <a:noAutofit/>
          </a:bodyPr>
          <a:lstStyle>
            <a:lvl1pPr lvl="0" algn="l" rtl="0">
              <a:lnSpc>
                <a:spcPct val="80000"/>
              </a:lnSpc>
              <a:spcBef>
                <a:spcPts val="0"/>
              </a:spcBef>
              <a:spcAft>
                <a:spcPts val="0"/>
              </a:spcAft>
              <a:buClr>
                <a:schemeClr val="lt1"/>
              </a:buClr>
              <a:buSzPts val="4000"/>
              <a:buFont typeface="Roboto Medium"/>
              <a:buNone/>
              <a:defRPr sz="4000" b="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31" name="Google Shape;531;p96"/>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pic>
        <p:nvPicPr>
          <p:cNvPr id="532" name="Google Shape;532;p96"/>
          <p:cNvPicPr preferRelativeResize="0"/>
          <p:nvPr/>
        </p:nvPicPr>
        <p:blipFill>
          <a:blip r:embed="rId3">
            <a:alphaModFix/>
          </a:blip>
          <a:stretch>
            <a:fillRect/>
          </a:stretch>
        </p:blipFill>
        <p:spPr>
          <a:xfrm>
            <a:off x="455626" y="6267555"/>
            <a:ext cx="685801" cy="352697"/>
          </a:xfrm>
          <a:prstGeom prst="rect">
            <a:avLst/>
          </a:prstGeom>
          <a:noFill/>
          <a:ln>
            <a:noFill/>
          </a:ln>
        </p:spPr>
      </p:pic>
      <p:sp>
        <p:nvSpPr>
          <p:cNvPr id="533" name="Google Shape;533;p96"/>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92.xml><?xml version="1.0" encoding="utf-8"?>
<p:sldLayout xmlns:a="http://schemas.openxmlformats.org/drawingml/2006/main" xmlns:r="http://schemas.openxmlformats.org/officeDocument/2006/relationships" xmlns:p="http://schemas.openxmlformats.org/presentationml/2006/main" matchingName="Divider C">
  <p:cSld name="Divider C">
    <p:spTree>
      <p:nvGrpSpPr>
        <p:cNvPr id="1" name="Shape 534"/>
        <p:cNvGrpSpPr/>
        <p:nvPr/>
      </p:nvGrpSpPr>
      <p:grpSpPr>
        <a:xfrm>
          <a:off x="0" y="0"/>
          <a:ext cx="0" cy="0"/>
          <a:chOff x="0" y="0"/>
          <a:chExt cx="0" cy="0"/>
        </a:xfrm>
      </p:grpSpPr>
      <p:sp>
        <p:nvSpPr>
          <p:cNvPr id="535" name="Google Shape;535;p97"/>
          <p:cNvSpPr/>
          <p:nvPr/>
        </p:nvSpPr>
        <p:spPr>
          <a:xfrm>
            <a:off x="0" y="0"/>
            <a:ext cx="12189000" cy="6858000"/>
          </a:xfrm>
          <a:prstGeom prst="rect">
            <a:avLst/>
          </a:prstGeom>
          <a:gradFill>
            <a:gsLst>
              <a:gs pos="0">
                <a:schemeClr val="accent1"/>
              </a:gs>
              <a:gs pos="63000">
                <a:srgbClr val="9299F4"/>
              </a:gs>
              <a:gs pos="100000">
                <a:schemeClr val="lt2"/>
              </a:gs>
            </a:gsLst>
            <a:lin ang="13800146" scaled="0"/>
          </a:gradFill>
          <a:ln>
            <a:noFill/>
          </a:ln>
        </p:spPr>
        <p:txBody>
          <a:bodyPr spcFirstLastPara="1" wrap="square" lIns="91426" tIns="45700" rIns="91426"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Roboto"/>
              <a:ea typeface="Roboto"/>
              <a:cs typeface="Roboto"/>
              <a:sym typeface="Roboto"/>
            </a:endParaRPr>
          </a:p>
        </p:txBody>
      </p:sp>
      <p:sp>
        <p:nvSpPr>
          <p:cNvPr id="536" name="Google Shape;536;p97"/>
          <p:cNvSpPr txBox="1">
            <a:spLocks noGrp="1"/>
          </p:cNvSpPr>
          <p:nvPr>
            <p:ph type="title"/>
          </p:nvPr>
        </p:nvSpPr>
        <p:spPr>
          <a:xfrm>
            <a:off x="455617" y="460683"/>
            <a:ext cx="8915400" cy="48696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9800"/>
              <a:buFont typeface="Roboto Light"/>
              <a:buNone/>
              <a:defRPr sz="9800" b="0" i="0">
                <a:solidFill>
                  <a:schemeClr val="lt1"/>
                </a:solidFill>
                <a:latin typeface="Roboto Light"/>
                <a:ea typeface="Roboto Light"/>
                <a:cs typeface="Roboto Light"/>
                <a:sym typeface="Roboto Light"/>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37" name="Google Shape;537;p97"/>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rgbClr val="FFFFFF"/>
                </a:solidFill>
              </a:defRPr>
            </a:lvl1pPr>
            <a:lvl2pPr lvl="1" rtl="0">
              <a:buNone/>
              <a:defRPr sz="1000">
                <a:solidFill>
                  <a:srgbClr val="FFFFFF"/>
                </a:solidFill>
              </a:defRPr>
            </a:lvl2pPr>
            <a:lvl3pPr lvl="2" rtl="0">
              <a:buNone/>
              <a:defRPr sz="1000">
                <a:solidFill>
                  <a:srgbClr val="FFFFFF"/>
                </a:solidFill>
              </a:defRPr>
            </a:lvl3pPr>
            <a:lvl4pPr lvl="3" rtl="0">
              <a:buNone/>
              <a:defRPr sz="1000">
                <a:solidFill>
                  <a:srgbClr val="FFFFFF"/>
                </a:solidFill>
              </a:defRPr>
            </a:lvl4pPr>
            <a:lvl5pPr lvl="4" rtl="0">
              <a:buNone/>
              <a:defRPr sz="1000">
                <a:solidFill>
                  <a:srgbClr val="FFFFFF"/>
                </a:solidFill>
              </a:defRPr>
            </a:lvl5pPr>
            <a:lvl6pPr lvl="5" rtl="0">
              <a:buNone/>
              <a:defRPr sz="1000">
                <a:solidFill>
                  <a:srgbClr val="FFFFFF"/>
                </a:solidFill>
              </a:defRPr>
            </a:lvl6pPr>
            <a:lvl7pPr lvl="6" rtl="0">
              <a:buNone/>
              <a:defRPr sz="1000">
                <a:solidFill>
                  <a:srgbClr val="FFFFFF"/>
                </a:solidFill>
              </a:defRPr>
            </a:lvl7pPr>
            <a:lvl8pPr lvl="7" rtl="0">
              <a:buNone/>
              <a:defRPr sz="1000">
                <a:solidFill>
                  <a:srgbClr val="FFFFFF"/>
                </a:solidFill>
              </a:defRPr>
            </a:lvl8pPr>
            <a:lvl9pPr lvl="8" rtl="0">
              <a:buNone/>
              <a:defRPr sz="1000">
                <a:solidFill>
                  <a:srgbClr val="FFFFFF"/>
                </a:solidFill>
              </a:defRPr>
            </a:lvl9pPr>
          </a:lstStyle>
          <a:p>
            <a:fld id="{00000000-1234-1234-1234-123412341234}" type="slidenum">
              <a:rPr lang="en" smtClean="0"/>
              <a:pPr/>
              <a:t>‹#›</a:t>
            </a:fld>
            <a:endParaRPr lang="en"/>
          </a:p>
        </p:txBody>
      </p:sp>
      <p:pic>
        <p:nvPicPr>
          <p:cNvPr id="538" name="Google Shape;538;p97"/>
          <p:cNvPicPr preferRelativeResize="0"/>
          <p:nvPr/>
        </p:nvPicPr>
        <p:blipFill>
          <a:blip r:embed="rId2">
            <a:alphaModFix/>
          </a:blip>
          <a:stretch>
            <a:fillRect/>
          </a:stretch>
        </p:blipFill>
        <p:spPr>
          <a:xfrm>
            <a:off x="455626" y="6267555"/>
            <a:ext cx="685801" cy="352697"/>
          </a:xfrm>
          <a:prstGeom prst="rect">
            <a:avLst/>
          </a:prstGeom>
          <a:noFill/>
          <a:ln>
            <a:noFill/>
          </a:ln>
        </p:spPr>
      </p:pic>
      <p:sp>
        <p:nvSpPr>
          <p:cNvPr id="539" name="Google Shape;539;p97"/>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93.xml><?xml version="1.0" encoding="utf-8"?>
<p:sldLayout xmlns:a="http://schemas.openxmlformats.org/drawingml/2006/main" xmlns:r="http://schemas.openxmlformats.org/officeDocument/2006/relationships" xmlns:p="http://schemas.openxmlformats.org/presentationml/2006/main" matchingName="WHITE 1Col Title | Text">
  <p:cSld name="WHITE 1Col Title | Text">
    <p:spTree>
      <p:nvGrpSpPr>
        <p:cNvPr id="1" name="Shape 540"/>
        <p:cNvGrpSpPr/>
        <p:nvPr/>
      </p:nvGrpSpPr>
      <p:grpSpPr>
        <a:xfrm>
          <a:off x="0" y="0"/>
          <a:ext cx="0" cy="0"/>
          <a:chOff x="0" y="0"/>
          <a:chExt cx="0" cy="0"/>
        </a:xfrm>
      </p:grpSpPr>
      <p:sp>
        <p:nvSpPr>
          <p:cNvPr id="541" name="Google Shape;541;p98"/>
          <p:cNvSpPr txBox="1">
            <a:spLocks noGrp="1"/>
          </p:cNvSpPr>
          <p:nvPr>
            <p:ph type="title"/>
          </p:nvPr>
        </p:nvSpPr>
        <p:spPr>
          <a:xfrm>
            <a:off x="455617" y="460683"/>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dk1"/>
              </a:buClr>
              <a:buSzPts val="3200"/>
              <a:buFont typeface="Roboto Medium"/>
              <a:buNone/>
              <a:defRPr b="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42" name="Google Shape;542;p98"/>
          <p:cNvSpPr txBox="1">
            <a:spLocks noGrp="1"/>
          </p:cNvSpPr>
          <p:nvPr>
            <p:ph type="body" idx="1"/>
          </p:nvPr>
        </p:nvSpPr>
        <p:spPr>
          <a:xfrm>
            <a:off x="455613" y="2686375"/>
            <a:ext cx="8915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rtl="0">
              <a:spcBef>
                <a:spcPts val="600"/>
              </a:spcBef>
              <a:spcAft>
                <a:spcPts val="0"/>
              </a:spcAft>
              <a:buClr>
                <a:schemeClr val="dk1"/>
              </a:buClr>
              <a:buSzPts val="1800"/>
              <a:buChar char="•"/>
              <a:defRPr b="0" i="0">
                <a:latin typeface="Roboto"/>
                <a:ea typeface="Roboto"/>
                <a:cs typeface="Roboto"/>
                <a:sym typeface="Roboto"/>
              </a:defRPr>
            </a:lvl2pPr>
            <a:lvl3pPr marL="1371622" lvl="2" indent="-330205" algn="l" rtl="0">
              <a:spcBef>
                <a:spcPts val="600"/>
              </a:spcBef>
              <a:spcAft>
                <a:spcPts val="0"/>
              </a:spcAft>
              <a:buClr>
                <a:schemeClr val="dk1"/>
              </a:buClr>
              <a:buSzPts val="1600"/>
              <a:buChar char="−"/>
              <a:defRPr b="0" i="0">
                <a:latin typeface="Roboto"/>
                <a:ea typeface="Roboto"/>
                <a:cs typeface="Roboto"/>
                <a:sym typeface="Roboto"/>
              </a:defRPr>
            </a:lvl3pPr>
            <a:lvl4pPr marL="1828831" lvl="3" indent="-317506" algn="l" rtl="0">
              <a:spcBef>
                <a:spcPts val="300"/>
              </a:spcBef>
              <a:spcAft>
                <a:spcPts val="0"/>
              </a:spcAft>
              <a:buClr>
                <a:schemeClr val="dk1"/>
              </a:buClr>
              <a:buSzPts val="1400"/>
              <a:buChar char="•"/>
              <a:defRPr b="0" i="0">
                <a:latin typeface="Roboto"/>
                <a:ea typeface="Roboto"/>
                <a:cs typeface="Roboto"/>
                <a:sym typeface="Roboto"/>
              </a:defRPr>
            </a:lvl4pPr>
            <a:lvl5pPr marL="2286038" lvl="4" indent="-304805" algn="l" rtl="0">
              <a:spcBef>
                <a:spcPts val="300"/>
              </a:spcBef>
              <a:spcAft>
                <a:spcPts val="0"/>
              </a:spcAft>
              <a:buClr>
                <a:schemeClr val="dk1"/>
              </a:buClr>
              <a:buSzPts val="1200"/>
              <a:buChar char="−"/>
              <a:defRPr b="0" i="0">
                <a:latin typeface="Roboto"/>
                <a:ea typeface="Roboto"/>
                <a:cs typeface="Roboto"/>
                <a:sym typeface="Roboto"/>
              </a:defRPr>
            </a:lvl5pPr>
            <a:lvl6pPr marL="2743246" lvl="5" indent="-304805" algn="l" rtl="0">
              <a:spcBef>
                <a:spcPts val="360"/>
              </a:spcBef>
              <a:spcAft>
                <a:spcPts val="0"/>
              </a:spcAft>
              <a:buClr>
                <a:schemeClr val="dk1"/>
              </a:buClr>
              <a:buSzPts val="1200"/>
              <a:buFont typeface="Roboto"/>
              <a:buChar char="•"/>
              <a:defRPr sz="1200">
                <a:latin typeface="Roboto"/>
                <a:ea typeface="Roboto"/>
                <a:cs typeface="Roboto"/>
                <a:sym typeface="Roboto"/>
              </a:defRPr>
            </a:lvl6pPr>
            <a:lvl7pPr marL="3200453" lvl="6" indent="-304805" algn="l" rtl="0">
              <a:spcBef>
                <a:spcPts val="360"/>
              </a:spcBef>
              <a:spcAft>
                <a:spcPts val="0"/>
              </a:spcAft>
              <a:buClr>
                <a:schemeClr val="dk1"/>
              </a:buClr>
              <a:buSzPts val="1200"/>
              <a:buFont typeface="Roboto"/>
              <a:buChar char="•"/>
              <a:defRPr sz="1200">
                <a:latin typeface="Roboto"/>
                <a:ea typeface="Roboto"/>
                <a:cs typeface="Roboto"/>
                <a:sym typeface="Roboto"/>
              </a:defRPr>
            </a:lvl7pPr>
            <a:lvl8pPr marL="3657661" lvl="7" indent="-304805" algn="l" rtl="0">
              <a:spcBef>
                <a:spcPts val="360"/>
              </a:spcBef>
              <a:spcAft>
                <a:spcPts val="0"/>
              </a:spcAft>
              <a:buClr>
                <a:schemeClr val="dk1"/>
              </a:buClr>
              <a:buSzPts val="1200"/>
              <a:buFont typeface="Roboto"/>
              <a:buChar char="•"/>
              <a:defRPr sz="1200">
                <a:latin typeface="Roboto"/>
                <a:ea typeface="Roboto"/>
                <a:cs typeface="Roboto"/>
                <a:sym typeface="Roboto"/>
              </a:defRPr>
            </a:lvl8pPr>
            <a:lvl9pPr marL="4114868" lvl="8" indent="-304805" algn="l" rtl="0">
              <a:spcBef>
                <a:spcPts val="360"/>
              </a:spcBef>
              <a:spcAft>
                <a:spcPts val="0"/>
              </a:spcAft>
              <a:buClr>
                <a:schemeClr val="dk1"/>
              </a:buClr>
              <a:buSzPts val="1200"/>
              <a:buFont typeface="Roboto"/>
              <a:buChar char="•"/>
              <a:defRPr sz="1200">
                <a:latin typeface="Roboto"/>
                <a:ea typeface="Roboto"/>
                <a:cs typeface="Roboto"/>
                <a:sym typeface="Roboto"/>
              </a:defRPr>
            </a:lvl9pPr>
          </a:lstStyle>
          <a:p>
            <a:endParaRPr/>
          </a:p>
        </p:txBody>
      </p:sp>
      <p:sp>
        <p:nvSpPr>
          <p:cNvPr id="543" name="Google Shape;543;p98"/>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rgbClr val="000000"/>
                </a:solidFill>
              </a:defRPr>
            </a:lvl1pPr>
            <a:lvl2pPr lvl="1" rtl="0">
              <a:buNone/>
              <a:defRPr sz="1000">
                <a:solidFill>
                  <a:srgbClr val="000000"/>
                </a:solidFill>
              </a:defRPr>
            </a:lvl2pPr>
            <a:lvl3pPr lvl="2" rtl="0">
              <a:buNone/>
              <a:defRPr sz="1000">
                <a:solidFill>
                  <a:srgbClr val="000000"/>
                </a:solidFill>
              </a:defRPr>
            </a:lvl3pPr>
            <a:lvl4pPr lvl="3" rtl="0">
              <a:buNone/>
              <a:defRPr sz="1000">
                <a:solidFill>
                  <a:srgbClr val="000000"/>
                </a:solidFill>
              </a:defRPr>
            </a:lvl4pPr>
            <a:lvl5pPr lvl="4" rtl="0">
              <a:buNone/>
              <a:defRPr sz="1000">
                <a:solidFill>
                  <a:srgbClr val="000000"/>
                </a:solidFill>
              </a:defRPr>
            </a:lvl5pPr>
            <a:lvl6pPr lvl="5" rtl="0">
              <a:buNone/>
              <a:defRPr sz="1000">
                <a:solidFill>
                  <a:srgbClr val="000000"/>
                </a:solidFill>
              </a:defRPr>
            </a:lvl6pPr>
            <a:lvl7pPr lvl="6" rtl="0">
              <a:buNone/>
              <a:defRPr sz="1000">
                <a:solidFill>
                  <a:srgbClr val="000000"/>
                </a:solidFill>
              </a:defRPr>
            </a:lvl7pPr>
            <a:lvl8pPr lvl="7" rtl="0">
              <a:buNone/>
              <a:defRPr sz="1000">
                <a:solidFill>
                  <a:srgbClr val="000000"/>
                </a:solidFill>
              </a:defRPr>
            </a:lvl8pPr>
            <a:lvl9pPr lvl="8" rtl="0">
              <a:buNone/>
              <a:defRPr sz="1000">
                <a:solidFill>
                  <a:srgbClr val="000000"/>
                </a:solidFill>
              </a:defRPr>
            </a:lvl9pPr>
          </a:lstStyle>
          <a:p>
            <a:fld id="{00000000-1234-1234-1234-123412341234}" type="slidenum">
              <a:rPr lang="en" smtClean="0"/>
              <a:pPr/>
              <a:t>‹#›</a:t>
            </a:fld>
            <a:endParaRPr lang="en"/>
          </a:p>
        </p:txBody>
      </p:sp>
      <p:sp>
        <p:nvSpPr>
          <p:cNvPr id="545" name="Google Shape;545;p98"/>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endParaRPr sz="1000" dirty="0">
              <a:solidFill>
                <a:schemeClr val="dk1"/>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extLst>
    <p:ext uri="{DCECCB84-F9BA-43D5-87BE-67443E8EF086}">
      <p15:sldGuideLst xmlns:p15="http://schemas.microsoft.com/office/powerpoint/2012/main">
        <p15:guide id="1" orient="horz" pos="1872" userDrawn="1">
          <p15:clr>
            <a:srgbClr val="FA7B17"/>
          </p15:clr>
        </p15:guide>
        <p15:guide id="2" pos="5615" userDrawn="1">
          <p15:clr>
            <a:srgbClr val="FA7B17"/>
          </p15:clr>
        </p15:guide>
      </p15:sldGuideLst>
    </p:ext>
  </p:extLst>
</p:sldLayout>
</file>

<file path=ppt/slideLayouts/slideLayout94.xml><?xml version="1.0" encoding="utf-8"?>
<p:sldLayout xmlns:a="http://schemas.openxmlformats.org/drawingml/2006/main" xmlns:r="http://schemas.openxmlformats.org/officeDocument/2006/relationships" xmlns:p="http://schemas.openxmlformats.org/presentationml/2006/main" matchingName="WHITE 2Col Title | Text">
  <p:cSld name="WHITE 2Col Title | Text">
    <p:spTree>
      <p:nvGrpSpPr>
        <p:cNvPr id="1" name="Shape 546"/>
        <p:cNvGrpSpPr/>
        <p:nvPr/>
      </p:nvGrpSpPr>
      <p:grpSpPr>
        <a:xfrm>
          <a:off x="0" y="0"/>
          <a:ext cx="0" cy="0"/>
          <a:chOff x="0" y="0"/>
          <a:chExt cx="0" cy="0"/>
        </a:xfrm>
      </p:grpSpPr>
      <p:sp>
        <p:nvSpPr>
          <p:cNvPr id="547" name="Google Shape;547;p99"/>
          <p:cNvSpPr txBox="1">
            <a:spLocks noGrp="1"/>
          </p:cNvSpPr>
          <p:nvPr>
            <p:ph type="title"/>
          </p:nvPr>
        </p:nvSpPr>
        <p:spPr>
          <a:xfrm>
            <a:off x="455617" y="460683"/>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dk1"/>
              </a:buClr>
              <a:buSzPts val="3200"/>
              <a:buFont typeface="Roboto Medium"/>
              <a:buNone/>
              <a:defRPr b="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48" name="Google Shape;548;p99"/>
          <p:cNvSpPr txBox="1">
            <a:spLocks noGrp="1"/>
          </p:cNvSpPr>
          <p:nvPr>
            <p:ph type="body" idx="1"/>
          </p:nvPr>
        </p:nvSpPr>
        <p:spPr>
          <a:xfrm>
            <a:off x="455625"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rtl="0">
              <a:spcBef>
                <a:spcPts val="600"/>
              </a:spcBef>
              <a:spcAft>
                <a:spcPts val="0"/>
              </a:spcAft>
              <a:buClr>
                <a:schemeClr val="dk1"/>
              </a:buClr>
              <a:buSzPts val="1800"/>
              <a:buChar char="•"/>
              <a:defRPr b="0" i="0">
                <a:latin typeface="Roboto"/>
                <a:ea typeface="Roboto"/>
                <a:cs typeface="Roboto"/>
                <a:sym typeface="Roboto"/>
              </a:defRPr>
            </a:lvl2pPr>
            <a:lvl3pPr marL="1371622" lvl="2" indent="-330205" algn="l" rtl="0">
              <a:spcBef>
                <a:spcPts val="600"/>
              </a:spcBef>
              <a:spcAft>
                <a:spcPts val="0"/>
              </a:spcAft>
              <a:buClr>
                <a:schemeClr val="dk1"/>
              </a:buClr>
              <a:buSzPts val="1600"/>
              <a:buChar char="−"/>
              <a:defRPr b="0" i="0">
                <a:latin typeface="Roboto"/>
                <a:ea typeface="Roboto"/>
                <a:cs typeface="Roboto"/>
                <a:sym typeface="Roboto"/>
              </a:defRPr>
            </a:lvl3pPr>
            <a:lvl4pPr marL="1828831" lvl="3" indent="-317506" algn="l" rtl="0">
              <a:spcBef>
                <a:spcPts val="300"/>
              </a:spcBef>
              <a:spcAft>
                <a:spcPts val="0"/>
              </a:spcAft>
              <a:buClr>
                <a:schemeClr val="dk1"/>
              </a:buClr>
              <a:buSzPts val="1400"/>
              <a:buChar char="•"/>
              <a:defRPr b="0" i="0">
                <a:latin typeface="Roboto"/>
                <a:ea typeface="Roboto"/>
                <a:cs typeface="Roboto"/>
                <a:sym typeface="Roboto"/>
              </a:defRPr>
            </a:lvl4pPr>
            <a:lvl5pPr marL="2286038" lvl="4" indent="-304805" algn="l" rtl="0">
              <a:spcBef>
                <a:spcPts val="300"/>
              </a:spcBef>
              <a:spcAft>
                <a:spcPts val="0"/>
              </a:spcAft>
              <a:buClr>
                <a:schemeClr val="dk1"/>
              </a:buClr>
              <a:buSzPts val="1200"/>
              <a:buChar char="−"/>
              <a:defRPr b="0" i="0">
                <a:latin typeface="Roboto"/>
                <a:ea typeface="Roboto"/>
                <a:cs typeface="Roboto"/>
                <a:sym typeface="Roboto"/>
              </a:defRPr>
            </a:lvl5pPr>
            <a:lvl6pPr marL="2743246" lvl="5" indent="-304805" algn="l" rtl="0">
              <a:spcBef>
                <a:spcPts val="360"/>
              </a:spcBef>
              <a:spcAft>
                <a:spcPts val="0"/>
              </a:spcAft>
              <a:buClr>
                <a:schemeClr val="dk1"/>
              </a:buClr>
              <a:buSzPts val="1200"/>
              <a:buFont typeface="Roboto"/>
              <a:buChar char="•"/>
              <a:defRPr sz="1200">
                <a:latin typeface="Roboto"/>
                <a:ea typeface="Roboto"/>
                <a:cs typeface="Roboto"/>
                <a:sym typeface="Roboto"/>
              </a:defRPr>
            </a:lvl6pPr>
            <a:lvl7pPr marL="3200453" lvl="6" indent="-304805" algn="l" rtl="0">
              <a:spcBef>
                <a:spcPts val="360"/>
              </a:spcBef>
              <a:spcAft>
                <a:spcPts val="0"/>
              </a:spcAft>
              <a:buClr>
                <a:schemeClr val="dk1"/>
              </a:buClr>
              <a:buSzPts val="1200"/>
              <a:buFont typeface="Roboto"/>
              <a:buChar char="•"/>
              <a:defRPr sz="1200">
                <a:latin typeface="Roboto"/>
                <a:ea typeface="Roboto"/>
                <a:cs typeface="Roboto"/>
                <a:sym typeface="Roboto"/>
              </a:defRPr>
            </a:lvl7pPr>
            <a:lvl8pPr marL="3657661" lvl="7" indent="-304805" algn="l" rtl="0">
              <a:spcBef>
                <a:spcPts val="360"/>
              </a:spcBef>
              <a:spcAft>
                <a:spcPts val="0"/>
              </a:spcAft>
              <a:buClr>
                <a:schemeClr val="dk1"/>
              </a:buClr>
              <a:buSzPts val="1200"/>
              <a:buFont typeface="Roboto"/>
              <a:buChar char="•"/>
              <a:defRPr sz="1200">
                <a:latin typeface="Roboto"/>
                <a:ea typeface="Roboto"/>
                <a:cs typeface="Roboto"/>
                <a:sym typeface="Roboto"/>
              </a:defRPr>
            </a:lvl8pPr>
            <a:lvl9pPr marL="4114868" lvl="8" indent="-304805" algn="l" rtl="0">
              <a:spcBef>
                <a:spcPts val="360"/>
              </a:spcBef>
              <a:spcAft>
                <a:spcPts val="0"/>
              </a:spcAft>
              <a:buClr>
                <a:schemeClr val="dk1"/>
              </a:buClr>
              <a:buSzPts val="1200"/>
              <a:buFont typeface="Roboto"/>
              <a:buChar char="•"/>
              <a:defRPr sz="1200">
                <a:latin typeface="Roboto"/>
                <a:ea typeface="Roboto"/>
                <a:cs typeface="Roboto"/>
                <a:sym typeface="Roboto"/>
              </a:defRPr>
            </a:lvl9pPr>
          </a:lstStyle>
          <a:p>
            <a:endParaRPr/>
          </a:p>
        </p:txBody>
      </p:sp>
      <p:sp>
        <p:nvSpPr>
          <p:cNvPr id="549" name="Google Shape;549;p99"/>
          <p:cNvSpPr txBox="1">
            <a:spLocks noGrp="1"/>
          </p:cNvSpPr>
          <p:nvPr>
            <p:ph type="body" idx="2"/>
          </p:nvPr>
        </p:nvSpPr>
        <p:spPr>
          <a:xfrm>
            <a:off x="6246950"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rtl="0">
              <a:spcBef>
                <a:spcPts val="600"/>
              </a:spcBef>
              <a:spcAft>
                <a:spcPts val="0"/>
              </a:spcAft>
              <a:buClr>
                <a:schemeClr val="dk1"/>
              </a:buClr>
              <a:buSzPts val="1800"/>
              <a:buChar char="•"/>
              <a:defRPr b="0" i="0">
                <a:latin typeface="Roboto"/>
                <a:ea typeface="Roboto"/>
                <a:cs typeface="Roboto"/>
                <a:sym typeface="Roboto"/>
              </a:defRPr>
            </a:lvl2pPr>
            <a:lvl3pPr marL="1371622" lvl="2" indent="-330205" algn="l" rtl="0">
              <a:spcBef>
                <a:spcPts val="600"/>
              </a:spcBef>
              <a:spcAft>
                <a:spcPts val="0"/>
              </a:spcAft>
              <a:buClr>
                <a:schemeClr val="dk1"/>
              </a:buClr>
              <a:buSzPts val="1600"/>
              <a:buChar char="−"/>
              <a:defRPr b="0" i="0">
                <a:latin typeface="Roboto"/>
                <a:ea typeface="Roboto"/>
                <a:cs typeface="Roboto"/>
                <a:sym typeface="Roboto"/>
              </a:defRPr>
            </a:lvl3pPr>
            <a:lvl4pPr marL="1828831" lvl="3" indent="-317506" algn="l" rtl="0">
              <a:spcBef>
                <a:spcPts val="300"/>
              </a:spcBef>
              <a:spcAft>
                <a:spcPts val="0"/>
              </a:spcAft>
              <a:buClr>
                <a:schemeClr val="dk1"/>
              </a:buClr>
              <a:buSzPts val="1400"/>
              <a:buChar char="•"/>
              <a:defRPr b="0" i="0">
                <a:latin typeface="Roboto"/>
                <a:ea typeface="Roboto"/>
                <a:cs typeface="Roboto"/>
                <a:sym typeface="Roboto"/>
              </a:defRPr>
            </a:lvl4pPr>
            <a:lvl5pPr marL="2286038" lvl="4" indent="-304805" algn="l" rtl="0">
              <a:spcBef>
                <a:spcPts val="300"/>
              </a:spcBef>
              <a:spcAft>
                <a:spcPts val="0"/>
              </a:spcAft>
              <a:buClr>
                <a:schemeClr val="dk1"/>
              </a:buClr>
              <a:buSzPts val="1200"/>
              <a:buChar char="−"/>
              <a:defRPr b="0" i="0">
                <a:latin typeface="Roboto"/>
                <a:ea typeface="Roboto"/>
                <a:cs typeface="Roboto"/>
                <a:sym typeface="Roboto"/>
              </a:defRPr>
            </a:lvl5pPr>
            <a:lvl6pPr marL="2743246" lvl="5" indent="-304805" algn="l" rtl="0">
              <a:spcBef>
                <a:spcPts val="360"/>
              </a:spcBef>
              <a:spcAft>
                <a:spcPts val="0"/>
              </a:spcAft>
              <a:buClr>
                <a:schemeClr val="dk1"/>
              </a:buClr>
              <a:buSzPts val="1200"/>
              <a:buFont typeface="Roboto"/>
              <a:buChar char="•"/>
              <a:defRPr sz="1200">
                <a:latin typeface="Roboto"/>
                <a:ea typeface="Roboto"/>
                <a:cs typeface="Roboto"/>
                <a:sym typeface="Roboto"/>
              </a:defRPr>
            </a:lvl6pPr>
            <a:lvl7pPr marL="3200453" lvl="6" indent="-304805" algn="l" rtl="0">
              <a:spcBef>
                <a:spcPts val="360"/>
              </a:spcBef>
              <a:spcAft>
                <a:spcPts val="0"/>
              </a:spcAft>
              <a:buClr>
                <a:schemeClr val="dk1"/>
              </a:buClr>
              <a:buSzPts val="1200"/>
              <a:buFont typeface="Roboto"/>
              <a:buChar char="•"/>
              <a:defRPr sz="1200">
                <a:latin typeface="Roboto"/>
                <a:ea typeface="Roboto"/>
                <a:cs typeface="Roboto"/>
                <a:sym typeface="Roboto"/>
              </a:defRPr>
            </a:lvl7pPr>
            <a:lvl8pPr marL="3657661" lvl="7" indent="-304805" algn="l" rtl="0">
              <a:spcBef>
                <a:spcPts val="360"/>
              </a:spcBef>
              <a:spcAft>
                <a:spcPts val="0"/>
              </a:spcAft>
              <a:buClr>
                <a:schemeClr val="dk1"/>
              </a:buClr>
              <a:buSzPts val="1200"/>
              <a:buFont typeface="Roboto"/>
              <a:buChar char="•"/>
              <a:defRPr sz="1200">
                <a:latin typeface="Roboto"/>
                <a:ea typeface="Roboto"/>
                <a:cs typeface="Roboto"/>
                <a:sym typeface="Roboto"/>
              </a:defRPr>
            </a:lvl8pPr>
            <a:lvl9pPr marL="4114868" lvl="8" indent="-304805" algn="l" rtl="0">
              <a:spcBef>
                <a:spcPts val="360"/>
              </a:spcBef>
              <a:spcAft>
                <a:spcPts val="0"/>
              </a:spcAft>
              <a:buClr>
                <a:schemeClr val="dk1"/>
              </a:buClr>
              <a:buSzPts val="1200"/>
              <a:buFont typeface="Roboto"/>
              <a:buChar char="•"/>
              <a:defRPr sz="1200">
                <a:latin typeface="Roboto"/>
                <a:ea typeface="Roboto"/>
                <a:cs typeface="Roboto"/>
                <a:sym typeface="Roboto"/>
              </a:defRPr>
            </a:lvl9pPr>
          </a:lstStyle>
          <a:p>
            <a:endParaRPr/>
          </a:p>
        </p:txBody>
      </p:sp>
      <p:sp>
        <p:nvSpPr>
          <p:cNvPr id="550" name="Google Shape;550;p99"/>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rgbClr val="000000"/>
                </a:solidFill>
              </a:defRPr>
            </a:lvl1pPr>
            <a:lvl2pPr lvl="1" rtl="0">
              <a:buNone/>
              <a:defRPr sz="1000">
                <a:solidFill>
                  <a:srgbClr val="000000"/>
                </a:solidFill>
              </a:defRPr>
            </a:lvl2pPr>
            <a:lvl3pPr lvl="2" rtl="0">
              <a:buNone/>
              <a:defRPr sz="1000">
                <a:solidFill>
                  <a:srgbClr val="000000"/>
                </a:solidFill>
              </a:defRPr>
            </a:lvl3pPr>
            <a:lvl4pPr lvl="3" rtl="0">
              <a:buNone/>
              <a:defRPr sz="1000">
                <a:solidFill>
                  <a:srgbClr val="000000"/>
                </a:solidFill>
              </a:defRPr>
            </a:lvl4pPr>
            <a:lvl5pPr lvl="4" rtl="0">
              <a:buNone/>
              <a:defRPr sz="1000">
                <a:solidFill>
                  <a:srgbClr val="000000"/>
                </a:solidFill>
              </a:defRPr>
            </a:lvl5pPr>
            <a:lvl6pPr lvl="5" rtl="0">
              <a:buNone/>
              <a:defRPr sz="1000">
                <a:solidFill>
                  <a:srgbClr val="000000"/>
                </a:solidFill>
              </a:defRPr>
            </a:lvl6pPr>
            <a:lvl7pPr lvl="6" rtl="0">
              <a:buNone/>
              <a:defRPr sz="1000">
                <a:solidFill>
                  <a:srgbClr val="000000"/>
                </a:solidFill>
              </a:defRPr>
            </a:lvl7pPr>
            <a:lvl8pPr lvl="7" rtl="0">
              <a:buNone/>
              <a:defRPr sz="1000">
                <a:solidFill>
                  <a:srgbClr val="000000"/>
                </a:solidFill>
              </a:defRPr>
            </a:lvl8pPr>
            <a:lvl9pPr lvl="8" rtl="0">
              <a:buNone/>
              <a:defRPr sz="1000">
                <a:solidFill>
                  <a:srgbClr val="000000"/>
                </a:solidFill>
              </a:defRPr>
            </a:lvl9pPr>
          </a:lstStyle>
          <a:p>
            <a:fld id="{00000000-1234-1234-1234-123412341234}" type="slidenum">
              <a:rPr lang="en" smtClean="0"/>
              <a:pPr/>
              <a:t>‹#›</a:t>
            </a:fld>
            <a:endParaRPr lang="en"/>
          </a:p>
        </p:txBody>
      </p:sp>
      <p:pic>
        <p:nvPicPr>
          <p:cNvPr id="551" name="Google Shape;551;p99"/>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552" name="Google Shape;552;p99"/>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chemeClr val="dk1"/>
                </a:solidFill>
                <a:latin typeface="Roboto"/>
                <a:ea typeface="Roboto"/>
                <a:cs typeface="Roboto"/>
                <a:sym typeface="Roboto"/>
              </a:rPr>
              <a:t>Proprietary &amp; Confidential - For Internal Use Only</a:t>
            </a:r>
            <a:endParaRPr sz="1000">
              <a:solidFill>
                <a:schemeClr val="dk1"/>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95.xml><?xml version="1.0" encoding="utf-8"?>
<p:sldLayout xmlns:a="http://schemas.openxmlformats.org/drawingml/2006/main" xmlns:r="http://schemas.openxmlformats.org/officeDocument/2006/relationships" xmlns:p="http://schemas.openxmlformats.org/presentationml/2006/main" matchingName="WHITE 1Col Title | Text | Small Image">
  <p:cSld name="WHITE 1Col Title | Text | Small Image">
    <p:spTree>
      <p:nvGrpSpPr>
        <p:cNvPr id="1" name="Shape 553"/>
        <p:cNvGrpSpPr/>
        <p:nvPr/>
      </p:nvGrpSpPr>
      <p:grpSpPr>
        <a:xfrm>
          <a:off x="0" y="0"/>
          <a:ext cx="0" cy="0"/>
          <a:chOff x="0" y="0"/>
          <a:chExt cx="0" cy="0"/>
        </a:xfrm>
      </p:grpSpPr>
      <p:sp>
        <p:nvSpPr>
          <p:cNvPr id="554" name="Google Shape;554;p100"/>
          <p:cNvSpPr txBox="1">
            <a:spLocks noGrp="1"/>
          </p:cNvSpPr>
          <p:nvPr>
            <p:ph type="title"/>
          </p:nvPr>
        </p:nvSpPr>
        <p:spPr>
          <a:xfrm>
            <a:off x="455617" y="460683"/>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dk1"/>
              </a:buClr>
              <a:buSzPts val="3200"/>
              <a:buFont typeface="Roboto Medium"/>
              <a:buNone/>
              <a:defRPr b="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55" name="Google Shape;555;p100"/>
          <p:cNvSpPr>
            <a:spLocks noGrp="1"/>
          </p:cNvSpPr>
          <p:nvPr>
            <p:ph type="pic" idx="2"/>
          </p:nvPr>
        </p:nvSpPr>
        <p:spPr>
          <a:xfrm>
            <a:off x="7389889" y="1371600"/>
            <a:ext cx="4343401" cy="4572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556" name="Google Shape;556;p100"/>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rgbClr val="000000"/>
                </a:solidFill>
              </a:defRPr>
            </a:lvl1pPr>
            <a:lvl2pPr lvl="1" rtl="0">
              <a:buNone/>
              <a:defRPr sz="1000">
                <a:solidFill>
                  <a:srgbClr val="000000"/>
                </a:solidFill>
              </a:defRPr>
            </a:lvl2pPr>
            <a:lvl3pPr lvl="2" rtl="0">
              <a:buNone/>
              <a:defRPr sz="1000">
                <a:solidFill>
                  <a:srgbClr val="000000"/>
                </a:solidFill>
              </a:defRPr>
            </a:lvl3pPr>
            <a:lvl4pPr lvl="3" rtl="0">
              <a:buNone/>
              <a:defRPr sz="1000">
                <a:solidFill>
                  <a:srgbClr val="000000"/>
                </a:solidFill>
              </a:defRPr>
            </a:lvl4pPr>
            <a:lvl5pPr lvl="4" rtl="0">
              <a:buNone/>
              <a:defRPr sz="1000">
                <a:solidFill>
                  <a:srgbClr val="000000"/>
                </a:solidFill>
              </a:defRPr>
            </a:lvl5pPr>
            <a:lvl6pPr lvl="5" rtl="0">
              <a:buNone/>
              <a:defRPr sz="1000">
                <a:solidFill>
                  <a:srgbClr val="000000"/>
                </a:solidFill>
              </a:defRPr>
            </a:lvl6pPr>
            <a:lvl7pPr lvl="6" rtl="0">
              <a:buNone/>
              <a:defRPr sz="1000">
                <a:solidFill>
                  <a:srgbClr val="000000"/>
                </a:solidFill>
              </a:defRPr>
            </a:lvl7pPr>
            <a:lvl8pPr lvl="7" rtl="0">
              <a:buNone/>
              <a:defRPr sz="1000">
                <a:solidFill>
                  <a:srgbClr val="000000"/>
                </a:solidFill>
              </a:defRPr>
            </a:lvl8pPr>
            <a:lvl9pPr lvl="8" rtl="0">
              <a:buNone/>
              <a:defRPr sz="1000">
                <a:solidFill>
                  <a:srgbClr val="000000"/>
                </a:solidFill>
              </a:defRPr>
            </a:lvl9pPr>
          </a:lstStyle>
          <a:p>
            <a:fld id="{00000000-1234-1234-1234-123412341234}" type="slidenum">
              <a:rPr lang="en" smtClean="0"/>
              <a:pPr/>
              <a:t>‹#›</a:t>
            </a:fld>
            <a:endParaRPr lang="en"/>
          </a:p>
        </p:txBody>
      </p:sp>
      <p:sp>
        <p:nvSpPr>
          <p:cNvPr id="557" name="Google Shape;557;p100"/>
          <p:cNvSpPr txBox="1">
            <a:spLocks noGrp="1"/>
          </p:cNvSpPr>
          <p:nvPr>
            <p:ph type="body" idx="1"/>
          </p:nvPr>
        </p:nvSpPr>
        <p:spPr>
          <a:xfrm>
            <a:off x="455625"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rtl="0">
              <a:spcBef>
                <a:spcPts val="600"/>
              </a:spcBef>
              <a:spcAft>
                <a:spcPts val="0"/>
              </a:spcAft>
              <a:buClr>
                <a:schemeClr val="dk1"/>
              </a:buClr>
              <a:buSzPts val="1800"/>
              <a:buChar char="•"/>
              <a:defRPr b="0" i="0">
                <a:latin typeface="Roboto"/>
                <a:ea typeface="Roboto"/>
                <a:cs typeface="Roboto"/>
                <a:sym typeface="Roboto"/>
              </a:defRPr>
            </a:lvl2pPr>
            <a:lvl3pPr marL="1371622" lvl="2" indent="-330205" algn="l" rtl="0">
              <a:spcBef>
                <a:spcPts val="600"/>
              </a:spcBef>
              <a:spcAft>
                <a:spcPts val="0"/>
              </a:spcAft>
              <a:buClr>
                <a:schemeClr val="dk1"/>
              </a:buClr>
              <a:buSzPts val="1600"/>
              <a:buChar char="−"/>
              <a:defRPr b="0" i="0">
                <a:latin typeface="Roboto"/>
                <a:ea typeface="Roboto"/>
                <a:cs typeface="Roboto"/>
                <a:sym typeface="Roboto"/>
              </a:defRPr>
            </a:lvl3pPr>
            <a:lvl4pPr marL="1828831" lvl="3" indent="-317506" algn="l" rtl="0">
              <a:spcBef>
                <a:spcPts val="300"/>
              </a:spcBef>
              <a:spcAft>
                <a:spcPts val="0"/>
              </a:spcAft>
              <a:buClr>
                <a:schemeClr val="dk1"/>
              </a:buClr>
              <a:buSzPts val="1400"/>
              <a:buChar char="•"/>
              <a:defRPr b="0" i="0">
                <a:latin typeface="Roboto"/>
                <a:ea typeface="Roboto"/>
                <a:cs typeface="Roboto"/>
                <a:sym typeface="Roboto"/>
              </a:defRPr>
            </a:lvl4pPr>
            <a:lvl5pPr marL="2286038" lvl="4" indent="-304805" algn="l" rtl="0">
              <a:spcBef>
                <a:spcPts val="300"/>
              </a:spcBef>
              <a:spcAft>
                <a:spcPts val="0"/>
              </a:spcAft>
              <a:buClr>
                <a:schemeClr val="dk1"/>
              </a:buClr>
              <a:buSzPts val="1200"/>
              <a:buChar char="−"/>
              <a:defRPr b="0" i="0">
                <a:latin typeface="Roboto"/>
                <a:ea typeface="Roboto"/>
                <a:cs typeface="Roboto"/>
                <a:sym typeface="Roboto"/>
              </a:defRPr>
            </a:lvl5pPr>
            <a:lvl6pPr marL="2743246" lvl="5" indent="-304805" algn="l" rtl="0">
              <a:spcBef>
                <a:spcPts val="360"/>
              </a:spcBef>
              <a:spcAft>
                <a:spcPts val="0"/>
              </a:spcAft>
              <a:buClr>
                <a:schemeClr val="dk1"/>
              </a:buClr>
              <a:buSzPts val="1200"/>
              <a:buFont typeface="Roboto"/>
              <a:buChar char="•"/>
              <a:defRPr sz="1200">
                <a:latin typeface="Roboto"/>
                <a:ea typeface="Roboto"/>
                <a:cs typeface="Roboto"/>
                <a:sym typeface="Roboto"/>
              </a:defRPr>
            </a:lvl6pPr>
            <a:lvl7pPr marL="3200453" lvl="6" indent="-304805" algn="l" rtl="0">
              <a:spcBef>
                <a:spcPts val="360"/>
              </a:spcBef>
              <a:spcAft>
                <a:spcPts val="0"/>
              </a:spcAft>
              <a:buClr>
                <a:schemeClr val="dk1"/>
              </a:buClr>
              <a:buSzPts val="1200"/>
              <a:buFont typeface="Roboto"/>
              <a:buChar char="•"/>
              <a:defRPr sz="1200">
                <a:latin typeface="Roboto"/>
                <a:ea typeface="Roboto"/>
                <a:cs typeface="Roboto"/>
                <a:sym typeface="Roboto"/>
              </a:defRPr>
            </a:lvl7pPr>
            <a:lvl8pPr marL="3657661" lvl="7" indent="-304805" algn="l" rtl="0">
              <a:spcBef>
                <a:spcPts val="360"/>
              </a:spcBef>
              <a:spcAft>
                <a:spcPts val="0"/>
              </a:spcAft>
              <a:buClr>
                <a:schemeClr val="dk1"/>
              </a:buClr>
              <a:buSzPts val="1200"/>
              <a:buFont typeface="Roboto"/>
              <a:buChar char="•"/>
              <a:defRPr sz="1200">
                <a:latin typeface="Roboto"/>
                <a:ea typeface="Roboto"/>
                <a:cs typeface="Roboto"/>
                <a:sym typeface="Roboto"/>
              </a:defRPr>
            </a:lvl8pPr>
            <a:lvl9pPr marL="4114868" lvl="8" indent="-304805" algn="l" rtl="0">
              <a:spcBef>
                <a:spcPts val="360"/>
              </a:spcBef>
              <a:spcAft>
                <a:spcPts val="0"/>
              </a:spcAft>
              <a:buClr>
                <a:schemeClr val="dk1"/>
              </a:buClr>
              <a:buSzPts val="1200"/>
              <a:buFont typeface="Roboto"/>
              <a:buChar char="•"/>
              <a:defRPr sz="1200">
                <a:latin typeface="Roboto"/>
                <a:ea typeface="Roboto"/>
                <a:cs typeface="Roboto"/>
                <a:sym typeface="Roboto"/>
              </a:defRPr>
            </a:lvl9pPr>
          </a:lstStyle>
          <a:p>
            <a:endParaRPr/>
          </a:p>
        </p:txBody>
      </p:sp>
      <p:pic>
        <p:nvPicPr>
          <p:cNvPr id="558" name="Google Shape;558;p100"/>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559" name="Google Shape;559;p100"/>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chemeClr val="dk1"/>
                </a:solidFill>
                <a:latin typeface="Roboto"/>
                <a:ea typeface="Roboto"/>
                <a:cs typeface="Roboto"/>
                <a:sym typeface="Roboto"/>
              </a:rPr>
              <a:t>Proprietary &amp; Confidential - For Internal Use Only</a:t>
            </a:r>
            <a:endParaRPr sz="1000">
              <a:solidFill>
                <a:schemeClr val="dk1"/>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96.xml><?xml version="1.0" encoding="utf-8"?>
<p:sldLayout xmlns:a="http://schemas.openxmlformats.org/drawingml/2006/main" xmlns:r="http://schemas.openxmlformats.org/officeDocument/2006/relationships" xmlns:p="http://schemas.openxmlformats.org/presentationml/2006/main" matchingName="WHITE 1Col Title | Text | HP Image">
  <p:cSld name="WHITE 1Col Title | Text | HP Image">
    <p:spTree>
      <p:nvGrpSpPr>
        <p:cNvPr id="1" name="Shape 560"/>
        <p:cNvGrpSpPr/>
        <p:nvPr/>
      </p:nvGrpSpPr>
      <p:grpSpPr>
        <a:xfrm>
          <a:off x="0" y="0"/>
          <a:ext cx="0" cy="0"/>
          <a:chOff x="0" y="0"/>
          <a:chExt cx="0" cy="0"/>
        </a:xfrm>
      </p:grpSpPr>
      <p:sp>
        <p:nvSpPr>
          <p:cNvPr id="561" name="Google Shape;561;p101"/>
          <p:cNvSpPr>
            <a:spLocks noGrp="1"/>
          </p:cNvSpPr>
          <p:nvPr>
            <p:ph type="pic" idx="2"/>
          </p:nvPr>
        </p:nvSpPr>
        <p:spPr>
          <a:xfrm>
            <a:off x="6094473" y="0"/>
            <a:ext cx="6094500"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562" name="Google Shape;562;p101"/>
          <p:cNvSpPr txBox="1">
            <a:spLocks noGrp="1"/>
          </p:cNvSpPr>
          <p:nvPr>
            <p:ph type="title"/>
          </p:nvPr>
        </p:nvSpPr>
        <p:spPr>
          <a:xfrm>
            <a:off x="455618" y="457200"/>
            <a:ext cx="5029201"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dk1"/>
              </a:buClr>
              <a:buSzPts val="3200"/>
              <a:buFont typeface="Roboto Medium"/>
              <a:buNone/>
              <a:defRPr b="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63" name="Google Shape;563;p101"/>
          <p:cNvSpPr txBox="1">
            <a:spLocks noGrp="1"/>
          </p:cNvSpPr>
          <p:nvPr>
            <p:ph type="body" idx="1"/>
          </p:nvPr>
        </p:nvSpPr>
        <p:spPr>
          <a:xfrm>
            <a:off x="455626" y="2686375"/>
            <a:ext cx="52578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rtl="0">
              <a:spcBef>
                <a:spcPts val="600"/>
              </a:spcBef>
              <a:spcAft>
                <a:spcPts val="0"/>
              </a:spcAft>
              <a:buClr>
                <a:schemeClr val="dk1"/>
              </a:buClr>
              <a:buSzPts val="1800"/>
              <a:buChar char="•"/>
              <a:defRPr b="0" i="0">
                <a:latin typeface="Roboto"/>
                <a:ea typeface="Roboto"/>
                <a:cs typeface="Roboto"/>
                <a:sym typeface="Roboto"/>
              </a:defRPr>
            </a:lvl2pPr>
            <a:lvl3pPr marL="1371622" lvl="2" indent="-330205" algn="l" rtl="0">
              <a:spcBef>
                <a:spcPts val="600"/>
              </a:spcBef>
              <a:spcAft>
                <a:spcPts val="0"/>
              </a:spcAft>
              <a:buClr>
                <a:schemeClr val="dk1"/>
              </a:buClr>
              <a:buSzPts val="1600"/>
              <a:buChar char="−"/>
              <a:defRPr b="0" i="0">
                <a:latin typeface="Roboto"/>
                <a:ea typeface="Roboto"/>
                <a:cs typeface="Roboto"/>
                <a:sym typeface="Roboto"/>
              </a:defRPr>
            </a:lvl3pPr>
            <a:lvl4pPr marL="1828831" lvl="3" indent="-317506" algn="l" rtl="0">
              <a:spcBef>
                <a:spcPts val="300"/>
              </a:spcBef>
              <a:spcAft>
                <a:spcPts val="0"/>
              </a:spcAft>
              <a:buClr>
                <a:schemeClr val="dk1"/>
              </a:buClr>
              <a:buSzPts val="1400"/>
              <a:buChar char="•"/>
              <a:defRPr b="0" i="0">
                <a:latin typeface="Roboto"/>
                <a:ea typeface="Roboto"/>
                <a:cs typeface="Roboto"/>
                <a:sym typeface="Roboto"/>
              </a:defRPr>
            </a:lvl4pPr>
            <a:lvl5pPr marL="2286038" lvl="4" indent="-304805" algn="l" rtl="0">
              <a:spcBef>
                <a:spcPts val="300"/>
              </a:spcBef>
              <a:spcAft>
                <a:spcPts val="0"/>
              </a:spcAft>
              <a:buClr>
                <a:schemeClr val="dk1"/>
              </a:buClr>
              <a:buSzPts val="1200"/>
              <a:buChar char="−"/>
              <a:defRPr b="0" i="0">
                <a:latin typeface="Roboto"/>
                <a:ea typeface="Roboto"/>
                <a:cs typeface="Roboto"/>
                <a:sym typeface="Roboto"/>
              </a:defRPr>
            </a:lvl5pPr>
            <a:lvl6pPr marL="2743246" lvl="5" indent="-304805" algn="l" rtl="0">
              <a:spcBef>
                <a:spcPts val="360"/>
              </a:spcBef>
              <a:spcAft>
                <a:spcPts val="0"/>
              </a:spcAft>
              <a:buClr>
                <a:schemeClr val="dk1"/>
              </a:buClr>
              <a:buSzPts val="1200"/>
              <a:buFont typeface="Roboto"/>
              <a:buChar char="•"/>
              <a:defRPr sz="1200">
                <a:latin typeface="Roboto"/>
                <a:ea typeface="Roboto"/>
                <a:cs typeface="Roboto"/>
                <a:sym typeface="Roboto"/>
              </a:defRPr>
            </a:lvl6pPr>
            <a:lvl7pPr marL="3200453" lvl="6" indent="-304805" algn="l" rtl="0">
              <a:spcBef>
                <a:spcPts val="360"/>
              </a:spcBef>
              <a:spcAft>
                <a:spcPts val="0"/>
              </a:spcAft>
              <a:buClr>
                <a:schemeClr val="dk1"/>
              </a:buClr>
              <a:buSzPts val="1200"/>
              <a:buFont typeface="Roboto"/>
              <a:buChar char="•"/>
              <a:defRPr sz="1200">
                <a:latin typeface="Roboto"/>
                <a:ea typeface="Roboto"/>
                <a:cs typeface="Roboto"/>
                <a:sym typeface="Roboto"/>
              </a:defRPr>
            </a:lvl7pPr>
            <a:lvl8pPr marL="3657661" lvl="7" indent="-304805" algn="l" rtl="0">
              <a:spcBef>
                <a:spcPts val="360"/>
              </a:spcBef>
              <a:spcAft>
                <a:spcPts val="0"/>
              </a:spcAft>
              <a:buClr>
                <a:schemeClr val="dk1"/>
              </a:buClr>
              <a:buSzPts val="1200"/>
              <a:buFont typeface="Roboto"/>
              <a:buChar char="•"/>
              <a:defRPr sz="1200">
                <a:latin typeface="Roboto"/>
                <a:ea typeface="Roboto"/>
                <a:cs typeface="Roboto"/>
                <a:sym typeface="Roboto"/>
              </a:defRPr>
            </a:lvl8pPr>
            <a:lvl9pPr marL="4114868" lvl="8" indent="-304805" algn="l" rtl="0">
              <a:spcBef>
                <a:spcPts val="360"/>
              </a:spcBef>
              <a:spcAft>
                <a:spcPts val="0"/>
              </a:spcAft>
              <a:buClr>
                <a:schemeClr val="dk1"/>
              </a:buClr>
              <a:buSzPts val="1200"/>
              <a:buFont typeface="Roboto"/>
              <a:buChar char="•"/>
              <a:defRPr sz="1200">
                <a:latin typeface="Roboto"/>
                <a:ea typeface="Roboto"/>
                <a:cs typeface="Roboto"/>
                <a:sym typeface="Roboto"/>
              </a:defRPr>
            </a:lvl9pPr>
          </a:lstStyle>
          <a:p>
            <a:endParaRPr/>
          </a:p>
        </p:txBody>
      </p:sp>
      <p:sp>
        <p:nvSpPr>
          <p:cNvPr id="564" name="Google Shape;564;p101"/>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pic>
        <p:nvPicPr>
          <p:cNvPr id="565" name="Google Shape;565;p101"/>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566" name="Google Shape;566;p101"/>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97.xml><?xml version="1.0" encoding="utf-8"?>
<p:sldLayout xmlns:a="http://schemas.openxmlformats.org/drawingml/2006/main" xmlns:r="http://schemas.openxmlformats.org/officeDocument/2006/relationships" xmlns:p="http://schemas.openxmlformats.org/presentationml/2006/main" matchingName="WHITE 1Col Subhead | Title | Text">
  <p:cSld name="WHITE 1Col Subhead | Title | Text">
    <p:spTree>
      <p:nvGrpSpPr>
        <p:cNvPr id="1" name="Shape 572"/>
        <p:cNvGrpSpPr/>
        <p:nvPr/>
      </p:nvGrpSpPr>
      <p:grpSpPr>
        <a:xfrm>
          <a:off x="0" y="0"/>
          <a:ext cx="0" cy="0"/>
          <a:chOff x="0" y="0"/>
          <a:chExt cx="0" cy="0"/>
        </a:xfrm>
      </p:grpSpPr>
      <p:sp>
        <p:nvSpPr>
          <p:cNvPr id="573" name="Google Shape;573;p103"/>
          <p:cNvSpPr txBox="1">
            <a:spLocks noGrp="1"/>
          </p:cNvSpPr>
          <p:nvPr>
            <p:ph type="title"/>
          </p:nvPr>
        </p:nvSpPr>
        <p:spPr>
          <a:xfrm>
            <a:off x="455617" y="731520"/>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dk1"/>
              </a:buClr>
              <a:buSzPts val="3200"/>
              <a:buFont typeface="Roboto Medium"/>
              <a:buNone/>
              <a:defRPr b="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74" name="Google Shape;574;p103"/>
          <p:cNvSpPr txBox="1">
            <a:spLocks noGrp="1"/>
          </p:cNvSpPr>
          <p:nvPr>
            <p:ph type="subTitle" idx="1"/>
          </p:nvPr>
        </p:nvSpPr>
        <p:spPr>
          <a:xfrm>
            <a:off x="455663" y="457200"/>
            <a:ext cx="8915400" cy="228600"/>
          </a:xfrm>
          <a:prstGeom prst="rect">
            <a:avLst/>
          </a:prstGeom>
        </p:spPr>
        <p:txBody>
          <a:bodyPr spcFirstLastPara="1" wrap="square" lIns="0" tIns="0" rIns="0" bIns="0" anchor="t" anchorCtr="0">
            <a:noAutofit/>
          </a:bodyPr>
          <a:lstStyle>
            <a:lvl1pPr lvl="0" rtl="0">
              <a:spcBef>
                <a:spcPts val="0"/>
              </a:spcBef>
              <a:spcAft>
                <a:spcPts val="0"/>
              </a:spcAft>
              <a:buClr>
                <a:schemeClr val="lt2"/>
              </a:buClr>
              <a:buSzPts val="1400"/>
              <a:buFont typeface="Roboto Medium"/>
              <a:buNone/>
              <a:defRPr sz="1400">
                <a:solidFill>
                  <a:schemeClr val="lt2"/>
                </a:solidFill>
                <a:latin typeface="Roboto Medium"/>
                <a:ea typeface="Roboto Medium"/>
                <a:cs typeface="Roboto Medium"/>
                <a:sym typeface="Roboto Medium"/>
              </a:defRPr>
            </a:lvl1pPr>
            <a:lvl2pPr lvl="1" rtl="0">
              <a:spcBef>
                <a:spcPts val="600"/>
              </a:spcBef>
              <a:spcAft>
                <a:spcPts val="0"/>
              </a:spcAft>
              <a:buSzPts val="1800"/>
              <a:buFont typeface="Roboto Medium"/>
              <a:buNone/>
              <a:defRPr>
                <a:latin typeface="Roboto Medium"/>
                <a:ea typeface="Roboto Medium"/>
                <a:cs typeface="Roboto Medium"/>
                <a:sym typeface="Roboto Medium"/>
              </a:defRPr>
            </a:lvl2pPr>
            <a:lvl3pPr lvl="2" rtl="0">
              <a:spcBef>
                <a:spcPts val="600"/>
              </a:spcBef>
              <a:spcAft>
                <a:spcPts val="0"/>
              </a:spcAft>
              <a:buSzPts val="1600"/>
              <a:buFont typeface="Roboto Medium"/>
              <a:buNone/>
              <a:defRPr>
                <a:latin typeface="Roboto Medium"/>
                <a:ea typeface="Roboto Medium"/>
                <a:cs typeface="Roboto Medium"/>
                <a:sym typeface="Roboto Medium"/>
              </a:defRPr>
            </a:lvl3pPr>
            <a:lvl4pPr lvl="3" rtl="0">
              <a:spcBef>
                <a:spcPts val="300"/>
              </a:spcBef>
              <a:spcAft>
                <a:spcPts val="0"/>
              </a:spcAft>
              <a:buSzPts val="1400"/>
              <a:buFont typeface="Roboto Medium"/>
              <a:buNone/>
              <a:defRPr>
                <a:latin typeface="Roboto Medium"/>
                <a:ea typeface="Roboto Medium"/>
                <a:cs typeface="Roboto Medium"/>
                <a:sym typeface="Roboto Medium"/>
              </a:defRPr>
            </a:lvl4pPr>
            <a:lvl5pPr lvl="4" rtl="0">
              <a:spcBef>
                <a:spcPts val="300"/>
              </a:spcBef>
              <a:spcAft>
                <a:spcPts val="0"/>
              </a:spcAft>
              <a:buSzPts val="1200"/>
              <a:buFont typeface="Roboto Medium"/>
              <a:buNone/>
              <a:defRPr>
                <a:latin typeface="Roboto Medium"/>
                <a:ea typeface="Roboto Medium"/>
                <a:cs typeface="Roboto Medium"/>
                <a:sym typeface="Roboto Medium"/>
              </a:defRPr>
            </a:lvl5pPr>
            <a:lvl6pPr lvl="5" rtl="0">
              <a:spcBef>
                <a:spcPts val="533"/>
              </a:spcBef>
              <a:spcAft>
                <a:spcPts val="0"/>
              </a:spcAft>
              <a:buSzPts val="2666"/>
              <a:buFont typeface="Roboto Medium"/>
              <a:buNone/>
              <a:defRPr>
                <a:latin typeface="Roboto Medium"/>
                <a:ea typeface="Roboto Medium"/>
                <a:cs typeface="Roboto Medium"/>
                <a:sym typeface="Roboto Medium"/>
              </a:defRPr>
            </a:lvl6pPr>
            <a:lvl7pPr lvl="6" rtl="0">
              <a:spcBef>
                <a:spcPts val="533"/>
              </a:spcBef>
              <a:spcAft>
                <a:spcPts val="0"/>
              </a:spcAft>
              <a:buSzPts val="2666"/>
              <a:buFont typeface="Roboto Medium"/>
              <a:buNone/>
              <a:defRPr>
                <a:latin typeface="Roboto Medium"/>
                <a:ea typeface="Roboto Medium"/>
                <a:cs typeface="Roboto Medium"/>
                <a:sym typeface="Roboto Medium"/>
              </a:defRPr>
            </a:lvl7pPr>
            <a:lvl8pPr lvl="7" rtl="0">
              <a:spcBef>
                <a:spcPts val="533"/>
              </a:spcBef>
              <a:spcAft>
                <a:spcPts val="0"/>
              </a:spcAft>
              <a:buSzPts val="2666"/>
              <a:buFont typeface="Roboto Medium"/>
              <a:buNone/>
              <a:defRPr>
                <a:latin typeface="Roboto Medium"/>
                <a:ea typeface="Roboto Medium"/>
                <a:cs typeface="Roboto Medium"/>
                <a:sym typeface="Roboto Medium"/>
              </a:defRPr>
            </a:lvl8pPr>
            <a:lvl9pPr lvl="8" rtl="0">
              <a:spcBef>
                <a:spcPts val="533"/>
              </a:spcBef>
              <a:spcAft>
                <a:spcPts val="0"/>
              </a:spcAft>
              <a:buSzPts val="2666"/>
              <a:buFont typeface="Roboto Medium"/>
              <a:buNone/>
              <a:defRPr>
                <a:latin typeface="Roboto Medium"/>
                <a:ea typeface="Roboto Medium"/>
                <a:cs typeface="Roboto Medium"/>
                <a:sym typeface="Roboto Medium"/>
              </a:defRPr>
            </a:lvl9pPr>
          </a:lstStyle>
          <a:p>
            <a:endParaRPr/>
          </a:p>
        </p:txBody>
      </p:sp>
      <p:sp>
        <p:nvSpPr>
          <p:cNvPr id="575" name="Google Shape;575;p103"/>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rgbClr val="000000"/>
                </a:solidFill>
              </a:defRPr>
            </a:lvl1pPr>
            <a:lvl2pPr lvl="1" rtl="0">
              <a:buNone/>
              <a:defRPr sz="1000">
                <a:solidFill>
                  <a:srgbClr val="000000"/>
                </a:solidFill>
              </a:defRPr>
            </a:lvl2pPr>
            <a:lvl3pPr lvl="2" rtl="0">
              <a:buNone/>
              <a:defRPr sz="1000">
                <a:solidFill>
                  <a:srgbClr val="000000"/>
                </a:solidFill>
              </a:defRPr>
            </a:lvl3pPr>
            <a:lvl4pPr lvl="3" rtl="0">
              <a:buNone/>
              <a:defRPr sz="1000">
                <a:solidFill>
                  <a:srgbClr val="000000"/>
                </a:solidFill>
              </a:defRPr>
            </a:lvl4pPr>
            <a:lvl5pPr lvl="4" rtl="0">
              <a:buNone/>
              <a:defRPr sz="1000">
                <a:solidFill>
                  <a:srgbClr val="000000"/>
                </a:solidFill>
              </a:defRPr>
            </a:lvl5pPr>
            <a:lvl6pPr lvl="5" rtl="0">
              <a:buNone/>
              <a:defRPr sz="1000">
                <a:solidFill>
                  <a:srgbClr val="000000"/>
                </a:solidFill>
              </a:defRPr>
            </a:lvl6pPr>
            <a:lvl7pPr lvl="6" rtl="0">
              <a:buNone/>
              <a:defRPr sz="1000">
                <a:solidFill>
                  <a:srgbClr val="000000"/>
                </a:solidFill>
              </a:defRPr>
            </a:lvl7pPr>
            <a:lvl8pPr lvl="7" rtl="0">
              <a:buNone/>
              <a:defRPr sz="1000">
                <a:solidFill>
                  <a:srgbClr val="000000"/>
                </a:solidFill>
              </a:defRPr>
            </a:lvl8pPr>
            <a:lvl9pPr lvl="8" rtl="0">
              <a:buNone/>
              <a:defRPr sz="1000">
                <a:solidFill>
                  <a:srgbClr val="000000"/>
                </a:solidFill>
              </a:defRPr>
            </a:lvl9pPr>
          </a:lstStyle>
          <a:p>
            <a:fld id="{00000000-1234-1234-1234-123412341234}" type="slidenum">
              <a:rPr lang="en" smtClean="0"/>
              <a:pPr/>
              <a:t>‹#›</a:t>
            </a:fld>
            <a:endParaRPr lang="en"/>
          </a:p>
        </p:txBody>
      </p:sp>
      <p:sp>
        <p:nvSpPr>
          <p:cNvPr id="576" name="Google Shape;576;p103"/>
          <p:cNvSpPr txBox="1">
            <a:spLocks noGrp="1"/>
          </p:cNvSpPr>
          <p:nvPr>
            <p:ph type="body" idx="2"/>
          </p:nvPr>
        </p:nvSpPr>
        <p:spPr>
          <a:xfrm>
            <a:off x="455613" y="2686375"/>
            <a:ext cx="8915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rtl="0">
              <a:spcBef>
                <a:spcPts val="600"/>
              </a:spcBef>
              <a:spcAft>
                <a:spcPts val="0"/>
              </a:spcAft>
              <a:buClr>
                <a:schemeClr val="dk1"/>
              </a:buClr>
              <a:buSzPts val="1800"/>
              <a:buChar char="•"/>
              <a:defRPr b="0" i="0">
                <a:latin typeface="Roboto"/>
                <a:ea typeface="Roboto"/>
                <a:cs typeface="Roboto"/>
                <a:sym typeface="Roboto"/>
              </a:defRPr>
            </a:lvl2pPr>
            <a:lvl3pPr marL="1371622" lvl="2" indent="-330205" algn="l" rtl="0">
              <a:spcBef>
                <a:spcPts val="600"/>
              </a:spcBef>
              <a:spcAft>
                <a:spcPts val="0"/>
              </a:spcAft>
              <a:buClr>
                <a:schemeClr val="dk1"/>
              </a:buClr>
              <a:buSzPts val="1600"/>
              <a:buChar char="−"/>
              <a:defRPr b="0" i="0">
                <a:latin typeface="Roboto"/>
                <a:ea typeface="Roboto"/>
                <a:cs typeface="Roboto"/>
                <a:sym typeface="Roboto"/>
              </a:defRPr>
            </a:lvl3pPr>
            <a:lvl4pPr marL="1828831" lvl="3" indent="-317506" algn="l" rtl="0">
              <a:spcBef>
                <a:spcPts val="300"/>
              </a:spcBef>
              <a:spcAft>
                <a:spcPts val="0"/>
              </a:spcAft>
              <a:buClr>
                <a:schemeClr val="dk1"/>
              </a:buClr>
              <a:buSzPts val="1400"/>
              <a:buChar char="•"/>
              <a:defRPr b="0" i="0">
                <a:latin typeface="Roboto"/>
                <a:ea typeface="Roboto"/>
                <a:cs typeface="Roboto"/>
                <a:sym typeface="Roboto"/>
              </a:defRPr>
            </a:lvl4pPr>
            <a:lvl5pPr marL="2286038" lvl="4" indent="-304805" algn="l" rtl="0">
              <a:spcBef>
                <a:spcPts val="300"/>
              </a:spcBef>
              <a:spcAft>
                <a:spcPts val="0"/>
              </a:spcAft>
              <a:buClr>
                <a:schemeClr val="dk1"/>
              </a:buClr>
              <a:buSzPts val="1200"/>
              <a:buChar char="−"/>
              <a:defRPr b="0" i="0">
                <a:latin typeface="Roboto"/>
                <a:ea typeface="Roboto"/>
                <a:cs typeface="Roboto"/>
                <a:sym typeface="Roboto"/>
              </a:defRPr>
            </a:lvl5pPr>
            <a:lvl6pPr marL="2743246" lvl="5" indent="-304805" algn="l" rtl="0">
              <a:spcBef>
                <a:spcPts val="360"/>
              </a:spcBef>
              <a:spcAft>
                <a:spcPts val="0"/>
              </a:spcAft>
              <a:buClr>
                <a:schemeClr val="dk1"/>
              </a:buClr>
              <a:buSzPts val="1200"/>
              <a:buFont typeface="Roboto"/>
              <a:buChar char="•"/>
              <a:defRPr sz="1200">
                <a:latin typeface="Roboto"/>
                <a:ea typeface="Roboto"/>
                <a:cs typeface="Roboto"/>
                <a:sym typeface="Roboto"/>
              </a:defRPr>
            </a:lvl6pPr>
            <a:lvl7pPr marL="3200453" lvl="6" indent="-304805" algn="l" rtl="0">
              <a:spcBef>
                <a:spcPts val="360"/>
              </a:spcBef>
              <a:spcAft>
                <a:spcPts val="0"/>
              </a:spcAft>
              <a:buClr>
                <a:schemeClr val="dk1"/>
              </a:buClr>
              <a:buSzPts val="1200"/>
              <a:buFont typeface="Roboto"/>
              <a:buChar char="•"/>
              <a:defRPr sz="1200">
                <a:latin typeface="Roboto"/>
                <a:ea typeface="Roboto"/>
                <a:cs typeface="Roboto"/>
                <a:sym typeface="Roboto"/>
              </a:defRPr>
            </a:lvl7pPr>
            <a:lvl8pPr marL="3657661" lvl="7" indent="-304805" algn="l" rtl="0">
              <a:spcBef>
                <a:spcPts val="360"/>
              </a:spcBef>
              <a:spcAft>
                <a:spcPts val="0"/>
              </a:spcAft>
              <a:buClr>
                <a:schemeClr val="dk1"/>
              </a:buClr>
              <a:buSzPts val="1200"/>
              <a:buFont typeface="Roboto"/>
              <a:buChar char="•"/>
              <a:defRPr sz="1200">
                <a:latin typeface="Roboto"/>
                <a:ea typeface="Roboto"/>
                <a:cs typeface="Roboto"/>
                <a:sym typeface="Roboto"/>
              </a:defRPr>
            </a:lvl8pPr>
            <a:lvl9pPr marL="4114868" lvl="8" indent="-304805" algn="l" rtl="0">
              <a:spcBef>
                <a:spcPts val="360"/>
              </a:spcBef>
              <a:spcAft>
                <a:spcPts val="0"/>
              </a:spcAft>
              <a:buClr>
                <a:schemeClr val="dk1"/>
              </a:buClr>
              <a:buSzPts val="1200"/>
              <a:buFont typeface="Roboto"/>
              <a:buChar char="•"/>
              <a:defRPr sz="1200">
                <a:latin typeface="Roboto"/>
                <a:ea typeface="Roboto"/>
                <a:cs typeface="Roboto"/>
                <a:sym typeface="Roboto"/>
              </a:defRPr>
            </a:lvl9pPr>
          </a:lstStyle>
          <a:p>
            <a:endParaRPr/>
          </a:p>
        </p:txBody>
      </p:sp>
      <p:pic>
        <p:nvPicPr>
          <p:cNvPr id="577" name="Google Shape;577;p103"/>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578" name="Google Shape;578;p103"/>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chemeClr val="dk1"/>
                </a:solidFill>
                <a:latin typeface="Roboto"/>
                <a:ea typeface="Roboto"/>
                <a:cs typeface="Roboto"/>
                <a:sym typeface="Roboto"/>
              </a:rPr>
              <a:t>Proprietary &amp; Confidential - For Internal Use Only</a:t>
            </a:r>
            <a:endParaRPr sz="1000">
              <a:solidFill>
                <a:schemeClr val="dk1"/>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98.xml><?xml version="1.0" encoding="utf-8"?>
<p:sldLayout xmlns:a="http://schemas.openxmlformats.org/drawingml/2006/main" xmlns:r="http://schemas.openxmlformats.org/officeDocument/2006/relationships" xmlns:p="http://schemas.openxmlformats.org/presentationml/2006/main" matchingName="WHITE 2Col Subhead | Title | Text">
  <p:cSld name="WHITE 2Col Subhead | Title | Text">
    <p:spTree>
      <p:nvGrpSpPr>
        <p:cNvPr id="1" name="Shape 579"/>
        <p:cNvGrpSpPr/>
        <p:nvPr/>
      </p:nvGrpSpPr>
      <p:grpSpPr>
        <a:xfrm>
          <a:off x="0" y="0"/>
          <a:ext cx="0" cy="0"/>
          <a:chOff x="0" y="0"/>
          <a:chExt cx="0" cy="0"/>
        </a:xfrm>
      </p:grpSpPr>
      <p:sp>
        <p:nvSpPr>
          <p:cNvPr id="580" name="Google Shape;580;p104"/>
          <p:cNvSpPr txBox="1">
            <a:spLocks noGrp="1"/>
          </p:cNvSpPr>
          <p:nvPr>
            <p:ph type="title"/>
          </p:nvPr>
        </p:nvSpPr>
        <p:spPr>
          <a:xfrm>
            <a:off x="455617" y="731520"/>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dk1"/>
              </a:buClr>
              <a:buSzPts val="3200"/>
              <a:buFont typeface="Roboto Medium"/>
              <a:buNone/>
              <a:defRPr b="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81" name="Google Shape;581;p104"/>
          <p:cNvSpPr txBox="1">
            <a:spLocks noGrp="1"/>
          </p:cNvSpPr>
          <p:nvPr>
            <p:ph type="subTitle" idx="1"/>
          </p:nvPr>
        </p:nvSpPr>
        <p:spPr>
          <a:xfrm>
            <a:off x="455663" y="457200"/>
            <a:ext cx="8915400" cy="228600"/>
          </a:xfrm>
          <a:prstGeom prst="rect">
            <a:avLst/>
          </a:prstGeom>
        </p:spPr>
        <p:txBody>
          <a:bodyPr spcFirstLastPara="1" wrap="square" lIns="0" tIns="0" rIns="0" bIns="0" anchor="t" anchorCtr="0">
            <a:noAutofit/>
          </a:bodyPr>
          <a:lstStyle>
            <a:lvl1pPr lvl="0" rtl="0">
              <a:spcBef>
                <a:spcPts val="0"/>
              </a:spcBef>
              <a:spcAft>
                <a:spcPts val="0"/>
              </a:spcAft>
              <a:buClr>
                <a:schemeClr val="lt2"/>
              </a:buClr>
              <a:buSzPts val="1400"/>
              <a:buFont typeface="Roboto Medium"/>
              <a:buNone/>
              <a:defRPr sz="1400">
                <a:solidFill>
                  <a:schemeClr val="lt2"/>
                </a:solidFill>
                <a:latin typeface="Roboto Medium"/>
                <a:ea typeface="Roboto Medium"/>
                <a:cs typeface="Roboto Medium"/>
                <a:sym typeface="Roboto Medium"/>
              </a:defRPr>
            </a:lvl1pPr>
            <a:lvl2pPr lvl="1" rtl="0">
              <a:spcBef>
                <a:spcPts val="600"/>
              </a:spcBef>
              <a:spcAft>
                <a:spcPts val="0"/>
              </a:spcAft>
              <a:buSzPts val="1800"/>
              <a:buFont typeface="Roboto Medium"/>
              <a:buNone/>
              <a:defRPr>
                <a:latin typeface="Roboto Medium"/>
                <a:ea typeface="Roboto Medium"/>
                <a:cs typeface="Roboto Medium"/>
                <a:sym typeface="Roboto Medium"/>
              </a:defRPr>
            </a:lvl2pPr>
            <a:lvl3pPr lvl="2" rtl="0">
              <a:spcBef>
                <a:spcPts val="600"/>
              </a:spcBef>
              <a:spcAft>
                <a:spcPts val="0"/>
              </a:spcAft>
              <a:buSzPts val="1600"/>
              <a:buFont typeface="Roboto Medium"/>
              <a:buNone/>
              <a:defRPr>
                <a:latin typeface="Roboto Medium"/>
                <a:ea typeface="Roboto Medium"/>
                <a:cs typeface="Roboto Medium"/>
                <a:sym typeface="Roboto Medium"/>
              </a:defRPr>
            </a:lvl3pPr>
            <a:lvl4pPr lvl="3" rtl="0">
              <a:spcBef>
                <a:spcPts val="300"/>
              </a:spcBef>
              <a:spcAft>
                <a:spcPts val="0"/>
              </a:spcAft>
              <a:buSzPts val="1400"/>
              <a:buFont typeface="Roboto Medium"/>
              <a:buNone/>
              <a:defRPr>
                <a:latin typeface="Roboto Medium"/>
                <a:ea typeface="Roboto Medium"/>
                <a:cs typeface="Roboto Medium"/>
                <a:sym typeface="Roboto Medium"/>
              </a:defRPr>
            </a:lvl4pPr>
            <a:lvl5pPr lvl="4" rtl="0">
              <a:spcBef>
                <a:spcPts val="300"/>
              </a:spcBef>
              <a:spcAft>
                <a:spcPts val="0"/>
              </a:spcAft>
              <a:buSzPts val="1200"/>
              <a:buFont typeface="Roboto Medium"/>
              <a:buNone/>
              <a:defRPr>
                <a:latin typeface="Roboto Medium"/>
                <a:ea typeface="Roboto Medium"/>
                <a:cs typeface="Roboto Medium"/>
                <a:sym typeface="Roboto Medium"/>
              </a:defRPr>
            </a:lvl5pPr>
            <a:lvl6pPr lvl="5" rtl="0">
              <a:spcBef>
                <a:spcPts val="533"/>
              </a:spcBef>
              <a:spcAft>
                <a:spcPts val="0"/>
              </a:spcAft>
              <a:buSzPts val="2666"/>
              <a:buFont typeface="Roboto Medium"/>
              <a:buNone/>
              <a:defRPr>
                <a:latin typeface="Roboto Medium"/>
                <a:ea typeface="Roboto Medium"/>
                <a:cs typeface="Roboto Medium"/>
                <a:sym typeface="Roboto Medium"/>
              </a:defRPr>
            </a:lvl6pPr>
            <a:lvl7pPr lvl="6" rtl="0">
              <a:spcBef>
                <a:spcPts val="533"/>
              </a:spcBef>
              <a:spcAft>
                <a:spcPts val="0"/>
              </a:spcAft>
              <a:buSzPts val="2666"/>
              <a:buFont typeface="Roboto Medium"/>
              <a:buNone/>
              <a:defRPr>
                <a:latin typeface="Roboto Medium"/>
                <a:ea typeface="Roboto Medium"/>
                <a:cs typeface="Roboto Medium"/>
                <a:sym typeface="Roboto Medium"/>
              </a:defRPr>
            </a:lvl7pPr>
            <a:lvl8pPr lvl="7" rtl="0">
              <a:spcBef>
                <a:spcPts val="533"/>
              </a:spcBef>
              <a:spcAft>
                <a:spcPts val="0"/>
              </a:spcAft>
              <a:buSzPts val="2666"/>
              <a:buFont typeface="Roboto Medium"/>
              <a:buNone/>
              <a:defRPr>
                <a:latin typeface="Roboto Medium"/>
                <a:ea typeface="Roboto Medium"/>
                <a:cs typeface="Roboto Medium"/>
                <a:sym typeface="Roboto Medium"/>
              </a:defRPr>
            </a:lvl8pPr>
            <a:lvl9pPr lvl="8" rtl="0">
              <a:spcBef>
                <a:spcPts val="533"/>
              </a:spcBef>
              <a:spcAft>
                <a:spcPts val="0"/>
              </a:spcAft>
              <a:buSzPts val="2666"/>
              <a:buFont typeface="Roboto Medium"/>
              <a:buNone/>
              <a:defRPr>
                <a:latin typeface="Roboto Medium"/>
                <a:ea typeface="Roboto Medium"/>
                <a:cs typeface="Roboto Medium"/>
                <a:sym typeface="Roboto Medium"/>
              </a:defRPr>
            </a:lvl9pPr>
          </a:lstStyle>
          <a:p>
            <a:endParaRPr/>
          </a:p>
        </p:txBody>
      </p:sp>
      <p:sp>
        <p:nvSpPr>
          <p:cNvPr id="582" name="Google Shape;582;p104"/>
          <p:cNvSpPr txBox="1">
            <a:spLocks noGrp="1"/>
          </p:cNvSpPr>
          <p:nvPr>
            <p:ph type="body" idx="2"/>
          </p:nvPr>
        </p:nvSpPr>
        <p:spPr>
          <a:xfrm>
            <a:off x="455675"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rtl="0">
              <a:spcBef>
                <a:spcPts val="600"/>
              </a:spcBef>
              <a:spcAft>
                <a:spcPts val="0"/>
              </a:spcAft>
              <a:buClr>
                <a:schemeClr val="dk1"/>
              </a:buClr>
              <a:buSzPts val="1800"/>
              <a:buChar char="•"/>
              <a:defRPr b="0" i="0">
                <a:latin typeface="Roboto"/>
                <a:ea typeface="Roboto"/>
                <a:cs typeface="Roboto"/>
                <a:sym typeface="Roboto"/>
              </a:defRPr>
            </a:lvl2pPr>
            <a:lvl3pPr marL="1371622" lvl="2" indent="-330205" algn="l" rtl="0">
              <a:spcBef>
                <a:spcPts val="600"/>
              </a:spcBef>
              <a:spcAft>
                <a:spcPts val="0"/>
              </a:spcAft>
              <a:buClr>
                <a:schemeClr val="dk1"/>
              </a:buClr>
              <a:buSzPts val="1600"/>
              <a:buChar char="−"/>
              <a:defRPr b="0" i="0">
                <a:latin typeface="Roboto"/>
                <a:ea typeface="Roboto"/>
                <a:cs typeface="Roboto"/>
                <a:sym typeface="Roboto"/>
              </a:defRPr>
            </a:lvl3pPr>
            <a:lvl4pPr marL="1828831" lvl="3" indent="-317506" algn="l" rtl="0">
              <a:spcBef>
                <a:spcPts val="300"/>
              </a:spcBef>
              <a:spcAft>
                <a:spcPts val="0"/>
              </a:spcAft>
              <a:buClr>
                <a:schemeClr val="dk1"/>
              </a:buClr>
              <a:buSzPts val="1400"/>
              <a:buChar char="•"/>
              <a:defRPr b="0" i="0">
                <a:latin typeface="Roboto"/>
                <a:ea typeface="Roboto"/>
                <a:cs typeface="Roboto"/>
                <a:sym typeface="Roboto"/>
              </a:defRPr>
            </a:lvl4pPr>
            <a:lvl5pPr marL="2286038" lvl="4" indent="-304805" algn="l" rtl="0">
              <a:spcBef>
                <a:spcPts val="300"/>
              </a:spcBef>
              <a:spcAft>
                <a:spcPts val="0"/>
              </a:spcAft>
              <a:buClr>
                <a:schemeClr val="dk1"/>
              </a:buClr>
              <a:buSzPts val="1200"/>
              <a:buChar char="−"/>
              <a:defRPr b="0" i="0">
                <a:latin typeface="Roboto"/>
                <a:ea typeface="Roboto"/>
                <a:cs typeface="Roboto"/>
                <a:sym typeface="Roboto"/>
              </a:defRPr>
            </a:lvl5pPr>
            <a:lvl6pPr marL="2743246" lvl="5" indent="-304805" algn="l" rtl="0">
              <a:spcBef>
                <a:spcPts val="360"/>
              </a:spcBef>
              <a:spcAft>
                <a:spcPts val="0"/>
              </a:spcAft>
              <a:buClr>
                <a:schemeClr val="dk1"/>
              </a:buClr>
              <a:buSzPts val="1200"/>
              <a:buFont typeface="Roboto"/>
              <a:buChar char="•"/>
              <a:defRPr sz="1200">
                <a:latin typeface="Roboto"/>
                <a:ea typeface="Roboto"/>
                <a:cs typeface="Roboto"/>
                <a:sym typeface="Roboto"/>
              </a:defRPr>
            </a:lvl6pPr>
            <a:lvl7pPr marL="3200453" lvl="6" indent="-304805" algn="l" rtl="0">
              <a:spcBef>
                <a:spcPts val="360"/>
              </a:spcBef>
              <a:spcAft>
                <a:spcPts val="0"/>
              </a:spcAft>
              <a:buClr>
                <a:schemeClr val="dk1"/>
              </a:buClr>
              <a:buSzPts val="1200"/>
              <a:buFont typeface="Roboto"/>
              <a:buChar char="•"/>
              <a:defRPr sz="1200">
                <a:latin typeface="Roboto"/>
                <a:ea typeface="Roboto"/>
                <a:cs typeface="Roboto"/>
                <a:sym typeface="Roboto"/>
              </a:defRPr>
            </a:lvl7pPr>
            <a:lvl8pPr marL="3657661" lvl="7" indent="-304805" algn="l" rtl="0">
              <a:spcBef>
                <a:spcPts val="360"/>
              </a:spcBef>
              <a:spcAft>
                <a:spcPts val="0"/>
              </a:spcAft>
              <a:buClr>
                <a:schemeClr val="dk1"/>
              </a:buClr>
              <a:buSzPts val="1200"/>
              <a:buFont typeface="Roboto"/>
              <a:buChar char="•"/>
              <a:defRPr sz="1200">
                <a:latin typeface="Roboto"/>
                <a:ea typeface="Roboto"/>
                <a:cs typeface="Roboto"/>
                <a:sym typeface="Roboto"/>
              </a:defRPr>
            </a:lvl8pPr>
            <a:lvl9pPr marL="4114868" lvl="8" indent="-304805" algn="l" rtl="0">
              <a:spcBef>
                <a:spcPts val="360"/>
              </a:spcBef>
              <a:spcAft>
                <a:spcPts val="0"/>
              </a:spcAft>
              <a:buClr>
                <a:schemeClr val="dk1"/>
              </a:buClr>
              <a:buSzPts val="1200"/>
              <a:buFont typeface="Roboto"/>
              <a:buChar char="•"/>
              <a:defRPr sz="1200">
                <a:latin typeface="Roboto"/>
                <a:ea typeface="Roboto"/>
                <a:cs typeface="Roboto"/>
                <a:sym typeface="Roboto"/>
              </a:defRPr>
            </a:lvl9pPr>
          </a:lstStyle>
          <a:p>
            <a:endParaRPr/>
          </a:p>
        </p:txBody>
      </p:sp>
      <p:sp>
        <p:nvSpPr>
          <p:cNvPr id="583" name="Google Shape;583;p104"/>
          <p:cNvSpPr txBox="1">
            <a:spLocks noGrp="1"/>
          </p:cNvSpPr>
          <p:nvPr>
            <p:ph type="body" idx="3"/>
          </p:nvPr>
        </p:nvSpPr>
        <p:spPr>
          <a:xfrm>
            <a:off x="6295475"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rtl="0">
              <a:spcBef>
                <a:spcPts val="600"/>
              </a:spcBef>
              <a:spcAft>
                <a:spcPts val="0"/>
              </a:spcAft>
              <a:buClr>
                <a:schemeClr val="dk1"/>
              </a:buClr>
              <a:buSzPts val="1800"/>
              <a:buChar char="•"/>
              <a:defRPr b="0" i="0">
                <a:latin typeface="Roboto"/>
                <a:ea typeface="Roboto"/>
                <a:cs typeface="Roboto"/>
                <a:sym typeface="Roboto"/>
              </a:defRPr>
            </a:lvl2pPr>
            <a:lvl3pPr marL="1371622" lvl="2" indent="-330205" algn="l" rtl="0">
              <a:spcBef>
                <a:spcPts val="600"/>
              </a:spcBef>
              <a:spcAft>
                <a:spcPts val="0"/>
              </a:spcAft>
              <a:buClr>
                <a:schemeClr val="dk1"/>
              </a:buClr>
              <a:buSzPts val="1600"/>
              <a:buChar char="−"/>
              <a:defRPr b="0" i="0">
                <a:latin typeface="Roboto"/>
                <a:ea typeface="Roboto"/>
                <a:cs typeface="Roboto"/>
                <a:sym typeface="Roboto"/>
              </a:defRPr>
            </a:lvl3pPr>
            <a:lvl4pPr marL="1828831" lvl="3" indent="-317506" algn="l" rtl="0">
              <a:spcBef>
                <a:spcPts val="300"/>
              </a:spcBef>
              <a:spcAft>
                <a:spcPts val="0"/>
              </a:spcAft>
              <a:buClr>
                <a:schemeClr val="dk1"/>
              </a:buClr>
              <a:buSzPts val="1400"/>
              <a:buChar char="•"/>
              <a:defRPr b="0" i="0">
                <a:latin typeface="Roboto"/>
                <a:ea typeface="Roboto"/>
                <a:cs typeface="Roboto"/>
                <a:sym typeface="Roboto"/>
              </a:defRPr>
            </a:lvl4pPr>
            <a:lvl5pPr marL="2286038" lvl="4" indent="-304805" algn="l" rtl="0">
              <a:spcBef>
                <a:spcPts val="300"/>
              </a:spcBef>
              <a:spcAft>
                <a:spcPts val="0"/>
              </a:spcAft>
              <a:buClr>
                <a:schemeClr val="dk1"/>
              </a:buClr>
              <a:buSzPts val="1200"/>
              <a:buChar char="−"/>
              <a:defRPr b="0" i="0">
                <a:latin typeface="Roboto"/>
                <a:ea typeface="Roboto"/>
                <a:cs typeface="Roboto"/>
                <a:sym typeface="Roboto"/>
              </a:defRPr>
            </a:lvl5pPr>
            <a:lvl6pPr marL="2743246" lvl="5" indent="-304805" algn="l" rtl="0">
              <a:spcBef>
                <a:spcPts val="360"/>
              </a:spcBef>
              <a:spcAft>
                <a:spcPts val="0"/>
              </a:spcAft>
              <a:buClr>
                <a:schemeClr val="dk1"/>
              </a:buClr>
              <a:buSzPts val="1200"/>
              <a:buFont typeface="Roboto"/>
              <a:buChar char="•"/>
              <a:defRPr sz="1200">
                <a:latin typeface="Roboto"/>
                <a:ea typeface="Roboto"/>
                <a:cs typeface="Roboto"/>
                <a:sym typeface="Roboto"/>
              </a:defRPr>
            </a:lvl6pPr>
            <a:lvl7pPr marL="3200453" lvl="6" indent="-304805" algn="l" rtl="0">
              <a:spcBef>
                <a:spcPts val="360"/>
              </a:spcBef>
              <a:spcAft>
                <a:spcPts val="0"/>
              </a:spcAft>
              <a:buClr>
                <a:schemeClr val="dk1"/>
              </a:buClr>
              <a:buSzPts val="1200"/>
              <a:buFont typeface="Roboto"/>
              <a:buChar char="•"/>
              <a:defRPr sz="1200">
                <a:latin typeface="Roboto"/>
                <a:ea typeface="Roboto"/>
                <a:cs typeface="Roboto"/>
                <a:sym typeface="Roboto"/>
              </a:defRPr>
            </a:lvl7pPr>
            <a:lvl8pPr marL="3657661" lvl="7" indent="-304805" algn="l" rtl="0">
              <a:spcBef>
                <a:spcPts val="360"/>
              </a:spcBef>
              <a:spcAft>
                <a:spcPts val="0"/>
              </a:spcAft>
              <a:buClr>
                <a:schemeClr val="dk1"/>
              </a:buClr>
              <a:buSzPts val="1200"/>
              <a:buFont typeface="Roboto"/>
              <a:buChar char="•"/>
              <a:defRPr sz="1200">
                <a:latin typeface="Roboto"/>
                <a:ea typeface="Roboto"/>
                <a:cs typeface="Roboto"/>
                <a:sym typeface="Roboto"/>
              </a:defRPr>
            </a:lvl8pPr>
            <a:lvl9pPr marL="4114868" lvl="8" indent="-304805" algn="l" rtl="0">
              <a:spcBef>
                <a:spcPts val="360"/>
              </a:spcBef>
              <a:spcAft>
                <a:spcPts val="0"/>
              </a:spcAft>
              <a:buClr>
                <a:schemeClr val="dk1"/>
              </a:buClr>
              <a:buSzPts val="1200"/>
              <a:buFont typeface="Roboto"/>
              <a:buChar char="•"/>
              <a:defRPr sz="1200">
                <a:latin typeface="Roboto"/>
                <a:ea typeface="Roboto"/>
                <a:cs typeface="Roboto"/>
                <a:sym typeface="Roboto"/>
              </a:defRPr>
            </a:lvl9pPr>
          </a:lstStyle>
          <a:p>
            <a:endParaRPr/>
          </a:p>
        </p:txBody>
      </p:sp>
      <p:sp>
        <p:nvSpPr>
          <p:cNvPr id="584" name="Google Shape;584;p104"/>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rgbClr val="000000"/>
                </a:solidFill>
              </a:defRPr>
            </a:lvl1pPr>
            <a:lvl2pPr lvl="1" rtl="0">
              <a:buNone/>
              <a:defRPr sz="1000">
                <a:solidFill>
                  <a:srgbClr val="000000"/>
                </a:solidFill>
              </a:defRPr>
            </a:lvl2pPr>
            <a:lvl3pPr lvl="2" rtl="0">
              <a:buNone/>
              <a:defRPr sz="1000">
                <a:solidFill>
                  <a:srgbClr val="000000"/>
                </a:solidFill>
              </a:defRPr>
            </a:lvl3pPr>
            <a:lvl4pPr lvl="3" rtl="0">
              <a:buNone/>
              <a:defRPr sz="1000">
                <a:solidFill>
                  <a:srgbClr val="000000"/>
                </a:solidFill>
              </a:defRPr>
            </a:lvl4pPr>
            <a:lvl5pPr lvl="4" rtl="0">
              <a:buNone/>
              <a:defRPr sz="1000">
                <a:solidFill>
                  <a:srgbClr val="000000"/>
                </a:solidFill>
              </a:defRPr>
            </a:lvl5pPr>
            <a:lvl6pPr lvl="5" rtl="0">
              <a:buNone/>
              <a:defRPr sz="1000">
                <a:solidFill>
                  <a:srgbClr val="000000"/>
                </a:solidFill>
              </a:defRPr>
            </a:lvl6pPr>
            <a:lvl7pPr lvl="6" rtl="0">
              <a:buNone/>
              <a:defRPr sz="1000">
                <a:solidFill>
                  <a:srgbClr val="000000"/>
                </a:solidFill>
              </a:defRPr>
            </a:lvl7pPr>
            <a:lvl8pPr lvl="7" rtl="0">
              <a:buNone/>
              <a:defRPr sz="1000">
                <a:solidFill>
                  <a:srgbClr val="000000"/>
                </a:solidFill>
              </a:defRPr>
            </a:lvl8pPr>
            <a:lvl9pPr lvl="8" rtl="0">
              <a:buNone/>
              <a:defRPr sz="1000">
                <a:solidFill>
                  <a:srgbClr val="000000"/>
                </a:solidFill>
              </a:defRPr>
            </a:lvl9pPr>
          </a:lstStyle>
          <a:p>
            <a:fld id="{00000000-1234-1234-1234-123412341234}" type="slidenum">
              <a:rPr lang="en" smtClean="0"/>
              <a:pPr/>
              <a:t>‹#›</a:t>
            </a:fld>
            <a:endParaRPr lang="en"/>
          </a:p>
        </p:txBody>
      </p:sp>
      <p:pic>
        <p:nvPicPr>
          <p:cNvPr id="585" name="Google Shape;585;p104"/>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586" name="Google Shape;586;p104"/>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chemeClr val="dk1"/>
                </a:solidFill>
                <a:latin typeface="Roboto"/>
                <a:ea typeface="Roboto"/>
                <a:cs typeface="Roboto"/>
                <a:sym typeface="Roboto"/>
              </a:rPr>
              <a:t>Proprietary &amp; Confidential - For Internal Use Only</a:t>
            </a:r>
            <a:endParaRPr sz="1000">
              <a:solidFill>
                <a:schemeClr val="dk1"/>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99.xml><?xml version="1.0" encoding="utf-8"?>
<p:sldLayout xmlns:a="http://schemas.openxmlformats.org/drawingml/2006/main" xmlns:r="http://schemas.openxmlformats.org/officeDocument/2006/relationships" xmlns:p="http://schemas.openxmlformats.org/presentationml/2006/main" matchingName="WHITE Subhead | Title | Text | Image">
  <p:cSld name="WHITE Subhead | Title | Text | Image">
    <p:spTree>
      <p:nvGrpSpPr>
        <p:cNvPr id="1" name="Shape 587"/>
        <p:cNvGrpSpPr/>
        <p:nvPr/>
      </p:nvGrpSpPr>
      <p:grpSpPr>
        <a:xfrm>
          <a:off x="0" y="0"/>
          <a:ext cx="0" cy="0"/>
          <a:chOff x="0" y="0"/>
          <a:chExt cx="0" cy="0"/>
        </a:xfrm>
      </p:grpSpPr>
      <p:sp>
        <p:nvSpPr>
          <p:cNvPr id="588" name="Google Shape;588;p105"/>
          <p:cNvSpPr txBox="1">
            <a:spLocks noGrp="1"/>
          </p:cNvSpPr>
          <p:nvPr>
            <p:ph type="title"/>
          </p:nvPr>
        </p:nvSpPr>
        <p:spPr>
          <a:xfrm>
            <a:off x="455617" y="731520"/>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dk1"/>
              </a:buClr>
              <a:buSzPts val="3200"/>
              <a:buFont typeface="Roboto Medium"/>
              <a:buNone/>
              <a:defRPr b="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89" name="Google Shape;589;p105"/>
          <p:cNvSpPr>
            <a:spLocks noGrp="1"/>
          </p:cNvSpPr>
          <p:nvPr>
            <p:ph type="pic" idx="2"/>
          </p:nvPr>
        </p:nvSpPr>
        <p:spPr>
          <a:xfrm>
            <a:off x="7389889" y="1371600"/>
            <a:ext cx="4343401" cy="4572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590" name="Google Shape;590;p105"/>
          <p:cNvSpPr txBox="1">
            <a:spLocks noGrp="1"/>
          </p:cNvSpPr>
          <p:nvPr>
            <p:ph type="subTitle" idx="1"/>
          </p:nvPr>
        </p:nvSpPr>
        <p:spPr>
          <a:xfrm>
            <a:off x="455663" y="457200"/>
            <a:ext cx="8915400" cy="228600"/>
          </a:xfrm>
          <a:prstGeom prst="rect">
            <a:avLst/>
          </a:prstGeom>
        </p:spPr>
        <p:txBody>
          <a:bodyPr spcFirstLastPara="1" wrap="square" lIns="0" tIns="0" rIns="0" bIns="0" anchor="t" anchorCtr="0">
            <a:noAutofit/>
          </a:bodyPr>
          <a:lstStyle>
            <a:lvl1pPr lvl="0" rtl="0">
              <a:spcBef>
                <a:spcPts val="0"/>
              </a:spcBef>
              <a:spcAft>
                <a:spcPts val="0"/>
              </a:spcAft>
              <a:buClr>
                <a:schemeClr val="lt2"/>
              </a:buClr>
              <a:buSzPts val="1400"/>
              <a:buFont typeface="Roboto Medium"/>
              <a:buNone/>
              <a:defRPr sz="1400">
                <a:solidFill>
                  <a:schemeClr val="lt2"/>
                </a:solidFill>
                <a:latin typeface="Roboto Medium"/>
                <a:ea typeface="Roboto Medium"/>
                <a:cs typeface="Roboto Medium"/>
                <a:sym typeface="Roboto Medium"/>
              </a:defRPr>
            </a:lvl1pPr>
            <a:lvl2pPr lvl="1" rtl="0">
              <a:spcBef>
                <a:spcPts val="600"/>
              </a:spcBef>
              <a:spcAft>
                <a:spcPts val="0"/>
              </a:spcAft>
              <a:buSzPts val="1800"/>
              <a:buFont typeface="Roboto Medium"/>
              <a:buNone/>
              <a:defRPr>
                <a:latin typeface="Roboto Medium"/>
                <a:ea typeface="Roboto Medium"/>
                <a:cs typeface="Roboto Medium"/>
                <a:sym typeface="Roboto Medium"/>
              </a:defRPr>
            </a:lvl2pPr>
            <a:lvl3pPr lvl="2" rtl="0">
              <a:spcBef>
                <a:spcPts val="600"/>
              </a:spcBef>
              <a:spcAft>
                <a:spcPts val="0"/>
              </a:spcAft>
              <a:buSzPts val="1600"/>
              <a:buFont typeface="Roboto Medium"/>
              <a:buNone/>
              <a:defRPr>
                <a:latin typeface="Roboto Medium"/>
                <a:ea typeface="Roboto Medium"/>
                <a:cs typeface="Roboto Medium"/>
                <a:sym typeface="Roboto Medium"/>
              </a:defRPr>
            </a:lvl3pPr>
            <a:lvl4pPr lvl="3" rtl="0">
              <a:spcBef>
                <a:spcPts val="300"/>
              </a:spcBef>
              <a:spcAft>
                <a:spcPts val="0"/>
              </a:spcAft>
              <a:buSzPts val="1400"/>
              <a:buFont typeface="Roboto Medium"/>
              <a:buNone/>
              <a:defRPr>
                <a:latin typeface="Roboto Medium"/>
                <a:ea typeface="Roboto Medium"/>
                <a:cs typeface="Roboto Medium"/>
                <a:sym typeface="Roboto Medium"/>
              </a:defRPr>
            </a:lvl4pPr>
            <a:lvl5pPr lvl="4" rtl="0">
              <a:spcBef>
                <a:spcPts val="300"/>
              </a:spcBef>
              <a:spcAft>
                <a:spcPts val="0"/>
              </a:spcAft>
              <a:buSzPts val="1200"/>
              <a:buFont typeface="Roboto Medium"/>
              <a:buNone/>
              <a:defRPr>
                <a:latin typeface="Roboto Medium"/>
                <a:ea typeface="Roboto Medium"/>
                <a:cs typeface="Roboto Medium"/>
                <a:sym typeface="Roboto Medium"/>
              </a:defRPr>
            </a:lvl5pPr>
            <a:lvl6pPr lvl="5" rtl="0">
              <a:spcBef>
                <a:spcPts val="533"/>
              </a:spcBef>
              <a:spcAft>
                <a:spcPts val="0"/>
              </a:spcAft>
              <a:buSzPts val="2666"/>
              <a:buFont typeface="Roboto Medium"/>
              <a:buNone/>
              <a:defRPr>
                <a:latin typeface="Roboto Medium"/>
                <a:ea typeface="Roboto Medium"/>
                <a:cs typeface="Roboto Medium"/>
                <a:sym typeface="Roboto Medium"/>
              </a:defRPr>
            </a:lvl6pPr>
            <a:lvl7pPr lvl="6" rtl="0">
              <a:spcBef>
                <a:spcPts val="533"/>
              </a:spcBef>
              <a:spcAft>
                <a:spcPts val="0"/>
              </a:spcAft>
              <a:buSzPts val="2666"/>
              <a:buFont typeface="Roboto Medium"/>
              <a:buNone/>
              <a:defRPr>
                <a:latin typeface="Roboto Medium"/>
                <a:ea typeface="Roboto Medium"/>
                <a:cs typeface="Roboto Medium"/>
                <a:sym typeface="Roboto Medium"/>
              </a:defRPr>
            </a:lvl7pPr>
            <a:lvl8pPr lvl="7" rtl="0">
              <a:spcBef>
                <a:spcPts val="533"/>
              </a:spcBef>
              <a:spcAft>
                <a:spcPts val="0"/>
              </a:spcAft>
              <a:buSzPts val="2666"/>
              <a:buFont typeface="Roboto Medium"/>
              <a:buNone/>
              <a:defRPr>
                <a:latin typeface="Roboto Medium"/>
                <a:ea typeface="Roboto Medium"/>
                <a:cs typeface="Roboto Medium"/>
                <a:sym typeface="Roboto Medium"/>
              </a:defRPr>
            </a:lvl8pPr>
            <a:lvl9pPr lvl="8" rtl="0">
              <a:spcBef>
                <a:spcPts val="533"/>
              </a:spcBef>
              <a:spcAft>
                <a:spcPts val="0"/>
              </a:spcAft>
              <a:buSzPts val="2666"/>
              <a:buFont typeface="Roboto Medium"/>
              <a:buNone/>
              <a:defRPr>
                <a:latin typeface="Roboto Medium"/>
                <a:ea typeface="Roboto Medium"/>
                <a:cs typeface="Roboto Medium"/>
                <a:sym typeface="Roboto Medium"/>
              </a:defRPr>
            </a:lvl9pPr>
          </a:lstStyle>
          <a:p>
            <a:endParaRPr/>
          </a:p>
        </p:txBody>
      </p:sp>
      <p:sp>
        <p:nvSpPr>
          <p:cNvPr id="591" name="Google Shape;591;p105"/>
          <p:cNvSpPr txBox="1">
            <a:spLocks noGrp="1"/>
          </p:cNvSpPr>
          <p:nvPr>
            <p:ph type="body" idx="3"/>
          </p:nvPr>
        </p:nvSpPr>
        <p:spPr>
          <a:xfrm>
            <a:off x="455675"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rtl="0">
              <a:spcBef>
                <a:spcPts val="600"/>
              </a:spcBef>
              <a:spcAft>
                <a:spcPts val="0"/>
              </a:spcAft>
              <a:buClr>
                <a:schemeClr val="dk1"/>
              </a:buClr>
              <a:buSzPts val="1800"/>
              <a:buChar char="•"/>
              <a:defRPr b="0" i="0">
                <a:latin typeface="Roboto"/>
                <a:ea typeface="Roboto"/>
                <a:cs typeface="Roboto"/>
                <a:sym typeface="Roboto"/>
              </a:defRPr>
            </a:lvl2pPr>
            <a:lvl3pPr marL="1371622" lvl="2" indent="-330205" algn="l" rtl="0">
              <a:spcBef>
                <a:spcPts val="600"/>
              </a:spcBef>
              <a:spcAft>
                <a:spcPts val="0"/>
              </a:spcAft>
              <a:buClr>
                <a:schemeClr val="dk1"/>
              </a:buClr>
              <a:buSzPts val="1600"/>
              <a:buChar char="−"/>
              <a:defRPr b="0" i="0">
                <a:latin typeface="Roboto"/>
                <a:ea typeface="Roboto"/>
                <a:cs typeface="Roboto"/>
                <a:sym typeface="Roboto"/>
              </a:defRPr>
            </a:lvl3pPr>
            <a:lvl4pPr marL="1828831" lvl="3" indent="-317506" algn="l" rtl="0">
              <a:spcBef>
                <a:spcPts val="300"/>
              </a:spcBef>
              <a:spcAft>
                <a:spcPts val="0"/>
              </a:spcAft>
              <a:buClr>
                <a:schemeClr val="dk1"/>
              </a:buClr>
              <a:buSzPts val="1400"/>
              <a:buChar char="•"/>
              <a:defRPr b="0" i="0">
                <a:latin typeface="Roboto"/>
                <a:ea typeface="Roboto"/>
                <a:cs typeface="Roboto"/>
                <a:sym typeface="Roboto"/>
              </a:defRPr>
            </a:lvl4pPr>
            <a:lvl5pPr marL="2286038" lvl="4" indent="-304805" algn="l" rtl="0">
              <a:spcBef>
                <a:spcPts val="300"/>
              </a:spcBef>
              <a:spcAft>
                <a:spcPts val="0"/>
              </a:spcAft>
              <a:buClr>
                <a:schemeClr val="dk1"/>
              </a:buClr>
              <a:buSzPts val="1200"/>
              <a:buChar char="−"/>
              <a:defRPr b="0" i="0">
                <a:latin typeface="Roboto"/>
                <a:ea typeface="Roboto"/>
                <a:cs typeface="Roboto"/>
                <a:sym typeface="Roboto"/>
              </a:defRPr>
            </a:lvl5pPr>
            <a:lvl6pPr marL="2743246" lvl="5" indent="-304805" algn="l" rtl="0">
              <a:spcBef>
                <a:spcPts val="360"/>
              </a:spcBef>
              <a:spcAft>
                <a:spcPts val="0"/>
              </a:spcAft>
              <a:buClr>
                <a:schemeClr val="dk1"/>
              </a:buClr>
              <a:buSzPts val="1200"/>
              <a:buFont typeface="Roboto"/>
              <a:buChar char="•"/>
              <a:defRPr sz="1200">
                <a:latin typeface="Roboto"/>
                <a:ea typeface="Roboto"/>
                <a:cs typeface="Roboto"/>
                <a:sym typeface="Roboto"/>
              </a:defRPr>
            </a:lvl6pPr>
            <a:lvl7pPr marL="3200453" lvl="6" indent="-304805" algn="l" rtl="0">
              <a:spcBef>
                <a:spcPts val="360"/>
              </a:spcBef>
              <a:spcAft>
                <a:spcPts val="0"/>
              </a:spcAft>
              <a:buClr>
                <a:schemeClr val="dk1"/>
              </a:buClr>
              <a:buSzPts val="1200"/>
              <a:buFont typeface="Roboto"/>
              <a:buChar char="•"/>
              <a:defRPr sz="1200">
                <a:latin typeface="Roboto"/>
                <a:ea typeface="Roboto"/>
                <a:cs typeface="Roboto"/>
                <a:sym typeface="Roboto"/>
              </a:defRPr>
            </a:lvl7pPr>
            <a:lvl8pPr marL="3657661" lvl="7" indent="-304805" algn="l" rtl="0">
              <a:spcBef>
                <a:spcPts val="360"/>
              </a:spcBef>
              <a:spcAft>
                <a:spcPts val="0"/>
              </a:spcAft>
              <a:buClr>
                <a:schemeClr val="dk1"/>
              </a:buClr>
              <a:buSzPts val="1200"/>
              <a:buFont typeface="Roboto"/>
              <a:buChar char="•"/>
              <a:defRPr sz="1200">
                <a:latin typeface="Roboto"/>
                <a:ea typeface="Roboto"/>
                <a:cs typeface="Roboto"/>
                <a:sym typeface="Roboto"/>
              </a:defRPr>
            </a:lvl8pPr>
            <a:lvl9pPr marL="4114868" lvl="8" indent="-304805" algn="l" rtl="0">
              <a:spcBef>
                <a:spcPts val="360"/>
              </a:spcBef>
              <a:spcAft>
                <a:spcPts val="0"/>
              </a:spcAft>
              <a:buClr>
                <a:schemeClr val="dk1"/>
              </a:buClr>
              <a:buSzPts val="1200"/>
              <a:buFont typeface="Roboto"/>
              <a:buChar char="•"/>
              <a:defRPr sz="1200">
                <a:latin typeface="Roboto"/>
                <a:ea typeface="Roboto"/>
                <a:cs typeface="Roboto"/>
                <a:sym typeface="Roboto"/>
              </a:defRPr>
            </a:lvl9pPr>
          </a:lstStyle>
          <a:p>
            <a:endParaRPr/>
          </a:p>
        </p:txBody>
      </p:sp>
      <p:sp>
        <p:nvSpPr>
          <p:cNvPr id="592" name="Google Shape;592;p105"/>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rgbClr val="000000"/>
                </a:solidFill>
              </a:defRPr>
            </a:lvl1pPr>
            <a:lvl2pPr lvl="1" rtl="0">
              <a:buNone/>
              <a:defRPr sz="1000">
                <a:solidFill>
                  <a:srgbClr val="000000"/>
                </a:solidFill>
              </a:defRPr>
            </a:lvl2pPr>
            <a:lvl3pPr lvl="2" rtl="0">
              <a:buNone/>
              <a:defRPr sz="1000">
                <a:solidFill>
                  <a:srgbClr val="000000"/>
                </a:solidFill>
              </a:defRPr>
            </a:lvl3pPr>
            <a:lvl4pPr lvl="3" rtl="0">
              <a:buNone/>
              <a:defRPr sz="1000">
                <a:solidFill>
                  <a:srgbClr val="000000"/>
                </a:solidFill>
              </a:defRPr>
            </a:lvl4pPr>
            <a:lvl5pPr lvl="4" rtl="0">
              <a:buNone/>
              <a:defRPr sz="1000">
                <a:solidFill>
                  <a:srgbClr val="000000"/>
                </a:solidFill>
              </a:defRPr>
            </a:lvl5pPr>
            <a:lvl6pPr lvl="5" rtl="0">
              <a:buNone/>
              <a:defRPr sz="1000">
                <a:solidFill>
                  <a:srgbClr val="000000"/>
                </a:solidFill>
              </a:defRPr>
            </a:lvl6pPr>
            <a:lvl7pPr lvl="6" rtl="0">
              <a:buNone/>
              <a:defRPr sz="1000">
                <a:solidFill>
                  <a:srgbClr val="000000"/>
                </a:solidFill>
              </a:defRPr>
            </a:lvl7pPr>
            <a:lvl8pPr lvl="7" rtl="0">
              <a:buNone/>
              <a:defRPr sz="1000">
                <a:solidFill>
                  <a:srgbClr val="000000"/>
                </a:solidFill>
              </a:defRPr>
            </a:lvl8pPr>
            <a:lvl9pPr lvl="8" rtl="0">
              <a:buNone/>
              <a:defRPr sz="1000">
                <a:solidFill>
                  <a:srgbClr val="000000"/>
                </a:solidFill>
              </a:defRPr>
            </a:lvl9pPr>
          </a:lstStyle>
          <a:p>
            <a:fld id="{00000000-1234-1234-1234-123412341234}" type="slidenum">
              <a:rPr lang="en" smtClean="0"/>
              <a:pPr/>
              <a:t>‹#›</a:t>
            </a:fld>
            <a:endParaRPr lang="en"/>
          </a:p>
        </p:txBody>
      </p:sp>
      <p:pic>
        <p:nvPicPr>
          <p:cNvPr id="593" name="Google Shape;593;p105"/>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594" name="Google Shape;594;p105"/>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chemeClr val="dk1"/>
                </a:solidFill>
                <a:latin typeface="Roboto"/>
                <a:ea typeface="Roboto"/>
                <a:cs typeface="Roboto"/>
                <a:sym typeface="Roboto"/>
              </a:rPr>
              <a:t>Proprietary &amp; Confidential - For Internal Use Only</a:t>
            </a:r>
            <a:endParaRPr sz="1000">
              <a:solidFill>
                <a:schemeClr val="dk1"/>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100.xml><?xml version="1.0" encoding="utf-8"?>
<p:sldLayout xmlns:a="http://schemas.openxmlformats.org/drawingml/2006/main" xmlns:r="http://schemas.openxmlformats.org/officeDocument/2006/relationships" xmlns:p="http://schemas.openxmlformats.org/presentationml/2006/main" matchingName="WHITE Subhead | Title | Text | HP Image">
  <p:cSld name="WHITE Subhead | Title | Text | HP Image">
    <p:spTree>
      <p:nvGrpSpPr>
        <p:cNvPr id="1" name="Shape 595"/>
        <p:cNvGrpSpPr/>
        <p:nvPr/>
      </p:nvGrpSpPr>
      <p:grpSpPr>
        <a:xfrm>
          <a:off x="0" y="0"/>
          <a:ext cx="0" cy="0"/>
          <a:chOff x="0" y="0"/>
          <a:chExt cx="0" cy="0"/>
        </a:xfrm>
      </p:grpSpPr>
      <p:sp>
        <p:nvSpPr>
          <p:cNvPr id="596" name="Google Shape;596;p106"/>
          <p:cNvSpPr>
            <a:spLocks noGrp="1"/>
          </p:cNvSpPr>
          <p:nvPr>
            <p:ph type="pic" idx="2"/>
          </p:nvPr>
        </p:nvSpPr>
        <p:spPr>
          <a:xfrm>
            <a:off x="6094473" y="0"/>
            <a:ext cx="6094500"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597" name="Google Shape;597;p106"/>
          <p:cNvSpPr txBox="1">
            <a:spLocks noGrp="1"/>
          </p:cNvSpPr>
          <p:nvPr>
            <p:ph type="title"/>
          </p:nvPr>
        </p:nvSpPr>
        <p:spPr>
          <a:xfrm>
            <a:off x="455618" y="731520"/>
            <a:ext cx="5029201"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dk1"/>
              </a:buClr>
              <a:buSzPts val="3200"/>
              <a:buFont typeface="Roboto Medium"/>
              <a:buNone/>
              <a:defRPr b="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98" name="Google Shape;598;p106"/>
          <p:cNvSpPr txBox="1">
            <a:spLocks noGrp="1"/>
          </p:cNvSpPr>
          <p:nvPr>
            <p:ph type="subTitle" idx="1"/>
          </p:nvPr>
        </p:nvSpPr>
        <p:spPr>
          <a:xfrm>
            <a:off x="455663" y="457200"/>
            <a:ext cx="5029201" cy="228600"/>
          </a:xfrm>
          <a:prstGeom prst="rect">
            <a:avLst/>
          </a:prstGeom>
        </p:spPr>
        <p:txBody>
          <a:bodyPr spcFirstLastPara="1" wrap="square" lIns="0" tIns="0" rIns="0" bIns="0" anchor="t" anchorCtr="0">
            <a:noAutofit/>
          </a:bodyPr>
          <a:lstStyle>
            <a:lvl1pPr lvl="0" rtl="0">
              <a:spcBef>
                <a:spcPts val="0"/>
              </a:spcBef>
              <a:spcAft>
                <a:spcPts val="0"/>
              </a:spcAft>
              <a:buClr>
                <a:schemeClr val="lt2"/>
              </a:buClr>
              <a:buSzPts val="1400"/>
              <a:buFont typeface="Roboto Medium"/>
              <a:buNone/>
              <a:defRPr sz="1400">
                <a:solidFill>
                  <a:schemeClr val="lt2"/>
                </a:solidFill>
                <a:latin typeface="Roboto Medium"/>
                <a:ea typeface="Roboto Medium"/>
                <a:cs typeface="Roboto Medium"/>
                <a:sym typeface="Roboto Medium"/>
              </a:defRPr>
            </a:lvl1pPr>
            <a:lvl2pPr lvl="1" rtl="0">
              <a:spcBef>
                <a:spcPts val="600"/>
              </a:spcBef>
              <a:spcAft>
                <a:spcPts val="0"/>
              </a:spcAft>
              <a:buSzPts val="1800"/>
              <a:buFont typeface="Roboto Medium"/>
              <a:buNone/>
              <a:defRPr>
                <a:latin typeface="Roboto Medium"/>
                <a:ea typeface="Roboto Medium"/>
                <a:cs typeface="Roboto Medium"/>
                <a:sym typeface="Roboto Medium"/>
              </a:defRPr>
            </a:lvl2pPr>
            <a:lvl3pPr lvl="2" rtl="0">
              <a:spcBef>
                <a:spcPts val="600"/>
              </a:spcBef>
              <a:spcAft>
                <a:spcPts val="0"/>
              </a:spcAft>
              <a:buSzPts val="1600"/>
              <a:buFont typeface="Roboto Medium"/>
              <a:buNone/>
              <a:defRPr>
                <a:latin typeface="Roboto Medium"/>
                <a:ea typeface="Roboto Medium"/>
                <a:cs typeface="Roboto Medium"/>
                <a:sym typeface="Roboto Medium"/>
              </a:defRPr>
            </a:lvl3pPr>
            <a:lvl4pPr lvl="3" rtl="0">
              <a:spcBef>
                <a:spcPts val="300"/>
              </a:spcBef>
              <a:spcAft>
                <a:spcPts val="0"/>
              </a:spcAft>
              <a:buSzPts val="1400"/>
              <a:buFont typeface="Roboto Medium"/>
              <a:buNone/>
              <a:defRPr>
                <a:latin typeface="Roboto Medium"/>
                <a:ea typeface="Roboto Medium"/>
                <a:cs typeface="Roboto Medium"/>
                <a:sym typeface="Roboto Medium"/>
              </a:defRPr>
            </a:lvl4pPr>
            <a:lvl5pPr lvl="4" rtl="0">
              <a:spcBef>
                <a:spcPts val="300"/>
              </a:spcBef>
              <a:spcAft>
                <a:spcPts val="0"/>
              </a:spcAft>
              <a:buSzPts val="1200"/>
              <a:buFont typeface="Roboto Medium"/>
              <a:buNone/>
              <a:defRPr>
                <a:latin typeface="Roboto Medium"/>
                <a:ea typeface="Roboto Medium"/>
                <a:cs typeface="Roboto Medium"/>
                <a:sym typeface="Roboto Medium"/>
              </a:defRPr>
            </a:lvl5pPr>
            <a:lvl6pPr lvl="5" rtl="0">
              <a:spcBef>
                <a:spcPts val="533"/>
              </a:spcBef>
              <a:spcAft>
                <a:spcPts val="0"/>
              </a:spcAft>
              <a:buSzPts val="2666"/>
              <a:buFont typeface="Roboto Medium"/>
              <a:buNone/>
              <a:defRPr>
                <a:latin typeface="Roboto Medium"/>
                <a:ea typeface="Roboto Medium"/>
                <a:cs typeface="Roboto Medium"/>
                <a:sym typeface="Roboto Medium"/>
              </a:defRPr>
            </a:lvl6pPr>
            <a:lvl7pPr lvl="6" rtl="0">
              <a:spcBef>
                <a:spcPts val="533"/>
              </a:spcBef>
              <a:spcAft>
                <a:spcPts val="0"/>
              </a:spcAft>
              <a:buSzPts val="2666"/>
              <a:buFont typeface="Roboto Medium"/>
              <a:buNone/>
              <a:defRPr>
                <a:latin typeface="Roboto Medium"/>
                <a:ea typeface="Roboto Medium"/>
                <a:cs typeface="Roboto Medium"/>
                <a:sym typeface="Roboto Medium"/>
              </a:defRPr>
            </a:lvl7pPr>
            <a:lvl8pPr lvl="7" rtl="0">
              <a:spcBef>
                <a:spcPts val="533"/>
              </a:spcBef>
              <a:spcAft>
                <a:spcPts val="0"/>
              </a:spcAft>
              <a:buSzPts val="2666"/>
              <a:buFont typeface="Roboto Medium"/>
              <a:buNone/>
              <a:defRPr>
                <a:latin typeface="Roboto Medium"/>
                <a:ea typeface="Roboto Medium"/>
                <a:cs typeface="Roboto Medium"/>
                <a:sym typeface="Roboto Medium"/>
              </a:defRPr>
            </a:lvl8pPr>
            <a:lvl9pPr lvl="8" rtl="0">
              <a:spcBef>
                <a:spcPts val="533"/>
              </a:spcBef>
              <a:spcAft>
                <a:spcPts val="0"/>
              </a:spcAft>
              <a:buSzPts val="2666"/>
              <a:buFont typeface="Roboto Medium"/>
              <a:buNone/>
              <a:defRPr>
                <a:latin typeface="Roboto Medium"/>
                <a:ea typeface="Roboto Medium"/>
                <a:cs typeface="Roboto Medium"/>
                <a:sym typeface="Roboto Medium"/>
              </a:defRPr>
            </a:lvl9pPr>
          </a:lstStyle>
          <a:p>
            <a:endParaRPr/>
          </a:p>
        </p:txBody>
      </p:sp>
      <p:sp>
        <p:nvSpPr>
          <p:cNvPr id="599" name="Google Shape;599;p106"/>
          <p:cNvSpPr txBox="1">
            <a:spLocks noGrp="1"/>
          </p:cNvSpPr>
          <p:nvPr>
            <p:ph type="body" idx="3"/>
          </p:nvPr>
        </p:nvSpPr>
        <p:spPr>
          <a:xfrm>
            <a:off x="455675" y="2686375"/>
            <a:ext cx="52578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rtl="0">
              <a:spcBef>
                <a:spcPts val="600"/>
              </a:spcBef>
              <a:spcAft>
                <a:spcPts val="0"/>
              </a:spcAft>
              <a:buClr>
                <a:schemeClr val="dk1"/>
              </a:buClr>
              <a:buSzPts val="1800"/>
              <a:buChar char="•"/>
              <a:defRPr b="0" i="0">
                <a:latin typeface="Roboto"/>
                <a:ea typeface="Roboto"/>
                <a:cs typeface="Roboto"/>
                <a:sym typeface="Roboto"/>
              </a:defRPr>
            </a:lvl2pPr>
            <a:lvl3pPr marL="1371622" lvl="2" indent="-330205" algn="l" rtl="0">
              <a:spcBef>
                <a:spcPts val="600"/>
              </a:spcBef>
              <a:spcAft>
                <a:spcPts val="0"/>
              </a:spcAft>
              <a:buClr>
                <a:schemeClr val="dk1"/>
              </a:buClr>
              <a:buSzPts val="1600"/>
              <a:buChar char="−"/>
              <a:defRPr b="0" i="0">
                <a:latin typeface="Roboto"/>
                <a:ea typeface="Roboto"/>
                <a:cs typeface="Roboto"/>
                <a:sym typeface="Roboto"/>
              </a:defRPr>
            </a:lvl3pPr>
            <a:lvl4pPr marL="1828831" lvl="3" indent="-317506" algn="l" rtl="0">
              <a:spcBef>
                <a:spcPts val="300"/>
              </a:spcBef>
              <a:spcAft>
                <a:spcPts val="0"/>
              </a:spcAft>
              <a:buClr>
                <a:schemeClr val="dk1"/>
              </a:buClr>
              <a:buSzPts val="1400"/>
              <a:buChar char="•"/>
              <a:defRPr b="0" i="0">
                <a:latin typeface="Roboto"/>
                <a:ea typeface="Roboto"/>
                <a:cs typeface="Roboto"/>
                <a:sym typeface="Roboto"/>
              </a:defRPr>
            </a:lvl4pPr>
            <a:lvl5pPr marL="2286038" lvl="4" indent="-304805" algn="l" rtl="0">
              <a:spcBef>
                <a:spcPts val="300"/>
              </a:spcBef>
              <a:spcAft>
                <a:spcPts val="0"/>
              </a:spcAft>
              <a:buClr>
                <a:schemeClr val="dk1"/>
              </a:buClr>
              <a:buSzPts val="1200"/>
              <a:buChar char="−"/>
              <a:defRPr b="0" i="0">
                <a:latin typeface="Roboto"/>
                <a:ea typeface="Roboto"/>
                <a:cs typeface="Roboto"/>
                <a:sym typeface="Roboto"/>
              </a:defRPr>
            </a:lvl5pPr>
            <a:lvl6pPr marL="2743246" lvl="5" indent="-304805" algn="l" rtl="0">
              <a:spcBef>
                <a:spcPts val="360"/>
              </a:spcBef>
              <a:spcAft>
                <a:spcPts val="0"/>
              </a:spcAft>
              <a:buClr>
                <a:schemeClr val="dk1"/>
              </a:buClr>
              <a:buSzPts val="1200"/>
              <a:buFont typeface="Roboto"/>
              <a:buChar char="•"/>
              <a:defRPr sz="1200">
                <a:latin typeface="Roboto"/>
                <a:ea typeface="Roboto"/>
                <a:cs typeface="Roboto"/>
                <a:sym typeface="Roboto"/>
              </a:defRPr>
            </a:lvl6pPr>
            <a:lvl7pPr marL="3200453" lvl="6" indent="-304805" algn="l" rtl="0">
              <a:spcBef>
                <a:spcPts val="360"/>
              </a:spcBef>
              <a:spcAft>
                <a:spcPts val="0"/>
              </a:spcAft>
              <a:buClr>
                <a:schemeClr val="dk1"/>
              </a:buClr>
              <a:buSzPts val="1200"/>
              <a:buFont typeface="Roboto"/>
              <a:buChar char="•"/>
              <a:defRPr sz="1200">
                <a:latin typeface="Roboto"/>
                <a:ea typeface="Roboto"/>
                <a:cs typeface="Roboto"/>
                <a:sym typeface="Roboto"/>
              </a:defRPr>
            </a:lvl7pPr>
            <a:lvl8pPr marL="3657661" lvl="7" indent="-304805" algn="l" rtl="0">
              <a:spcBef>
                <a:spcPts val="360"/>
              </a:spcBef>
              <a:spcAft>
                <a:spcPts val="0"/>
              </a:spcAft>
              <a:buClr>
                <a:schemeClr val="dk1"/>
              </a:buClr>
              <a:buSzPts val="1200"/>
              <a:buFont typeface="Roboto"/>
              <a:buChar char="•"/>
              <a:defRPr sz="1200">
                <a:latin typeface="Roboto"/>
                <a:ea typeface="Roboto"/>
                <a:cs typeface="Roboto"/>
                <a:sym typeface="Roboto"/>
              </a:defRPr>
            </a:lvl8pPr>
            <a:lvl9pPr marL="4114868" lvl="8" indent="-304805" algn="l" rtl="0">
              <a:spcBef>
                <a:spcPts val="360"/>
              </a:spcBef>
              <a:spcAft>
                <a:spcPts val="0"/>
              </a:spcAft>
              <a:buClr>
                <a:schemeClr val="dk1"/>
              </a:buClr>
              <a:buSzPts val="1200"/>
              <a:buFont typeface="Roboto"/>
              <a:buChar char="•"/>
              <a:defRPr sz="1200">
                <a:latin typeface="Roboto"/>
                <a:ea typeface="Roboto"/>
                <a:cs typeface="Roboto"/>
                <a:sym typeface="Roboto"/>
              </a:defRPr>
            </a:lvl9pPr>
          </a:lstStyle>
          <a:p>
            <a:endParaRPr/>
          </a:p>
        </p:txBody>
      </p:sp>
      <p:sp>
        <p:nvSpPr>
          <p:cNvPr id="600" name="Google Shape;600;p106"/>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pic>
        <p:nvPicPr>
          <p:cNvPr id="601" name="Google Shape;601;p106"/>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602" name="Google Shape;602;p106"/>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3F3F3"/>
                </a:solidFill>
                <a:latin typeface="Roboto"/>
                <a:ea typeface="Roboto"/>
                <a:cs typeface="Roboto"/>
                <a:sym typeface="Roboto"/>
              </a:rPr>
              <a:t>Proprietary &amp; Confidential - For Internal Use Only</a:t>
            </a:r>
            <a:endParaRPr sz="1000">
              <a:solidFill>
                <a:srgbClr val="F3F3F3"/>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101.xml><?xml version="1.0" encoding="utf-8"?>
<p:sldLayout xmlns:a="http://schemas.openxmlformats.org/drawingml/2006/main" xmlns:r="http://schemas.openxmlformats.org/officeDocument/2006/relationships" xmlns:p="http://schemas.openxmlformats.org/presentationml/2006/main" matchingName="WHITE Subhead | Title">
  <p:cSld name="WHITE Subhead | Title">
    <p:spTree>
      <p:nvGrpSpPr>
        <p:cNvPr id="1" name="Shape 603"/>
        <p:cNvGrpSpPr/>
        <p:nvPr/>
      </p:nvGrpSpPr>
      <p:grpSpPr>
        <a:xfrm>
          <a:off x="0" y="0"/>
          <a:ext cx="0" cy="0"/>
          <a:chOff x="0" y="0"/>
          <a:chExt cx="0" cy="0"/>
        </a:xfrm>
      </p:grpSpPr>
      <p:sp>
        <p:nvSpPr>
          <p:cNvPr id="604" name="Google Shape;604;p107"/>
          <p:cNvSpPr txBox="1">
            <a:spLocks noGrp="1"/>
          </p:cNvSpPr>
          <p:nvPr>
            <p:ph type="title"/>
          </p:nvPr>
        </p:nvSpPr>
        <p:spPr>
          <a:xfrm>
            <a:off x="455617" y="731520"/>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dk1"/>
              </a:buClr>
              <a:buSzPts val="3200"/>
              <a:buFont typeface="Roboto Medium"/>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05" name="Google Shape;605;p107"/>
          <p:cNvSpPr txBox="1">
            <a:spLocks noGrp="1"/>
          </p:cNvSpPr>
          <p:nvPr>
            <p:ph type="subTitle" idx="1"/>
          </p:nvPr>
        </p:nvSpPr>
        <p:spPr>
          <a:xfrm>
            <a:off x="455663" y="457200"/>
            <a:ext cx="8915400" cy="228600"/>
          </a:xfrm>
          <a:prstGeom prst="rect">
            <a:avLst/>
          </a:prstGeom>
        </p:spPr>
        <p:txBody>
          <a:bodyPr spcFirstLastPara="1" wrap="square" lIns="0" tIns="0" rIns="0" bIns="0" anchor="t" anchorCtr="0">
            <a:noAutofit/>
          </a:bodyPr>
          <a:lstStyle>
            <a:lvl1pPr lvl="0" rtl="0">
              <a:spcBef>
                <a:spcPts val="0"/>
              </a:spcBef>
              <a:spcAft>
                <a:spcPts val="0"/>
              </a:spcAft>
              <a:buClr>
                <a:schemeClr val="lt2"/>
              </a:buClr>
              <a:buSzPts val="1400"/>
              <a:buFont typeface="Roboto Medium"/>
              <a:buNone/>
              <a:defRPr sz="1400">
                <a:solidFill>
                  <a:schemeClr val="lt2"/>
                </a:solidFill>
                <a:latin typeface="Roboto Medium"/>
                <a:ea typeface="Roboto Medium"/>
                <a:cs typeface="Roboto Medium"/>
                <a:sym typeface="Roboto Medium"/>
              </a:defRPr>
            </a:lvl1pPr>
            <a:lvl2pPr lvl="1" rtl="0">
              <a:spcBef>
                <a:spcPts val="600"/>
              </a:spcBef>
              <a:spcAft>
                <a:spcPts val="0"/>
              </a:spcAft>
              <a:buSzPts val="1800"/>
              <a:buFont typeface="Roboto Medium"/>
              <a:buNone/>
              <a:defRPr>
                <a:latin typeface="Roboto Medium"/>
                <a:ea typeface="Roboto Medium"/>
                <a:cs typeface="Roboto Medium"/>
                <a:sym typeface="Roboto Medium"/>
              </a:defRPr>
            </a:lvl2pPr>
            <a:lvl3pPr lvl="2" rtl="0">
              <a:spcBef>
                <a:spcPts val="600"/>
              </a:spcBef>
              <a:spcAft>
                <a:spcPts val="0"/>
              </a:spcAft>
              <a:buSzPts val="1600"/>
              <a:buFont typeface="Roboto Medium"/>
              <a:buNone/>
              <a:defRPr>
                <a:latin typeface="Roboto Medium"/>
                <a:ea typeface="Roboto Medium"/>
                <a:cs typeface="Roboto Medium"/>
                <a:sym typeface="Roboto Medium"/>
              </a:defRPr>
            </a:lvl3pPr>
            <a:lvl4pPr lvl="3" rtl="0">
              <a:spcBef>
                <a:spcPts val="300"/>
              </a:spcBef>
              <a:spcAft>
                <a:spcPts val="0"/>
              </a:spcAft>
              <a:buSzPts val="1400"/>
              <a:buFont typeface="Roboto Medium"/>
              <a:buNone/>
              <a:defRPr>
                <a:latin typeface="Roboto Medium"/>
                <a:ea typeface="Roboto Medium"/>
                <a:cs typeface="Roboto Medium"/>
                <a:sym typeface="Roboto Medium"/>
              </a:defRPr>
            </a:lvl4pPr>
            <a:lvl5pPr lvl="4" rtl="0">
              <a:spcBef>
                <a:spcPts val="300"/>
              </a:spcBef>
              <a:spcAft>
                <a:spcPts val="0"/>
              </a:spcAft>
              <a:buSzPts val="1200"/>
              <a:buFont typeface="Roboto Medium"/>
              <a:buNone/>
              <a:defRPr>
                <a:latin typeface="Roboto Medium"/>
                <a:ea typeface="Roboto Medium"/>
                <a:cs typeface="Roboto Medium"/>
                <a:sym typeface="Roboto Medium"/>
              </a:defRPr>
            </a:lvl5pPr>
            <a:lvl6pPr lvl="5" rtl="0">
              <a:spcBef>
                <a:spcPts val="533"/>
              </a:spcBef>
              <a:spcAft>
                <a:spcPts val="0"/>
              </a:spcAft>
              <a:buSzPts val="2666"/>
              <a:buFont typeface="Roboto Medium"/>
              <a:buNone/>
              <a:defRPr>
                <a:latin typeface="Roboto Medium"/>
                <a:ea typeface="Roboto Medium"/>
                <a:cs typeface="Roboto Medium"/>
                <a:sym typeface="Roboto Medium"/>
              </a:defRPr>
            </a:lvl6pPr>
            <a:lvl7pPr lvl="6" rtl="0">
              <a:spcBef>
                <a:spcPts val="533"/>
              </a:spcBef>
              <a:spcAft>
                <a:spcPts val="0"/>
              </a:spcAft>
              <a:buSzPts val="2666"/>
              <a:buFont typeface="Roboto Medium"/>
              <a:buNone/>
              <a:defRPr>
                <a:latin typeface="Roboto Medium"/>
                <a:ea typeface="Roboto Medium"/>
                <a:cs typeface="Roboto Medium"/>
                <a:sym typeface="Roboto Medium"/>
              </a:defRPr>
            </a:lvl7pPr>
            <a:lvl8pPr lvl="7" rtl="0">
              <a:spcBef>
                <a:spcPts val="533"/>
              </a:spcBef>
              <a:spcAft>
                <a:spcPts val="0"/>
              </a:spcAft>
              <a:buSzPts val="2666"/>
              <a:buFont typeface="Roboto Medium"/>
              <a:buNone/>
              <a:defRPr>
                <a:latin typeface="Roboto Medium"/>
                <a:ea typeface="Roboto Medium"/>
                <a:cs typeface="Roboto Medium"/>
                <a:sym typeface="Roboto Medium"/>
              </a:defRPr>
            </a:lvl8pPr>
            <a:lvl9pPr lvl="8" rtl="0">
              <a:spcBef>
                <a:spcPts val="533"/>
              </a:spcBef>
              <a:spcAft>
                <a:spcPts val="0"/>
              </a:spcAft>
              <a:buSzPts val="2666"/>
              <a:buFont typeface="Roboto Medium"/>
              <a:buNone/>
              <a:defRPr>
                <a:latin typeface="Roboto Medium"/>
                <a:ea typeface="Roboto Medium"/>
                <a:cs typeface="Roboto Medium"/>
                <a:sym typeface="Roboto Medium"/>
              </a:defRPr>
            </a:lvl9pPr>
          </a:lstStyle>
          <a:p>
            <a:endParaRPr/>
          </a:p>
        </p:txBody>
      </p:sp>
      <p:sp>
        <p:nvSpPr>
          <p:cNvPr id="606" name="Google Shape;606;p107"/>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rgbClr val="000000"/>
                </a:solidFill>
              </a:defRPr>
            </a:lvl1pPr>
            <a:lvl2pPr lvl="1" rtl="0">
              <a:buNone/>
              <a:defRPr sz="1000">
                <a:solidFill>
                  <a:srgbClr val="000000"/>
                </a:solidFill>
              </a:defRPr>
            </a:lvl2pPr>
            <a:lvl3pPr lvl="2" rtl="0">
              <a:buNone/>
              <a:defRPr sz="1000">
                <a:solidFill>
                  <a:srgbClr val="000000"/>
                </a:solidFill>
              </a:defRPr>
            </a:lvl3pPr>
            <a:lvl4pPr lvl="3" rtl="0">
              <a:buNone/>
              <a:defRPr sz="1000">
                <a:solidFill>
                  <a:srgbClr val="000000"/>
                </a:solidFill>
              </a:defRPr>
            </a:lvl4pPr>
            <a:lvl5pPr lvl="4" rtl="0">
              <a:buNone/>
              <a:defRPr sz="1000">
                <a:solidFill>
                  <a:srgbClr val="000000"/>
                </a:solidFill>
              </a:defRPr>
            </a:lvl5pPr>
            <a:lvl6pPr lvl="5" rtl="0">
              <a:buNone/>
              <a:defRPr sz="1000">
                <a:solidFill>
                  <a:srgbClr val="000000"/>
                </a:solidFill>
              </a:defRPr>
            </a:lvl6pPr>
            <a:lvl7pPr lvl="6" rtl="0">
              <a:buNone/>
              <a:defRPr sz="1000">
                <a:solidFill>
                  <a:srgbClr val="000000"/>
                </a:solidFill>
              </a:defRPr>
            </a:lvl7pPr>
            <a:lvl8pPr lvl="7" rtl="0">
              <a:buNone/>
              <a:defRPr sz="1000">
                <a:solidFill>
                  <a:srgbClr val="000000"/>
                </a:solidFill>
              </a:defRPr>
            </a:lvl8pPr>
            <a:lvl9pPr lvl="8" rtl="0">
              <a:buNone/>
              <a:defRPr sz="1000">
                <a:solidFill>
                  <a:srgbClr val="000000"/>
                </a:solidFill>
              </a:defRPr>
            </a:lvl9pPr>
          </a:lstStyle>
          <a:p>
            <a:fld id="{00000000-1234-1234-1234-123412341234}" type="slidenum">
              <a:rPr lang="en" smtClean="0"/>
              <a:pPr/>
              <a:t>‹#›</a:t>
            </a:fld>
            <a:endParaRPr lang="en"/>
          </a:p>
        </p:txBody>
      </p:sp>
      <p:pic>
        <p:nvPicPr>
          <p:cNvPr id="607" name="Google Shape;607;p107"/>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608" name="Google Shape;608;p107"/>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chemeClr val="dk1"/>
                </a:solidFill>
                <a:latin typeface="Roboto"/>
                <a:ea typeface="Roboto"/>
                <a:cs typeface="Roboto"/>
                <a:sym typeface="Roboto"/>
              </a:rPr>
              <a:t>Proprietary &amp; Confidential - For Internal Use Only</a:t>
            </a:r>
            <a:endParaRPr sz="1000">
              <a:solidFill>
                <a:schemeClr val="dk1"/>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102.xml><?xml version="1.0" encoding="utf-8"?>
<p:sldLayout xmlns:a="http://schemas.openxmlformats.org/drawingml/2006/main" xmlns:r="http://schemas.openxmlformats.org/officeDocument/2006/relationships" xmlns:p="http://schemas.openxmlformats.org/presentationml/2006/main" matchingName="WHITE 1Col Title | Subhead | Text">
  <p:cSld name="WHITE 1Col Title | Subhead | Text">
    <p:spTree>
      <p:nvGrpSpPr>
        <p:cNvPr id="1" name="Shape 609"/>
        <p:cNvGrpSpPr/>
        <p:nvPr/>
      </p:nvGrpSpPr>
      <p:grpSpPr>
        <a:xfrm>
          <a:off x="0" y="0"/>
          <a:ext cx="0" cy="0"/>
          <a:chOff x="0" y="0"/>
          <a:chExt cx="0" cy="0"/>
        </a:xfrm>
      </p:grpSpPr>
      <p:sp>
        <p:nvSpPr>
          <p:cNvPr id="610" name="Google Shape;610;p108"/>
          <p:cNvSpPr txBox="1">
            <a:spLocks noGrp="1"/>
          </p:cNvSpPr>
          <p:nvPr>
            <p:ph type="title"/>
          </p:nvPr>
        </p:nvSpPr>
        <p:spPr>
          <a:xfrm>
            <a:off x="455617" y="457200"/>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dk1"/>
              </a:buClr>
              <a:buSzPts val="3200"/>
              <a:buFont typeface="Roboto Medium"/>
              <a:buNone/>
              <a:defRPr b="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11" name="Google Shape;611;p108"/>
          <p:cNvSpPr txBox="1">
            <a:spLocks noGrp="1"/>
          </p:cNvSpPr>
          <p:nvPr>
            <p:ph type="subTitle" idx="1"/>
          </p:nvPr>
        </p:nvSpPr>
        <p:spPr>
          <a:xfrm>
            <a:off x="455625" y="868680"/>
            <a:ext cx="7635001" cy="228600"/>
          </a:xfrm>
          <a:prstGeom prst="rect">
            <a:avLst/>
          </a:prstGeom>
        </p:spPr>
        <p:txBody>
          <a:bodyPr spcFirstLastPara="1" wrap="square" lIns="0" tIns="0" rIns="0" bIns="0" anchor="t" anchorCtr="0">
            <a:noAutofit/>
          </a:bodyPr>
          <a:lstStyle>
            <a:lvl1pPr lvl="0" rtl="0">
              <a:spcBef>
                <a:spcPts val="0"/>
              </a:spcBef>
              <a:spcAft>
                <a:spcPts val="0"/>
              </a:spcAft>
              <a:buClr>
                <a:schemeClr val="lt2"/>
              </a:buClr>
              <a:buSzPts val="1600"/>
              <a:buFont typeface="Roboto Medium"/>
              <a:buNone/>
              <a:defRPr sz="1600">
                <a:solidFill>
                  <a:schemeClr val="lt2"/>
                </a:solidFill>
                <a:latin typeface="Roboto Medium"/>
                <a:ea typeface="Roboto Medium"/>
                <a:cs typeface="Roboto Medium"/>
                <a:sym typeface="Roboto Medium"/>
              </a:defRPr>
            </a:lvl1pPr>
            <a:lvl2pPr lvl="1" rtl="0">
              <a:spcBef>
                <a:spcPts val="600"/>
              </a:spcBef>
              <a:spcAft>
                <a:spcPts val="0"/>
              </a:spcAft>
              <a:buSzPts val="1800"/>
              <a:buNone/>
              <a:defRPr/>
            </a:lvl2pPr>
            <a:lvl3pPr lvl="2" rtl="0">
              <a:spcBef>
                <a:spcPts val="600"/>
              </a:spcBef>
              <a:spcAft>
                <a:spcPts val="0"/>
              </a:spcAft>
              <a:buSzPts val="1600"/>
              <a:buNone/>
              <a:defRPr/>
            </a:lvl3pPr>
            <a:lvl4pPr lvl="3" rtl="0">
              <a:spcBef>
                <a:spcPts val="300"/>
              </a:spcBef>
              <a:spcAft>
                <a:spcPts val="0"/>
              </a:spcAft>
              <a:buSzPts val="1400"/>
              <a:buNone/>
              <a:defRPr/>
            </a:lvl4pPr>
            <a:lvl5pPr lvl="4" rtl="0">
              <a:spcBef>
                <a:spcPts val="300"/>
              </a:spcBef>
              <a:spcAft>
                <a:spcPts val="0"/>
              </a:spcAft>
              <a:buSzPts val="1200"/>
              <a:buNone/>
              <a:defRPr/>
            </a:lvl5pPr>
            <a:lvl6pPr lvl="5" rtl="0">
              <a:spcBef>
                <a:spcPts val="533"/>
              </a:spcBef>
              <a:spcAft>
                <a:spcPts val="0"/>
              </a:spcAft>
              <a:buSzPts val="2666"/>
              <a:buNone/>
              <a:defRPr/>
            </a:lvl6pPr>
            <a:lvl7pPr lvl="6" rtl="0">
              <a:spcBef>
                <a:spcPts val="533"/>
              </a:spcBef>
              <a:spcAft>
                <a:spcPts val="0"/>
              </a:spcAft>
              <a:buSzPts val="2666"/>
              <a:buNone/>
              <a:defRPr/>
            </a:lvl7pPr>
            <a:lvl8pPr lvl="7" rtl="0">
              <a:spcBef>
                <a:spcPts val="533"/>
              </a:spcBef>
              <a:spcAft>
                <a:spcPts val="0"/>
              </a:spcAft>
              <a:buSzPts val="2666"/>
              <a:buNone/>
              <a:defRPr/>
            </a:lvl8pPr>
            <a:lvl9pPr lvl="8" rtl="0">
              <a:spcBef>
                <a:spcPts val="533"/>
              </a:spcBef>
              <a:spcAft>
                <a:spcPts val="0"/>
              </a:spcAft>
              <a:buSzPts val="2666"/>
              <a:buNone/>
              <a:defRPr/>
            </a:lvl9pPr>
          </a:lstStyle>
          <a:p>
            <a:endParaRPr/>
          </a:p>
        </p:txBody>
      </p:sp>
      <p:sp>
        <p:nvSpPr>
          <p:cNvPr id="612" name="Google Shape;612;p108"/>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rgbClr val="000000"/>
                </a:solidFill>
              </a:defRPr>
            </a:lvl1pPr>
            <a:lvl2pPr lvl="1" rtl="0">
              <a:buNone/>
              <a:defRPr sz="1000">
                <a:solidFill>
                  <a:srgbClr val="000000"/>
                </a:solidFill>
              </a:defRPr>
            </a:lvl2pPr>
            <a:lvl3pPr lvl="2" rtl="0">
              <a:buNone/>
              <a:defRPr sz="1000">
                <a:solidFill>
                  <a:srgbClr val="000000"/>
                </a:solidFill>
              </a:defRPr>
            </a:lvl3pPr>
            <a:lvl4pPr lvl="3" rtl="0">
              <a:buNone/>
              <a:defRPr sz="1000">
                <a:solidFill>
                  <a:srgbClr val="000000"/>
                </a:solidFill>
              </a:defRPr>
            </a:lvl4pPr>
            <a:lvl5pPr lvl="4" rtl="0">
              <a:buNone/>
              <a:defRPr sz="1000">
                <a:solidFill>
                  <a:srgbClr val="000000"/>
                </a:solidFill>
              </a:defRPr>
            </a:lvl5pPr>
            <a:lvl6pPr lvl="5" rtl="0">
              <a:buNone/>
              <a:defRPr sz="1000">
                <a:solidFill>
                  <a:srgbClr val="000000"/>
                </a:solidFill>
              </a:defRPr>
            </a:lvl6pPr>
            <a:lvl7pPr lvl="6" rtl="0">
              <a:buNone/>
              <a:defRPr sz="1000">
                <a:solidFill>
                  <a:srgbClr val="000000"/>
                </a:solidFill>
              </a:defRPr>
            </a:lvl7pPr>
            <a:lvl8pPr lvl="7" rtl="0">
              <a:buNone/>
              <a:defRPr sz="1000">
                <a:solidFill>
                  <a:srgbClr val="000000"/>
                </a:solidFill>
              </a:defRPr>
            </a:lvl8pPr>
            <a:lvl9pPr lvl="8" rtl="0">
              <a:buNone/>
              <a:defRPr sz="1000">
                <a:solidFill>
                  <a:srgbClr val="000000"/>
                </a:solidFill>
              </a:defRPr>
            </a:lvl9pPr>
          </a:lstStyle>
          <a:p>
            <a:fld id="{00000000-1234-1234-1234-123412341234}" type="slidenum">
              <a:rPr lang="en" smtClean="0"/>
              <a:pPr/>
              <a:t>‹#›</a:t>
            </a:fld>
            <a:endParaRPr lang="en"/>
          </a:p>
        </p:txBody>
      </p:sp>
      <p:sp>
        <p:nvSpPr>
          <p:cNvPr id="613" name="Google Shape;613;p108"/>
          <p:cNvSpPr txBox="1">
            <a:spLocks noGrp="1"/>
          </p:cNvSpPr>
          <p:nvPr>
            <p:ph type="body" idx="2"/>
          </p:nvPr>
        </p:nvSpPr>
        <p:spPr>
          <a:xfrm>
            <a:off x="455613" y="2686375"/>
            <a:ext cx="8915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rtl="0">
              <a:spcBef>
                <a:spcPts val="600"/>
              </a:spcBef>
              <a:spcAft>
                <a:spcPts val="0"/>
              </a:spcAft>
              <a:buClr>
                <a:schemeClr val="dk1"/>
              </a:buClr>
              <a:buSzPts val="1800"/>
              <a:buChar char="•"/>
              <a:defRPr b="0" i="0">
                <a:latin typeface="Roboto"/>
                <a:ea typeface="Roboto"/>
                <a:cs typeface="Roboto"/>
                <a:sym typeface="Roboto"/>
              </a:defRPr>
            </a:lvl2pPr>
            <a:lvl3pPr marL="1371622" lvl="2" indent="-330205" algn="l" rtl="0">
              <a:spcBef>
                <a:spcPts val="600"/>
              </a:spcBef>
              <a:spcAft>
                <a:spcPts val="0"/>
              </a:spcAft>
              <a:buClr>
                <a:schemeClr val="dk1"/>
              </a:buClr>
              <a:buSzPts val="1600"/>
              <a:buChar char="−"/>
              <a:defRPr b="0" i="0">
                <a:latin typeface="Roboto"/>
                <a:ea typeface="Roboto"/>
                <a:cs typeface="Roboto"/>
                <a:sym typeface="Roboto"/>
              </a:defRPr>
            </a:lvl3pPr>
            <a:lvl4pPr marL="1828831" lvl="3" indent="-317506" algn="l" rtl="0">
              <a:spcBef>
                <a:spcPts val="300"/>
              </a:spcBef>
              <a:spcAft>
                <a:spcPts val="0"/>
              </a:spcAft>
              <a:buClr>
                <a:schemeClr val="dk1"/>
              </a:buClr>
              <a:buSzPts val="1400"/>
              <a:buChar char="•"/>
              <a:defRPr b="0" i="0">
                <a:latin typeface="Roboto"/>
                <a:ea typeface="Roboto"/>
                <a:cs typeface="Roboto"/>
                <a:sym typeface="Roboto"/>
              </a:defRPr>
            </a:lvl4pPr>
            <a:lvl5pPr marL="2286038" lvl="4" indent="-304805" algn="l" rtl="0">
              <a:spcBef>
                <a:spcPts val="300"/>
              </a:spcBef>
              <a:spcAft>
                <a:spcPts val="0"/>
              </a:spcAft>
              <a:buClr>
                <a:schemeClr val="dk1"/>
              </a:buClr>
              <a:buSzPts val="1200"/>
              <a:buChar char="−"/>
              <a:defRPr b="0" i="0">
                <a:latin typeface="Roboto"/>
                <a:ea typeface="Roboto"/>
                <a:cs typeface="Roboto"/>
                <a:sym typeface="Roboto"/>
              </a:defRPr>
            </a:lvl5pPr>
            <a:lvl6pPr marL="2743246" lvl="5" indent="-304805" algn="l" rtl="0">
              <a:spcBef>
                <a:spcPts val="360"/>
              </a:spcBef>
              <a:spcAft>
                <a:spcPts val="0"/>
              </a:spcAft>
              <a:buClr>
                <a:schemeClr val="dk1"/>
              </a:buClr>
              <a:buSzPts val="1200"/>
              <a:buFont typeface="Roboto"/>
              <a:buChar char="•"/>
              <a:defRPr sz="1200">
                <a:latin typeface="Roboto"/>
                <a:ea typeface="Roboto"/>
                <a:cs typeface="Roboto"/>
                <a:sym typeface="Roboto"/>
              </a:defRPr>
            </a:lvl6pPr>
            <a:lvl7pPr marL="3200453" lvl="6" indent="-304805" algn="l" rtl="0">
              <a:spcBef>
                <a:spcPts val="360"/>
              </a:spcBef>
              <a:spcAft>
                <a:spcPts val="0"/>
              </a:spcAft>
              <a:buClr>
                <a:schemeClr val="dk1"/>
              </a:buClr>
              <a:buSzPts val="1200"/>
              <a:buFont typeface="Roboto"/>
              <a:buChar char="•"/>
              <a:defRPr sz="1200">
                <a:latin typeface="Roboto"/>
                <a:ea typeface="Roboto"/>
                <a:cs typeface="Roboto"/>
                <a:sym typeface="Roboto"/>
              </a:defRPr>
            </a:lvl7pPr>
            <a:lvl8pPr marL="3657661" lvl="7" indent="-304805" algn="l" rtl="0">
              <a:spcBef>
                <a:spcPts val="360"/>
              </a:spcBef>
              <a:spcAft>
                <a:spcPts val="0"/>
              </a:spcAft>
              <a:buClr>
                <a:schemeClr val="dk1"/>
              </a:buClr>
              <a:buSzPts val="1200"/>
              <a:buFont typeface="Roboto"/>
              <a:buChar char="•"/>
              <a:defRPr sz="1200">
                <a:latin typeface="Roboto"/>
                <a:ea typeface="Roboto"/>
                <a:cs typeface="Roboto"/>
                <a:sym typeface="Roboto"/>
              </a:defRPr>
            </a:lvl8pPr>
            <a:lvl9pPr marL="4114868" lvl="8" indent="-304805" algn="l" rtl="0">
              <a:spcBef>
                <a:spcPts val="360"/>
              </a:spcBef>
              <a:spcAft>
                <a:spcPts val="0"/>
              </a:spcAft>
              <a:buClr>
                <a:schemeClr val="dk1"/>
              </a:buClr>
              <a:buSzPts val="1200"/>
              <a:buFont typeface="Roboto"/>
              <a:buChar char="•"/>
              <a:defRPr sz="1200">
                <a:latin typeface="Roboto"/>
                <a:ea typeface="Roboto"/>
                <a:cs typeface="Roboto"/>
                <a:sym typeface="Roboto"/>
              </a:defRPr>
            </a:lvl9pPr>
          </a:lstStyle>
          <a:p>
            <a:endParaRPr/>
          </a:p>
        </p:txBody>
      </p:sp>
      <p:pic>
        <p:nvPicPr>
          <p:cNvPr id="614" name="Google Shape;614;p108"/>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615" name="Google Shape;615;p108"/>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chemeClr val="dk1"/>
                </a:solidFill>
                <a:latin typeface="Roboto"/>
                <a:ea typeface="Roboto"/>
                <a:cs typeface="Roboto"/>
                <a:sym typeface="Roboto"/>
              </a:rPr>
              <a:t>Proprietary &amp; Confidential - For Internal Use Only</a:t>
            </a:r>
            <a:endParaRPr sz="1000">
              <a:solidFill>
                <a:schemeClr val="dk1"/>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103.xml><?xml version="1.0" encoding="utf-8"?>
<p:sldLayout xmlns:a="http://schemas.openxmlformats.org/drawingml/2006/main" xmlns:r="http://schemas.openxmlformats.org/officeDocument/2006/relationships" xmlns:p="http://schemas.openxmlformats.org/presentationml/2006/main" matchingName="WHITE 2Col Title | Subhead | Text">
  <p:cSld name="WHITE 2Col Title | Subhead | Text">
    <p:spTree>
      <p:nvGrpSpPr>
        <p:cNvPr id="1" name="Shape 616"/>
        <p:cNvGrpSpPr/>
        <p:nvPr/>
      </p:nvGrpSpPr>
      <p:grpSpPr>
        <a:xfrm>
          <a:off x="0" y="0"/>
          <a:ext cx="0" cy="0"/>
          <a:chOff x="0" y="0"/>
          <a:chExt cx="0" cy="0"/>
        </a:xfrm>
      </p:grpSpPr>
      <p:sp>
        <p:nvSpPr>
          <p:cNvPr id="617" name="Google Shape;617;p109"/>
          <p:cNvSpPr txBox="1">
            <a:spLocks noGrp="1"/>
          </p:cNvSpPr>
          <p:nvPr>
            <p:ph type="title"/>
          </p:nvPr>
        </p:nvSpPr>
        <p:spPr>
          <a:xfrm>
            <a:off x="455617" y="457200"/>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dk1"/>
              </a:buClr>
              <a:buSzPts val="3200"/>
              <a:buFont typeface="Roboto Medium"/>
              <a:buNone/>
              <a:defRPr b="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18" name="Google Shape;618;p109"/>
          <p:cNvSpPr txBox="1">
            <a:spLocks noGrp="1"/>
          </p:cNvSpPr>
          <p:nvPr>
            <p:ph type="subTitle" idx="1"/>
          </p:nvPr>
        </p:nvSpPr>
        <p:spPr>
          <a:xfrm>
            <a:off x="455625" y="868680"/>
            <a:ext cx="7635001" cy="228600"/>
          </a:xfrm>
          <a:prstGeom prst="rect">
            <a:avLst/>
          </a:prstGeom>
        </p:spPr>
        <p:txBody>
          <a:bodyPr spcFirstLastPara="1" wrap="square" lIns="0" tIns="0" rIns="0" bIns="0" anchor="t" anchorCtr="0">
            <a:noAutofit/>
          </a:bodyPr>
          <a:lstStyle>
            <a:lvl1pPr lvl="0" rtl="0">
              <a:spcBef>
                <a:spcPts val="0"/>
              </a:spcBef>
              <a:spcAft>
                <a:spcPts val="0"/>
              </a:spcAft>
              <a:buClr>
                <a:schemeClr val="lt2"/>
              </a:buClr>
              <a:buSzPts val="1600"/>
              <a:buFont typeface="Roboto Medium"/>
              <a:buNone/>
              <a:defRPr sz="1600">
                <a:solidFill>
                  <a:schemeClr val="lt2"/>
                </a:solidFill>
                <a:latin typeface="Roboto Medium"/>
                <a:ea typeface="Roboto Medium"/>
                <a:cs typeface="Roboto Medium"/>
                <a:sym typeface="Roboto Medium"/>
              </a:defRPr>
            </a:lvl1pPr>
            <a:lvl2pPr lvl="1" rtl="0">
              <a:spcBef>
                <a:spcPts val="600"/>
              </a:spcBef>
              <a:spcAft>
                <a:spcPts val="0"/>
              </a:spcAft>
              <a:buSzPts val="1800"/>
              <a:buNone/>
              <a:defRPr/>
            </a:lvl2pPr>
            <a:lvl3pPr lvl="2" rtl="0">
              <a:spcBef>
                <a:spcPts val="600"/>
              </a:spcBef>
              <a:spcAft>
                <a:spcPts val="0"/>
              </a:spcAft>
              <a:buSzPts val="1600"/>
              <a:buNone/>
              <a:defRPr/>
            </a:lvl3pPr>
            <a:lvl4pPr lvl="3" rtl="0">
              <a:spcBef>
                <a:spcPts val="300"/>
              </a:spcBef>
              <a:spcAft>
                <a:spcPts val="0"/>
              </a:spcAft>
              <a:buSzPts val="1400"/>
              <a:buNone/>
              <a:defRPr/>
            </a:lvl4pPr>
            <a:lvl5pPr lvl="4" rtl="0">
              <a:spcBef>
                <a:spcPts val="300"/>
              </a:spcBef>
              <a:spcAft>
                <a:spcPts val="0"/>
              </a:spcAft>
              <a:buSzPts val="1200"/>
              <a:buNone/>
              <a:defRPr/>
            </a:lvl5pPr>
            <a:lvl6pPr lvl="5" rtl="0">
              <a:spcBef>
                <a:spcPts val="533"/>
              </a:spcBef>
              <a:spcAft>
                <a:spcPts val="0"/>
              </a:spcAft>
              <a:buSzPts val="2666"/>
              <a:buNone/>
              <a:defRPr/>
            </a:lvl6pPr>
            <a:lvl7pPr lvl="6" rtl="0">
              <a:spcBef>
                <a:spcPts val="533"/>
              </a:spcBef>
              <a:spcAft>
                <a:spcPts val="0"/>
              </a:spcAft>
              <a:buSzPts val="2666"/>
              <a:buNone/>
              <a:defRPr/>
            </a:lvl7pPr>
            <a:lvl8pPr lvl="7" rtl="0">
              <a:spcBef>
                <a:spcPts val="533"/>
              </a:spcBef>
              <a:spcAft>
                <a:spcPts val="0"/>
              </a:spcAft>
              <a:buSzPts val="2666"/>
              <a:buNone/>
              <a:defRPr/>
            </a:lvl8pPr>
            <a:lvl9pPr lvl="8" rtl="0">
              <a:spcBef>
                <a:spcPts val="533"/>
              </a:spcBef>
              <a:spcAft>
                <a:spcPts val="0"/>
              </a:spcAft>
              <a:buSzPts val="2666"/>
              <a:buNone/>
              <a:defRPr/>
            </a:lvl9pPr>
          </a:lstStyle>
          <a:p>
            <a:endParaRPr/>
          </a:p>
        </p:txBody>
      </p:sp>
      <p:sp>
        <p:nvSpPr>
          <p:cNvPr id="619" name="Google Shape;619;p109"/>
          <p:cNvSpPr txBox="1">
            <a:spLocks noGrp="1"/>
          </p:cNvSpPr>
          <p:nvPr>
            <p:ph type="body" idx="2"/>
          </p:nvPr>
        </p:nvSpPr>
        <p:spPr>
          <a:xfrm>
            <a:off x="455625"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rtl="0">
              <a:spcBef>
                <a:spcPts val="600"/>
              </a:spcBef>
              <a:spcAft>
                <a:spcPts val="0"/>
              </a:spcAft>
              <a:buClr>
                <a:schemeClr val="dk1"/>
              </a:buClr>
              <a:buSzPts val="1800"/>
              <a:buChar char="•"/>
              <a:defRPr b="0" i="0">
                <a:latin typeface="Roboto"/>
                <a:ea typeface="Roboto"/>
                <a:cs typeface="Roboto"/>
                <a:sym typeface="Roboto"/>
              </a:defRPr>
            </a:lvl2pPr>
            <a:lvl3pPr marL="1371622" lvl="2" indent="-330205" algn="l" rtl="0">
              <a:spcBef>
                <a:spcPts val="600"/>
              </a:spcBef>
              <a:spcAft>
                <a:spcPts val="0"/>
              </a:spcAft>
              <a:buClr>
                <a:schemeClr val="dk1"/>
              </a:buClr>
              <a:buSzPts val="1600"/>
              <a:buChar char="−"/>
              <a:defRPr b="0" i="0">
                <a:latin typeface="Roboto"/>
                <a:ea typeface="Roboto"/>
                <a:cs typeface="Roboto"/>
                <a:sym typeface="Roboto"/>
              </a:defRPr>
            </a:lvl3pPr>
            <a:lvl4pPr marL="1828831" lvl="3" indent="-317506" algn="l" rtl="0">
              <a:spcBef>
                <a:spcPts val="300"/>
              </a:spcBef>
              <a:spcAft>
                <a:spcPts val="0"/>
              </a:spcAft>
              <a:buClr>
                <a:schemeClr val="dk1"/>
              </a:buClr>
              <a:buSzPts val="1400"/>
              <a:buChar char="•"/>
              <a:defRPr b="0" i="0">
                <a:latin typeface="Roboto"/>
                <a:ea typeface="Roboto"/>
                <a:cs typeface="Roboto"/>
                <a:sym typeface="Roboto"/>
              </a:defRPr>
            </a:lvl4pPr>
            <a:lvl5pPr marL="2286038" lvl="4" indent="-304805" algn="l" rtl="0">
              <a:spcBef>
                <a:spcPts val="300"/>
              </a:spcBef>
              <a:spcAft>
                <a:spcPts val="0"/>
              </a:spcAft>
              <a:buClr>
                <a:schemeClr val="dk1"/>
              </a:buClr>
              <a:buSzPts val="1200"/>
              <a:buChar char="−"/>
              <a:defRPr b="0" i="0">
                <a:latin typeface="Roboto"/>
                <a:ea typeface="Roboto"/>
                <a:cs typeface="Roboto"/>
                <a:sym typeface="Roboto"/>
              </a:defRPr>
            </a:lvl5pPr>
            <a:lvl6pPr marL="2743246" lvl="5" indent="-304805" algn="l" rtl="0">
              <a:spcBef>
                <a:spcPts val="360"/>
              </a:spcBef>
              <a:spcAft>
                <a:spcPts val="0"/>
              </a:spcAft>
              <a:buClr>
                <a:schemeClr val="dk1"/>
              </a:buClr>
              <a:buSzPts val="1200"/>
              <a:buFont typeface="Roboto"/>
              <a:buChar char="•"/>
              <a:defRPr sz="1200">
                <a:latin typeface="Roboto"/>
                <a:ea typeface="Roboto"/>
                <a:cs typeface="Roboto"/>
                <a:sym typeface="Roboto"/>
              </a:defRPr>
            </a:lvl6pPr>
            <a:lvl7pPr marL="3200453" lvl="6" indent="-304805" algn="l" rtl="0">
              <a:spcBef>
                <a:spcPts val="360"/>
              </a:spcBef>
              <a:spcAft>
                <a:spcPts val="0"/>
              </a:spcAft>
              <a:buClr>
                <a:schemeClr val="dk1"/>
              </a:buClr>
              <a:buSzPts val="1200"/>
              <a:buFont typeface="Roboto"/>
              <a:buChar char="•"/>
              <a:defRPr sz="1200">
                <a:latin typeface="Roboto"/>
                <a:ea typeface="Roboto"/>
                <a:cs typeface="Roboto"/>
                <a:sym typeface="Roboto"/>
              </a:defRPr>
            </a:lvl7pPr>
            <a:lvl8pPr marL="3657661" lvl="7" indent="-304805" algn="l" rtl="0">
              <a:spcBef>
                <a:spcPts val="360"/>
              </a:spcBef>
              <a:spcAft>
                <a:spcPts val="0"/>
              </a:spcAft>
              <a:buClr>
                <a:schemeClr val="dk1"/>
              </a:buClr>
              <a:buSzPts val="1200"/>
              <a:buFont typeface="Roboto"/>
              <a:buChar char="•"/>
              <a:defRPr sz="1200">
                <a:latin typeface="Roboto"/>
                <a:ea typeface="Roboto"/>
                <a:cs typeface="Roboto"/>
                <a:sym typeface="Roboto"/>
              </a:defRPr>
            </a:lvl8pPr>
            <a:lvl9pPr marL="4114868" lvl="8" indent="-304805" algn="l" rtl="0">
              <a:spcBef>
                <a:spcPts val="360"/>
              </a:spcBef>
              <a:spcAft>
                <a:spcPts val="0"/>
              </a:spcAft>
              <a:buClr>
                <a:schemeClr val="dk1"/>
              </a:buClr>
              <a:buSzPts val="1200"/>
              <a:buFont typeface="Roboto"/>
              <a:buChar char="•"/>
              <a:defRPr sz="1200">
                <a:latin typeface="Roboto"/>
                <a:ea typeface="Roboto"/>
                <a:cs typeface="Roboto"/>
                <a:sym typeface="Roboto"/>
              </a:defRPr>
            </a:lvl9pPr>
          </a:lstStyle>
          <a:p>
            <a:endParaRPr/>
          </a:p>
        </p:txBody>
      </p:sp>
      <p:sp>
        <p:nvSpPr>
          <p:cNvPr id="620" name="Google Shape;620;p109"/>
          <p:cNvSpPr txBox="1">
            <a:spLocks noGrp="1"/>
          </p:cNvSpPr>
          <p:nvPr>
            <p:ph type="body" idx="3"/>
          </p:nvPr>
        </p:nvSpPr>
        <p:spPr>
          <a:xfrm>
            <a:off x="6246950"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rtl="0">
              <a:spcBef>
                <a:spcPts val="600"/>
              </a:spcBef>
              <a:spcAft>
                <a:spcPts val="0"/>
              </a:spcAft>
              <a:buClr>
                <a:schemeClr val="dk1"/>
              </a:buClr>
              <a:buSzPts val="1800"/>
              <a:buChar char="•"/>
              <a:defRPr b="0" i="0">
                <a:latin typeface="Roboto"/>
                <a:ea typeface="Roboto"/>
                <a:cs typeface="Roboto"/>
                <a:sym typeface="Roboto"/>
              </a:defRPr>
            </a:lvl2pPr>
            <a:lvl3pPr marL="1371622" lvl="2" indent="-330205" algn="l" rtl="0">
              <a:spcBef>
                <a:spcPts val="600"/>
              </a:spcBef>
              <a:spcAft>
                <a:spcPts val="0"/>
              </a:spcAft>
              <a:buClr>
                <a:schemeClr val="dk1"/>
              </a:buClr>
              <a:buSzPts val="1600"/>
              <a:buChar char="−"/>
              <a:defRPr b="0" i="0">
                <a:latin typeface="Roboto"/>
                <a:ea typeface="Roboto"/>
                <a:cs typeface="Roboto"/>
                <a:sym typeface="Roboto"/>
              </a:defRPr>
            </a:lvl3pPr>
            <a:lvl4pPr marL="1828831" lvl="3" indent="-317506" algn="l" rtl="0">
              <a:spcBef>
                <a:spcPts val="300"/>
              </a:spcBef>
              <a:spcAft>
                <a:spcPts val="0"/>
              </a:spcAft>
              <a:buClr>
                <a:schemeClr val="dk1"/>
              </a:buClr>
              <a:buSzPts val="1400"/>
              <a:buChar char="•"/>
              <a:defRPr b="0" i="0">
                <a:latin typeface="Roboto"/>
                <a:ea typeface="Roboto"/>
                <a:cs typeface="Roboto"/>
                <a:sym typeface="Roboto"/>
              </a:defRPr>
            </a:lvl4pPr>
            <a:lvl5pPr marL="2286038" lvl="4" indent="-304805" algn="l" rtl="0">
              <a:spcBef>
                <a:spcPts val="300"/>
              </a:spcBef>
              <a:spcAft>
                <a:spcPts val="0"/>
              </a:spcAft>
              <a:buClr>
                <a:schemeClr val="dk1"/>
              </a:buClr>
              <a:buSzPts val="1200"/>
              <a:buChar char="−"/>
              <a:defRPr b="0" i="0">
                <a:latin typeface="Roboto"/>
                <a:ea typeface="Roboto"/>
                <a:cs typeface="Roboto"/>
                <a:sym typeface="Roboto"/>
              </a:defRPr>
            </a:lvl5pPr>
            <a:lvl6pPr marL="2743246" lvl="5" indent="-304805" algn="l" rtl="0">
              <a:spcBef>
                <a:spcPts val="360"/>
              </a:spcBef>
              <a:spcAft>
                <a:spcPts val="0"/>
              </a:spcAft>
              <a:buClr>
                <a:schemeClr val="dk1"/>
              </a:buClr>
              <a:buSzPts val="1200"/>
              <a:buFont typeface="Roboto"/>
              <a:buChar char="•"/>
              <a:defRPr sz="1200">
                <a:latin typeface="Roboto"/>
                <a:ea typeface="Roboto"/>
                <a:cs typeface="Roboto"/>
                <a:sym typeface="Roboto"/>
              </a:defRPr>
            </a:lvl6pPr>
            <a:lvl7pPr marL="3200453" lvl="6" indent="-304805" algn="l" rtl="0">
              <a:spcBef>
                <a:spcPts val="360"/>
              </a:spcBef>
              <a:spcAft>
                <a:spcPts val="0"/>
              </a:spcAft>
              <a:buClr>
                <a:schemeClr val="dk1"/>
              </a:buClr>
              <a:buSzPts val="1200"/>
              <a:buFont typeface="Roboto"/>
              <a:buChar char="•"/>
              <a:defRPr sz="1200">
                <a:latin typeface="Roboto"/>
                <a:ea typeface="Roboto"/>
                <a:cs typeface="Roboto"/>
                <a:sym typeface="Roboto"/>
              </a:defRPr>
            </a:lvl7pPr>
            <a:lvl8pPr marL="3657661" lvl="7" indent="-304805" algn="l" rtl="0">
              <a:spcBef>
                <a:spcPts val="360"/>
              </a:spcBef>
              <a:spcAft>
                <a:spcPts val="0"/>
              </a:spcAft>
              <a:buClr>
                <a:schemeClr val="dk1"/>
              </a:buClr>
              <a:buSzPts val="1200"/>
              <a:buFont typeface="Roboto"/>
              <a:buChar char="•"/>
              <a:defRPr sz="1200">
                <a:latin typeface="Roboto"/>
                <a:ea typeface="Roboto"/>
                <a:cs typeface="Roboto"/>
                <a:sym typeface="Roboto"/>
              </a:defRPr>
            </a:lvl8pPr>
            <a:lvl9pPr marL="4114868" lvl="8" indent="-304805" algn="l" rtl="0">
              <a:spcBef>
                <a:spcPts val="360"/>
              </a:spcBef>
              <a:spcAft>
                <a:spcPts val="0"/>
              </a:spcAft>
              <a:buClr>
                <a:schemeClr val="dk1"/>
              </a:buClr>
              <a:buSzPts val="1200"/>
              <a:buFont typeface="Roboto"/>
              <a:buChar char="•"/>
              <a:defRPr sz="1200">
                <a:latin typeface="Roboto"/>
                <a:ea typeface="Roboto"/>
                <a:cs typeface="Roboto"/>
                <a:sym typeface="Roboto"/>
              </a:defRPr>
            </a:lvl9pPr>
          </a:lstStyle>
          <a:p>
            <a:endParaRPr/>
          </a:p>
        </p:txBody>
      </p:sp>
      <p:sp>
        <p:nvSpPr>
          <p:cNvPr id="621" name="Google Shape;621;p109"/>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rgbClr val="000000"/>
                </a:solidFill>
              </a:defRPr>
            </a:lvl1pPr>
            <a:lvl2pPr lvl="1" rtl="0">
              <a:buNone/>
              <a:defRPr sz="1000">
                <a:solidFill>
                  <a:srgbClr val="000000"/>
                </a:solidFill>
              </a:defRPr>
            </a:lvl2pPr>
            <a:lvl3pPr lvl="2" rtl="0">
              <a:buNone/>
              <a:defRPr sz="1000">
                <a:solidFill>
                  <a:srgbClr val="000000"/>
                </a:solidFill>
              </a:defRPr>
            </a:lvl3pPr>
            <a:lvl4pPr lvl="3" rtl="0">
              <a:buNone/>
              <a:defRPr sz="1000">
                <a:solidFill>
                  <a:srgbClr val="000000"/>
                </a:solidFill>
              </a:defRPr>
            </a:lvl4pPr>
            <a:lvl5pPr lvl="4" rtl="0">
              <a:buNone/>
              <a:defRPr sz="1000">
                <a:solidFill>
                  <a:srgbClr val="000000"/>
                </a:solidFill>
              </a:defRPr>
            </a:lvl5pPr>
            <a:lvl6pPr lvl="5" rtl="0">
              <a:buNone/>
              <a:defRPr sz="1000">
                <a:solidFill>
                  <a:srgbClr val="000000"/>
                </a:solidFill>
              </a:defRPr>
            </a:lvl6pPr>
            <a:lvl7pPr lvl="6" rtl="0">
              <a:buNone/>
              <a:defRPr sz="1000">
                <a:solidFill>
                  <a:srgbClr val="000000"/>
                </a:solidFill>
              </a:defRPr>
            </a:lvl7pPr>
            <a:lvl8pPr lvl="7" rtl="0">
              <a:buNone/>
              <a:defRPr sz="1000">
                <a:solidFill>
                  <a:srgbClr val="000000"/>
                </a:solidFill>
              </a:defRPr>
            </a:lvl8pPr>
            <a:lvl9pPr lvl="8" rtl="0">
              <a:buNone/>
              <a:defRPr sz="1000">
                <a:solidFill>
                  <a:srgbClr val="000000"/>
                </a:solidFill>
              </a:defRPr>
            </a:lvl9pPr>
          </a:lstStyle>
          <a:p>
            <a:fld id="{00000000-1234-1234-1234-123412341234}" type="slidenum">
              <a:rPr lang="en" smtClean="0"/>
              <a:pPr/>
              <a:t>‹#›</a:t>
            </a:fld>
            <a:endParaRPr lang="en"/>
          </a:p>
        </p:txBody>
      </p:sp>
      <p:pic>
        <p:nvPicPr>
          <p:cNvPr id="622" name="Google Shape;622;p109"/>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623" name="Google Shape;623;p109"/>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chemeClr val="dk1"/>
                </a:solidFill>
                <a:latin typeface="Roboto"/>
                <a:ea typeface="Roboto"/>
                <a:cs typeface="Roboto"/>
                <a:sym typeface="Roboto"/>
              </a:rPr>
              <a:t>Proprietary &amp; Confidential - For Internal Use Only</a:t>
            </a:r>
            <a:endParaRPr sz="1000">
              <a:solidFill>
                <a:schemeClr val="dk1"/>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104.xml><?xml version="1.0" encoding="utf-8"?>
<p:sldLayout xmlns:a="http://schemas.openxmlformats.org/drawingml/2006/main" xmlns:r="http://schemas.openxmlformats.org/officeDocument/2006/relationships" xmlns:p="http://schemas.openxmlformats.org/presentationml/2006/main" matchingName="WHITE Title | Subhead | Text | Image">
  <p:cSld name="WHITE Title | Subhead | Text | Image">
    <p:spTree>
      <p:nvGrpSpPr>
        <p:cNvPr id="1" name="Shape 624"/>
        <p:cNvGrpSpPr/>
        <p:nvPr/>
      </p:nvGrpSpPr>
      <p:grpSpPr>
        <a:xfrm>
          <a:off x="0" y="0"/>
          <a:ext cx="0" cy="0"/>
          <a:chOff x="0" y="0"/>
          <a:chExt cx="0" cy="0"/>
        </a:xfrm>
      </p:grpSpPr>
      <p:sp>
        <p:nvSpPr>
          <p:cNvPr id="625" name="Google Shape;625;p110"/>
          <p:cNvSpPr txBox="1">
            <a:spLocks noGrp="1"/>
          </p:cNvSpPr>
          <p:nvPr>
            <p:ph type="title"/>
          </p:nvPr>
        </p:nvSpPr>
        <p:spPr>
          <a:xfrm>
            <a:off x="455617" y="457200"/>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dk1"/>
              </a:buClr>
              <a:buSzPts val="3200"/>
              <a:buFont typeface="Roboto Medium"/>
              <a:buNone/>
              <a:defRPr b="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26" name="Google Shape;626;p110"/>
          <p:cNvSpPr>
            <a:spLocks noGrp="1"/>
          </p:cNvSpPr>
          <p:nvPr>
            <p:ph type="pic" idx="2"/>
          </p:nvPr>
        </p:nvSpPr>
        <p:spPr>
          <a:xfrm>
            <a:off x="7389889" y="1371600"/>
            <a:ext cx="4343401" cy="4572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627" name="Google Shape;627;p110"/>
          <p:cNvSpPr txBox="1">
            <a:spLocks noGrp="1"/>
          </p:cNvSpPr>
          <p:nvPr>
            <p:ph type="subTitle" idx="1"/>
          </p:nvPr>
        </p:nvSpPr>
        <p:spPr>
          <a:xfrm>
            <a:off x="455625" y="868680"/>
            <a:ext cx="7635001" cy="228600"/>
          </a:xfrm>
          <a:prstGeom prst="rect">
            <a:avLst/>
          </a:prstGeom>
        </p:spPr>
        <p:txBody>
          <a:bodyPr spcFirstLastPara="1" wrap="square" lIns="0" tIns="0" rIns="0" bIns="0" anchor="t" anchorCtr="0">
            <a:noAutofit/>
          </a:bodyPr>
          <a:lstStyle>
            <a:lvl1pPr lvl="0" rtl="0">
              <a:spcBef>
                <a:spcPts val="0"/>
              </a:spcBef>
              <a:spcAft>
                <a:spcPts val="0"/>
              </a:spcAft>
              <a:buClr>
                <a:schemeClr val="lt2"/>
              </a:buClr>
              <a:buSzPts val="1600"/>
              <a:buFont typeface="Roboto Medium"/>
              <a:buNone/>
              <a:defRPr sz="1600">
                <a:solidFill>
                  <a:schemeClr val="lt2"/>
                </a:solidFill>
                <a:latin typeface="Roboto Medium"/>
                <a:ea typeface="Roboto Medium"/>
                <a:cs typeface="Roboto Medium"/>
                <a:sym typeface="Roboto Medium"/>
              </a:defRPr>
            </a:lvl1pPr>
            <a:lvl2pPr lvl="1" rtl="0">
              <a:spcBef>
                <a:spcPts val="600"/>
              </a:spcBef>
              <a:spcAft>
                <a:spcPts val="0"/>
              </a:spcAft>
              <a:buSzPts val="1800"/>
              <a:buNone/>
              <a:defRPr/>
            </a:lvl2pPr>
            <a:lvl3pPr lvl="2" rtl="0">
              <a:spcBef>
                <a:spcPts val="600"/>
              </a:spcBef>
              <a:spcAft>
                <a:spcPts val="0"/>
              </a:spcAft>
              <a:buSzPts val="1600"/>
              <a:buNone/>
              <a:defRPr/>
            </a:lvl3pPr>
            <a:lvl4pPr lvl="3" rtl="0">
              <a:spcBef>
                <a:spcPts val="300"/>
              </a:spcBef>
              <a:spcAft>
                <a:spcPts val="0"/>
              </a:spcAft>
              <a:buSzPts val="1400"/>
              <a:buNone/>
              <a:defRPr/>
            </a:lvl4pPr>
            <a:lvl5pPr lvl="4" rtl="0">
              <a:spcBef>
                <a:spcPts val="300"/>
              </a:spcBef>
              <a:spcAft>
                <a:spcPts val="0"/>
              </a:spcAft>
              <a:buSzPts val="1200"/>
              <a:buNone/>
              <a:defRPr/>
            </a:lvl5pPr>
            <a:lvl6pPr lvl="5" rtl="0">
              <a:spcBef>
                <a:spcPts val="533"/>
              </a:spcBef>
              <a:spcAft>
                <a:spcPts val="0"/>
              </a:spcAft>
              <a:buSzPts val="2666"/>
              <a:buNone/>
              <a:defRPr/>
            </a:lvl6pPr>
            <a:lvl7pPr lvl="6" rtl="0">
              <a:spcBef>
                <a:spcPts val="533"/>
              </a:spcBef>
              <a:spcAft>
                <a:spcPts val="0"/>
              </a:spcAft>
              <a:buSzPts val="2666"/>
              <a:buNone/>
              <a:defRPr/>
            </a:lvl7pPr>
            <a:lvl8pPr lvl="7" rtl="0">
              <a:spcBef>
                <a:spcPts val="533"/>
              </a:spcBef>
              <a:spcAft>
                <a:spcPts val="0"/>
              </a:spcAft>
              <a:buSzPts val="2666"/>
              <a:buNone/>
              <a:defRPr/>
            </a:lvl8pPr>
            <a:lvl9pPr lvl="8" rtl="0">
              <a:spcBef>
                <a:spcPts val="533"/>
              </a:spcBef>
              <a:spcAft>
                <a:spcPts val="0"/>
              </a:spcAft>
              <a:buSzPts val="2666"/>
              <a:buNone/>
              <a:defRPr/>
            </a:lvl9pPr>
          </a:lstStyle>
          <a:p>
            <a:endParaRPr/>
          </a:p>
        </p:txBody>
      </p:sp>
      <p:sp>
        <p:nvSpPr>
          <p:cNvPr id="628" name="Google Shape;628;p110"/>
          <p:cNvSpPr txBox="1">
            <a:spLocks noGrp="1"/>
          </p:cNvSpPr>
          <p:nvPr>
            <p:ph type="body" idx="3"/>
          </p:nvPr>
        </p:nvSpPr>
        <p:spPr>
          <a:xfrm>
            <a:off x="455625"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rtl="0">
              <a:spcBef>
                <a:spcPts val="600"/>
              </a:spcBef>
              <a:spcAft>
                <a:spcPts val="0"/>
              </a:spcAft>
              <a:buClr>
                <a:schemeClr val="dk1"/>
              </a:buClr>
              <a:buSzPts val="1800"/>
              <a:buChar char="•"/>
              <a:defRPr b="0" i="0">
                <a:latin typeface="Roboto"/>
                <a:ea typeface="Roboto"/>
                <a:cs typeface="Roboto"/>
                <a:sym typeface="Roboto"/>
              </a:defRPr>
            </a:lvl2pPr>
            <a:lvl3pPr marL="1371622" lvl="2" indent="-330205" algn="l" rtl="0">
              <a:spcBef>
                <a:spcPts val="600"/>
              </a:spcBef>
              <a:spcAft>
                <a:spcPts val="0"/>
              </a:spcAft>
              <a:buClr>
                <a:schemeClr val="dk1"/>
              </a:buClr>
              <a:buSzPts val="1600"/>
              <a:buChar char="−"/>
              <a:defRPr b="0" i="0">
                <a:latin typeface="Roboto"/>
                <a:ea typeface="Roboto"/>
                <a:cs typeface="Roboto"/>
                <a:sym typeface="Roboto"/>
              </a:defRPr>
            </a:lvl3pPr>
            <a:lvl4pPr marL="1828831" lvl="3" indent="-317506" algn="l" rtl="0">
              <a:spcBef>
                <a:spcPts val="300"/>
              </a:spcBef>
              <a:spcAft>
                <a:spcPts val="0"/>
              </a:spcAft>
              <a:buClr>
                <a:schemeClr val="dk1"/>
              </a:buClr>
              <a:buSzPts val="1400"/>
              <a:buChar char="•"/>
              <a:defRPr b="0" i="0">
                <a:latin typeface="Roboto"/>
                <a:ea typeface="Roboto"/>
                <a:cs typeface="Roboto"/>
                <a:sym typeface="Roboto"/>
              </a:defRPr>
            </a:lvl4pPr>
            <a:lvl5pPr marL="2286038" lvl="4" indent="-304805" algn="l" rtl="0">
              <a:spcBef>
                <a:spcPts val="300"/>
              </a:spcBef>
              <a:spcAft>
                <a:spcPts val="0"/>
              </a:spcAft>
              <a:buClr>
                <a:schemeClr val="dk1"/>
              </a:buClr>
              <a:buSzPts val="1200"/>
              <a:buChar char="−"/>
              <a:defRPr b="0" i="0">
                <a:latin typeface="Roboto"/>
                <a:ea typeface="Roboto"/>
                <a:cs typeface="Roboto"/>
                <a:sym typeface="Roboto"/>
              </a:defRPr>
            </a:lvl5pPr>
            <a:lvl6pPr marL="2743246" lvl="5" indent="-304805" algn="l" rtl="0">
              <a:spcBef>
                <a:spcPts val="360"/>
              </a:spcBef>
              <a:spcAft>
                <a:spcPts val="0"/>
              </a:spcAft>
              <a:buClr>
                <a:schemeClr val="dk1"/>
              </a:buClr>
              <a:buSzPts val="1200"/>
              <a:buFont typeface="Roboto"/>
              <a:buChar char="•"/>
              <a:defRPr sz="1200">
                <a:latin typeface="Roboto"/>
                <a:ea typeface="Roboto"/>
                <a:cs typeface="Roboto"/>
                <a:sym typeface="Roboto"/>
              </a:defRPr>
            </a:lvl6pPr>
            <a:lvl7pPr marL="3200453" lvl="6" indent="-304805" algn="l" rtl="0">
              <a:spcBef>
                <a:spcPts val="360"/>
              </a:spcBef>
              <a:spcAft>
                <a:spcPts val="0"/>
              </a:spcAft>
              <a:buClr>
                <a:schemeClr val="dk1"/>
              </a:buClr>
              <a:buSzPts val="1200"/>
              <a:buFont typeface="Roboto"/>
              <a:buChar char="•"/>
              <a:defRPr sz="1200">
                <a:latin typeface="Roboto"/>
                <a:ea typeface="Roboto"/>
                <a:cs typeface="Roboto"/>
                <a:sym typeface="Roboto"/>
              </a:defRPr>
            </a:lvl7pPr>
            <a:lvl8pPr marL="3657661" lvl="7" indent="-304805" algn="l" rtl="0">
              <a:spcBef>
                <a:spcPts val="360"/>
              </a:spcBef>
              <a:spcAft>
                <a:spcPts val="0"/>
              </a:spcAft>
              <a:buClr>
                <a:schemeClr val="dk1"/>
              </a:buClr>
              <a:buSzPts val="1200"/>
              <a:buFont typeface="Roboto"/>
              <a:buChar char="•"/>
              <a:defRPr sz="1200">
                <a:latin typeface="Roboto"/>
                <a:ea typeface="Roboto"/>
                <a:cs typeface="Roboto"/>
                <a:sym typeface="Roboto"/>
              </a:defRPr>
            </a:lvl8pPr>
            <a:lvl9pPr marL="4114868" lvl="8" indent="-304805" algn="l" rtl="0">
              <a:spcBef>
                <a:spcPts val="360"/>
              </a:spcBef>
              <a:spcAft>
                <a:spcPts val="0"/>
              </a:spcAft>
              <a:buClr>
                <a:schemeClr val="dk1"/>
              </a:buClr>
              <a:buSzPts val="1200"/>
              <a:buFont typeface="Roboto"/>
              <a:buChar char="•"/>
              <a:defRPr sz="1200">
                <a:latin typeface="Roboto"/>
                <a:ea typeface="Roboto"/>
                <a:cs typeface="Roboto"/>
                <a:sym typeface="Roboto"/>
              </a:defRPr>
            </a:lvl9pPr>
          </a:lstStyle>
          <a:p>
            <a:endParaRPr/>
          </a:p>
        </p:txBody>
      </p:sp>
      <p:sp>
        <p:nvSpPr>
          <p:cNvPr id="629" name="Google Shape;629;p110"/>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rgbClr val="000000"/>
                </a:solidFill>
              </a:defRPr>
            </a:lvl1pPr>
            <a:lvl2pPr lvl="1" rtl="0">
              <a:buNone/>
              <a:defRPr sz="1000">
                <a:solidFill>
                  <a:srgbClr val="000000"/>
                </a:solidFill>
              </a:defRPr>
            </a:lvl2pPr>
            <a:lvl3pPr lvl="2" rtl="0">
              <a:buNone/>
              <a:defRPr sz="1000">
                <a:solidFill>
                  <a:srgbClr val="000000"/>
                </a:solidFill>
              </a:defRPr>
            </a:lvl3pPr>
            <a:lvl4pPr lvl="3" rtl="0">
              <a:buNone/>
              <a:defRPr sz="1000">
                <a:solidFill>
                  <a:srgbClr val="000000"/>
                </a:solidFill>
              </a:defRPr>
            </a:lvl4pPr>
            <a:lvl5pPr lvl="4" rtl="0">
              <a:buNone/>
              <a:defRPr sz="1000">
                <a:solidFill>
                  <a:srgbClr val="000000"/>
                </a:solidFill>
              </a:defRPr>
            </a:lvl5pPr>
            <a:lvl6pPr lvl="5" rtl="0">
              <a:buNone/>
              <a:defRPr sz="1000">
                <a:solidFill>
                  <a:srgbClr val="000000"/>
                </a:solidFill>
              </a:defRPr>
            </a:lvl6pPr>
            <a:lvl7pPr lvl="6" rtl="0">
              <a:buNone/>
              <a:defRPr sz="1000">
                <a:solidFill>
                  <a:srgbClr val="000000"/>
                </a:solidFill>
              </a:defRPr>
            </a:lvl7pPr>
            <a:lvl8pPr lvl="7" rtl="0">
              <a:buNone/>
              <a:defRPr sz="1000">
                <a:solidFill>
                  <a:srgbClr val="000000"/>
                </a:solidFill>
              </a:defRPr>
            </a:lvl8pPr>
            <a:lvl9pPr lvl="8" rtl="0">
              <a:buNone/>
              <a:defRPr sz="1000">
                <a:solidFill>
                  <a:srgbClr val="000000"/>
                </a:solidFill>
              </a:defRPr>
            </a:lvl9pPr>
          </a:lstStyle>
          <a:p>
            <a:fld id="{00000000-1234-1234-1234-123412341234}" type="slidenum">
              <a:rPr lang="en" smtClean="0"/>
              <a:pPr/>
              <a:t>‹#›</a:t>
            </a:fld>
            <a:endParaRPr lang="en"/>
          </a:p>
        </p:txBody>
      </p:sp>
      <p:pic>
        <p:nvPicPr>
          <p:cNvPr id="630" name="Google Shape;630;p110"/>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631" name="Google Shape;631;p110"/>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chemeClr val="dk1"/>
                </a:solidFill>
                <a:latin typeface="Roboto"/>
                <a:ea typeface="Roboto"/>
                <a:cs typeface="Roboto"/>
                <a:sym typeface="Roboto"/>
              </a:rPr>
              <a:t>Proprietary &amp; Confidential - For Internal Use Only</a:t>
            </a:r>
            <a:endParaRPr sz="1000">
              <a:solidFill>
                <a:schemeClr val="dk1"/>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105.xml><?xml version="1.0" encoding="utf-8"?>
<p:sldLayout xmlns:a="http://schemas.openxmlformats.org/drawingml/2006/main" xmlns:r="http://schemas.openxmlformats.org/officeDocument/2006/relationships" xmlns:p="http://schemas.openxmlformats.org/presentationml/2006/main" matchingName="WHITE Title | Subhead | Text | HP Image">
  <p:cSld name="WHITE Title | Subhead | Text | HP Image">
    <p:spTree>
      <p:nvGrpSpPr>
        <p:cNvPr id="1" name="Shape 632"/>
        <p:cNvGrpSpPr/>
        <p:nvPr/>
      </p:nvGrpSpPr>
      <p:grpSpPr>
        <a:xfrm>
          <a:off x="0" y="0"/>
          <a:ext cx="0" cy="0"/>
          <a:chOff x="0" y="0"/>
          <a:chExt cx="0" cy="0"/>
        </a:xfrm>
      </p:grpSpPr>
      <p:sp>
        <p:nvSpPr>
          <p:cNvPr id="633" name="Google Shape;633;p111"/>
          <p:cNvSpPr>
            <a:spLocks noGrp="1"/>
          </p:cNvSpPr>
          <p:nvPr>
            <p:ph type="pic" idx="2"/>
          </p:nvPr>
        </p:nvSpPr>
        <p:spPr>
          <a:xfrm>
            <a:off x="6094473" y="0"/>
            <a:ext cx="6094500"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634" name="Google Shape;634;p111"/>
          <p:cNvSpPr txBox="1">
            <a:spLocks noGrp="1"/>
          </p:cNvSpPr>
          <p:nvPr>
            <p:ph type="title"/>
          </p:nvPr>
        </p:nvSpPr>
        <p:spPr>
          <a:xfrm>
            <a:off x="455618" y="457200"/>
            <a:ext cx="5029201"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dk1"/>
              </a:buClr>
              <a:buSzPts val="3200"/>
              <a:buFont typeface="Roboto Medium"/>
              <a:buNone/>
              <a:defRPr b="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35" name="Google Shape;635;p111"/>
          <p:cNvSpPr txBox="1">
            <a:spLocks noGrp="1"/>
          </p:cNvSpPr>
          <p:nvPr>
            <p:ph type="subTitle" idx="1"/>
          </p:nvPr>
        </p:nvSpPr>
        <p:spPr>
          <a:xfrm>
            <a:off x="455626" y="1280160"/>
            <a:ext cx="5029201" cy="228600"/>
          </a:xfrm>
          <a:prstGeom prst="rect">
            <a:avLst/>
          </a:prstGeom>
        </p:spPr>
        <p:txBody>
          <a:bodyPr spcFirstLastPara="1" wrap="square" lIns="0" tIns="0" rIns="0" bIns="0" anchor="t" anchorCtr="0">
            <a:noAutofit/>
          </a:bodyPr>
          <a:lstStyle>
            <a:lvl1pPr lvl="0" rtl="0">
              <a:spcBef>
                <a:spcPts val="0"/>
              </a:spcBef>
              <a:spcAft>
                <a:spcPts val="0"/>
              </a:spcAft>
              <a:buClr>
                <a:schemeClr val="lt2"/>
              </a:buClr>
              <a:buSzPts val="1600"/>
              <a:buFont typeface="Roboto Medium"/>
              <a:buNone/>
              <a:defRPr sz="1600">
                <a:solidFill>
                  <a:schemeClr val="lt2"/>
                </a:solidFill>
                <a:latin typeface="Roboto Medium"/>
                <a:ea typeface="Roboto Medium"/>
                <a:cs typeface="Roboto Medium"/>
                <a:sym typeface="Roboto Medium"/>
              </a:defRPr>
            </a:lvl1pPr>
            <a:lvl2pPr lvl="1" rtl="0">
              <a:spcBef>
                <a:spcPts val="600"/>
              </a:spcBef>
              <a:spcAft>
                <a:spcPts val="0"/>
              </a:spcAft>
              <a:buSzPts val="1800"/>
              <a:buNone/>
              <a:defRPr/>
            </a:lvl2pPr>
            <a:lvl3pPr lvl="2" rtl="0">
              <a:spcBef>
                <a:spcPts val="600"/>
              </a:spcBef>
              <a:spcAft>
                <a:spcPts val="0"/>
              </a:spcAft>
              <a:buSzPts val="1600"/>
              <a:buNone/>
              <a:defRPr/>
            </a:lvl3pPr>
            <a:lvl4pPr lvl="3" rtl="0">
              <a:spcBef>
                <a:spcPts val="300"/>
              </a:spcBef>
              <a:spcAft>
                <a:spcPts val="0"/>
              </a:spcAft>
              <a:buSzPts val="1400"/>
              <a:buNone/>
              <a:defRPr/>
            </a:lvl4pPr>
            <a:lvl5pPr lvl="4" rtl="0">
              <a:spcBef>
                <a:spcPts val="300"/>
              </a:spcBef>
              <a:spcAft>
                <a:spcPts val="0"/>
              </a:spcAft>
              <a:buSzPts val="1200"/>
              <a:buNone/>
              <a:defRPr/>
            </a:lvl5pPr>
            <a:lvl6pPr lvl="5" rtl="0">
              <a:spcBef>
                <a:spcPts val="533"/>
              </a:spcBef>
              <a:spcAft>
                <a:spcPts val="0"/>
              </a:spcAft>
              <a:buSzPts val="2666"/>
              <a:buNone/>
              <a:defRPr/>
            </a:lvl6pPr>
            <a:lvl7pPr lvl="6" rtl="0">
              <a:spcBef>
                <a:spcPts val="533"/>
              </a:spcBef>
              <a:spcAft>
                <a:spcPts val="0"/>
              </a:spcAft>
              <a:buSzPts val="2666"/>
              <a:buNone/>
              <a:defRPr/>
            </a:lvl7pPr>
            <a:lvl8pPr lvl="7" rtl="0">
              <a:spcBef>
                <a:spcPts val="533"/>
              </a:spcBef>
              <a:spcAft>
                <a:spcPts val="0"/>
              </a:spcAft>
              <a:buSzPts val="2666"/>
              <a:buNone/>
              <a:defRPr/>
            </a:lvl8pPr>
            <a:lvl9pPr lvl="8" rtl="0">
              <a:spcBef>
                <a:spcPts val="533"/>
              </a:spcBef>
              <a:spcAft>
                <a:spcPts val="0"/>
              </a:spcAft>
              <a:buSzPts val="2666"/>
              <a:buNone/>
              <a:defRPr/>
            </a:lvl9pPr>
          </a:lstStyle>
          <a:p>
            <a:endParaRPr/>
          </a:p>
        </p:txBody>
      </p:sp>
      <p:sp>
        <p:nvSpPr>
          <p:cNvPr id="636" name="Google Shape;636;p111"/>
          <p:cNvSpPr txBox="1">
            <a:spLocks noGrp="1"/>
          </p:cNvSpPr>
          <p:nvPr>
            <p:ph type="body" idx="3"/>
          </p:nvPr>
        </p:nvSpPr>
        <p:spPr>
          <a:xfrm>
            <a:off x="455626" y="2686375"/>
            <a:ext cx="52578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dk1"/>
              </a:buClr>
              <a:buSzPts val="2000"/>
              <a:buFont typeface="Roboto"/>
              <a:buNone/>
              <a:defRPr b="0" i="0">
                <a:latin typeface="Roboto"/>
                <a:ea typeface="Roboto"/>
                <a:cs typeface="Roboto"/>
                <a:sym typeface="Roboto"/>
              </a:defRPr>
            </a:lvl1pPr>
            <a:lvl2pPr marL="914415" lvl="1" indent="-342906" algn="l" rtl="0">
              <a:spcBef>
                <a:spcPts val="600"/>
              </a:spcBef>
              <a:spcAft>
                <a:spcPts val="0"/>
              </a:spcAft>
              <a:buClr>
                <a:schemeClr val="dk1"/>
              </a:buClr>
              <a:buSzPts val="1800"/>
              <a:buChar char="•"/>
              <a:defRPr b="0" i="0">
                <a:latin typeface="Roboto"/>
                <a:ea typeface="Roboto"/>
                <a:cs typeface="Roboto"/>
                <a:sym typeface="Roboto"/>
              </a:defRPr>
            </a:lvl2pPr>
            <a:lvl3pPr marL="1371622" lvl="2" indent="-330205" algn="l" rtl="0">
              <a:spcBef>
                <a:spcPts val="600"/>
              </a:spcBef>
              <a:spcAft>
                <a:spcPts val="0"/>
              </a:spcAft>
              <a:buClr>
                <a:schemeClr val="dk1"/>
              </a:buClr>
              <a:buSzPts val="1600"/>
              <a:buChar char="−"/>
              <a:defRPr b="0" i="0">
                <a:latin typeface="Roboto"/>
                <a:ea typeface="Roboto"/>
                <a:cs typeface="Roboto"/>
                <a:sym typeface="Roboto"/>
              </a:defRPr>
            </a:lvl3pPr>
            <a:lvl4pPr marL="1828831" lvl="3" indent="-317506" algn="l" rtl="0">
              <a:spcBef>
                <a:spcPts val="300"/>
              </a:spcBef>
              <a:spcAft>
                <a:spcPts val="0"/>
              </a:spcAft>
              <a:buClr>
                <a:schemeClr val="dk1"/>
              </a:buClr>
              <a:buSzPts val="1400"/>
              <a:buChar char="•"/>
              <a:defRPr b="0" i="0">
                <a:latin typeface="Roboto"/>
                <a:ea typeface="Roboto"/>
                <a:cs typeface="Roboto"/>
                <a:sym typeface="Roboto"/>
              </a:defRPr>
            </a:lvl4pPr>
            <a:lvl5pPr marL="2286038" lvl="4" indent="-304805" algn="l" rtl="0">
              <a:spcBef>
                <a:spcPts val="300"/>
              </a:spcBef>
              <a:spcAft>
                <a:spcPts val="0"/>
              </a:spcAft>
              <a:buClr>
                <a:schemeClr val="dk1"/>
              </a:buClr>
              <a:buSzPts val="1200"/>
              <a:buChar char="−"/>
              <a:defRPr b="0" i="0">
                <a:latin typeface="Roboto"/>
                <a:ea typeface="Roboto"/>
                <a:cs typeface="Roboto"/>
                <a:sym typeface="Roboto"/>
              </a:defRPr>
            </a:lvl5pPr>
            <a:lvl6pPr marL="2743246" lvl="5" indent="-304805" algn="l" rtl="0">
              <a:spcBef>
                <a:spcPts val="360"/>
              </a:spcBef>
              <a:spcAft>
                <a:spcPts val="0"/>
              </a:spcAft>
              <a:buClr>
                <a:schemeClr val="dk1"/>
              </a:buClr>
              <a:buSzPts val="1200"/>
              <a:buFont typeface="Roboto"/>
              <a:buChar char="•"/>
              <a:defRPr sz="1200">
                <a:latin typeface="Roboto"/>
                <a:ea typeface="Roboto"/>
                <a:cs typeface="Roboto"/>
                <a:sym typeface="Roboto"/>
              </a:defRPr>
            </a:lvl6pPr>
            <a:lvl7pPr marL="3200453" lvl="6" indent="-304805" algn="l" rtl="0">
              <a:spcBef>
                <a:spcPts val="360"/>
              </a:spcBef>
              <a:spcAft>
                <a:spcPts val="0"/>
              </a:spcAft>
              <a:buClr>
                <a:schemeClr val="dk1"/>
              </a:buClr>
              <a:buSzPts val="1200"/>
              <a:buFont typeface="Roboto"/>
              <a:buChar char="•"/>
              <a:defRPr sz="1200">
                <a:latin typeface="Roboto"/>
                <a:ea typeface="Roboto"/>
                <a:cs typeface="Roboto"/>
                <a:sym typeface="Roboto"/>
              </a:defRPr>
            </a:lvl7pPr>
            <a:lvl8pPr marL="3657661" lvl="7" indent="-304805" algn="l" rtl="0">
              <a:spcBef>
                <a:spcPts val="360"/>
              </a:spcBef>
              <a:spcAft>
                <a:spcPts val="0"/>
              </a:spcAft>
              <a:buClr>
                <a:schemeClr val="dk1"/>
              </a:buClr>
              <a:buSzPts val="1200"/>
              <a:buFont typeface="Roboto"/>
              <a:buChar char="•"/>
              <a:defRPr sz="1200">
                <a:latin typeface="Roboto"/>
                <a:ea typeface="Roboto"/>
                <a:cs typeface="Roboto"/>
                <a:sym typeface="Roboto"/>
              </a:defRPr>
            </a:lvl8pPr>
            <a:lvl9pPr marL="4114868" lvl="8" indent="-304805" algn="l" rtl="0">
              <a:spcBef>
                <a:spcPts val="360"/>
              </a:spcBef>
              <a:spcAft>
                <a:spcPts val="0"/>
              </a:spcAft>
              <a:buClr>
                <a:schemeClr val="dk1"/>
              </a:buClr>
              <a:buSzPts val="1200"/>
              <a:buFont typeface="Roboto"/>
              <a:buChar char="•"/>
              <a:defRPr sz="1200">
                <a:latin typeface="Roboto"/>
                <a:ea typeface="Roboto"/>
                <a:cs typeface="Roboto"/>
                <a:sym typeface="Roboto"/>
              </a:defRPr>
            </a:lvl9pPr>
          </a:lstStyle>
          <a:p>
            <a:endParaRPr/>
          </a:p>
        </p:txBody>
      </p:sp>
      <p:sp>
        <p:nvSpPr>
          <p:cNvPr id="637" name="Google Shape;637;p111"/>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rgbClr val="000000"/>
                </a:solidFill>
              </a:defRPr>
            </a:lvl1pPr>
            <a:lvl2pPr lvl="1" rtl="0">
              <a:buNone/>
              <a:defRPr sz="1000">
                <a:solidFill>
                  <a:srgbClr val="000000"/>
                </a:solidFill>
              </a:defRPr>
            </a:lvl2pPr>
            <a:lvl3pPr lvl="2" rtl="0">
              <a:buNone/>
              <a:defRPr sz="1000">
                <a:solidFill>
                  <a:srgbClr val="000000"/>
                </a:solidFill>
              </a:defRPr>
            </a:lvl3pPr>
            <a:lvl4pPr lvl="3" rtl="0">
              <a:buNone/>
              <a:defRPr sz="1000">
                <a:solidFill>
                  <a:srgbClr val="000000"/>
                </a:solidFill>
              </a:defRPr>
            </a:lvl4pPr>
            <a:lvl5pPr lvl="4" rtl="0">
              <a:buNone/>
              <a:defRPr sz="1000">
                <a:solidFill>
                  <a:srgbClr val="000000"/>
                </a:solidFill>
              </a:defRPr>
            </a:lvl5pPr>
            <a:lvl6pPr lvl="5" rtl="0">
              <a:buNone/>
              <a:defRPr sz="1000">
                <a:solidFill>
                  <a:srgbClr val="000000"/>
                </a:solidFill>
              </a:defRPr>
            </a:lvl6pPr>
            <a:lvl7pPr lvl="6" rtl="0">
              <a:buNone/>
              <a:defRPr sz="1000">
                <a:solidFill>
                  <a:srgbClr val="000000"/>
                </a:solidFill>
              </a:defRPr>
            </a:lvl7pPr>
            <a:lvl8pPr lvl="7" rtl="0">
              <a:buNone/>
              <a:defRPr sz="1000">
                <a:solidFill>
                  <a:srgbClr val="000000"/>
                </a:solidFill>
              </a:defRPr>
            </a:lvl8pPr>
            <a:lvl9pPr lvl="8" rtl="0">
              <a:buNone/>
              <a:defRPr sz="1000">
                <a:solidFill>
                  <a:srgbClr val="000000"/>
                </a:solidFill>
              </a:defRPr>
            </a:lvl9pPr>
          </a:lstStyle>
          <a:p>
            <a:fld id="{00000000-1234-1234-1234-123412341234}" type="slidenum">
              <a:rPr lang="en" smtClean="0"/>
              <a:pPr/>
              <a:t>‹#›</a:t>
            </a:fld>
            <a:endParaRPr lang="en"/>
          </a:p>
        </p:txBody>
      </p:sp>
      <p:pic>
        <p:nvPicPr>
          <p:cNvPr id="638" name="Google Shape;638;p111"/>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639" name="Google Shape;639;p111"/>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chemeClr val="dk1"/>
                </a:solidFill>
                <a:latin typeface="Roboto"/>
                <a:ea typeface="Roboto"/>
                <a:cs typeface="Roboto"/>
                <a:sym typeface="Roboto"/>
              </a:rPr>
              <a:t>Proprietary &amp; Confidential - For Internal Use Only</a:t>
            </a:r>
            <a:endParaRPr sz="1000">
              <a:solidFill>
                <a:schemeClr val="dk1"/>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106.xml><?xml version="1.0" encoding="utf-8"?>
<p:sldLayout xmlns:a="http://schemas.openxmlformats.org/drawingml/2006/main" xmlns:r="http://schemas.openxmlformats.org/officeDocument/2006/relationships" xmlns:p="http://schemas.openxmlformats.org/presentationml/2006/main" matchingName="WHITE Title | Subhead">
  <p:cSld name="WHITE Title | Subhead">
    <p:spTree>
      <p:nvGrpSpPr>
        <p:cNvPr id="1" name="Shape 640"/>
        <p:cNvGrpSpPr/>
        <p:nvPr/>
      </p:nvGrpSpPr>
      <p:grpSpPr>
        <a:xfrm>
          <a:off x="0" y="0"/>
          <a:ext cx="0" cy="0"/>
          <a:chOff x="0" y="0"/>
          <a:chExt cx="0" cy="0"/>
        </a:xfrm>
      </p:grpSpPr>
      <p:sp>
        <p:nvSpPr>
          <p:cNvPr id="641" name="Google Shape;641;p112"/>
          <p:cNvSpPr txBox="1">
            <a:spLocks noGrp="1"/>
          </p:cNvSpPr>
          <p:nvPr>
            <p:ph type="title"/>
          </p:nvPr>
        </p:nvSpPr>
        <p:spPr>
          <a:xfrm>
            <a:off x="455617" y="457200"/>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dk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42" name="Google Shape;642;p112"/>
          <p:cNvSpPr txBox="1">
            <a:spLocks noGrp="1"/>
          </p:cNvSpPr>
          <p:nvPr>
            <p:ph type="subTitle" idx="1"/>
          </p:nvPr>
        </p:nvSpPr>
        <p:spPr>
          <a:xfrm>
            <a:off x="455625" y="868680"/>
            <a:ext cx="7635001" cy="228600"/>
          </a:xfrm>
          <a:prstGeom prst="rect">
            <a:avLst/>
          </a:prstGeom>
        </p:spPr>
        <p:txBody>
          <a:bodyPr spcFirstLastPara="1" wrap="square" lIns="0" tIns="0" rIns="0" bIns="0" anchor="t" anchorCtr="0">
            <a:noAutofit/>
          </a:bodyPr>
          <a:lstStyle>
            <a:lvl1pPr lvl="0" rtl="0">
              <a:spcBef>
                <a:spcPts val="0"/>
              </a:spcBef>
              <a:spcAft>
                <a:spcPts val="0"/>
              </a:spcAft>
              <a:buClr>
                <a:schemeClr val="lt2"/>
              </a:buClr>
              <a:buSzPts val="1600"/>
              <a:buFont typeface="Roboto Medium"/>
              <a:buNone/>
              <a:defRPr sz="1600">
                <a:solidFill>
                  <a:schemeClr val="lt2"/>
                </a:solidFill>
                <a:latin typeface="Roboto Medium"/>
                <a:ea typeface="Roboto Medium"/>
                <a:cs typeface="Roboto Medium"/>
                <a:sym typeface="Roboto Medium"/>
              </a:defRPr>
            </a:lvl1pPr>
            <a:lvl2pPr lvl="1" rtl="0">
              <a:spcBef>
                <a:spcPts val="600"/>
              </a:spcBef>
              <a:spcAft>
                <a:spcPts val="0"/>
              </a:spcAft>
              <a:buSzPts val="1800"/>
              <a:buNone/>
              <a:defRPr/>
            </a:lvl2pPr>
            <a:lvl3pPr lvl="2" rtl="0">
              <a:spcBef>
                <a:spcPts val="600"/>
              </a:spcBef>
              <a:spcAft>
                <a:spcPts val="0"/>
              </a:spcAft>
              <a:buSzPts val="1600"/>
              <a:buNone/>
              <a:defRPr/>
            </a:lvl3pPr>
            <a:lvl4pPr lvl="3" rtl="0">
              <a:spcBef>
                <a:spcPts val="300"/>
              </a:spcBef>
              <a:spcAft>
                <a:spcPts val="0"/>
              </a:spcAft>
              <a:buSzPts val="1400"/>
              <a:buNone/>
              <a:defRPr/>
            </a:lvl4pPr>
            <a:lvl5pPr lvl="4" rtl="0">
              <a:spcBef>
                <a:spcPts val="300"/>
              </a:spcBef>
              <a:spcAft>
                <a:spcPts val="0"/>
              </a:spcAft>
              <a:buSzPts val="1200"/>
              <a:buNone/>
              <a:defRPr/>
            </a:lvl5pPr>
            <a:lvl6pPr lvl="5" rtl="0">
              <a:spcBef>
                <a:spcPts val="533"/>
              </a:spcBef>
              <a:spcAft>
                <a:spcPts val="0"/>
              </a:spcAft>
              <a:buSzPts val="2666"/>
              <a:buNone/>
              <a:defRPr/>
            </a:lvl6pPr>
            <a:lvl7pPr lvl="6" rtl="0">
              <a:spcBef>
                <a:spcPts val="533"/>
              </a:spcBef>
              <a:spcAft>
                <a:spcPts val="0"/>
              </a:spcAft>
              <a:buSzPts val="2666"/>
              <a:buNone/>
              <a:defRPr/>
            </a:lvl7pPr>
            <a:lvl8pPr lvl="7" rtl="0">
              <a:spcBef>
                <a:spcPts val="533"/>
              </a:spcBef>
              <a:spcAft>
                <a:spcPts val="0"/>
              </a:spcAft>
              <a:buSzPts val="2666"/>
              <a:buNone/>
              <a:defRPr/>
            </a:lvl8pPr>
            <a:lvl9pPr lvl="8" rtl="0">
              <a:spcBef>
                <a:spcPts val="533"/>
              </a:spcBef>
              <a:spcAft>
                <a:spcPts val="0"/>
              </a:spcAft>
              <a:buSzPts val="2666"/>
              <a:buNone/>
              <a:defRPr/>
            </a:lvl9pPr>
          </a:lstStyle>
          <a:p>
            <a:endParaRPr/>
          </a:p>
        </p:txBody>
      </p:sp>
      <p:sp>
        <p:nvSpPr>
          <p:cNvPr id="643" name="Google Shape;643;p112"/>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rgbClr val="000000"/>
                </a:solidFill>
              </a:defRPr>
            </a:lvl1pPr>
            <a:lvl2pPr lvl="1" rtl="0">
              <a:buNone/>
              <a:defRPr sz="1000">
                <a:solidFill>
                  <a:srgbClr val="000000"/>
                </a:solidFill>
              </a:defRPr>
            </a:lvl2pPr>
            <a:lvl3pPr lvl="2" rtl="0">
              <a:buNone/>
              <a:defRPr sz="1000">
                <a:solidFill>
                  <a:srgbClr val="000000"/>
                </a:solidFill>
              </a:defRPr>
            </a:lvl3pPr>
            <a:lvl4pPr lvl="3" rtl="0">
              <a:buNone/>
              <a:defRPr sz="1000">
                <a:solidFill>
                  <a:srgbClr val="000000"/>
                </a:solidFill>
              </a:defRPr>
            </a:lvl4pPr>
            <a:lvl5pPr lvl="4" rtl="0">
              <a:buNone/>
              <a:defRPr sz="1000">
                <a:solidFill>
                  <a:srgbClr val="000000"/>
                </a:solidFill>
              </a:defRPr>
            </a:lvl5pPr>
            <a:lvl6pPr lvl="5" rtl="0">
              <a:buNone/>
              <a:defRPr sz="1000">
                <a:solidFill>
                  <a:srgbClr val="000000"/>
                </a:solidFill>
              </a:defRPr>
            </a:lvl6pPr>
            <a:lvl7pPr lvl="6" rtl="0">
              <a:buNone/>
              <a:defRPr sz="1000">
                <a:solidFill>
                  <a:srgbClr val="000000"/>
                </a:solidFill>
              </a:defRPr>
            </a:lvl7pPr>
            <a:lvl8pPr lvl="7" rtl="0">
              <a:buNone/>
              <a:defRPr sz="1000">
                <a:solidFill>
                  <a:srgbClr val="000000"/>
                </a:solidFill>
              </a:defRPr>
            </a:lvl8pPr>
            <a:lvl9pPr lvl="8" rtl="0">
              <a:buNone/>
              <a:defRPr sz="1000">
                <a:solidFill>
                  <a:srgbClr val="000000"/>
                </a:solidFill>
              </a:defRPr>
            </a:lvl9pPr>
          </a:lstStyle>
          <a:p>
            <a:fld id="{00000000-1234-1234-1234-123412341234}" type="slidenum">
              <a:rPr lang="en" smtClean="0"/>
              <a:pPr/>
              <a:t>‹#›</a:t>
            </a:fld>
            <a:endParaRPr lang="en"/>
          </a:p>
        </p:txBody>
      </p:sp>
      <p:pic>
        <p:nvPicPr>
          <p:cNvPr id="644" name="Google Shape;644;p112"/>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645" name="Google Shape;645;p112"/>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chemeClr val="dk1"/>
                </a:solidFill>
                <a:latin typeface="Roboto"/>
                <a:ea typeface="Roboto"/>
                <a:cs typeface="Roboto"/>
                <a:sym typeface="Roboto"/>
              </a:rPr>
              <a:t>Proprietary &amp; Confidential - For Internal Use Only</a:t>
            </a:r>
            <a:endParaRPr sz="1000">
              <a:solidFill>
                <a:schemeClr val="dk1"/>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107.xml><?xml version="1.0" encoding="utf-8"?>
<p:sldLayout xmlns:a="http://schemas.openxmlformats.org/drawingml/2006/main" xmlns:r="http://schemas.openxmlformats.org/officeDocument/2006/relationships" xmlns:p="http://schemas.openxmlformats.org/presentationml/2006/main" matchingName="NAVY 1Col Title | Text">
  <p:cSld name="NAVY 1Col Title | Text">
    <p:bg>
      <p:bgPr>
        <a:solidFill>
          <a:srgbClr val="030A14"/>
        </a:solidFill>
        <a:effectLst/>
      </p:bgPr>
    </p:bg>
    <p:spTree>
      <p:nvGrpSpPr>
        <p:cNvPr id="1" name="Shape 646"/>
        <p:cNvGrpSpPr/>
        <p:nvPr/>
      </p:nvGrpSpPr>
      <p:grpSpPr>
        <a:xfrm>
          <a:off x="0" y="0"/>
          <a:ext cx="0" cy="0"/>
          <a:chOff x="0" y="0"/>
          <a:chExt cx="0" cy="0"/>
        </a:xfrm>
      </p:grpSpPr>
      <p:sp>
        <p:nvSpPr>
          <p:cNvPr id="647" name="Google Shape;647;p113"/>
          <p:cNvSpPr txBox="1">
            <a:spLocks noGrp="1"/>
          </p:cNvSpPr>
          <p:nvPr>
            <p:ph type="title"/>
          </p:nvPr>
        </p:nvSpPr>
        <p:spPr>
          <a:xfrm>
            <a:off x="455617" y="457200"/>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b="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48" name="Google Shape;648;p113"/>
          <p:cNvSpPr txBox="1">
            <a:spLocks noGrp="1"/>
          </p:cNvSpPr>
          <p:nvPr>
            <p:ph type="body" idx="1"/>
          </p:nvPr>
        </p:nvSpPr>
        <p:spPr>
          <a:xfrm>
            <a:off x="455613" y="2686375"/>
            <a:ext cx="8915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rgbClr val="FFFFFF"/>
              </a:buClr>
              <a:buSzPts val="2000"/>
              <a:buFont typeface="Roboto"/>
              <a:buNone/>
              <a:defRPr b="0" i="0">
                <a:solidFill>
                  <a:srgbClr val="FFFFFF"/>
                </a:solidFill>
                <a:latin typeface="Roboto"/>
                <a:ea typeface="Roboto"/>
                <a:cs typeface="Roboto"/>
                <a:sym typeface="Roboto"/>
              </a:defRPr>
            </a:lvl1pPr>
            <a:lvl2pPr marL="914415" lvl="1" indent="-342906" algn="l" rtl="0">
              <a:spcBef>
                <a:spcPts val="600"/>
              </a:spcBef>
              <a:spcAft>
                <a:spcPts val="0"/>
              </a:spcAft>
              <a:buClr>
                <a:srgbClr val="FFFFFF"/>
              </a:buClr>
              <a:buSzPts val="1800"/>
              <a:buChar char="•"/>
              <a:defRPr b="0" i="0">
                <a:solidFill>
                  <a:srgbClr val="FFFFFF"/>
                </a:solidFill>
                <a:latin typeface="Roboto"/>
                <a:ea typeface="Roboto"/>
                <a:cs typeface="Roboto"/>
                <a:sym typeface="Roboto"/>
              </a:defRPr>
            </a:lvl2pPr>
            <a:lvl3pPr marL="1371622" lvl="2" indent="-330205" algn="l" rtl="0">
              <a:spcBef>
                <a:spcPts val="600"/>
              </a:spcBef>
              <a:spcAft>
                <a:spcPts val="0"/>
              </a:spcAft>
              <a:buClr>
                <a:srgbClr val="FFFFFF"/>
              </a:buClr>
              <a:buSzPts val="1600"/>
              <a:buChar char="−"/>
              <a:defRPr b="0" i="0">
                <a:solidFill>
                  <a:srgbClr val="FFFFFF"/>
                </a:solidFill>
                <a:latin typeface="Roboto"/>
                <a:ea typeface="Roboto"/>
                <a:cs typeface="Roboto"/>
                <a:sym typeface="Roboto"/>
              </a:defRPr>
            </a:lvl3pPr>
            <a:lvl4pPr marL="1828831" lvl="3" indent="-317506" algn="l" rtl="0">
              <a:spcBef>
                <a:spcPts val="300"/>
              </a:spcBef>
              <a:spcAft>
                <a:spcPts val="0"/>
              </a:spcAft>
              <a:buClr>
                <a:srgbClr val="FFFFFF"/>
              </a:buClr>
              <a:buSzPts val="1400"/>
              <a:buChar char="•"/>
              <a:defRPr b="0" i="0">
                <a:solidFill>
                  <a:srgbClr val="FFFFFF"/>
                </a:solidFill>
                <a:latin typeface="Roboto"/>
                <a:ea typeface="Roboto"/>
                <a:cs typeface="Roboto"/>
                <a:sym typeface="Roboto"/>
              </a:defRPr>
            </a:lvl4pPr>
            <a:lvl5pPr marL="2286038" lvl="4" indent="-304805" algn="l" rtl="0">
              <a:spcBef>
                <a:spcPts val="300"/>
              </a:spcBef>
              <a:spcAft>
                <a:spcPts val="0"/>
              </a:spcAft>
              <a:buClr>
                <a:srgbClr val="FFFFFF"/>
              </a:buClr>
              <a:buSzPts val="1200"/>
              <a:buChar char="−"/>
              <a:defRPr b="0" i="0">
                <a:solidFill>
                  <a:srgbClr val="FFFFFF"/>
                </a:solidFill>
                <a:latin typeface="Roboto"/>
                <a:ea typeface="Roboto"/>
                <a:cs typeface="Roboto"/>
                <a:sym typeface="Roboto"/>
              </a:defRPr>
            </a:lvl5pPr>
            <a:lvl6pPr marL="2743246" lvl="5" indent="-304805" algn="l" rtl="0">
              <a:spcBef>
                <a:spcPts val="360"/>
              </a:spcBef>
              <a:spcAft>
                <a:spcPts val="0"/>
              </a:spcAft>
              <a:buClr>
                <a:srgbClr val="FFFFFF"/>
              </a:buClr>
              <a:buSzPts val="1200"/>
              <a:buFont typeface="Roboto"/>
              <a:buChar char="•"/>
              <a:defRPr sz="1200">
                <a:solidFill>
                  <a:srgbClr val="FFFFFF"/>
                </a:solidFill>
                <a:latin typeface="Roboto"/>
                <a:ea typeface="Roboto"/>
                <a:cs typeface="Roboto"/>
                <a:sym typeface="Roboto"/>
              </a:defRPr>
            </a:lvl6pPr>
            <a:lvl7pPr marL="3200453" lvl="6" indent="-304805" algn="l" rtl="0">
              <a:spcBef>
                <a:spcPts val="360"/>
              </a:spcBef>
              <a:spcAft>
                <a:spcPts val="0"/>
              </a:spcAft>
              <a:buClr>
                <a:srgbClr val="FFFFFF"/>
              </a:buClr>
              <a:buSzPts val="1200"/>
              <a:buFont typeface="Roboto"/>
              <a:buChar char="•"/>
              <a:defRPr sz="1200">
                <a:solidFill>
                  <a:srgbClr val="FFFFFF"/>
                </a:solidFill>
                <a:latin typeface="Roboto"/>
                <a:ea typeface="Roboto"/>
                <a:cs typeface="Roboto"/>
                <a:sym typeface="Roboto"/>
              </a:defRPr>
            </a:lvl7pPr>
            <a:lvl8pPr marL="3657661" lvl="7" indent="-304805" algn="l" rtl="0">
              <a:spcBef>
                <a:spcPts val="360"/>
              </a:spcBef>
              <a:spcAft>
                <a:spcPts val="0"/>
              </a:spcAft>
              <a:buClr>
                <a:srgbClr val="FFFFFF"/>
              </a:buClr>
              <a:buSzPts val="1200"/>
              <a:buFont typeface="Roboto"/>
              <a:buChar char="•"/>
              <a:defRPr sz="1200">
                <a:solidFill>
                  <a:srgbClr val="FFFFFF"/>
                </a:solidFill>
                <a:latin typeface="Roboto"/>
                <a:ea typeface="Roboto"/>
                <a:cs typeface="Roboto"/>
                <a:sym typeface="Roboto"/>
              </a:defRPr>
            </a:lvl8pPr>
            <a:lvl9pPr marL="4114868" lvl="8" indent="-304805" algn="l" rtl="0">
              <a:spcBef>
                <a:spcPts val="360"/>
              </a:spcBef>
              <a:spcAft>
                <a:spcPts val="0"/>
              </a:spcAft>
              <a:buClr>
                <a:srgbClr val="FFFFFF"/>
              </a:buClr>
              <a:buSzPts val="1200"/>
              <a:buFont typeface="Roboto"/>
              <a:buChar char="•"/>
              <a:defRPr sz="1200">
                <a:solidFill>
                  <a:srgbClr val="FFFFFF"/>
                </a:solidFill>
                <a:latin typeface="Roboto"/>
                <a:ea typeface="Roboto"/>
                <a:cs typeface="Roboto"/>
                <a:sym typeface="Roboto"/>
              </a:defRPr>
            </a:lvl9pPr>
          </a:lstStyle>
          <a:p>
            <a:endParaRPr/>
          </a:p>
        </p:txBody>
      </p:sp>
      <p:sp>
        <p:nvSpPr>
          <p:cNvPr id="649" name="Google Shape;649;p113"/>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pic>
        <p:nvPicPr>
          <p:cNvPr id="650" name="Google Shape;650;p113"/>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651" name="Google Shape;651;p113"/>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108.xml><?xml version="1.0" encoding="utf-8"?>
<p:sldLayout xmlns:a="http://schemas.openxmlformats.org/drawingml/2006/main" xmlns:r="http://schemas.openxmlformats.org/officeDocument/2006/relationships" xmlns:p="http://schemas.openxmlformats.org/presentationml/2006/main" matchingName="NAVY 2Col Title | Text">
  <p:cSld name="NAVY 2Col Title | Text">
    <p:bg>
      <p:bgPr>
        <a:solidFill>
          <a:srgbClr val="030A14"/>
        </a:solidFill>
        <a:effectLst/>
      </p:bgPr>
    </p:bg>
    <p:spTree>
      <p:nvGrpSpPr>
        <p:cNvPr id="1" name="Shape 652"/>
        <p:cNvGrpSpPr/>
        <p:nvPr/>
      </p:nvGrpSpPr>
      <p:grpSpPr>
        <a:xfrm>
          <a:off x="0" y="0"/>
          <a:ext cx="0" cy="0"/>
          <a:chOff x="0" y="0"/>
          <a:chExt cx="0" cy="0"/>
        </a:xfrm>
      </p:grpSpPr>
      <p:sp>
        <p:nvSpPr>
          <p:cNvPr id="653" name="Google Shape;653;p114"/>
          <p:cNvSpPr txBox="1">
            <a:spLocks noGrp="1"/>
          </p:cNvSpPr>
          <p:nvPr>
            <p:ph type="title"/>
          </p:nvPr>
        </p:nvSpPr>
        <p:spPr>
          <a:xfrm>
            <a:off x="455617" y="460683"/>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b="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54" name="Google Shape;654;p114"/>
          <p:cNvSpPr txBox="1">
            <a:spLocks noGrp="1"/>
          </p:cNvSpPr>
          <p:nvPr>
            <p:ph type="body" idx="1"/>
          </p:nvPr>
        </p:nvSpPr>
        <p:spPr>
          <a:xfrm>
            <a:off x="455625"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rtl="0">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rtl="0">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rtl="0">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rtl="0">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6pPr>
            <a:lvl7pPr marL="3200453" lvl="6"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7pPr>
            <a:lvl8pPr marL="3657661" lvl="7"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8pPr>
            <a:lvl9pPr marL="4114868" lvl="8"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9pPr>
          </a:lstStyle>
          <a:p>
            <a:endParaRPr/>
          </a:p>
        </p:txBody>
      </p:sp>
      <p:sp>
        <p:nvSpPr>
          <p:cNvPr id="655" name="Google Shape;655;p114"/>
          <p:cNvSpPr txBox="1">
            <a:spLocks noGrp="1"/>
          </p:cNvSpPr>
          <p:nvPr>
            <p:ph type="body" idx="2"/>
          </p:nvPr>
        </p:nvSpPr>
        <p:spPr>
          <a:xfrm>
            <a:off x="6246950"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rtl="0">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rtl="0">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rtl="0">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rtl="0">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6pPr>
            <a:lvl7pPr marL="3200453" lvl="6"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7pPr>
            <a:lvl8pPr marL="3657661" lvl="7"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8pPr>
            <a:lvl9pPr marL="4114868" lvl="8"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9pPr>
          </a:lstStyle>
          <a:p>
            <a:endParaRPr/>
          </a:p>
        </p:txBody>
      </p:sp>
      <p:sp>
        <p:nvSpPr>
          <p:cNvPr id="656" name="Google Shape;656;p114"/>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pic>
        <p:nvPicPr>
          <p:cNvPr id="657" name="Google Shape;657;p114"/>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658" name="Google Shape;658;p114"/>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109.xml><?xml version="1.0" encoding="utf-8"?>
<p:sldLayout xmlns:a="http://schemas.openxmlformats.org/drawingml/2006/main" xmlns:r="http://schemas.openxmlformats.org/officeDocument/2006/relationships" xmlns:p="http://schemas.openxmlformats.org/presentationml/2006/main" matchingName="NAVY Title | Text | Image">
  <p:cSld name="NAVY Title | Text | Image">
    <p:bg>
      <p:bgPr>
        <a:solidFill>
          <a:srgbClr val="030A14"/>
        </a:solidFill>
        <a:effectLst/>
      </p:bgPr>
    </p:bg>
    <p:spTree>
      <p:nvGrpSpPr>
        <p:cNvPr id="1" name="Shape 659"/>
        <p:cNvGrpSpPr/>
        <p:nvPr/>
      </p:nvGrpSpPr>
      <p:grpSpPr>
        <a:xfrm>
          <a:off x="0" y="0"/>
          <a:ext cx="0" cy="0"/>
          <a:chOff x="0" y="0"/>
          <a:chExt cx="0" cy="0"/>
        </a:xfrm>
      </p:grpSpPr>
      <p:sp>
        <p:nvSpPr>
          <p:cNvPr id="660" name="Google Shape;660;p115"/>
          <p:cNvSpPr txBox="1">
            <a:spLocks noGrp="1"/>
          </p:cNvSpPr>
          <p:nvPr>
            <p:ph type="title"/>
          </p:nvPr>
        </p:nvSpPr>
        <p:spPr>
          <a:xfrm>
            <a:off x="455617" y="460683"/>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b="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61" name="Google Shape;661;p115"/>
          <p:cNvSpPr>
            <a:spLocks noGrp="1"/>
          </p:cNvSpPr>
          <p:nvPr>
            <p:ph type="pic" idx="2"/>
          </p:nvPr>
        </p:nvSpPr>
        <p:spPr>
          <a:xfrm>
            <a:off x="7389889" y="1371600"/>
            <a:ext cx="4343401" cy="4572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9D9D9"/>
              </a:buClr>
              <a:buSzPts val="2000"/>
              <a:buFont typeface="Roboto"/>
              <a:buNone/>
              <a:defRPr sz="2000" b="0" i="0" u="none" strike="noStrike" cap="none">
                <a:solidFill>
                  <a:srgbClr val="D9D9D9"/>
                </a:solidFill>
                <a:latin typeface="Roboto"/>
                <a:ea typeface="Roboto"/>
                <a:cs typeface="Roboto"/>
                <a:sym typeface="Roboto"/>
              </a:defRPr>
            </a:lvl1pPr>
            <a:lvl2pPr marR="0" lvl="1" algn="l" rtl="0">
              <a:spcBef>
                <a:spcPts val="600"/>
              </a:spcBef>
              <a:spcAft>
                <a:spcPts val="0"/>
              </a:spcAft>
              <a:buClr>
                <a:srgbClr val="D9D9D9"/>
              </a:buClr>
              <a:buSzPts val="1800"/>
              <a:buFont typeface="Arial"/>
              <a:buChar char="•"/>
              <a:defRPr sz="1800" b="0" i="0" u="none" strike="noStrike" cap="none">
                <a:solidFill>
                  <a:srgbClr val="D9D9D9"/>
                </a:solidFill>
                <a:latin typeface="Roboto"/>
                <a:ea typeface="Roboto"/>
                <a:cs typeface="Roboto"/>
                <a:sym typeface="Roboto"/>
              </a:defRPr>
            </a:lvl2pPr>
            <a:lvl3pPr marR="0" lvl="2" algn="l" rtl="0">
              <a:spcBef>
                <a:spcPts val="600"/>
              </a:spcBef>
              <a:spcAft>
                <a:spcPts val="0"/>
              </a:spcAft>
              <a:buClr>
                <a:srgbClr val="D9D9D9"/>
              </a:buClr>
              <a:buSzPts val="1600"/>
              <a:buFont typeface="Merriweather Sans"/>
              <a:buChar char="−"/>
              <a:defRPr sz="1600" b="0" i="0" u="none" strike="noStrike" cap="none">
                <a:solidFill>
                  <a:srgbClr val="D9D9D9"/>
                </a:solidFill>
                <a:latin typeface="Roboto"/>
                <a:ea typeface="Roboto"/>
                <a:cs typeface="Roboto"/>
                <a:sym typeface="Roboto"/>
              </a:defRPr>
            </a:lvl3pPr>
            <a:lvl4pPr marR="0" lvl="3" algn="l" rtl="0">
              <a:spcBef>
                <a:spcPts val="300"/>
              </a:spcBef>
              <a:spcAft>
                <a:spcPts val="0"/>
              </a:spcAft>
              <a:buClr>
                <a:srgbClr val="D9D9D9"/>
              </a:buClr>
              <a:buSzPts val="1400"/>
              <a:buFont typeface="Arial"/>
              <a:buChar char="•"/>
              <a:defRPr sz="1400" b="0" i="0" u="none" strike="noStrike" cap="none">
                <a:solidFill>
                  <a:srgbClr val="D9D9D9"/>
                </a:solidFill>
                <a:latin typeface="Roboto"/>
                <a:ea typeface="Roboto"/>
                <a:cs typeface="Roboto"/>
                <a:sym typeface="Roboto"/>
              </a:defRPr>
            </a:lvl4pPr>
            <a:lvl5pPr marR="0" lvl="4" algn="l" rtl="0">
              <a:spcBef>
                <a:spcPts val="300"/>
              </a:spcBef>
              <a:spcAft>
                <a:spcPts val="0"/>
              </a:spcAft>
              <a:buClr>
                <a:srgbClr val="D9D9D9"/>
              </a:buClr>
              <a:buSzPts val="1200"/>
              <a:buFont typeface="Merriweather Sans"/>
              <a:buChar char="−"/>
              <a:defRPr sz="1200" b="0" i="0" u="none" strike="noStrike" cap="none">
                <a:solidFill>
                  <a:srgbClr val="D9D9D9"/>
                </a:solidFill>
                <a:latin typeface="Roboto"/>
                <a:ea typeface="Roboto"/>
                <a:cs typeface="Roboto"/>
                <a:sym typeface="Roboto"/>
              </a:defRPr>
            </a:lvl5pPr>
            <a:lvl6pPr marR="0" lvl="5" algn="l" rtl="0">
              <a:spcBef>
                <a:spcPts val="533"/>
              </a:spcBef>
              <a:spcAft>
                <a:spcPts val="0"/>
              </a:spcAft>
              <a:buClr>
                <a:srgbClr val="D9D9D9"/>
              </a:buClr>
              <a:buSzPts val="2666"/>
              <a:buFont typeface="Arial"/>
              <a:buChar char="•"/>
              <a:defRPr sz="2666" b="0" i="0" u="none" strike="noStrike" cap="none">
                <a:solidFill>
                  <a:srgbClr val="D9D9D9"/>
                </a:solidFill>
                <a:latin typeface="Poppins Medium"/>
                <a:ea typeface="Poppins Medium"/>
                <a:cs typeface="Poppins Medium"/>
                <a:sym typeface="Poppins Medium"/>
              </a:defRPr>
            </a:lvl6pPr>
            <a:lvl7pPr marR="0" lvl="6" algn="l" rtl="0">
              <a:spcBef>
                <a:spcPts val="533"/>
              </a:spcBef>
              <a:spcAft>
                <a:spcPts val="0"/>
              </a:spcAft>
              <a:buClr>
                <a:srgbClr val="D9D9D9"/>
              </a:buClr>
              <a:buSzPts val="2666"/>
              <a:buFont typeface="Arial"/>
              <a:buChar char="•"/>
              <a:defRPr sz="2666" b="0" i="0" u="none" strike="noStrike" cap="none">
                <a:solidFill>
                  <a:srgbClr val="D9D9D9"/>
                </a:solidFill>
                <a:latin typeface="Poppins Medium"/>
                <a:ea typeface="Poppins Medium"/>
                <a:cs typeface="Poppins Medium"/>
                <a:sym typeface="Poppins Medium"/>
              </a:defRPr>
            </a:lvl7pPr>
            <a:lvl8pPr marR="0" lvl="7" algn="l" rtl="0">
              <a:spcBef>
                <a:spcPts val="533"/>
              </a:spcBef>
              <a:spcAft>
                <a:spcPts val="0"/>
              </a:spcAft>
              <a:buClr>
                <a:srgbClr val="D9D9D9"/>
              </a:buClr>
              <a:buSzPts val="2666"/>
              <a:buFont typeface="Arial"/>
              <a:buChar char="•"/>
              <a:defRPr sz="2666" b="0" i="0" u="none" strike="noStrike" cap="none">
                <a:solidFill>
                  <a:srgbClr val="D9D9D9"/>
                </a:solidFill>
                <a:latin typeface="Poppins Medium"/>
                <a:ea typeface="Poppins Medium"/>
                <a:cs typeface="Poppins Medium"/>
                <a:sym typeface="Poppins Medium"/>
              </a:defRPr>
            </a:lvl8pPr>
            <a:lvl9pPr marR="0" lvl="8" algn="l" rtl="0">
              <a:spcBef>
                <a:spcPts val="533"/>
              </a:spcBef>
              <a:spcAft>
                <a:spcPts val="0"/>
              </a:spcAft>
              <a:buClr>
                <a:srgbClr val="D9D9D9"/>
              </a:buClr>
              <a:buSzPts val="2666"/>
              <a:buFont typeface="Arial"/>
              <a:buChar char="•"/>
              <a:defRPr sz="2666" b="0" i="0" u="none" strike="noStrike" cap="none">
                <a:solidFill>
                  <a:srgbClr val="D9D9D9"/>
                </a:solidFill>
                <a:latin typeface="Poppins Medium"/>
                <a:ea typeface="Poppins Medium"/>
                <a:cs typeface="Poppins Medium"/>
                <a:sym typeface="Poppins Medium"/>
              </a:defRPr>
            </a:lvl9pPr>
          </a:lstStyle>
          <a:p>
            <a:endParaRPr/>
          </a:p>
        </p:txBody>
      </p:sp>
      <p:sp>
        <p:nvSpPr>
          <p:cNvPr id="662" name="Google Shape;662;p115"/>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sp>
        <p:nvSpPr>
          <p:cNvPr id="663" name="Google Shape;663;p115"/>
          <p:cNvSpPr txBox="1">
            <a:spLocks noGrp="1"/>
          </p:cNvSpPr>
          <p:nvPr>
            <p:ph type="body" idx="1"/>
          </p:nvPr>
        </p:nvSpPr>
        <p:spPr>
          <a:xfrm>
            <a:off x="455625"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rtl="0">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rtl="0">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rtl="0">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rtl="0">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6pPr>
            <a:lvl7pPr marL="3200453" lvl="6"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7pPr>
            <a:lvl8pPr marL="3657661" lvl="7"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8pPr>
            <a:lvl9pPr marL="4114868" lvl="8"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9pPr>
          </a:lstStyle>
          <a:p>
            <a:endParaRPr/>
          </a:p>
        </p:txBody>
      </p:sp>
      <p:pic>
        <p:nvPicPr>
          <p:cNvPr id="664" name="Google Shape;664;p115"/>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665" name="Google Shape;665;p115"/>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110.xml><?xml version="1.0" encoding="utf-8"?>
<p:sldLayout xmlns:a="http://schemas.openxmlformats.org/drawingml/2006/main" xmlns:r="http://schemas.openxmlformats.org/officeDocument/2006/relationships" xmlns:p="http://schemas.openxmlformats.org/presentationml/2006/main" matchingName="NAVY Title | Text | HP Image">
  <p:cSld name="NAVY Title | Text | HP Image">
    <p:bg>
      <p:bgPr>
        <a:solidFill>
          <a:srgbClr val="030A14"/>
        </a:solidFill>
        <a:effectLst/>
      </p:bgPr>
    </p:bg>
    <p:spTree>
      <p:nvGrpSpPr>
        <p:cNvPr id="1" name="Shape 666"/>
        <p:cNvGrpSpPr/>
        <p:nvPr/>
      </p:nvGrpSpPr>
      <p:grpSpPr>
        <a:xfrm>
          <a:off x="0" y="0"/>
          <a:ext cx="0" cy="0"/>
          <a:chOff x="0" y="0"/>
          <a:chExt cx="0" cy="0"/>
        </a:xfrm>
      </p:grpSpPr>
      <p:sp>
        <p:nvSpPr>
          <p:cNvPr id="667" name="Google Shape;667;p116"/>
          <p:cNvSpPr>
            <a:spLocks noGrp="1"/>
          </p:cNvSpPr>
          <p:nvPr>
            <p:ph type="pic" idx="2"/>
          </p:nvPr>
        </p:nvSpPr>
        <p:spPr>
          <a:xfrm>
            <a:off x="6094473" y="0"/>
            <a:ext cx="6094500"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668" name="Google Shape;668;p116"/>
          <p:cNvSpPr txBox="1">
            <a:spLocks noGrp="1"/>
          </p:cNvSpPr>
          <p:nvPr>
            <p:ph type="title"/>
          </p:nvPr>
        </p:nvSpPr>
        <p:spPr>
          <a:xfrm>
            <a:off x="455618" y="457200"/>
            <a:ext cx="5029201"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b="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69" name="Google Shape;669;p116"/>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sp>
        <p:nvSpPr>
          <p:cNvPr id="670" name="Google Shape;670;p116"/>
          <p:cNvSpPr txBox="1">
            <a:spLocks noGrp="1"/>
          </p:cNvSpPr>
          <p:nvPr>
            <p:ph type="body" idx="1"/>
          </p:nvPr>
        </p:nvSpPr>
        <p:spPr>
          <a:xfrm>
            <a:off x="455675" y="2686375"/>
            <a:ext cx="52578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rtl="0">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rtl="0">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rtl="0">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rtl="0">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6pPr>
            <a:lvl7pPr marL="3200453" lvl="6"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7pPr>
            <a:lvl8pPr marL="3657661" lvl="7"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8pPr>
            <a:lvl9pPr marL="4114868" lvl="8"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9pPr>
          </a:lstStyle>
          <a:p>
            <a:endParaRPr/>
          </a:p>
        </p:txBody>
      </p:sp>
      <p:pic>
        <p:nvPicPr>
          <p:cNvPr id="671" name="Google Shape;671;p116"/>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672" name="Google Shape;672;p116"/>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111.xml><?xml version="1.0" encoding="utf-8"?>
<p:sldLayout xmlns:a="http://schemas.openxmlformats.org/drawingml/2006/main" xmlns:r="http://schemas.openxmlformats.org/officeDocument/2006/relationships" xmlns:p="http://schemas.openxmlformats.org/presentationml/2006/main" matchingName="NAVY Title">
  <p:cSld name="NAVY Title">
    <p:bg>
      <p:bgPr>
        <a:solidFill>
          <a:srgbClr val="030A14"/>
        </a:solidFill>
        <a:effectLst/>
      </p:bgPr>
    </p:bg>
    <p:spTree>
      <p:nvGrpSpPr>
        <p:cNvPr id="1" name="Shape 673"/>
        <p:cNvGrpSpPr/>
        <p:nvPr/>
      </p:nvGrpSpPr>
      <p:grpSpPr>
        <a:xfrm>
          <a:off x="0" y="0"/>
          <a:ext cx="0" cy="0"/>
          <a:chOff x="0" y="0"/>
          <a:chExt cx="0" cy="0"/>
        </a:xfrm>
      </p:grpSpPr>
      <p:sp>
        <p:nvSpPr>
          <p:cNvPr id="674" name="Google Shape;674;p117"/>
          <p:cNvSpPr txBox="1">
            <a:spLocks noGrp="1"/>
          </p:cNvSpPr>
          <p:nvPr>
            <p:ph type="title"/>
          </p:nvPr>
        </p:nvSpPr>
        <p:spPr>
          <a:xfrm>
            <a:off x="455617" y="460683"/>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75" name="Google Shape;675;p117"/>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pic>
        <p:nvPicPr>
          <p:cNvPr id="676" name="Google Shape;676;p117"/>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677" name="Google Shape;677;p117"/>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112.xml><?xml version="1.0" encoding="utf-8"?>
<p:sldLayout xmlns:a="http://schemas.openxmlformats.org/drawingml/2006/main" xmlns:r="http://schemas.openxmlformats.org/officeDocument/2006/relationships" xmlns:p="http://schemas.openxmlformats.org/presentationml/2006/main" matchingName="NAVY 1Col Subhead | Title | Text">
  <p:cSld name="NAVY 1Col Subhead | Title | Text">
    <p:bg>
      <p:bgPr>
        <a:solidFill>
          <a:srgbClr val="030A14"/>
        </a:solidFill>
        <a:effectLst/>
      </p:bgPr>
    </p:bg>
    <p:spTree>
      <p:nvGrpSpPr>
        <p:cNvPr id="1" name="Shape 678"/>
        <p:cNvGrpSpPr/>
        <p:nvPr/>
      </p:nvGrpSpPr>
      <p:grpSpPr>
        <a:xfrm>
          <a:off x="0" y="0"/>
          <a:ext cx="0" cy="0"/>
          <a:chOff x="0" y="0"/>
          <a:chExt cx="0" cy="0"/>
        </a:xfrm>
      </p:grpSpPr>
      <p:sp>
        <p:nvSpPr>
          <p:cNvPr id="679" name="Google Shape;679;p118"/>
          <p:cNvSpPr txBox="1">
            <a:spLocks noGrp="1"/>
          </p:cNvSpPr>
          <p:nvPr>
            <p:ph type="title"/>
          </p:nvPr>
        </p:nvSpPr>
        <p:spPr>
          <a:xfrm>
            <a:off x="455617" y="731520"/>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b="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80" name="Google Shape;680;p118"/>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sp>
        <p:nvSpPr>
          <p:cNvPr id="681" name="Google Shape;681;p118"/>
          <p:cNvSpPr txBox="1">
            <a:spLocks noGrp="1"/>
          </p:cNvSpPr>
          <p:nvPr>
            <p:ph type="subTitle" idx="1"/>
          </p:nvPr>
        </p:nvSpPr>
        <p:spPr>
          <a:xfrm>
            <a:off x="455663" y="457200"/>
            <a:ext cx="8915400" cy="228600"/>
          </a:xfrm>
          <a:prstGeom prst="rect">
            <a:avLst/>
          </a:prstGeom>
        </p:spPr>
        <p:txBody>
          <a:bodyPr spcFirstLastPara="1" wrap="square" lIns="0" tIns="0" rIns="0" bIns="0" anchor="t" anchorCtr="0">
            <a:noAutofit/>
          </a:bodyPr>
          <a:lstStyle>
            <a:lvl1pPr lvl="0" rtl="0">
              <a:spcBef>
                <a:spcPts val="0"/>
              </a:spcBef>
              <a:spcAft>
                <a:spcPts val="0"/>
              </a:spcAft>
              <a:buClr>
                <a:schemeClr val="accent2"/>
              </a:buClr>
              <a:buSzPts val="1400"/>
              <a:buFont typeface="Roboto Medium"/>
              <a:buNone/>
              <a:defRPr sz="1400">
                <a:solidFill>
                  <a:schemeClr val="accent2"/>
                </a:solidFill>
                <a:latin typeface="Roboto Medium"/>
                <a:ea typeface="Roboto Medium"/>
                <a:cs typeface="Roboto Medium"/>
                <a:sym typeface="Roboto Medium"/>
              </a:defRPr>
            </a:lvl1pPr>
            <a:lvl2pPr lvl="1" rtl="0">
              <a:spcBef>
                <a:spcPts val="600"/>
              </a:spcBef>
              <a:spcAft>
                <a:spcPts val="0"/>
              </a:spcAft>
              <a:buClr>
                <a:schemeClr val="accent2"/>
              </a:buClr>
              <a:buSzPts val="1800"/>
              <a:buFont typeface="Roboto Medium"/>
              <a:buNone/>
              <a:defRPr>
                <a:solidFill>
                  <a:schemeClr val="accent2"/>
                </a:solidFill>
                <a:latin typeface="Roboto Medium"/>
                <a:ea typeface="Roboto Medium"/>
                <a:cs typeface="Roboto Medium"/>
                <a:sym typeface="Roboto Medium"/>
              </a:defRPr>
            </a:lvl2pPr>
            <a:lvl3pPr lvl="2" rtl="0">
              <a:spcBef>
                <a:spcPts val="600"/>
              </a:spcBef>
              <a:spcAft>
                <a:spcPts val="0"/>
              </a:spcAft>
              <a:buClr>
                <a:schemeClr val="accent2"/>
              </a:buClr>
              <a:buSzPts val="1600"/>
              <a:buFont typeface="Roboto Medium"/>
              <a:buNone/>
              <a:defRPr>
                <a:solidFill>
                  <a:schemeClr val="accent2"/>
                </a:solidFill>
                <a:latin typeface="Roboto Medium"/>
                <a:ea typeface="Roboto Medium"/>
                <a:cs typeface="Roboto Medium"/>
                <a:sym typeface="Roboto Medium"/>
              </a:defRPr>
            </a:lvl3pPr>
            <a:lvl4pPr lvl="3" rtl="0">
              <a:spcBef>
                <a:spcPts val="300"/>
              </a:spcBef>
              <a:spcAft>
                <a:spcPts val="0"/>
              </a:spcAft>
              <a:buClr>
                <a:schemeClr val="accent2"/>
              </a:buClr>
              <a:buSzPts val="1400"/>
              <a:buFont typeface="Roboto Medium"/>
              <a:buNone/>
              <a:defRPr>
                <a:solidFill>
                  <a:schemeClr val="accent2"/>
                </a:solidFill>
                <a:latin typeface="Roboto Medium"/>
                <a:ea typeface="Roboto Medium"/>
                <a:cs typeface="Roboto Medium"/>
                <a:sym typeface="Roboto Medium"/>
              </a:defRPr>
            </a:lvl4pPr>
            <a:lvl5pPr lvl="4" rtl="0">
              <a:spcBef>
                <a:spcPts val="300"/>
              </a:spcBef>
              <a:spcAft>
                <a:spcPts val="0"/>
              </a:spcAft>
              <a:buClr>
                <a:schemeClr val="accent2"/>
              </a:buClr>
              <a:buSzPts val="1200"/>
              <a:buFont typeface="Roboto Medium"/>
              <a:buNone/>
              <a:defRPr>
                <a:solidFill>
                  <a:schemeClr val="accent2"/>
                </a:solidFill>
                <a:latin typeface="Roboto Medium"/>
                <a:ea typeface="Roboto Medium"/>
                <a:cs typeface="Roboto Medium"/>
                <a:sym typeface="Roboto Medium"/>
              </a:defRPr>
            </a:lvl5pPr>
            <a:lvl6pPr lvl="5"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6pPr>
            <a:lvl7pPr lvl="6"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7pPr>
            <a:lvl8pPr lvl="7"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8pPr>
            <a:lvl9pPr lvl="8"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9pPr>
          </a:lstStyle>
          <a:p>
            <a:endParaRPr/>
          </a:p>
        </p:txBody>
      </p:sp>
      <p:sp>
        <p:nvSpPr>
          <p:cNvPr id="682" name="Google Shape;682;p118"/>
          <p:cNvSpPr txBox="1">
            <a:spLocks noGrp="1"/>
          </p:cNvSpPr>
          <p:nvPr>
            <p:ph type="body" idx="2"/>
          </p:nvPr>
        </p:nvSpPr>
        <p:spPr>
          <a:xfrm>
            <a:off x="455613" y="2686375"/>
            <a:ext cx="8915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rgbClr val="FFFFFF"/>
              </a:buClr>
              <a:buSzPts val="2000"/>
              <a:buFont typeface="Roboto"/>
              <a:buNone/>
              <a:defRPr b="0" i="0">
                <a:solidFill>
                  <a:srgbClr val="FFFFFF"/>
                </a:solidFill>
                <a:latin typeface="Roboto"/>
                <a:ea typeface="Roboto"/>
                <a:cs typeface="Roboto"/>
                <a:sym typeface="Roboto"/>
              </a:defRPr>
            </a:lvl1pPr>
            <a:lvl2pPr marL="914415" lvl="1" indent="-342906" algn="l" rtl="0">
              <a:spcBef>
                <a:spcPts val="600"/>
              </a:spcBef>
              <a:spcAft>
                <a:spcPts val="0"/>
              </a:spcAft>
              <a:buClr>
                <a:srgbClr val="FFFFFF"/>
              </a:buClr>
              <a:buSzPts val="1800"/>
              <a:buChar char="•"/>
              <a:defRPr b="0" i="0">
                <a:solidFill>
                  <a:srgbClr val="FFFFFF"/>
                </a:solidFill>
                <a:latin typeface="Roboto"/>
                <a:ea typeface="Roboto"/>
                <a:cs typeface="Roboto"/>
                <a:sym typeface="Roboto"/>
              </a:defRPr>
            </a:lvl2pPr>
            <a:lvl3pPr marL="1371622" lvl="2" indent="-330205" algn="l" rtl="0">
              <a:spcBef>
                <a:spcPts val="600"/>
              </a:spcBef>
              <a:spcAft>
                <a:spcPts val="0"/>
              </a:spcAft>
              <a:buClr>
                <a:srgbClr val="FFFFFF"/>
              </a:buClr>
              <a:buSzPts val="1600"/>
              <a:buChar char="−"/>
              <a:defRPr b="0" i="0">
                <a:solidFill>
                  <a:srgbClr val="FFFFFF"/>
                </a:solidFill>
                <a:latin typeface="Roboto"/>
                <a:ea typeface="Roboto"/>
                <a:cs typeface="Roboto"/>
                <a:sym typeface="Roboto"/>
              </a:defRPr>
            </a:lvl3pPr>
            <a:lvl4pPr marL="1828831" lvl="3" indent="-317506" algn="l" rtl="0">
              <a:spcBef>
                <a:spcPts val="300"/>
              </a:spcBef>
              <a:spcAft>
                <a:spcPts val="0"/>
              </a:spcAft>
              <a:buClr>
                <a:srgbClr val="FFFFFF"/>
              </a:buClr>
              <a:buSzPts val="1400"/>
              <a:buChar char="•"/>
              <a:defRPr b="0" i="0">
                <a:solidFill>
                  <a:srgbClr val="FFFFFF"/>
                </a:solidFill>
                <a:latin typeface="Roboto"/>
                <a:ea typeface="Roboto"/>
                <a:cs typeface="Roboto"/>
                <a:sym typeface="Roboto"/>
              </a:defRPr>
            </a:lvl4pPr>
            <a:lvl5pPr marL="2286038" lvl="4" indent="-304805" algn="l" rtl="0">
              <a:spcBef>
                <a:spcPts val="300"/>
              </a:spcBef>
              <a:spcAft>
                <a:spcPts val="0"/>
              </a:spcAft>
              <a:buClr>
                <a:srgbClr val="FFFFFF"/>
              </a:buClr>
              <a:buSzPts val="1200"/>
              <a:buChar char="−"/>
              <a:defRPr b="0" i="0">
                <a:solidFill>
                  <a:srgbClr val="FFFFFF"/>
                </a:solidFill>
                <a:latin typeface="Roboto"/>
                <a:ea typeface="Roboto"/>
                <a:cs typeface="Roboto"/>
                <a:sym typeface="Roboto"/>
              </a:defRPr>
            </a:lvl5pPr>
            <a:lvl6pPr marL="2743246" lvl="5" indent="-304805" algn="l" rtl="0">
              <a:spcBef>
                <a:spcPts val="360"/>
              </a:spcBef>
              <a:spcAft>
                <a:spcPts val="0"/>
              </a:spcAft>
              <a:buClr>
                <a:srgbClr val="FFFFFF"/>
              </a:buClr>
              <a:buSzPts val="1200"/>
              <a:buFont typeface="Roboto"/>
              <a:buChar char="•"/>
              <a:defRPr sz="1200">
                <a:solidFill>
                  <a:srgbClr val="FFFFFF"/>
                </a:solidFill>
                <a:latin typeface="Roboto"/>
                <a:ea typeface="Roboto"/>
                <a:cs typeface="Roboto"/>
                <a:sym typeface="Roboto"/>
              </a:defRPr>
            </a:lvl6pPr>
            <a:lvl7pPr marL="3200453" lvl="6" indent="-304805" algn="l" rtl="0">
              <a:spcBef>
                <a:spcPts val="360"/>
              </a:spcBef>
              <a:spcAft>
                <a:spcPts val="0"/>
              </a:spcAft>
              <a:buClr>
                <a:srgbClr val="FFFFFF"/>
              </a:buClr>
              <a:buSzPts val="1200"/>
              <a:buFont typeface="Roboto"/>
              <a:buChar char="•"/>
              <a:defRPr sz="1200">
                <a:solidFill>
                  <a:srgbClr val="FFFFFF"/>
                </a:solidFill>
                <a:latin typeface="Roboto"/>
                <a:ea typeface="Roboto"/>
                <a:cs typeface="Roboto"/>
                <a:sym typeface="Roboto"/>
              </a:defRPr>
            </a:lvl7pPr>
            <a:lvl8pPr marL="3657661" lvl="7" indent="-304805" algn="l" rtl="0">
              <a:spcBef>
                <a:spcPts val="360"/>
              </a:spcBef>
              <a:spcAft>
                <a:spcPts val="0"/>
              </a:spcAft>
              <a:buClr>
                <a:srgbClr val="FFFFFF"/>
              </a:buClr>
              <a:buSzPts val="1200"/>
              <a:buFont typeface="Roboto"/>
              <a:buChar char="•"/>
              <a:defRPr sz="1200">
                <a:solidFill>
                  <a:srgbClr val="FFFFFF"/>
                </a:solidFill>
                <a:latin typeface="Roboto"/>
                <a:ea typeface="Roboto"/>
                <a:cs typeface="Roboto"/>
                <a:sym typeface="Roboto"/>
              </a:defRPr>
            </a:lvl8pPr>
            <a:lvl9pPr marL="4114868" lvl="8" indent="-304805" algn="l" rtl="0">
              <a:spcBef>
                <a:spcPts val="360"/>
              </a:spcBef>
              <a:spcAft>
                <a:spcPts val="0"/>
              </a:spcAft>
              <a:buClr>
                <a:srgbClr val="FFFFFF"/>
              </a:buClr>
              <a:buSzPts val="1200"/>
              <a:buFont typeface="Roboto"/>
              <a:buChar char="•"/>
              <a:defRPr sz="1200">
                <a:solidFill>
                  <a:srgbClr val="FFFFFF"/>
                </a:solidFill>
                <a:latin typeface="Roboto"/>
                <a:ea typeface="Roboto"/>
                <a:cs typeface="Roboto"/>
                <a:sym typeface="Roboto"/>
              </a:defRPr>
            </a:lvl9pPr>
          </a:lstStyle>
          <a:p>
            <a:endParaRPr/>
          </a:p>
        </p:txBody>
      </p:sp>
      <p:pic>
        <p:nvPicPr>
          <p:cNvPr id="683" name="Google Shape;683;p118"/>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684" name="Google Shape;684;p118"/>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113.xml><?xml version="1.0" encoding="utf-8"?>
<p:sldLayout xmlns:a="http://schemas.openxmlformats.org/drawingml/2006/main" xmlns:r="http://schemas.openxmlformats.org/officeDocument/2006/relationships" xmlns:p="http://schemas.openxmlformats.org/presentationml/2006/main" matchingName="NAVY 2Col Subhead | Title | Text">
  <p:cSld name="NAVY 2Col Subhead | Title | Text">
    <p:bg>
      <p:bgPr>
        <a:solidFill>
          <a:srgbClr val="030A14"/>
        </a:solidFill>
        <a:effectLst/>
      </p:bgPr>
    </p:bg>
    <p:spTree>
      <p:nvGrpSpPr>
        <p:cNvPr id="1" name="Shape 685"/>
        <p:cNvGrpSpPr/>
        <p:nvPr/>
      </p:nvGrpSpPr>
      <p:grpSpPr>
        <a:xfrm>
          <a:off x="0" y="0"/>
          <a:ext cx="0" cy="0"/>
          <a:chOff x="0" y="0"/>
          <a:chExt cx="0" cy="0"/>
        </a:xfrm>
      </p:grpSpPr>
      <p:sp>
        <p:nvSpPr>
          <p:cNvPr id="686" name="Google Shape;686;p119"/>
          <p:cNvSpPr txBox="1">
            <a:spLocks noGrp="1"/>
          </p:cNvSpPr>
          <p:nvPr>
            <p:ph type="title"/>
          </p:nvPr>
        </p:nvSpPr>
        <p:spPr>
          <a:xfrm>
            <a:off x="455617" y="731520"/>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b="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87" name="Google Shape;687;p119"/>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sp>
        <p:nvSpPr>
          <p:cNvPr id="688" name="Google Shape;688;p119"/>
          <p:cNvSpPr txBox="1">
            <a:spLocks noGrp="1"/>
          </p:cNvSpPr>
          <p:nvPr>
            <p:ph type="body" idx="1"/>
          </p:nvPr>
        </p:nvSpPr>
        <p:spPr>
          <a:xfrm>
            <a:off x="455625"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rtl="0">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rtl="0">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rtl="0">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rtl="0">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6pPr>
            <a:lvl7pPr marL="3200453" lvl="6"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7pPr>
            <a:lvl8pPr marL="3657661" lvl="7"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8pPr>
            <a:lvl9pPr marL="4114868" lvl="8"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9pPr>
          </a:lstStyle>
          <a:p>
            <a:endParaRPr/>
          </a:p>
        </p:txBody>
      </p:sp>
      <p:sp>
        <p:nvSpPr>
          <p:cNvPr id="689" name="Google Shape;689;p119"/>
          <p:cNvSpPr txBox="1">
            <a:spLocks noGrp="1"/>
          </p:cNvSpPr>
          <p:nvPr>
            <p:ph type="body" idx="2"/>
          </p:nvPr>
        </p:nvSpPr>
        <p:spPr>
          <a:xfrm>
            <a:off x="6246950"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rtl="0">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rtl="0">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rtl="0">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rtl="0">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6pPr>
            <a:lvl7pPr marL="3200453" lvl="6"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7pPr>
            <a:lvl8pPr marL="3657661" lvl="7"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8pPr>
            <a:lvl9pPr marL="4114868" lvl="8"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9pPr>
          </a:lstStyle>
          <a:p>
            <a:endParaRPr/>
          </a:p>
        </p:txBody>
      </p:sp>
      <p:sp>
        <p:nvSpPr>
          <p:cNvPr id="690" name="Google Shape;690;p119"/>
          <p:cNvSpPr txBox="1">
            <a:spLocks noGrp="1"/>
          </p:cNvSpPr>
          <p:nvPr>
            <p:ph type="subTitle" idx="3"/>
          </p:nvPr>
        </p:nvSpPr>
        <p:spPr>
          <a:xfrm>
            <a:off x="455663" y="457200"/>
            <a:ext cx="8915400" cy="228600"/>
          </a:xfrm>
          <a:prstGeom prst="rect">
            <a:avLst/>
          </a:prstGeom>
        </p:spPr>
        <p:txBody>
          <a:bodyPr spcFirstLastPara="1" wrap="square" lIns="0" tIns="0" rIns="0" bIns="0" anchor="t" anchorCtr="0">
            <a:noAutofit/>
          </a:bodyPr>
          <a:lstStyle>
            <a:lvl1pPr lvl="0" rtl="0">
              <a:spcBef>
                <a:spcPts val="0"/>
              </a:spcBef>
              <a:spcAft>
                <a:spcPts val="0"/>
              </a:spcAft>
              <a:buClr>
                <a:schemeClr val="accent2"/>
              </a:buClr>
              <a:buSzPts val="1400"/>
              <a:buFont typeface="Roboto Medium"/>
              <a:buNone/>
              <a:defRPr sz="1400">
                <a:solidFill>
                  <a:schemeClr val="accent2"/>
                </a:solidFill>
                <a:latin typeface="Roboto Medium"/>
                <a:ea typeface="Roboto Medium"/>
                <a:cs typeface="Roboto Medium"/>
                <a:sym typeface="Roboto Medium"/>
              </a:defRPr>
            </a:lvl1pPr>
            <a:lvl2pPr lvl="1" rtl="0">
              <a:spcBef>
                <a:spcPts val="600"/>
              </a:spcBef>
              <a:spcAft>
                <a:spcPts val="0"/>
              </a:spcAft>
              <a:buClr>
                <a:schemeClr val="accent2"/>
              </a:buClr>
              <a:buSzPts val="1800"/>
              <a:buFont typeface="Roboto Medium"/>
              <a:buNone/>
              <a:defRPr>
                <a:solidFill>
                  <a:schemeClr val="accent2"/>
                </a:solidFill>
                <a:latin typeface="Roboto Medium"/>
                <a:ea typeface="Roboto Medium"/>
                <a:cs typeface="Roboto Medium"/>
                <a:sym typeface="Roboto Medium"/>
              </a:defRPr>
            </a:lvl2pPr>
            <a:lvl3pPr lvl="2" rtl="0">
              <a:spcBef>
                <a:spcPts val="600"/>
              </a:spcBef>
              <a:spcAft>
                <a:spcPts val="0"/>
              </a:spcAft>
              <a:buClr>
                <a:schemeClr val="accent2"/>
              </a:buClr>
              <a:buSzPts val="1600"/>
              <a:buFont typeface="Roboto Medium"/>
              <a:buNone/>
              <a:defRPr>
                <a:solidFill>
                  <a:schemeClr val="accent2"/>
                </a:solidFill>
                <a:latin typeface="Roboto Medium"/>
                <a:ea typeface="Roboto Medium"/>
                <a:cs typeface="Roboto Medium"/>
                <a:sym typeface="Roboto Medium"/>
              </a:defRPr>
            </a:lvl3pPr>
            <a:lvl4pPr lvl="3" rtl="0">
              <a:spcBef>
                <a:spcPts val="300"/>
              </a:spcBef>
              <a:spcAft>
                <a:spcPts val="0"/>
              </a:spcAft>
              <a:buClr>
                <a:schemeClr val="accent2"/>
              </a:buClr>
              <a:buSzPts val="1400"/>
              <a:buFont typeface="Roboto Medium"/>
              <a:buNone/>
              <a:defRPr>
                <a:solidFill>
                  <a:schemeClr val="accent2"/>
                </a:solidFill>
                <a:latin typeface="Roboto Medium"/>
                <a:ea typeface="Roboto Medium"/>
                <a:cs typeface="Roboto Medium"/>
                <a:sym typeface="Roboto Medium"/>
              </a:defRPr>
            </a:lvl4pPr>
            <a:lvl5pPr lvl="4" rtl="0">
              <a:spcBef>
                <a:spcPts val="300"/>
              </a:spcBef>
              <a:spcAft>
                <a:spcPts val="0"/>
              </a:spcAft>
              <a:buClr>
                <a:schemeClr val="accent2"/>
              </a:buClr>
              <a:buSzPts val="1200"/>
              <a:buFont typeface="Roboto Medium"/>
              <a:buNone/>
              <a:defRPr>
                <a:solidFill>
                  <a:schemeClr val="accent2"/>
                </a:solidFill>
                <a:latin typeface="Roboto Medium"/>
                <a:ea typeface="Roboto Medium"/>
                <a:cs typeface="Roboto Medium"/>
                <a:sym typeface="Roboto Medium"/>
              </a:defRPr>
            </a:lvl5pPr>
            <a:lvl6pPr lvl="5"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6pPr>
            <a:lvl7pPr lvl="6"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7pPr>
            <a:lvl8pPr lvl="7"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8pPr>
            <a:lvl9pPr lvl="8"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9pPr>
          </a:lstStyle>
          <a:p>
            <a:endParaRPr/>
          </a:p>
        </p:txBody>
      </p:sp>
      <p:pic>
        <p:nvPicPr>
          <p:cNvPr id="691" name="Google Shape;691;p119"/>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692" name="Google Shape;692;p119"/>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114.xml><?xml version="1.0" encoding="utf-8"?>
<p:sldLayout xmlns:a="http://schemas.openxmlformats.org/drawingml/2006/main" xmlns:r="http://schemas.openxmlformats.org/officeDocument/2006/relationships" xmlns:p="http://schemas.openxmlformats.org/presentationml/2006/main" matchingName="NAVY Subhead | Title | Text | Image">
  <p:cSld name="NAVY Subhead | Title | Text | Image">
    <p:bg>
      <p:bgPr>
        <a:solidFill>
          <a:srgbClr val="030A14"/>
        </a:solidFill>
        <a:effectLst/>
      </p:bgPr>
    </p:bg>
    <p:spTree>
      <p:nvGrpSpPr>
        <p:cNvPr id="1" name="Shape 693"/>
        <p:cNvGrpSpPr/>
        <p:nvPr/>
      </p:nvGrpSpPr>
      <p:grpSpPr>
        <a:xfrm>
          <a:off x="0" y="0"/>
          <a:ext cx="0" cy="0"/>
          <a:chOff x="0" y="0"/>
          <a:chExt cx="0" cy="0"/>
        </a:xfrm>
      </p:grpSpPr>
      <p:sp>
        <p:nvSpPr>
          <p:cNvPr id="694" name="Google Shape;694;p120"/>
          <p:cNvSpPr txBox="1">
            <a:spLocks noGrp="1"/>
          </p:cNvSpPr>
          <p:nvPr>
            <p:ph type="title"/>
          </p:nvPr>
        </p:nvSpPr>
        <p:spPr>
          <a:xfrm>
            <a:off x="455617" y="731520"/>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b="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95" name="Google Shape;695;p120"/>
          <p:cNvSpPr>
            <a:spLocks noGrp="1"/>
          </p:cNvSpPr>
          <p:nvPr>
            <p:ph type="pic" idx="2"/>
          </p:nvPr>
        </p:nvSpPr>
        <p:spPr>
          <a:xfrm>
            <a:off x="7389889" y="1371600"/>
            <a:ext cx="4343401" cy="4572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696" name="Google Shape;696;p120"/>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sp>
        <p:nvSpPr>
          <p:cNvPr id="697" name="Google Shape;697;p120"/>
          <p:cNvSpPr txBox="1">
            <a:spLocks noGrp="1"/>
          </p:cNvSpPr>
          <p:nvPr>
            <p:ph type="subTitle" idx="1"/>
          </p:nvPr>
        </p:nvSpPr>
        <p:spPr>
          <a:xfrm>
            <a:off x="455663" y="457200"/>
            <a:ext cx="8915400" cy="228600"/>
          </a:xfrm>
          <a:prstGeom prst="rect">
            <a:avLst/>
          </a:prstGeom>
        </p:spPr>
        <p:txBody>
          <a:bodyPr spcFirstLastPara="1" wrap="square" lIns="0" tIns="0" rIns="0" bIns="0" anchor="t" anchorCtr="0">
            <a:noAutofit/>
          </a:bodyPr>
          <a:lstStyle>
            <a:lvl1pPr lvl="0" rtl="0">
              <a:spcBef>
                <a:spcPts val="0"/>
              </a:spcBef>
              <a:spcAft>
                <a:spcPts val="0"/>
              </a:spcAft>
              <a:buClr>
                <a:schemeClr val="accent2"/>
              </a:buClr>
              <a:buSzPts val="1400"/>
              <a:buFont typeface="Roboto Medium"/>
              <a:buNone/>
              <a:defRPr sz="1400">
                <a:solidFill>
                  <a:schemeClr val="accent2"/>
                </a:solidFill>
                <a:latin typeface="Roboto Medium"/>
                <a:ea typeface="Roboto Medium"/>
                <a:cs typeface="Roboto Medium"/>
                <a:sym typeface="Roboto Medium"/>
              </a:defRPr>
            </a:lvl1pPr>
            <a:lvl2pPr lvl="1" rtl="0">
              <a:spcBef>
                <a:spcPts val="600"/>
              </a:spcBef>
              <a:spcAft>
                <a:spcPts val="0"/>
              </a:spcAft>
              <a:buClr>
                <a:schemeClr val="accent2"/>
              </a:buClr>
              <a:buSzPts val="1800"/>
              <a:buFont typeface="Roboto Medium"/>
              <a:buNone/>
              <a:defRPr>
                <a:solidFill>
                  <a:schemeClr val="accent2"/>
                </a:solidFill>
                <a:latin typeface="Roboto Medium"/>
                <a:ea typeface="Roboto Medium"/>
                <a:cs typeface="Roboto Medium"/>
                <a:sym typeface="Roboto Medium"/>
              </a:defRPr>
            </a:lvl2pPr>
            <a:lvl3pPr lvl="2" rtl="0">
              <a:spcBef>
                <a:spcPts val="600"/>
              </a:spcBef>
              <a:spcAft>
                <a:spcPts val="0"/>
              </a:spcAft>
              <a:buClr>
                <a:schemeClr val="accent2"/>
              </a:buClr>
              <a:buSzPts val="1600"/>
              <a:buFont typeface="Roboto Medium"/>
              <a:buNone/>
              <a:defRPr>
                <a:solidFill>
                  <a:schemeClr val="accent2"/>
                </a:solidFill>
                <a:latin typeface="Roboto Medium"/>
                <a:ea typeface="Roboto Medium"/>
                <a:cs typeface="Roboto Medium"/>
                <a:sym typeface="Roboto Medium"/>
              </a:defRPr>
            </a:lvl3pPr>
            <a:lvl4pPr lvl="3" rtl="0">
              <a:spcBef>
                <a:spcPts val="300"/>
              </a:spcBef>
              <a:spcAft>
                <a:spcPts val="0"/>
              </a:spcAft>
              <a:buClr>
                <a:schemeClr val="accent2"/>
              </a:buClr>
              <a:buSzPts val="1400"/>
              <a:buFont typeface="Roboto Medium"/>
              <a:buNone/>
              <a:defRPr>
                <a:solidFill>
                  <a:schemeClr val="accent2"/>
                </a:solidFill>
                <a:latin typeface="Roboto Medium"/>
                <a:ea typeface="Roboto Medium"/>
                <a:cs typeface="Roboto Medium"/>
                <a:sym typeface="Roboto Medium"/>
              </a:defRPr>
            </a:lvl4pPr>
            <a:lvl5pPr lvl="4" rtl="0">
              <a:spcBef>
                <a:spcPts val="300"/>
              </a:spcBef>
              <a:spcAft>
                <a:spcPts val="0"/>
              </a:spcAft>
              <a:buClr>
                <a:schemeClr val="accent2"/>
              </a:buClr>
              <a:buSzPts val="1200"/>
              <a:buFont typeface="Roboto Medium"/>
              <a:buNone/>
              <a:defRPr>
                <a:solidFill>
                  <a:schemeClr val="accent2"/>
                </a:solidFill>
                <a:latin typeface="Roboto Medium"/>
                <a:ea typeface="Roboto Medium"/>
                <a:cs typeface="Roboto Medium"/>
                <a:sym typeface="Roboto Medium"/>
              </a:defRPr>
            </a:lvl5pPr>
            <a:lvl6pPr lvl="5"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6pPr>
            <a:lvl7pPr lvl="6"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7pPr>
            <a:lvl8pPr lvl="7"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8pPr>
            <a:lvl9pPr lvl="8"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9pPr>
          </a:lstStyle>
          <a:p>
            <a:endParaRPr/>
          </a:p>
        </p:txBody>
      </p:sp>
      <p:sp>
        <p:nvSpPr>
          <p:cNvPr id="698" name="Google Shape;698;p120"/>
          <p:cNvSpPr txBox="1">
            <a:spLocks noGrp="1"/>
          </p:cNvSpPr>
          <p:nvPr>
            <p:ph type="body" idx="3"/>
          </p:nvPr>
        </p:nvSpPr>
        <p:spPr>
          <a:xfrm>
            <a:off x="455625"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rtl="0">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rtl="0">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rtl="0">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rtl="0">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6pPr>
            <a:lvl7pPr marL="3200453" lvl="6"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7pPr>
            <a:lvl8pPr marL="3657661" lvl="7"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8pPr>
            <a:lvl9pPr marL="4114868" lvl="8"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9pPr>
          </a:lstStyle>
          <a:p>
            <a:endParaRPr/>
          </a:p>
        </p:txBody>
      </p:sp>
      <p:pic>
        <p:nvPicPr>
          <p:cNvPr id="699" name="Google Shape;699;p120"/>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700" name="Google Shape;700;p120"/>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115.xml><?xml version="1.0" encoding="utf-8"?>
<p:sldLayout xmlns:a="http://schemas.openxmlformats.org/drawingml/2006/main" xmlns:r="http://schemas.openxmlformats.org/officeDocument/2006/relationships" xmlns:p="http://schemas.openxmlformats.org/presentationml/2006/main" matchingName="NAVY Subhead | Title | Text | HP Image">
  <p:cSld name="NAVY Subhead | Title | Text | HP Image">
    <p:bg>
      <p:bgPr>
        <a:solidFill>
          <a:srgbClr val="030A14"/>
        </a:solidFill>
        <a:effectLst/>
      </p:bgPr>
    </p:bg>
    <p:spTree>
      <p:nvGrpSpPr>
        <p:cNvPr id="1" name="Shape 701"/>
        <p:cNvGrpSpPr/>
        <p:nvPr/>
      </p:nvGrpSpPr>
      <p:grpSpPr>
        <a:xfrm>
          <a:off x="0" y="0"/>
          <a:ext cx="0" cy="0"/>
          <a:chOff x="0" y="0"/>
          <a:chExt cx="0" cy="0"/>
        </a:xfrm>
      </p:grpSpPr>
      <p:sp>
        <p:nvSpPr>
          <p:cNvPr id="702" name="Google Shape;702;p121"/>
          <p:cNvSpPr>
            <a:spLocks noGrp="1"/>
          </p:cNvSpPr>
          <p:nvPr>
            <p:ph type="pic" idx="2"/>
          </p:nvPr>
        </p:nvSpPr>
        <p:spPr>
          <a:xfrm>
            <a:off x="6094473" y="0"/>
            <a:ext cx="6094500"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703" name="Google Shape;703;p121"/>
          <p:cNvSpPr txBox="1">
            <a:spLocks noGrp="1"/>
          </p:cNvSpPr>
          <p:nvPr>
            <p:ph type="title"/>
          </p:nvPr>
        </p:nvSpPr>
        <p:spPr>
          <a:xfrm>
            <a:off x="455618" y="731520"/>
            <a:ext cx="5029201"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b="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pic>
        <p:nvPicPr>
          <p:cNvPr id="704" name="Google Shape;704;p121" descr="A picture containing drawing&#10;&#10;Description automatically generated"/>
          <p:cNvPicPr preferRelativeResize="0"/>
          <p:nvPr/>
        </p:nvPicPr>
        <p:blipFill rotWithShape="1">
          <a:blip r:embed="rId2">
            <a:alphaModFix/>
          </a:blip>
          <a:srcRect b="31356"/>
          <a:stretch/>
        </p:blipFill>
        <p:spPr>
          <a:xfrm>
            <a:off x="455619" y="6277208"/>
            <a:ext cx="685804" cy="352192"/>
          </a:xfrm>
          <a:prstGeom prst="rect">
            <a:avLst/>
          </a:prstGeom>
          <a:noFill/>
          <a:ln>
            <a:noFill/>
          </a:ln>
        </p:spPr>
      </p:pic>
      <p:sp>
        <p:nvSpPr>
          <p:cNvPr id="705" name="Google Shape;705;p121"/>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sp>
        <p:nvSpPr>
          <p:cNvPr id="706" name="Google Shape;706;p121"/>
          <p:cNvSpPr txBox="1">
            <a:spLocks noGrp="1"/>
          </p:cNvSpPr>
          <p:nvPr>
            <p:ph type="body" idx="1"/>
          </p:nvPr>
        </p:nvSpPr>
        <p:spPr>
          <a:xfrm>
            <a:off x="455675" y="2686375"/>
            <a:ext cx="52578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rtl="0">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rtl="0">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rtl="0">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rtl="0">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6pPr>
            <a:lvl7pPr marL="3200453" lvl="6"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7pPr>
            <a:lvl8pPr marL="3657661" lvl="7"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8pPr>
            <a:lvl9pPr marL="4114868" lvl="8"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9pPr>
          </a:lstStyle>
          <a:p>
            <a:endParaRPr/>
          </a:p>
        </p:txBody>
      </p:sp>
      <p:sp>
        <p:nvSpPr>
          <p:cNvPr id="707" name="Google Shape;707;p121"/>
          <p:cNvSpPr txBox="1">
            <a:spLocks noGrp="1"/>
          </p:cNvSpPr>
          <p:nvPr>
            <p:ph type="subTitle" idx="3"/>
          </p:nvPr>
        </p:nvSpPr>
        <p:spPr>
          <a:xfrm>
            <a:off x="455663" y="457200"/>
            <a:ext cx="8915400" cy="228600"/>
          </a:xfrm>
          <a:prstGeom prst="rect">
            <a:avLst/>
          </a:prstGeom>
        </p:spPr>
        <p:txBody>
          <a:bodyPr spcFirstLastPara="1" wrap="square" lIns="0" tIns="0" rIns="0" bIns="0" anchor="t" anchorCtr="0">
            <a:noAutofit/>
          </a:bodyPr>
          <a:lstStyle>
            <a:lvl1pPr lvl="0" rtl="0">
              <a:spcBef>
                <a:spcPts val="0"/>
              </a:spcBef>
              <a:spcAft>
                <a:spcPts val="0"/>
              </a:spcAft>
              <a:buClr>
                <a:schemeClr val="accent2"/>
              </a:buClr>
              <a:buSzPts val="1400"/>
              <a:buFont typeface="Roboto Medium"/>
              <a:buNone/>
              <a:defRPr sz="1400">
                <a:solidFill>
                  <a:schemeClr val="accent2"/>
                </a:solidFill>
                <a:latin typeface="Roboto Medium"/>
                <a:ea typeface="Roboto Medium"/>
                <a:cs typeface="Roboto Medium"/>
                <a:sym typeface="Roboto Medium"/>
              </a:defRPr>
            </a:lvl1pPr>
            <a:lvl2pPr lvl="1" rtl="0">
              <a:spcBef>
                <a:spcPts val="600"/>
              </a:spcBef>
              <a:spcAft>
                <a:spcPts val="0"/>
              </a:spcAft>
              <a:buClr>
                <a:schemeClr val="accent2"/>
              </a:buClr>
              <a:buSzPts val="1800"/>
              <a:buFont typeface="Roboto Medium"/>
              <a:buNone/>
              <a:defRPr>
                <a:solidFill>
                  <a:schemeClr val="accent2"/>
                </a:solidFill>
                <a:latin typeface="Roboto Medium"/>
                <a:ea typeface="Roboto Medium"/>
                <a:cs typeface="Roboto Medium"/>
                <a:sym typeface="Roboto Medium"/>
              </a:defRPr>
            </a:lvl2pPr>
            <a:lvl3pPr lvl="2" rtl="0">
              <a:spcBef>
                <a:spcPts val="600"/>
              </a:spcBef>
              <a:spcAft>
                <a:spcPts val="0"/>
              </a:spcAft>
              <a:buClr>
                <a:schemeClr val="accent2"/>
              </a:buClr>
              <a:buSzPts val="1600"/>
              <a:buFont typeface="Roboto Medium"/>
              <a:buNone/>
              <a:defRPr>
                <a:solidFill>
                  <a:schemeClr val="accent2"/>
                </a:solidFill>
                <a:latin typeface="Roboto Medium"/>
                <a:ea typeface="Roboto Medium"/>
                <a:cs typeface="Roboto Medium"/>
                <a:sym typeface="Roboto Medium"/>
              </a:defRPr>
            </a:lvl3pPr>
            <a:lvl4pPr lvl="3" rtl="0">
              <a:spcBef>
                <a:spcPts val="300"/>
              </a:spcBef>
              <a:spcAft>
                <a:spcPts val="0"/>
              </a:spcAft>
              <a:buClr>
                <a:schemeClr val="accent2"/>
              </a:buClr>
              <a:buSzPts val="1400"/>
              <a:buFont typeface="Roboto Medium"/>
              <a:buNone/>
              <a:defRPr>
                <a:solidFill>
                  <a:schemeClr val="accent2"/>
                </a:solidFill>
                <a:latin typeface="Roboto Medium"/>
                <a:ea typeface="Roboto Medium"/>
                <a:cs typeface="Roboto Medium"/>
                <a:sym typeface="Roboto Medium"/>
              </a:defRPr>
            </a:lvl4pPr>
            <a:lvl5pPr lvl="4" rtl="0">
              <a:spcBef>
                <a:spcPts val="300"/>
              </a:spcBef>
              <a:spcAft>
                <a:spcPts val="0"/>
              </a:spcAft>
              <a:buClr>
                <a:schemeClr val="accent2"/>
              </a:buClr>
              <a:buSzPts val="1200"/>
              <a:buFont typeface="Roboto Medium"/>
              <a:buNone/>
              <a:defRPr>
                <a:solidFill>
                  <a:schemeClr val="accent2"/>
                </a:solidFill>
                <a:latin typeface="Roboto Medium"/>
                <a:ea typeface="Roboto Medium"/>
                <a:cs typeface="Roboto Medium"/>
                <a:sym typeface="Roboto Medium"/>
              </a:defRPr>
            </a:lvl5pPr>
            <a:lvl6pPr lvl="5"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6pPr>
            <a:lvl7pPr lvl="6"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7pPr>
            <a:lvl8pPr lvl="7"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8pPr>
            <a:lvl9pPr lvl="8"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9pPr>
          </a:lstStyle>
          <a:p>
            <a:endParaRPr/>
          </a:p>
        </p:txBody>
      </p:sp>
      <p:sp>
        <p:nvSpPr>
          <p:cNvPr id="708" name="Google Shape;708;p121"/>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116.xml><?xml version="1.0" encoding="utf-8"?>
<p:sldLayout xmlns:a="http://schemas.openxmlformats.org/drawingml/2006/main" xmlns:r="http://schemas.openxmlformats.org/officeDocument/2006/relationships" xmlns:p="http://schemas.openxmlformats.org/presentationml/2006/main" matchingName="NAVY Subhead | Title">
  <p:cSld name="NAVY Subhead | Title">
    <p:bg>
      <p:bgPr>
        <a:solidFill>
          <a:srgbClr val="030A14"/>
        </a:solidFill>
        <a:effectLst/>
      </p:bgPr>
    </p:bg>
    <p:spTree>
      <p:nvGrpSpPr>
        <p:cNvPr id="1" name="Shape 709"/>
        <p:cNvGrpSpPr/>
        <p:nvPr/>
      </p:nvGrpSpPr>
      <p:grpSpPr>
        <a:xfrm>
          <a:off x="0" y="0"/>
          <a:ext cx="0" cy="0"/>
          <a:chOff x="0" y="0"/>
          <a:chExt cx="0" cy="0"/>
        </a:xfrm>
      </p:grpSpPr>
      <p:sp>
        <p:nvSpPr>
          <p:cNvPr id="710" name="Google Shape;710;p122"/>
          <p:cNvSpPr txBox="1">
            <a:spLocks noGrp="1"/>
          </p:cNvSpPr>
          <p:nvPr>
            <p:ph type="title"/>
          </p:nvPr>
        </p:nvSpPr>
        <p:spPr>
          <a:xfrm>
            <a:off x="455617" y="731520"/>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11" name="Google Shape;711;p122"/>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sp>
        <p:nvSpPr>
          <p:cNvPr id="712" name="Google Shape;712;p122"/>
          <p:cNvSpPr txBox="1">
            <a:spLocks noGrp="1"/>
          </p:cNvSpPr>
          <p:nvPr>
            <p:ph type="subTitle" idx="1"/>
          </p:nvPr>
        </p:nvSpPr>
        <p:spPr>
          <a:xfrm>
            <a:off x="455663" y="457200"/>
            <a:ext cx="8915400" cy="228600"/>
          </a:xfrm>
          <a:prstGeom prst="rect">
            <a:avLst/>
          </a:prstGeom>
        </p:spPr>
        <p:txBody>
          <a:bodyPr spcFirstLastPara="1" wrap="square" lIns="0" tIns="0" rIns="0" bIns="0" anchor="t" anchorCtr="0">
            <a:noAutofit/>
          </a:bodyPr>
          <a:lstStyle>
            <a:lvl1pPr lvl="0" rtl="0">
              <a:spcBef>
                <a:spcPts val="0"/>
              </a:spcBef>
              <a:spcAft>
                <a:spcPts val="0"/>
              </a:spcAft>
              <a:buClr>
                <a:schemeClr val="accent2"/>
              </a:buClr>
              <a:buSzPts val="1400"/>
              <a:buFont typeface="Roboto Medium"/>
              <a:buNone/>
              <a:defRPr sz="1400">
                <a:solidFill>
                  <a:schemeClr val="accent2"/>
                </a:solidFill>
                <a:latin typeface="Roboto Medium"/>
                <a:ea typeface="Roboto Medium"/>
                <a:cs typeface="Roboto Medium"/>
                <a:sym typeface="Roboto Medium"/>
              </a:defRPr>
            </a:lvl1pPr>
            <a:lvl2pPr lvl="1" rtl="0">
              <a:spcBef>
                <a:spcPts val="600"/>
              </a:spcBef>
              <a:spcAft>
                <a:spcPts val="0"/>
              </a:spcAft>
              <a:buClr>
                <a:schemeClr val="accent2"/>
              </a:buClr>
              <a:buSzPts val="1800"/>
              <a:buFont typeface="Roboto Medium"/>
              <a:buNone/>
              <a:defRPr>
                <a:solidFill>
                  <a:schemeClr val="accent2"/>
                </a:solidFill>
                <a:latin typeface="Roboto Medium"/>
                <a:ea typeface="Roboto Medium"/>
                <a:cs typeface="Roboto Medium"/>
                <a:sym typeface="Roboto Medium"/>
              </a:defRPr>
            </a:lvl2pPr>
            <a:lvl3pPr lvl="2" rtl="0">
              <a:spcBef>
                <a:spcPts val="600"/>
              </a:spcBef>
              <a:spcAft>
                <a:spcPts val="0"/>
              </a:spcAft>
              <a:buClr>
                <a:schemeClr val="accent2"/>
              </a:buClr>
              <a:buSzPts val="1600"/>
              <a:buFont typeface="Roboto Medium"/>
              <a:buNone/>
              <a:defRPr>
                <a:solidFill>
                  <a:schemeClr val="accent2"/>
                </a:solidFill>
                <a:latin typeface="Roboto Medium"/>
                <a:ea typeface="Roboto Medium"/>
                <a:cs typeface="Roboto Medium"/>
                <a:sym typeface="Roboto Medium"/>
              </a:defRPr>
            </a:lvl3pPr>
            <a:lvl4pPr lvl="3" rtl="0">
              <a:spcBef>
                <a:spcPts val="300"/>
              </a:spcBef>
              <a:spcAft>
                <a:spcPts val="0"/>
              </a:spcAft>
              <a:buClr>
                <a:schemeClr val="accent2"/>
              </a:buClr>
              <a:buSzPts val="1400"/>
              <a:buFont typeface="Roboto Medium"/>
              <a:buNone/>
              <a:defRPr>
                <a:solidFill>
                  <a:schemeClr val="accent2"/>
                </a:solidFill>
                <a:latin typeface="Roboto Medium"/>
                <a:ea typeface="Roboto Medium"/>
                <a:cs typeface="Roboto Medium"/>
                <a:sym typeface="Roboto Medium"/>
              </a:defRPr>
            </a:lvl4pPr>
            <a:lvl5pPr lvl="4" rtl="0">
              <a:spcBef>
                <a:spcPts val="300"/>
              </a:spcBef>
              <a:spcAft>
                <a:spcPts val="0"/>
              </a:spcAft>
              <a:buClr>
                <a:schemeClr val="accent2"/>
              </a:buClr>
              <a:buSzPts val="1200"/>
              <a:buFont typeface="Roboto Medium"/>
              <a:buNone/>
              <a:defRPr>
                <a:solidFill>
                  <a:schemeClr val="accent2"/>
                </a:solidFill>
                <a:latin typeface="Roboto Medium"/>
                <a:ea typeface="Roboto Medium"/>
                <a:cs typeface="Roboto Medium"/>
                <a:sym typeface="Roboto Medium"/>
              </a:defRPr>
            </a:lvl5pPr>
            <a:lvl6pPr lvl="5"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6pPr>
            <a:lvl7pPr lvl="6"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7pPr>
            <a:lvl8pPr lvl="7"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8pPr>
            <a:lvl9pPr lvl="8"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9pPr>
          </a:lstStyle>
          <a:p>
            <a:endParaRPr/>
          </a:p>
        </p:txBody>
      </p:sp>
      <p:pic>
        <p:nvPicPr>
          <p:cNvPr id="713" name="Google Shape;713;p122"/>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714" name="Google Shape;714;p122"/>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117.xml><?xml version="1.0" encoding="utf-8"?>
<p:sldLayout xmlns:a="http://schemas.openxmlformats.org/drawingml/2006/main" xmlns:r="http://schemas.openxmlformats.org/officeDocument/2006/relationships" xmlns:p="http://schemas.openxmlformats.org/presentationml/2006/main" matchingName="NAVY 1Col Title | Subhead | Text">
  <p:cSld name="NAVY 1Col Title | Subhead | Text">
    <p:bg>
      <p:bgPr>
        <a:solidFill>
          <a:srgbClr val="030A14"/>
        </a:solidFill>
        <a:effectLst/>
      </p:bgPr>
    </p:bg>
    <p:spTree>
      <p:nvGrpSpPr>
        <p:cNvPr id="1" name="Shape 715"/>
        <p:cNvGrpSpPr/>
        <p:nvPr/>
      </p:nvGrpSpPr>
      <p:grpSpPr>
        <a:xfrm>
          <a:off x="0" y="0"/>
          <a:ext cx="0" cy="0"/>
          <a:chOff x="0" y="0"/>
          <a:chExt cx="0" cy="0"/>
        </a:xfrm>
      </p:grpSpPr>
      <p:sp>
        <p:nvSpPr>
          <p:cNvPr id="716" name="Google Shape;716;p123"/>
          <p:cNvSpPr txBox="1">
            <a:spLocks noGrp="1"/>
          </p:cNvSpPr>
          <p:nvPr>
            <p:ph type="title"/>
          </p:nvPr>
        </p:nvSpPr>
        <p:spPr>
          <a:xfrm>
            <a:off x="455617" y="457200"/>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b="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17" name="Google Shape;717;p123"/>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sp>
        <p:nvSpPr>
          <p:cNvPr id="718" name="Google Shape;718;p123"/>
          <p:cNvSpPr txBox="1">
            <a:spLocks noGrp="1"/>
          </p:cNvSpPr>
          <p:nvPr>
            <p:ph type="subTitle" idx="1"/>
          </p:nvPr>
        </p:nvSpPr>
        <p:spPr>
          <a:xfrm>
            <a:off x="455625" y="868680"/>
            <a:ext cx="7635001" cy="228600"/>
          </a:xfrm>
          <a:prstGeom prst="rect">
            <a:avLst/>
          </a:prstGeom>
        </p:spPr>
        <p:txBody>
          <a:bodyPr spcFirstLastPara="1" wrap="square" lIns="0" tIns="0" rIns="0" bIns="0" anchor="t" anchorCtr="0">
            <a:noAutofit/>
          </a:bodyPr>
          <a:lstStyle>
            <a:lvl1pPr lvl="0" rtl="0">
              <a:spcBef>
                <a:spcPts val="0"/>
              </a:spcBef>
              <a:spcAft>
                <a:spcPts val="0"/>
              </a:spcAft>
              <a:buClr>
                <a:schemeClr val="accent2"/>
              </a:buClr>
              <a:buSzPts val="1600"/>
              <a:buFont typeface="Roboto Medium"/>
              <a:buNone/>
              <a:defRPr sz="1600">
                <a:solidFill>
                  <a:schemeClr val="accent2"/>
                </a:solidFill>
                <a:latin typeface="Roboto Medium"/>
                <a:ea typeface="Roboto Medium"/>
                <a:cs typeface="Roboto Medium"/>
                <a:sym typeface="Roboto Medium"/>
              </a:defRPr>
            </a:lvl1pPr>
            <a:lvl2pPr lvl="1" rtl="0">
              <a:spcBef>
                <a:spcPts val="600"/>
              </a:spcBef>
              <a:spcAft>
                <a:spcPts val="0"/>
              </a:spcAft>
              <a:buClr>
                <a:schemeClr val="accent2"/>
              </a:buClr>
              <a:buSzPts val="1800"/>
              <a:buNone/>
              <a:defRPr>
                <a:solidFill>
                  <a:schemeClr val="accent2"/>
                </a:solidFill>
              </a:defRPr>
            </a:lvl2pPr>
            <a:lvl3pPr lvl="2" rtl="0">
              <a:spcBef>
                <a:spcPts val="600"/>
              </a:spcBef>
              <a:spcAft>
                <a:spcPts val="0"/>
              </a:spcAft>
              <a:buClr>
                <a:schemeClr val="accent2"/>
              </a:buClr>
              <a:buSzPts val="1600"/>
              <a:buNone/>
              <a:defRPr>
                <a:solidFill>
                  <a:schemeClr val="accent2"/>
                </a:solidFill>
              </a:defRPr>
            </a:lvl3pPr>
            <a:lvl4pPr lvl="3" rtl="0">
              <a:spcBef>
                <a:spcPts val="300"/>
              </a:spcBef>
              <a:spcAft>
                <a:spcPts val="0"/>
              </a:spcAft>
              <a:buClr>
                <a:schemeClr val="accent2"/>
              </a:buClr>
              <a:buSzPts val="1400"/>
              <a:buNone/>
              <a:defRPr>
                <a:solidFill>
                  <a:schemeClr val="accent2"/>
                </a:solidFill>
              </a:defRPr>
            </a:lvl4pPr>
            <a:lvl5pPr lvl="4" rtl="0">
              <a:spcBef>
                <a:spcPts val="300"/>
              </a:spcBef>
              <a:spcAft>
                <a:spcPts val="0"/>
              </a:spcAft>
              <a:buClr>
                <a:schemeClr val="accent2"/>
              </a:buClr>
              <a:buSzPts val="1200"/>
              <a:buNone/>
              <a:defRPr>
                <a:solidFill>
                  <a:schemeClr val="accent2"/>
                </a:solidFill>
              </a:defRPr>
            </a:lvl5pPr>
            <a:lvl6pPr lvl="5" rtl="0">
              <a:spcBef>
                <a:spcPts val="533"/>
              </a:spcBef>
              <a:spcAft>
                <a:spcPts val="0"/>
              </a:spcAft>
              <a:buClr>
                <a:schemeClr val="accent2"/>
              </a:buClr>
              <a:buSzPts val="2666"/>
              <a:buNone/>
              <a:defRPr>
                <a:solidFill>
                  <a:schemeClr val="accent2"/>
                </a:solidFill>
              </a:defRPr>
            </a:lvl6pPr>
            <a:lvl7pPr lvl="6" rtl="0">
              <a:spcBef>
                <a:spcPts val="533"/>
              </a:spcBef>
              <a:spcAft>
                <a:spcPts val="0"/>
              </a:spcAft>
              <a:buClr>
                <a:schemeClr val="accent2"/>
              </a:buClr>
              <a:buSzPts val="2666"/>
              <a:buNone/>
              <a:defRPr>
                <a:solidFill>
                  <a:schemeClr val="accent2"/>
                </a:solidFill>
              </a:defRPr>
            </a:lvl7pPr>
            <a:lvl8pPr lvl="7" rtl="0">
              <a:spcBef>
                <a:spcPts val="533"/>
              </a:spcBef>
              <a:spcAft>
                <a:spcPts val="0"/>
              </a:spcAft>
              <a:buClr>
                <a:schemeClr val="accent2"/>
              </a:buClr>
              <a:buSzPts val="2666"/>
              <a:buNone/>
              <a:defRPr>
                <a:solidFill>
                  <a:schemeClr val="accent2"/>
                </a:solidFill>
              </a:defRPr>
            </a:lvl8pPr>
            <a:lvl9pPr lvl="8" rtl="0">
              <a:spcBef>
                <a:spcPts val="533"/>
              </a:spcBef>
              <a:spcAft>
                <a:spcPts val="0"/>
              </a:spcAft>
              <a:buClr>
                <a:schemeClr val="accent2"/>
              </a:buClr>
              <a:buSzPts val="2666"/>
              <a:buNone/>
              <a:defRPr>
                <a:solidFill>
                  <a:schemeClr val="accent2"/>
                </a:solidFill>
              </a:defRPr>
            </a:lvl9pPr>
          </a:lstStyle>
          <a:p>
            <a:endParaRPr/>
          </a:p>
        </p:txBody>
      </p:sp>
      <p:sp>
        <p:nvSpPr>
          <p:cNvPr id="719" name="Google Shape;719;p123"/>
          <p:cNvSpPr txBox="1">
            <a:spLocks noGrp="1"/>
          </p:cNvSpPr>
          <p:nvPr>
            <p:ph type="body" idx="2"/>
          </p:nvPr>
        </p:nvSpPr>
        <p:spPr>
          <a:xfrm>
            <a:off x="455613" y="2686375"/>
            <a:ext cx="8915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rgbClr val="FFFFFF"/>
              </a:buClr>
              <a:buSzPts val="2000"/>
              <a:buFont typeface="Roboto"/>
              <a:buNone/>
              <a:defRPr b="0" i="0">
                <a:solidFill>
                  <a:srgbClr val="FFFFFF"/>
                </a:solidFill>
                <a:latin typeface="Roboto"/>
                <a:ea typeface="Roboto"/>
                <a:cs typeface="Roboto"/>
                <a:sym typeface="Roboto"/>
              </a:defRPr>
            </a:lvl1pPr>
            <a:lvl2pPr marL="914415" lvl="1" indent="-342906" algn="l" rtl="0">
              <a:spcBef>
                <a:spcPts val="600"/>
              </a:spcBef>
              <a:spcAft>
                <a:spcPts val="0"/>
              </a:spcAft>
              <a:buClr>
                <a:srgbClr val="FFFFFF"/>
              </a:buClr>
              <a:buSzPts val="1800"/>
              <a:buChar char="•"/>
              <a:defRPr b="0" i="0">
                <a:solidFill>
                  <a:srgbClr val="FFFFFF"/>
                </a:solidFill>
                <a:latin typeface="Roboto"/>
                <a:ea typeface="Roboto"/>
                <a:cs typeface="Roboto"/>
                <a:sym typeface="Roboto"/>
              </a:defRPr>
            </a:lvl2pPr>
            <a:lvl3pPr marL="1371622" lvl="2" indent="-330205" algn="l" rtl="0">
              <a:spcBef>
                <a:spcPts val="600"/>
              </a:spcBef>
              <a:spcAft>
                <a:spcPts val="0"/>
              </a:spcAft>
              <a:buClr>
                <a:srgbClr val="FFFFFF"/>
              </a:buClr>
              <a:buSzPts val="1600"/>
              <a:buChar char="−"/>
              <a:defRPr b="0" i="0">
                <a:solidFill>
                  <a:srgbClr val="FFFFFF"/>
                </a:solidFill>
                <a:latin typeface="Roboto"/>
                <a:ea typeface="Roboto"/>
                <a:cs typeface="Roboto"/>
                <a:sym typeface="Roboto"/>
              </a:defRPr>
            </a:lvl3pPr>
            <a:lvl4pPr marL="1828831" lvl="3" indent="-317506" algn="l" rtl="0">
              <a:spcBef>
                <a:spcPts val="300"/>
              </a:spcBef>
              <a:spcAft>
                <a:spcPts val="0"/>
              </a:spcAft>
              <a:buClr>
                <a:srgbClr val="FFFFFF"/>
              </a:buClr>
              <a:buSzPts val="1400"/>
              <a:buChar char="•"/>
              <a:defRPr b="0" i="0">
                <a:solidFill>
                  <a:srgbClr val="FFFFFF"/>
                </a:solidFill>
                <a:latin typeface="Roboto"/>
                <a:ea typeface="Roboto"/>
                <a:cs typeface="Roboto"/>
                <a:sym typeface="Roboto"/>
              </a:defRPr>
            </a:lvl4pPr>
            <a:lvl5pPr marL="2286038" lvl="4" indent="-304805" algn="l" rtl="0">
              <a:spcBef>
                <a:spcPts val="300"/>
              </a:spcBef>
              <a:spcAft>
                <a:spcPts val="0"/>
              </a:spcAft>
              <a:buClr>
                <a:srgbClr val="FFFFFF"/>
              </a:buClr>
              <a:buSzPts val="1200"/>
              <a:buChar char="−"/>
              <a:defRPr b="0" i="0">
                <a:solidFill>
                  <a:srgbClr val="FFFFFF"/>
                </a:solidFill>
                <a:latin typeface="Roboto"/>
                <a:ea typeface="Roboto"/>
                <a:cs typeface="Roboto"/>
                <a:sym typeface="Roboto"/>
              </a:defRPr>
            </a:lvl5pPr>
            <a:lvl6pPr marL="2743246" lvl="5" indent="-304805" algn="l" rtl="0">
              <a:spcBef>
                <a:spcPts val="360"/>
              </a:spcBef>
              <a:spcAft>
                <a:spcPts val="0"/>
              </a:spcAft>
              <a:buClr>
                <a:srgbClr val="FFFFFF"/>
              </a:buClr>
              <a:buSzPts val="1200"/>
              <a:buFont typeface="Roboto"/>
              <a:buChar char="•"/>
              <a:defRPr sz="1200">
                <a:solidFill>
                  <a:srgbClr val="FFFFFF"/>
                </a:solidFill>
                <a:latin typeface="Roboto"/>
                <a:ea typeface="Roboto"/>
                <a:cs typeface="Roboto"/>
                <a:sym typeface="Roboto"/>
              </a:defRPr>
            </a:lvl6pPr>
            <a:lvl7pPr marL="3200453" lvl="6" indent="-304805" algn="l" rtl="0">
              <a:spcBef>
                <a:spcPts val="360"/>
              </a:spcBef>
              <a:spcAft>
                <a:spcPts val="0"/>
              </a:spcAft>
              <a:buClr>
                <a:srgbClr val="FFFFFF"/>
              </a:buClr>
              <a:buSzPts val="1200"/>
              <a:buFont typeface="Roboto"/>
              <a:buChar char="•"/>
              <a:defRPr sz="1200">
                <a:solidFill>
                  <a:srgbClr val="FFFFFF"/>
                </a:solidFill>
                <a:latin typeface="Roboto"/>
                <a:ea typeface="Roboto"/>
                <a:cs typeface="Roboto"/>
                <a:sym typeface="Roboto"/>
              </a:defRPr>
            </a:lvl7pPr>
            <a:lvl8pPr marL="3657661" lvl="7" indent="-304805" algn="l" rtl="0">
              <a:spcBef>
                <a:spcPts val="360"/>
              </a:spcBef>
              <a:spcAft>
                <a:spcPts val="0"/>
              </a:spcAft>
              <a:buClr>
                <a:srgbClr val="FFFFFF"/>
              </a:buClr>
              <a:buSzPts val="1200"/>
              <a:buFont typeface="Roboto"/>
              <a:buChar char="•"/>
              <a:defRPr sz="1200">
                <a:solidFill>
                  <a:srgbClr val="FFFFFF"/>
                </a:solidFill>
                <a:latin typeface="Roboto"/>
                <a:ea typeface="Roboto"/>
                <a:cs typeface="Roboto"/>
                <a:sym typeface="Roboto"/>
              </a:defRPr>
            </a:lvl8pPr>
            <a:lvl9pPr marL="4114868" lvl="8" indent="-304805" algn="l" rtl="0">
              <a:spcBef>
                <a:spcPts val="360"/>
              </a:spcBef>
              <a:spcAft>
                <a:spcPts val="0"/>
              </a:spcAft>
              <a:buClr>
                <a:srgbClr val="FFFFFF"/>
              </a:buClr>
              <a:buSzPts val="1200"/>
              <a:buFont typeface="Roboto"/>
              <a:buChar char="•"/>
              <a:defRPr sz="1200">
                <a:solidFill>
                  <a:srgbClr val="FFFFFF"/>
                </a:solidFill>
                <a:latin typeface="Roboto"/>
                <a:ea typeface="Roboto"/>
                <a:cs typeface="Roboto"/>
                <a:sym typeface="Roboto"/>
              </a:defRPr>
            </a:lvl9pPr>
          </a:lstStyle>
          <a:p>
            <a:endParaRPr/>
          </a:p>
        </p:txBody>
      </p:sp>
      <p:pic>
        <p:nvPicPr>
          <p:cNvPr id="720" name="Google Shape;720;p123"/>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721" name="Google Shape;721;p123"/>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118.xml><?xml version="1.0" encoding="utf-8"?>
<p:sldLayout xmlns:a="http://schemas.openxmlformats.org/drawingml/2006/main" xmlns:r="http://schemas.openxmlformats.org/officeDocument/2006/relationships" xmlns:p="http://schemas.openxmlformats.org/presentationml/2006/main" matchingName="NAVY 2Col Title | Subhead | Text">
  <p:cSld name="NAVY 2Col Title | Subhead | Text">
    <p:bg>
      <p:bgPr>
        <a:solidFill>
          <a:srgbClr val="030A14"/>
        </a:solidFill>
        <a:effectLst/>
      </p:bgPr>
    </p:bg>
    <p:spTree>
      <p:nvGrpSpPr>
        <p:cNvPr id="1" name="Shape 722"/>
        <p:cNvGrpSpPr/>
        <p:nvPr/>
      </p:nvGrpSpPr>
      <p:grpSpPr>
        <a:xfrm>
          <a:off x="0" y="0"/>
          <a:ext cx="0" cy="0"/>
          <a:chOff x="0" y="0"/>
          <a:chExt cx="0" cy="0"/>
        </a:xfrm>
      </p:grpSpPr>
      <p:sp>
        <p:nvSpPr>
          <p:cNvPr id="723" name="Google Shape;723;p124"/>
          <p:cNvSpPr txBox="1">
            <a:spLocks noGrp="1"/>
          </p:cNvSpPr>
          <p:nvPr>
            <p:ph type="title"/>
          </p:nvPr>
        </p:nvSpPr>
        <p:spPr>
          <a:xfrm>
            <a:off x="455617" y="457200"/>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b="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24" name="Google Shape;724;p124"/>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sp>
        <p:nvSpPr>
          <p:cNvPr id="725" name="Google Shape;725;p124"/>
          <p:cNvSpPr txBox="1">
            <a:spLocks noGrp="1"/>
          </p:cNvSpPr>
          <p:nvPr>
            <p:ph type="subTitle" idx="1"/>
          </p:nvPr>
        </p:nvSpPr>
        <p:spPr>
          <a:xfrm>
            <a:off x="455625" y="868680"/>
            <a:ext cx="7635001" cy="228600"/>
          </a:xfrm>
          <a:prstGeom prst="rect">
            <a:avLst/>
          </a:prstGeom>
        </p:spPr>
        <p:txBody>
          <a:bodyPr spcFirstLastPara="1" wrap="square" lIns="0" tIns="0" rIns="0" bIns="0" anchor="t" anchorCtr="0">
            <a:noAutofit/>
          </a:bodyPr>
          <a:lstStyle>
            <a:lvl1pPr lvl="0" rtl="0">
              <a:spcBef>
                <a:spcPts val="0"/>
              </a:spcBef>
              <a:spcAft>
                <a:spcPts val="0"/>
              </a:spcAft>
              <a:buClr>
                <a:schemeClr val="accent2"/>
              </a:buClr>
              <a:buSzPts val="1600"/>
              <a:buFont typeface="Roboto Medium"/>
              <a:buNone/>
              <a:defRPr sz="1600">
                <a:solidFill>
                  <a:schemeClr val="accent2"/>
                </a:solidFill>
                <a:latin typeface="Roboto Medium"/>
                <a:ea typeface="Roboto Medium"/>
                <a:cs typeface="Roboto Medium"/>
                <a:sym typeface="Roboto Medium"/>
              </a:defRPr>
            </a:lvl1pPr>
            <a:lvl2pPr lvl="1" rtl="0">
              <a:spcBef>
                <a:spcPts val="600"/>
              </a:spcBef>
              <a:spcAft>
                <a:spcPts val="0"/>
              </a:spcAft>
              <a:buClr>
                <a:schemeClr val="accent2"/>
              </a:buClr>
              <a:buSzPts val="1800"/>
              <a:buNone/>
              <a:defRPr>
                <a:solidFill>
                  <a:schemeClr val="accent2"/>
                </a:solidFill>
              </a:defRPr>
            </a:lvl2pPr>
            <a:lvl3pPr lvl="2" rtl="0">
              <a:spcBef>
                <a:spcPts val="600"/>
              </a:spcBef>
              <a:spcAft>
                <a:spcPts val="0"/>
              </a:spcAft>
              <a:buClr>
                <a:schemeClr val="accent2"/>
              </a:buClr>
              <a:buSzPts val="1600"/>
              <a:buNone/>
              <a:defRPr>
                <a:solidFill>
                  <a:schemeClr val="accent2"/>
                </a:solidFill>
              </a:defRPr>
            </a:lvl3pPr>
            <a:lvl4pPr lvl="3" rtl="0">
              <a:spcBef>
                <a:spcPts val="300"/>
              </a:spcBef>
              <a:spcAft>
                <a:spcPts val="0"/>
              </a:spcAft>
              <a:buClr>
                <a:schemeClr val="accent2"/>
              </a:buClr>
              <a:buSzPts val="1400"/>
              <a:buNone/>
              <a:defRPr>
                <a:solidFill>
                  <a:schemeClr val="accent2"/>
                </a:solidFill>
              </a:defRPr>
            </a:lvl4pPr>
            <a:lvl5pPr lvl="4" rtl="0">
              <a:spcBef>
                <a:spcPts val="300"/>
              </a:spcBef>
              <a:spcAft>
                <a:spcPts val="0"/>
              </a:spcAft>
              <a:buClr>
                <a:schemeClr val="accent2"/>
              </a:buClr>
              <a:buSzPts val="1200"/>
              <a:buNone/>
              <a:defRPr>
                <a:solidFill>
                  <a:schemeClr val="accent2"/>
                </a:solidFill>
              </a:defRPr>
            </a:lvl5pPr>
            <a:lvl6pPr lvl="5" rtl="0">
              <a:spcBef>
                <a:spcPts val="533"/>
              </a:spcBef>
              <a:spcAft>
                <a:spcPts val="0"/>
              </a:spcAft>
              <a:buClr>
                <a:schemeClr val="accent2"/>
              </a:buClr>
              <a:buSzPts val="2666"/>
              <a:buNone/>
              <a:defRPr>
                <a:solidFill>
                  <a:schemeClr val="accent2"/>
                </a:solidFill>
              </a:defRPr>
            </a:lvl6pPr>
            <a:lvl7pPr lvl="6" rtl="0">
              <a:spcBef>
                <a:spcPts val="533"/>
              </a:spcBef>
              <a:spcAft>
                <a:spcPts val="0"/>
              </a:spcAft>
              <a:buClr>
                <a:schemeClr val="accent2"/>
              </a:buClr>
              <a:buSzPts val="2666"/>
              <a:buNone/>
              <a:defRPr>
                <a:solidFill>
                  <a:schemeClr val="accent2"/>
                </a:solidFill>
              </a:defRPr>
            </a:lvl7pPr>
            <a:lvl8pPr lvl="7" rtl="0">
              <a:spcBef>
                <a:spcPts val="533"/>
              </a:spcBef>
              <a:spcAft>
                <a:spcPts val="0"/>
              </a:spcAft>
              <a:buClr>
                <a:schemeClr val="accent2"/>
              </a:buClr>
              <a:buSzPts val="2666"/>
              <a:buNone/>
              <a:defRPr>
                <a:solidFill>
                  <a:schemeClr val="accent2"/>
                </a:solidFill>
              </a:defRPr>
            </a:lvl8pPr>
            <a:lvl9pPr lvl="8" rtl="0">
              <a:spcBef>
                <a:spcPts val="533"/>
              </a:spcBef>
              <a:spcAft>
                <a:spcPts val="0"/>
              </a:spcAft>
              <a:buClr>
                <a:schemeClr val="accent2"/>
              </a:buClr>
              <a:buSzPts val="2666"/>
              <a:buNone/>
              <a:defRPr>
                <a:solidFill>
                  <a:schemeClr val="accent2"/>
                </a:solidFill>
              </a:defRPr>
            </a:lvl9pPr>
          </a:lstStyle>
          <a:p>
            <a:endParaRPr/>
          </a:p>
        </p:txBody>
      </p:sp>
      <p:sp>
        <p:nvSpPr>
          <p:cNvPr id="726" name="Google Shape;726;p124"/>
          <p:cNvSpPr txBox="1">
            <a:spLocks noGrp="1"/>
          </p:cNvSpPr>
          <p:nvPr>
            <p:ph type="body" idx="2"/>
          </p:nvPr>
        </p:nvSpPr>
        <p:spPr>
          <a:xfrm>
            <a:off x="455625"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rtl="0">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rtl="0">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rtl="0">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rtl="0">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6pPr>
            <a:lvl7pPr marL="3200453" lvl="6"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7pPr>
            <a:lvl8pPr marL="3657661" lvl="7"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8pPr>
            <a:lvl9pPr marL="4114868" lvl="8"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9pPr>
          </a:lstStyle>
          <a:p>
            <a:endParaRPr/>
          </a:p>
        </p:txBody>
      </p:sp>
      <p:sp>
        <p:nvSpPr>
          <p:cNvPr id="727" name="Google Shape;727;p124"/>
          <p:cNvSpPr txBox="1">
            <a:spLocks noGrp="1"/>
          </p:cNvSpPr>
          <p:nvPr>
            <p:ph type="body" idx="3"/>
          </p:nvPr>
        </p:nvSpPr>
        <p:spPr>
          <a:xfrm>
            <a:off x="6246950"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rtl="0">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rtl="0">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rtl="0">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rtl="0">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6pPr>
            <a:lvl7pPr marL="3200453" lvl="6"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7pPr>
            <a:lvl8pPr marL="3657661" lvl="7"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8pPr>
            <a:lvl9pPr marL="4114868" lvl="8"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9pPr>
          </a:lstStyle>
          <a:p>
            <a:endParaRPr/>
          </a:p>
        </p:txBody>
      </p:sp>
      <p:pic>
        <p:nvPicPr>
          <p:cNvPr id="728" name="Google Shape;728;p124"/>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729" name="Google Shape;729;p124"/>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119.xml><?xml version="1.0" encoding="utf-8"?>
<p:sldLayout xmlns:a="http://schemas.openxmlformats.org/drawingml/2006/main" xmlns:r="http://schemas.openxmlformats.org/officeDocument/2006/relationships" xmlns:p="http://schemas.openxmlformats.org/presentationml/2006/main" matchingName="NAVY Title | Subhead">
  <p:cSld name="NAVY Title | Subhead">
    <p:bg>
      <p:bgPr>
        <a:solidFill>
          <a:srgbClr val="030A14"/>
        </a:solidFill>
        <a:effectLst/>
      </p:bgPr>
    </p:bg>
    <p:spTree>
      <p:nvGrpSpPr>
        <p:cNvPr id="1" name="Shape 730"/>
        <p:cNvGrpSpPr/>
        <p:nvPr/>
      </p:nvGrpSpPr>
      <p:grpSpPr>
        <a:xfrm>
          <a:off x="0" y="0"/>
          <a:ext cx="0" cy="0"/>
          <a:chOff x="0" y="0"/>
          <a:chExt cx="0" cy="0"/>
        </a:xfrm>
      </p:grpSpPr>
      <p:sp>
        <p:nvSpPr>
          <p:cNvPr id="731" name="Google Shape;731;p125"/>
          <p:cNvSpPr txBox="1">
            <a:spLocks noGrp="1"/>
          </p:cNvSpPr>
          <p:nvPr>
            <p:ph type="title"/>
          </p:nvPr>
        </p:nvSpPr>
        <p:spPr>
          <a:xfrm>
            <a:off x="455617" y="457200"/>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32" name="Google Shape;732;p125"/>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sp>
        <p:nvSpPr>
          <p:cNvPr id="733" name="Google Shape;733;p125"/>
          <p:cNvSpPr txBox="1">
            <a:spLocks noGrp="1"/>
          </p:cNvSpPr>
          <p:nvPr>
            <p:ph type="subTitle" idx="1"/>
          </p:nvPr>
        </p:nvSpPr>
        <p:spPr>
          <a:xfrm>
            <a:off x="455625" y="868680"/>
            <a:ext cx="7635001" cy="228600"/>
          </a:xfrm>
          <a:prstGeom prst="rect">
            <a:avLst/>
          </a:prstGeom>
        </p:spPr>
        <p:txBody>
          <a:bodyPr spcFirstLastPara="1" wrap="square" lIns="0" tIns="0" rIns="0" bIns="0" anchor="t" anchorCtr="0">
            <a:noAutofit/>
          </a:bodyPr>
          <a:lstStyle>
            <a:lvl1pPr lvl="0" rtl="0">
              <a:spcBef>
                <a:spcPts val="0"/>
              </a:spcBef>
              <a:spcAft>
                <a:spcPts val="0"/>
              </a:spcAft>
              <a:buClr>
                <a:schemeClr val="accent2"/>
              </a:buClr>
              <a:buSzPts val="1600"/>
              <a:buFont typeface="Roboto Medium"/>
              <a:buNone/>
              <a:defRPr sz="1600">
                <a:solidFill>
                  <a:schemeClr val="accent2"/>
                </a:solidFill>
                <a:latin typeface="Roboto Medium"/>
                <a:ea typeface="Roboto Medium"/>
                <a:cs typeface="Roboto Medium"/>
                <a:sym typeface="Roboto Medium"/>
              </a:defRPr>
            </a:lvl1pPr>
            <a:lvl2pPr lvl="1" rtl="0">
              <a:spcBef>
                <a:spcPts val="600"/>
              </a:spcBef>
              <a:spcAft>
                <a:spcPts val="0"/>
              </a:spcAft>
              <a:buClr>
                <a:schemeClr val="accent2"/>
              </a:buClr>
              <a:buSzPts val="1800"/>
              <a:buNone/>
              <a:defRPr>
                <a:solidFill>
                  <a:schemeClr val="accent2"/>
                </a:solidFill>
              </a:defRPr>
            </a:lvl2pPr>
            <a:lvl3pPr lvl="2" rtl="0">
              <a:spcBef>
                <a:spcPts val="600"/>
              </a:spcBef>
              <a:spcAft>
                <a:spcPts val="0"/>
              </a:spcAft>
              <a:buClr>
                <a:schemeClr val="accent2"/>
              </a:buClr>
              <a:buSzPts val="1600"/>
              <a:buNone/>
              <a:defRPr>
                <a:solidFill>
                  <a:schemeClr val="accent2"/>
                </a:solidFill>
              </a:defRPr>
            </a:lvl3pPr>
            <a:lvl4pPr lvl="3" rtl="0">
              <a:spcBef>
                <a:spcPts val="300"/>
              </a:spcBef>
              <a:spcAft>
                <a:spcPts val="0"/>
              </a:spcAft>
              <a:buClr>
                <a:schemeClr val="accent2"/>
              </a:buClr>
              <a:buSzPts val="1400"/>
              <a:buNone/>
              <a:defRPr>
                <a:solidFill>
                  <a:schemeClr val="accent2"/>
                </a:solidFill>
              </a:defRPr>
            </a:lvl4pPr>
            <a:lvl5pPr lvl="4" rtl="0">
              <a:spcBef>
                <a:spcPts val="300"/>
              </a:spcBef>
              <a:spcAft>
                <a:spcPts val="0"/>
              </a:spcAft>
              <a:buClr>
                <a:schemeClr val="accent2"/>
              </a:buClr>
              <a:buSzPts val="1200"/>
              <a:buNone/>
              <a:defRPr>
                <a:solidFill>
                  <a:schemeClr val="accent2"/>
                </a:solidFill>
              </a:defRPr>
            </a:lvl5pPr>
            <a:lvl6pPr lvl="5" rtl="0">
              <a:spcBef>
                <a:spcPts val="533"/>
              </a:spcBef>
              <a:spcAft>
                <a:spcPts val="0"/>
              </a:spcAft>
              <a:buClr>
                <a:schemeClr val="accent2"/>
              </a:buClr>
              <a:buSzPts val="2666"/>
              <a:buNone/>
              <a:defRPr>
                <a:solidFill>
                  <a:schemeClr val="accent2"/>
                </a:solidFill>
              </a:defRPr>
            </a:lvl6pPr>
            <a:lvl7pPr lvl="6" rtl="0">
              <a:spcBef>
                <a:spcPts val="533"/>
              </a:spcBef>
              <a:spcAft>
                <a:spcPts val="0"/>
              </a:spcAft>
              <a:buClr>
                <a:schemeClr val="accent2"/>
              </a:buClr>
              <a:buSzPts val="2666"/>
              <a:buNone/>
              <a:defRPr>
                <a:solidFill>
                  <a:schemeClr val="accent2"/>
                </a:solidFill>
              </a:defRPr>
            </a:lvl7pPr>
            <a:lvl8pPr lvl="7" rtl="0">
              <a:spcBef>
                <a:spcPts val="533"/>
              </a:spcBef>
              <a:spcAft>
                <a:spcPts val="0"/>
              </a:spcAft>
              <a:buClr>
                <a:schemeClr val="accent2"/>
              </a:buClr>
              <a:buSzPts val="2666"/>
              <a:buNone/>
              <a:defRPr>
                <a:solidFill>
                  <a:schemeClr val="accent2"/>
                </a:solidFill>
              </a:defRPr>
            </a:lvl8pPr>
            <a:lvl9pPr lvl="8" rtl="0">
              <a:spcBef>
                <a:spcPts val="533"/>
              </a:spcBef>
              <a:spcAft>
                <a:spcPts val="0"/>
              </a:spcAft>
              <a:buClr>
                <a:schemeClr val="accent2"/>
              </a:buClr>
              <a:buSzPts val="2666"/>
              <a:buNone/>
              <a:defRPr>
                <a:solidFill>
                  <a:schemeClr val="accent2"/>
                </a:solidFill>
              </a:defRPr>
            </a:lvl9pPr>
          </a:lstStyle>
          <a:p>
            <a:endParaRPr/>
          </a:p>
        </p:txBody>
      </p:sp>
      <p:pic>
        <p:nvPicPr>
          <p:cNvPr id="734" name="Google Shape;734;p125"/>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735" name="Google Shape;735;p125"/>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120.xml><?xml version="1.0" encoding="utf-8"?>
<p:sldLayout xmlns:a="http://schemas.openxmlformats.org/drawingml/2006/main" xmlns:r="http://schemas.openxmlformats.org/officeDocument/2006/relationships" xmlns:p="http://schemas.openxmlformats.org/presentationml/2006/main" matchingName="HYUNDAI  1Col Title | Text">
  <p:cSld name="HYUNDAI  1Col Title | Text">
    <p:bg>
      <p:bgPr>
        <a:solidFill>
          <a:schemeClr val="dk2"/>
        </a:solidFill>
        <a:effectLst/>
      </p:bgPr>
    </p:bg>
    <p:spTree>
      <p:nvGrpSpPr>
        <p:cNvPr id="1" name="Shape 736"/>
        <p:cNvGrpSpPr/>
        <p:nvPr/>
      </p:nvGrpSpPr>
      <p:grpSpPr>
        <a:xfrm>
          <a:off x="0" y="0"/>
          <a:ext cx="0" cy="0"/>
          <a:chOff x="0" y="0"/>
          <a:chExt cx="0" cy="0"/>
        </a:xfrm>
      </p:grpSpPr>
      <p:sp>
        <p:nvSpPr>
          <p:cNvPr id="737" name="Google Shape;737;p126"/>
          <p:cNvSpPr txBox="1">
            <a:spLocks noGrp="1"/>
          </p:cNvSpPr>
          <p:nvPr>
            <p:ph type="title"/>
          </p:nvPr>
        </p:nvSpPr>
        <p:spPr>
          <a:xfrm>
            <a:off x="455617" y="460683"/>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b="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38" name="Google Shape;738;p126"/>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sp>
        <p:nvSpPr>
          <p:cNvPr id="739" name="Google Shape;739;p126"/>
          <p:cNvSpPr txBox="1">
            <a:spLocks noGrp="1"/>
          </p:cNvSpPr>
          <p:nvPr>
            <p:ph type="body" idx="1"/>
          </p:nvPr>
        </p:nvSpPr>
        <p:spPr>
          <a:xfrm>
            <a:off x="455613" y="2686375"/>
            <a:ext cx="8915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rgbClr val="FFFFFF"/>
              </a:buClr>
              <a:buSzPts val="2000"/>
              <a:buFont typeface="Roboto"/>
              <a:buNone/>
              <a:defRPr b="0" i="0">
                <a:solidFill>
                  <a:srgbClr val="FFFFFF"/>
                </a:solidFill>
                <a:latin typeface="Roboto"/>
                <a:ea typeface="Roboto"/>
                <a:cs typeface="Roboto"/>
                <a:sym typeface="Roboto"/>
              </a:defRPr>
            </a:lvl1pPr>
            <a:lvl2pPr marL="914415" lvl="1" indent="-342906" algn="l" rtl="0">
              <a:spcBef>
                <a:spcPts val="600"/>
              </a:spcBef>
              <a:spcAft>
                <a:spcPts val="0"/>
              </a:spcAft>
              <a:buClr>
                <a:srgbClr val="FFFFFF"/>
              </a:buClr>
              <a:buSzPts val="1800"/>
              <a:buChar char="•"/>
              <a:defRPr b="0" i="0">
                <a:solidFill>
                  <a:srgbClr val="FFFFFF"/>
                </a:solidFill>
                <a:latin typeface="Roboto"/>
                <a:ea typeface="Roboto"/>
                <a:cs typeface="Roboto"/>
                <a:sym typeface="Roboto"/>
              </a:defRPr>
            </a:lvl2pPr>
            <a:lvl3pPr marL="1371622" lvl="2" indent="-330205" algn="l" rtl="0">
              <a:spcBef>
                <a:spcPts val="600"/>
              </a:spcBef>
              <a:spcAft>
                <a:spcPts val="0"/>
              </a:spcAft>
              <a:buClr>
                <a:srgbClr val="FFFFFF"/>
              </a:buClr>
              <a:buSzPts val="1600"/>
              <a:buChar char="−"/>
              <a:defRPr b="0" i="0">
                <a:solidFill>
                  <a:srgbClr val="FFFFFF"/>
                </a:solidFill>
                <a:latin typeface="Roboto"/>
                <a:ea typeface="Roboto"/>
                <a:cs typeface="Roboto"/>
                <a:sym typeface="Roboto"/>
              </a:defRPr>
            </a:lvl3pPr>
            <a:lvl4pPr marL="1828831" lvl="3" indent="-317506" algn="l" rtl="0">
              <a:spcBef>
                <a:spcPts val="300"/>
              </a:spcBef>
              <a:spcAft>
                <a:spcPts val="0"/>
              </a:spcAft>
              <a:buClr>
                <a:srgbClr val="FFFFFF"/>
              </a:buClr>
              <a:buSzPts val="1400"/>
              <a:buChar char="•"/>
              <a:defRPr b="0" i="0">
                <a:solidFill>
                  <a:srgbClr val="FFFFFF"/>
                </a:solidFill>
                <a:latin typeface="Roboto"/>
                <a:ea typeface="Roboto"/>
                <a:cs typeface="Roboto"/>
                <a:sym typeface="Roboto"/>
              </a:defRPr>
            </a:lvl4pPr>
            <a:lvl5pPr marL="2286038" lvl="4" indent="-304805" algn="l" rtl="0">
              <a:spcBef>
                <a:spcPts val="300"/>
              </a:spcBef>
              <a:spcAft>
                <a:spcPts val="0"/>
              </a:spcAft>
              <a:buClr>
                <a:srgbClr val="FFFFFF"/>
              </a:buClr>
              <a:buSzPts val="1200"/>
              <a:buChar char="−"/>
              <a:defRPr b="0" i="0">
                <a:solidFill>
                  <a:srgbClr val="FFFFFF"/>
                </a:solidFill>
                <a:latin typeface="Roboto"/>
                <a:ea typeface="Roboto"/>
                <a:cs typeface="Roboto"/>
                <a:sym typeface="Roboto"/>
              </a:defRPr>
            </a:lvl5pPr>
            <a:lvl6pPr marL="2743246" lvl="5" indent="-304805" algn="l" rtl="0">
              <a:spcBef>
                <a:spcPts val="360"/>
              </a:spcBef>
              <a:spcAft>
                <a:spcPts val="0"/>
              </a:spcAft>
              <a:buClr>
                <a:srgbClr val="FFFFFF"/>
              </a:buClr>
              <a:buSzPts val="1200"/>
              <a:buFont typeface="Roboto"/>
              <a:buChar char="•"/>
              <a:defRPr sz="1200">
                <a:solidFill>
                  <a:srgbClr val="FFFFFF"/>
                </a:solidFill>
                <a:latin typeface="Roboto"/>
                <a:ea typeface="Roboto"/>
                <a:cs typeface="Roboto"/>
                <a:sym typeface="Roboto"/>
              </a:defRPr>
            </a:lvl6pPr>
            <a:lvl7pPr marL="3200453" lvl="6" indent="-304805" algn="l" rtl="0">
              <a:spcBef>
                <a:spcPts val="360"/>
              </a:spcBef>
              <a:spcAft>
                <a:spcPts val="0"/>
              </a:spcAft>
              <a:buClr>
                <a:srgbClr val="FFFFFF"/>
              </a:buClr>
              <a:buSzPts val="1200"/>
              <a:buFont typeface="Roboto"/>
              <a:buChar char="•"/>
              <a:defRPr sz="1200">
                <a:solidFill>
                  <a:srgbClr val="FFFFFF"/>
                </a:solidFill>
                <a:latin typeface="Roboto"/>
                <a:ea typeface="Roboto"/>
                <a:cs typeface="Roboto"/>
                <a:sym typeface="Roboto"/>
              </a:defRPr>
            </a:lvl7pPr>
            <a:lvl8pPr marL="3657661" lvl="7" indent="-304805" algn="l" rtl="0">
              <a:spcBef>
                <a:spcPts val="360"/>
              </a:spcBef>
              <a:spcAft>
                <a:spcPts val="0"/>
              </a:spcAft>
              <a:buClr>
                <a:srgbClr val="FFFFFF"/>
              </a:buClr>
              <a:buSzPts val="1200"/>
              <a:buFont typeface="Roboto"/>
              <a:buChar char="•"/>
              <a:defRPr sz="1200">
                <a:solidFill>
                  <a:srgbClr val="FFFFFF"/>
                </a:solidFill>
                <a:latin typeface="Roboto"/>
                <a:ea typeface="Roboto"/>
                <a:cs typeface="Roboto"/>
                <a:sym typeface="Roboto"/>
              </a:defRPr>
            </a:lvl8pPr>
            <a:lvl9pPr marL="4114868" lvl="8" indent="-304805" algn="l" rtl="0">
              <a:spcBef>
                <a:spcPts val="360"/>
              </a:spcBef>
              <a:spcAft>
                <a:spcPts val="0"/>
              </a:spcAft>
              <a:buClr>
                <a:srgbClr val="FFFFFF"/>
              </a:buClr>
              <a:buSzPts val="1200"/>
              <a:buFont typeface="Roboto"/>
              <a:buChar char="•"/>
              <a:defRPr sz="1200">
                <a:solidFill>
                  <a:srgbClr val="FFFFFF"/>
                </a:solidFill>
                <a:latin typeface="Roboto"/>
                <a:ea typeface="Roboto"/>
                <a:cs typeface="Roboto"/>
                <a:sym typeface="Roboto"/>
              </a:defRPr>
            </a:lvl9pPr>
          </a:lstStyle>
          <a:p>
            <a:endParaRPr/>
          </a:p>
        </p:txBody>
      </p:sp>
      <p:pic>
        <p:nvPicPr>
          <p:cNvPr id="740" name="Google Shape;740;p126"/>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741" name="Google Shape;741;p126"/>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121.xml><?xml version="1.0" encoding="utf-8"?>
<p:sldLayout xmlns:a="http://schemas.openxmlformats.org/drawingml/2006/main" xmlns:r="http://schemas.openxmlformats.org/officeDocument/2006/relationships" xmlns:p="http://schemas.openxmlformats.org/presentationml/2006/main" matchingName="HYUNDAI  2Col Title | Text">
  <p:cSld name="HYUNDAI  2Col Title | Text">
    <p:bg>
      <p:bgPr>
        <a:solidFill>
          <a:schemeClr val="dk2"/>
        </a:solidFill>
        <a:effectLst/>
      </p:bgPr>
    </p:bg>
    <p:spTree>
      <p:nvGrpSpPr>
        <p:cNvPr id="1" name="Shape 742"/>
        <p:cNvGrpSpPr/>
        <p:nvPr/>
      </p:nvGrpSpPr>
      <p:grpSpPr>
        <a:xfrm>
          <a:off x="0" y="0"/>
          <a:ext cx="0" cy="0"/>
          <a:chOff x="0" y="0"/>
          <a:chExt cx="0" cy="0"/>
        </a:xfrm>
      </p:grpSpPr>
      <p:sp>
        <p:nvSpPr>
          <p:cNvPr id="743" name="Google Shape;743;p127"/>
          <p:cNvSpPr txBox="1">
            <a:spLocks noGrp="1"/>
          </p:cNvSpPr>
          <p:nvPr>
            <p:ph type="title"/>
          </p:nvPr>
        </p:nvSpPr>
        <p:spPr>
          <a:xfrm>
            <a:off x="455617" y="460683"/>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b="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44" name="Google Shape;744;p127"/>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sp>
        <p:nvSpPr>
          <p:cNvPr id="745" name="Google Shape;745;p127"/>
          <p:cNvSpPr txBox="1">
            <a:spLocks noGrp="1"/>
          </p:cNvSpPr>
          <p:nvPr>
            <p:ph type="body" idx="1"/>
          </p:nvPr>
        </p:nvSpPr>
        <p:spPr>
          <a:xfrm>
            <a:off x="455625"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rtl="0">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rtl="0">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rtl="0">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rtl="0">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6pPr>
            <a:lvl7pPr marL="3200453" lvl="6"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7pPr>
            <a:lvl8pPr marL="3657661" lvl="7"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8pPr>
            <a:lvl9pPr marL="4114868" lvl="8"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9pPr>
          </a:lstStyle>
          <a:p>
            <a:endParaRPr/>
          </a:p>
        </p:txBody>
      </p:sp>
      <p:sp>
        <p:nvSpPr>
          <p:cNvPr id="746" name="Google Shape;746;p127"/>
          <p:cNvSpPr txBox="1">
            <a:spLocks noGrp="1"/>
          </p:cNvSpPr>
          <p:nvPr>
            <p:ph type="body" idx="2"/>
          </p:nvPr>
        </p:nvSpPr>
        <p:spPr>
          <a:xfrm>
            <a:off x="6246950"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rtl="0">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rtl="0">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rtl="0">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rtl="0">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6pPr>
            <a:lvl7pPr marL="3200453" lvl="6"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7pPr>
            <a:lvl8pPr marL="3657661" lvl="7"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8pPr>
            <a:lvl9pPr marL="4114868" lvl="8"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9pPr>
          </a:lstStyle>
          <a:p>
            <a:endParaRPr/>
          </a:p>
        </p:txBody>
      </p:sp>
      <p:pic>
        <p:nvPicPr>
          <p:cNvPr id="747" name="Google Shape;747;p127"/>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748" name="Google Shape;748;p127"/>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122.xml><?xml version="1.0" encoding="utf-8"?>
<p:sldLayout xmlns:a="http://schemas.openxmlformats.org/drawingml/2006/main" xmlns:r="http://schemas.openxmlformats.org/officeDocument/2006/relationships" xmlns:p="http://schemas.openxmlformats.org/presentationml/2006/main" matchingName="HYUNDAI Title | Text | Image">
  <p:cSld name="HYUNDAI Title | Text | Image">
    <p:bg>
      <p:bgPr>
        <a:solidFill>
          <a:schemeClr val="dk2"/>
        </a:solidFill>
        <a:effectLst/>
      </p:bgPr>
    </p:bg>
    <p:spTree>
      <p:nvGrpSpPr>
        <p:cNvPr id="1" name="Shape 749"/>
        <p:cNvGrpSpPr/>
        <p:nvPr/>
      </p:nvGrpSpPr>
      <p:grpSpPr>
        <a:xfrm>
          <a:off x="0" y="0"/>
          <a:ext cx="0" cy="0"/>
          <a:chOff x="0" y="0"/>
          <a:chExt cx="0" cy="0"/>
        </a:xfrm>
      </p:grpSpPr>
      <p:sp>
        <p:nvSpPr>
          <p:cNvPr id="750" name="Google Shape;750;p128"/>
          <p:cNvSpPr txBox="1">
            <a:spLocks noGrp="1"/>
          </p:cNvSpPr>
          <p:nvPr>
            <p:ph type="title"/>
          </p:nvPr>
        </p:nvSpPr>
        <p:spPr>
          <a:xfrm>
            <a:off x="455617" y="460683"/>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b="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51" name="Google Shape;751;p128"/>
          <p:cNvSpPr>
            <a:spLocks noGrp="1"/>
          </p:cNvSpPr>
          <p:nvPr>
            <p:ph type="pic" idx="2"/>
          </p:nvPr>
        </p:nvSpPr>
        <p:spPr>
          <a:xfrm>
            <a:off x="7389889" y="1371600"/>
            <a:ext cx="4343401" cy="4572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chemeClr val="lt1"/>
              </a:buClr>
              <a:buSzPts val="2000"/>
              <a:buFont typeface="Roboto"/>
              <a:buNone/>
              <a:defRPr sz="2000" b="0" i="0" u="none" strike="noStrike" cap="none">
                <a:solidFill>
                  <a:schemeClr val="lt1"/>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752" name="Google Shape;752;p128"/>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sp>
        <p:nvSpPr>
          <p:cNvPr id="753" name="Google Shape;753;p128"/>
          <p:cNvSpPr txBox="1">
            <a:spLocks noGrp="1"/>
          </p:cNvSpPr>
          <p:nvPr>
            <p:ph type="body" idx="1"/>
          </p:nvPr>
        </p:nvSpPr>
        <p:spPr>
          <a:xfrm>
            <a:off x="455625"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rtl="0">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rtl="0">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rtl="0">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rtl="0">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6pPr>
            <a:lvl7pPr marL="3200453" lvl="6"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7pPr>
            <a:lvl8pPr marL="3657661" lvl="7"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8pPr>
            <a:lvl9pPr marL="4114868" lvl="8"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9pPr>
          </a:lstStyle>
          <a:p>
            <a:endParaRPr/>
          </a:p>
        </p:txBody>
      </p:sp>
      <p:pic>
        <p:nvPicPr>
          <p:cNvPr id="754" name="Google Shape;754;p128"/>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755" name="Google Shape;755;p128"/>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123.xml><?xml version="1.0" encoding="utf-8"?>
<p:sldLayout xmlns:a="http://schemas.openxmlformats.org/drawingml/2006/main" xmlns:r="http://schemas.openxmlformats.org/officeDocument/2006/relationships" xmlns:p="http://schemas.openxmlformats.org/presentationml/2006/main" matchingName="HYUNDAI  Title | Text | HP Image">
  <p:cSld name="HYUNDAI  Title | Text | HP Image">
    <p:bg>
      <p:bgPr>
        <a:solidFill>
          <a:schemeClr val="dk2"/>
        </a:solidFill>
        <a:effectLst/>
      </p:bgPr>
    </p:bg>
    <p:spTree>
      <p:nvGrpSpPr>
        <p:cNvPr id="1" name="Shape 756"/>
        <p:cNvGrpSpPr/>
        <p:nvPr/>
      </p:nvGrpSpPr>
      <p:grpSpPr>
        <a:xfrm>
          <a:off x="0" y="0"/>
          <a:ext cx="0" cy="0"/>
          <a:chOff x="0" y="0"/>
          <a:chExt cx="0" cy="0"/>
        </a:xfrm>
      </p:grpSpPr>
      <p:sp>
        <p:nvSpPr>
          <p:cNvPr id="757" name="Google Shape;757;p129"/>
          <p:cNvSpPr>
            <a:spLocks noGrp="1"/>
          </p:cNvSpPr>
          <p:nvPr>
            <p:ph type="pic" idx="2"/>
          </p:nvPr>
        </p:nvSpPr>
        <p:spPr>
          <a:xfrm>
            <a:off x="6094473" y="0"/>
            <a:ext cx="6094500"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chemeClr val="lt1"/>
              </a:buClr>
              <a:buSzPts val="2000"/>
              <a:buFont typeface="Roboto"/>
              <a:buNone/>
              <a:defRPr sz="2000" b="0" i="0" u="none" strike="noStrike" cap="none">
                <a:solidFill>
                  <a:schemeClr val="lt1"/>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758" name="Google Shape;758;p129"/>
          <p:cNvSpPr txBox="1">
            <a:spLocks noGrp="1"/>
          </p:cNvSpPr>
          <p:nvPr>
            <p:ph type="title"/>
          </p:nvPr>
        </p:nvSpPr>
        <p:spPr>
          <a:xfrm>
            <a:off x="455618" y="457200"/>
            <a:ext cx="5029201"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b="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59" name="Google Shape;759;p129"/>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sp>
        <p:nvSpPr>
          <p:cNvPr id="760" name="Google Shape;760;p129"/>
          <p:cNvSpPr txBox="1">
            <a:spLocks noGrp="1"/>
          </p:cNvSpPr>
          <p:nvPr>
            <p:ph type="body" idx="1"/>
          </p:nvPr>
        </p:nvSpPr>
        <p:spPr>
          <a:xfrm>
            <a:off x="455675" y="2686375"/>
            <a:ext cx="52578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rtl="0">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rtl="0">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rtl="0">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rtl="0">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6pPr>
            <a:lvl7pPr marL="3200453" lvl="6"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7pPr>
            <a:lvl8pPr marL="3657661" lvl="7"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8pPr>
            <a:lvl9pPr marL="4114868" lvl="8"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9pPr>
          </a:lstStyle>
          <a:p>
            <a:endParaRPr/>
          </a:p>
        </p:txBody>
      </p:sp>
      <p:pic>
        <p:nvPicPr>
          <p:cNvPr id="761" name="Google Shape;761;p129"/>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762" name="Google Shape;762;p129"/>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124.xml><?xml version="1.0" encoding="utf-8"?>
<p:sldLayout xmlns:a="http://schemas.openxmlformats.org/drawingml/2006/main" xmlns:r="http://schemas.openxmlformats.org/officeDocument/2006/relationships" xmlns:p="http://schemas.openxmlformats.org/presentationml/2006/main" matchingName="HYUNDAI  Title">
  <p:cSld name="HYUNDAI  Title">
    <p:bg>
      <p:bgPr>
        <a:solidFill>
          <a:schemeClr val="dk2"/>
        </a:solidFill>
        <a:effectLst/>
      </p:bgPr>
    </p:bg>
    <p:spTree>
      <p:nvGrpSpPr>
        <p:cNvPr id="1" name="Shape 763"/>
        <p:cNvGrpSpPr/>
        <p:nvPr/>
      </p:nvGrpSpPr>
      <p:grpSpPr>
        <a:xfrm>
          <a:off x="0" y="0"/>
          <a:ext cx="0" cy="0"/>
          <a:chOff x="0" y="0"/>
          <a:chExt cx="0" cy="0"/>
        </a:xfrm>
      </p:grpSpPr>
      <p:sp>
        <p:nvSpPr>
          <p:cNvPr id="764" name="Google Shape;764;p130"/>
          <p:cNvSpPr txBox="1">
            <a:spLocks noGrp="1"/>
          </p:cNvSpPr>
          <p:nvPr>
            <p:ph type="title"/>
          </p:nvPr>
        </p:nvSpPr>
        <p:spPr>
          <a:xfrm>
            <a:off x="455617" y="460683"/>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65" name="Google Shape;765;p130"/>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pic>
        <p:nvPicPr>
          <p:cNvPr id="766" name="Google Shape;766;p130"/>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767" name="Google Shape;767;p130"/>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125.xml><?xml version="1.0" encoding="utf-8"?>
<p:sldLayout xmlns:a="http://schemas.openxmlformats.org/drawingml/2006/main" xmlns:r="http://schemas.openxmlformats.org/officeDocument/2006/relationships" xmlns:p="http://schemas.openxmlformats.org/presentationml/2006/main" matchingName="HYUNDAI  1Col Subhead | Title | Text">
  <p:cSld name="HYUNDAI  1Col Subhead | Title | Text">
    <p:bg>
      <p:bgPr>
        <a:solidFill>
          <a:schemeClr val="dk2"/>
        </a:solidFill>
        <a:effectLst/>
      </p:bgPr>
    </p:bg>
    <p:spTree>
      <p:nvGrpSpPr>
        <p:cNvPr id="1" name="Shape 768"/>
        <p:cNvGrpSpPr/>
        <p:nvPr/>
      </p:nvGrpSpPr>
      <p:grpSpPr>
        <a:xfrm>
          <a:off x="0" y="0"/>
          <a:ext cx="0" cy="0"/>
          <a:chOff x="0" y="0"/>
          <a:chExt cx="0" cy="0"/>
        </a:xfrm>
      </p:grpSpPr>
      <p:sp>
        <p:nvSpPr>
          <p:cNvPr id="769" name="Google Shape;769;p131"/>
          <p:cNvSpPr txBox="1">
            <a:spLocks noGrp="1"/>
          </p:cNvSpPr>
          <p:nvPr>
            <p:ph type="title"/>
          </p:nvPr>
        </p:nvSpPr>
        <p:spPr>
          <a:xfrm>
            <a:off x="455617" y="731520"/>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b="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70" name="Google Shape;770;p131"/>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sp>
        <p:nvSpPr>
          <p:cNvPr id="771" name="Google Shape;771;p131"/>
          <p:cNvSpPr txBox="1">
            <a:spLocks noGrp="1"/>
          </p:cNvSpPr>
          <p:nvPr>
            <p:ph type="subTitle" idx="1"/>
          </p:nvPr>
        </p:nvSpPr>
        <p:spPr>
          <a:xfrm>
            <a:off x="455663" y="457200"/>
            <a:ext cx="8915400" cy="228600"/>
          </a:xfrm>
          <a:prstGeom prst="rect">
            <a:avLst/>
          </a:prstGeom>
        </p:spPr>
        <p:txBody>
          <a:bodyPr spcFirstLastPara="1" wrap="square" lIns="0" tIns="0" rIns="0" bIns="0" anchor="t" anchorCtr="0">
            <a:noAutofit/>
          </a:bodyPr>
          <a:lstStyle>
            <a:lvl1pPr lvl="0" rtl="0">
              <a:spcBef>
                <a:spcPts val="0"/>
              </a:spcBef>
              <a:spcAft>
                <a:spcPts val="0"/>
              </a:spcAft>
              <a:buClr>
                <a:schemeClr val="accent2"/>
              </a:buClr>
              <a:buSzPts val="1400"/>
              <a:buFont typeface="Roboto Medium"/>
              <a:buNone/>
              <a:defRPr sz="1400">
                <a:solidFill>
                  <a:schemeClr val="accent2"/>
                </a:solidFill>
                <a:latin typeface="Roboto Medium"/>
                <a:ea typeface="Roboto Medium"/>
                <a:cs typeface="Roboto Medium"/>
                <a:sym typeface="Roboto Medium"/>
              </a:defRPr>
            </a:lvl1pPr>
            <a:lvl2pPr lvl="1" rtl="0">
              <a:spcBef>
                <a:spcPts val="600"/>
              </a:spcBef>
              <a:spcAft>
                <a:spcPts val="0"/>
              </a:spcAft>
              <a:buClr>
                <a:schemeClr val="accent2"/>
              </a:buClr>
              <a:buSzPts val="1800"/>
              <a:buFont typeface="Roboto Medium"/>
              <a:buNone/>
              <a:defRPr>
                <a:solidFill>
                  <a:schemeClr val="accent2"/>
                </a:solidFill>
                <a:latin typeface="Roboto Medium"/>
                <a:ea typeface="Roboto Medium"/>
                <a:cs typeface="Roboto Medium"/>
                <a:sym typeface="Roboto Medium"/>
              </a:defRPr>
            </a:lvl2pPr>
            <a:lvl3pPr lvl="2" rtl="0">
              <a:spcBef>
                <a:spcPts val="600"/>
              </a:spcBef>
              <a:spcAft>
                <a:spcPts val="0"/>
              </a:spcAft>
              <a:buClr>
                <a:schemeClr val="accent2"/>
              </a:buClr>
              <a:buSzPts val="1600"/>
              <a:buFont typeface="Roboto Medium"/>
              <a:buNone/>
              <a:defRPr>
                <a:solidFill>
                  <a:schemeClr val="accent2"/>
                </a:solidFill>
                <a:latin typeface="Roboto Medium"/>
                <a:ea typeface="Roboto Medium"/>
                <a:cs typeface="Roboto Medium"/>
                <a:sym typeface="Roboto Medium"/>
              </a:defRPr>
            </a:lvl3pPr>
            <a:lvl4pPr lvl="3" rtl="0">
              <a:spcBef>
                <a:spcPts val="300"/>
              </a:spcBef>
              <a:spcAft>
                <a:spcPts val="0"/>
              </a:spcAft>
              <a:buClr>
                <a:schemeClr val="accent2"/>
              </a:buClr>
              <a:buSzPts val="1400"/>
              <a:buFont typeface="Roboto Medium"/>
              <a:buNone/>
              <a:defRPr>
                <a:solidFill>
                  <a:schemeClr val="accent2"/>
                </a:solidFill>
                <a:latin typeface="Roboto Medium"/>
                <a:ea typeface="Roboto Medium"/>
                <a:cs typeface="Roboto Medium"/>
                <a:sym typeface="Roboto Medium"/>
              </a:defRPr>
            </a:lvl4pPr>
            <a:lvl5pPr lvl="4" rtl="0">
              <a:spcBef>
                <a:spcPts val="300"/>
              </a:spcBef>
              <a:spcAft>
                <a:spcPts val="0"/>
              </a:spcAft>
              <a:buClr>
                <a:schemeClr val="accent2"/>
              </a:buClr>
              <a:buSzPts val="1200"/>
              <a:buFont typeface="Roboto Medium"/>
              <a:buNone/>
              <a:defRPr>
                <a:solidFill>
                  <a:schemeClr val="accent2"/>
                </a:solidFill>
                <a:latin typeface="Roboto Medium"/>
                <a:ea typeface="Roboto Medium"/>
                <a:cs typeface="Roboto Medium"/>
                <a:sym typeface="Roboto Medium"/>
              </a:defRPr>
            </a:lvl5pPr>
            <a:lvl6pPr lvl="5"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6pPr>
            <a:lvl7pPr lvl="6"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7pPr>
            <a:lvl8pPr lvl="7"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8pPr>
            <a:lvl9pPr lvl="8"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9pPr>
          </a:lstStyle>
          <a:p>
            <a:endParaRPr/>
          </a:p>
        </p:txBody>
      </p:sp>
      <p:sp>
        <p:nvSpPr>
          <p:cNvPr id="772" name="Google Shape;772;p131"/>
          <p:cNvSpPr txBox="1">
            <a:spLocks noGrp="1"/>
          </p:cNvSpPr>
          <p:nvPr>
            <p:ph type="body" idx="2"/>
          </p:nvPr>
        </p:nvSpPr>
        <p:spPr>
          <a:xfrm>
            <a:off x="455613" y="2686375"/>
            <a:ext cx="8915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rgbClr val="FFFFFF"/>
              </a:buClr>
              <a:buSzPts val="2000"/>
              <a:buFont typeface="Roboto"/>
              <a:buNone/>
              <a:defRPr b="0" i="0">
                <a:solidFill>
                  <a:srgbClr val="FFFFFF"/>
                </a:solidFill>
                <a:latin typeface="Roboto"/>
                <a:ea typeface="Roboto"/>
                <a:cs typeface="Roboto"/>
                <a:sym typeface="Roboto"/>
              </a:defRPr>
            </a:lvl1pPr>
            <a:lvl2pPr marL="914415" lvl="1" indent="-342906" algn="l" rtl="0">
              <a:spcBef>
                <a:spcPts val="600"/>
              </a:spcBef>
              <a:spcAft>
                <a:spcPts val="0"/>
              </a:spcAft>
              <a:buClr>
                <a:srgbClr val="FFFFFF"/>
              </a:buClr>
              <a:buSzPts val="1800"/>
              <a:buChar char="•"/>
              <a:defRPr b="0" i="0">
                <a:solidFill>
                  <a:srgbClr val="FFFFFF"/>
                </a:solidFill>
                <a:latin typeface="Roboto"/>
                <a:ea typeface="Roboto"/>
                <a:cs typeface="Roboto"/>
                <a:sym typeface="Roboto"/>
              </a:defRPr>
            </a:lvl2pPr>
            <a:lvl3pPr marL="1371622" lvl="2" indent="-330205" algn="l" rtl="0">
              <a:spcBef>
                <a:spcPts val="600"/>
              </a:spcBef>
              <a:spcAft>
                <a:spcPts val="0"/>
              </a:spcAft>
              <a:buClr>
                <a:srgbClr val="FFFFFF"/>
              </a:buClr>
              <a:buSzPts val="1600"/>
              <a:buChar char="−"/>
              <a:defRPr b="0" i="0">
                <a:solidFill>
                  <a:srgbClr val="FFFFFF"/>
                </a:solidFill>
                <a:latin typeface="Roboto"/>
                <a:ea typeface="Roboto"/>
                <a:cs typeface="Roboto"/>
                <a:sym typeface="Roboto"/>
              </a:defRPr>
            </a:lvl3pPr>
            <a:lvl4pPr marL="1828831" lvl="3" indent="-317506" algn="l" rtl="0">
              <a:spcBef>
                <a:spcPts val="300"/>
              </a:spcBef>
              <a:spcAft>
                <a:spcPts val="0"/>
              </a:spcAft>
              <a:buClr>
                <a:srgbClr val="FFFFFF"/>
              </a:buClr>
              <a:buSzPts val="1400"/>
              <a:buChar char="•"/>
              <a:defRPr b="0" i="0">
                <a:solidFill>
                  <a:srgbClr val="FFFFFF"/>
                </a:solidFill>
                <a:latin typeface="Roboto"/>
                <a:ea typeface="Roboto"/>
                <a:cs typeface="Roboto"/>
                <a:sym typeface="Roboto"/>
              </a:defRPr>
            </a:lvl4pPr>
            <a:lvl5pPr marL="2286038" lvl="4" indent="-304805" algn="l" rtl="0">
              <a:spcBef>
                <a:spcPts val="300"/>
              </a:spcBef>
              <a:spcAft>
                <a:spcPts val="0"/>
              </a:spcAft>
              <a:buClr>
                <a:srgbClr val="FFFFFF"/>
              </a:buClr>
              <a:buSzPts val="1200"/>
              <a:buChar char="−"/>
              <a:defRPr b="0" i="0">
                <a:solidFill>
                  <a:srgbClr val="FFFFFF"/>
                </a:solidFill>
                <a:latin typeface="Roboto"/>
                <a:ea typeface="Roboto"/>
                <a:cs typeface="Roboto"/>
                <a:sym typeface="Roboto"/>
              </a:defRPr>
            </a:lvl5pPr>
            <a:lvl6pPr marL="2743246" lvl="5" indent="-304805" algn="l" rtl="0">
              <a:spcBef>
                <a:spcPts val="360"/>
              </a:spcBef>
              <a:spcAft>
                <a:spcPts val="0"/>
              </a:spcAft>
              <a:buClr>
                <a:srgbClr val="FFFFFF"/>
              </a:buClr>
              <a:buSzPts val="1200"/>
              <a:buFont typeface="Roboto"/>
              <a:buChar char="•"/>
              <a:defRPr sz="1200">
                <a:solidFill>
                  <a:srgbClr val="FFFFFF"/>
                </a:solidFill>
                <a:latin typeface="Roboto"/>
                <a:ea typeface="Roboto"/>
                <a:cs typeface="Roboto"/>
                <a:sym typeface="Roboto"/>
              </a:defRPr>
            </a:lvl6pPr>
            <a:lvl7pPr marL="3200453" lvl="6" indent="-304805" algn="l" rtl="0">
              <a:spcBef>
                <a:spcPts val="360"/>
              </a:spcBef>
              <a:spcAft>
                <a:spcPts val="0"/>
              </a:spcAft>
              <a:buClr>
                <a:srgbClr val="FFFFFF"/>
              </a:buClr>
              <a:buSzPts val="1200"/>
              <a:buFont typeface="Roboto"/>
              <a:buChar char="•"/>
              <a:defRPr sz="1200">
                <a:solidFill>
                  <a:srgbClr val="FFFFFF"/>
                </a:solidFill>
                <a:latin typeface="Roboto"/>
                <a:ea typeface="Roboto"/>
                <a:cs typeface="Roboto"/>
                <a:sym typeface="Roboto"/>
              </a:defRPr>
            </a:lvl7pPr>
            <a:lvl8pPr marL="3657661" lvl="7" indent="-304805" algn="l" rtl="0">
              <a:spcBef>
                <a:spcPts val="360"/>
              </a:spcBef>
              <a:spcAft>
                <a:spcPts val="0"/>
              </a:spcAft>
              <a:buClr>
                <a:srgbClr val="FFFFFF"/>
              </a:buClr>
              <a:buSzPts val="1200"/>
              <a:buFont typeface="Roboto"/>
              <a:buChar char="•"/>
              <a:defRPr sz="1200">
                <a:solidFill>
                  <a:srgbClr val="FFFFFF"/>
                </a:solidFill>
                <a:latin typeface="Roboto"/>
                <a:ea typeface="Roboto"/>
                <a:cs typeface="Roboto"/>
                <a:sym typeface="Roboto"/>
              </a:defRPr>
            </a:lvl8pPr>
            <a:lvl9pPr marL="4114868" lvl="8" indent="-304805" algn="l" rtl="0">
              <a:spcBef>
                <a:spcPts val="360"/>
              </a:spcBef>
              <a:spcAft>
                <a:spcPts val="0"/>
              </a:spcAft>
              <a:buClr>
                <a:srgbClr val="FFFFFF"/>
              </a:buClr>
              <a:buSzPts val="1200"/>
              <a:buFont typeface="Roboto"/>
              <a:buChar char="•"/>
              <a:defRPr sz="1200">
                <a:solidFill>
                  <a:srgbClr val="FFFFFF"/>
                </a:solidFill>
                <a:latin typeface="Roboto"/>
                <a:ea typeface="Roboto"/>
                <a:cs typeface="Roboto"/>
                <a:sym typeface="Roboto"/>
              </a:defRPr>
            </a:lvl9pPr>
          </a:lstStyle>
          <a:p>
            <a:endParaRPr/>
          </a:p>
        </p:txBody>
      </p:sp>
      <p:pic>
        <p:nvPicPr>
          <p:cNvPr id="773" name="Google Shape;773;p131"/>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774" name="Google Shape;774;p131"/>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126.xml><?xml version="1.0" encoding="utf-8"?>
<p:sldLayout xmlns:a="http://schemas.openxmlformats.org/drawingml/2006/main" xmlns:r="http://schemas.openxmlformats.org/officeDocument/2006/relationships" xmlns:p="http://schemas.openxmlformats.org/presentationml/2006/main" matchingName="HYUNDAI 2Col Subhead | Title | Text">
  <p:cSld name="HYUNDAI 2Col Subhead | Title | Text">
    <p:bg>
      <p:bgPr>
        <a:solidFill>
          <a:schemeClr val="dk2"/>
        </a:solidFill>
        <a:effectLst/>
      </p:bgPr>
    </p:bg>
    <p:spTree>
      <p:nvGrpSpPr>
        <p:cNvPr id="1" name="Shape 775"/>
        <p:cNvGrpSpPr/>
        <p:nvPr/>
      </p:nvGrpSpPr>
      <p:grpSpPr>
        <a:xfrm>
          <a:off x="0" y="0"/>
          <a:ext cx="0" cy="0"/>
          <a:chOff x="0" y="0"/>
          <a:chExt cx="0" cy="0"/>
        </a:xfrm>
      </p:grpSpPr>
      <p:sp>
        <p:nvSpPr>
          <p:cNvPr id="776" name="Google Shape;776;p132"/>
          <p:cNvSpPr txBox="1">
            <a:spLocks noGrp="1"/>
          </p:cNvSpPr>
          <p:nvPr>
            <p:ph type="title"/>
          </p:nvPr>
        </p:nvSpPr>
        <p:spPr>
          <a:xfrm>
            <a:off x="455617" y="731520"/>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b="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77" name="Google Shape;777;p132"/>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sp>
        <p:nvSpPr>
          <p:cNvPr id="778" name="Google Shape;778;p132"/>
          <p:cNvSpPr txBox="1">
            <a:spLocks noGrp="1"/>
          </p:cNvSpPr>
          <p:nvPr>
            <p:ph type="subTitle" idx="1"/>
          </p:nvPr>
        </p:nvSpPr>
        <p:spPr>
          <a:xfrm>
            <a:off x="455663" y="457200"/>
            <a:ext cx="8915400" cy="228600"/>
          </a:xfrm>
          <a:prstGeom prst="rect">
            <a:avLst/>
          </a:prstGeom>
        </p:spPr>
        <p:txBody>
          <a:bodyPr spcFirstLastPara="1" wrap="square" lIns="0" tIns="0" rIns="0" bIns="0" anchor="t" anchorCtr="0">
            <a:noAutofit/>
          </a:bodyPr>
          <a:lstStyle>
            <a:lvl1pPr lvl="0" rtl="0">
              <a:spcBef>
                <a:spcPts val="0"/>
              </a:spcBef>
              <a:spcAft>
                <a:spcPts val="0"/>
              </a:spcAft>
              <a:buClr>
                <a:schemeClr val="accent2"/>
              </a:buClr>
              <a:buSzPts val="1400"/>
              <a:buFont typeface="Roboto Medium"/>
              <a:buNone/>
              <a:defRPr sz="1400">
                <a:solidFill>
                  <a:schemeClr val="accent2"/>
                </a:solidFill>
                <a:latin typeface="Roboto Medium"/>
                <a:ea typeface="Roboto Medium"/>
                <a:cs typeface="Roboto Medium"/>
                <a:sym typeface="Roboto Medium"/>
              </a:defRPr>
            </a:lvl1pPr>
            <a:lvl2pPr lvl="1" rtl="0">
              <a:spcBef>
                <a:spcPts val="600"/>
              </a:spcBef>
              <a:spcAft>
                <a:spcPts val="0"/>
              </a:spcAft>
              <a:buClr>
                <a:schemeClr val="accent2"/>
              </a:buClr>
              <a:buSzPts val="1800"/>
              <a:buFont typeface="Roboto Medium"/>
              <a:buNone/>
              <a:defRPr>
                <a:solidFill>
                  <a:schemeClr val="accent2"/>
                </a:solidFill>
                <a:latin typeface="Roboto Medium"/>
                <a:ea typeface="Roboto Medium"/>
                <a:cs typeface="Roboto Medium"/>
                <a:sym typeface="Roboto Medium"/>
              </a:defRPr>
            </a:lvl2pPr>
            <a:lvl3pPr lvl="2" rtl="0">
              <a:spcBef>
                <a:spcPts val="600"/>
              </a:spcBef>
              <a:spcAft>
                <a:spcPts val="0"/>
              </a:spcAft>
              <a:buClr>
                <a:schemeClr val="accent2"/>
              </a:buClr>
              <a:buSzPts val="1600"/>
              <a:buFont typeface="Roboto Medium"/>
              <a:buNone/>
              <a:defRPr>
                <a:solidFill>
                  <a:schemeClr val="accent2"/>
                </a:solidFill>
                <a:latin typeface="Roboto Medium"/>
                <a:ea typeface="Roboto Medium"/>
                <a:cs typeface="Roboto Medium"/>
                <a:sym typeface="Roboto Medium"/>
              </a:defRPr>
            </a:lvl3pPr>
            <a:lvl4pPr lvl="3" rtl="0">
              <a:spcBef>
                <a:spcPts val="300"/>
              </a:spcBef>
              <a:spcAft>
                <a:spcPts val="0"/>
              </a:spcAft>
              <a:buClr>
                <a:schemeClr val="accent2"/>
              </a:buClr>
              <a:buSzPts val="1400"/>
              <a:buFont typeface="Roboto Medium"/>
              <a:buNone/>
              <a:defRPr>
                <a:solidFill>
                  <a:schemeClr val="accent2"/>
                </a:solidFill>
                <a:latin typeface="Roboto Medium"/>
                <a:ea typeface="Roboto Medium"/>
                <a:cs typeface="Roboto Medium"/>
                <a:sym typeface="Roboto Medium"/>
              </a:defRPr>
            </a:lvl4pPr>
            <a:lvl5pPr lvl="4" rtl="0">
              <a:spcBef>
                <a:spcPts val="300"/>
              </a:spcBef>
              <a:spcAft>
                <a:spcPts val="0"/>
              </a:spcAft>
              <a:buClr>
                <a:schemeClr val="accent2"/>
              </a:buClr>
              <a:buSzPts val="1200"/>
              <a:buFont typeface="Roboto Medium"/>
              <a:buNone/>
              <a:defRPr>
                <a:solidFill>
                  <a:schemeClr val="accent2"/>
                </a:solidFill>
                <a:latin typeface="Roboto Medium"/>
                <a:ea typeface="Roboto Medium"/>
                <a:cs typeface="Roboto Medium"/>
                <a:sym typeface="Roboto Medium"/>
              </a:defRPr>
            </a:lvl5pPr>
            <a:lvl6pPr lvl="5"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6pPr>
            <a:lvl7pPr lvl="6"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7pPr>
            <a:lvl8pPr lvl="7"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8pPr>
            <a:lvl9pPr lvl="8"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9pPr>
          </a:lstStyle>
          <a:p>
            <a:endParaRPr/>
          </a:p>
        </p:txBody>
      </p:sp>
      <p:sp>
        <p:nvSpPr>
          <p:cNvPr id="779" name="Google Shape;779;p132"/>
          <p:cNvSpPr txBox="1">
            <a:spLocks noGrp="1"/>
          </p:cNvSpPr>
          <p:nvPr>
            <p:ph type="body" idx="2"/>
          </p:nvPr>
        </p:nvSpPr>
        <p:spPr>
          <a:xfrm>
            <a:off x="455625"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rtl="0">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rtl="0">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rtl="0">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rtl="0">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6pPr>
            <a:lvl7pPr marL="3200453" lvl="6"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7pPr>
            <a:lvl8pPr marL="3657661" lvl="7"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8pPr>
            <a:lvl9pPr marL="4114868" lvl="8"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9pPr>
          </a:lstStyle>
          <a:p>
            <a:endParaRPr/>
          </a:p>
        </p:txBody>
      </p:sp>
      <p:sp>
        <p:nvSpPr>
          <p:cNvPr id="780" name="Google Shape;780;p132"/>
          <p:cNvSpPr txBox="1">
            <a:spLocks noGrp="1"/>
          </p:cNvSpPr>
          <p:nvPr>
            <p:ph type="body" idx="3"/>
          </p:nvPr>
        </p:nvSpPr>
        <p:spPr>
          <a:xfrm>
            <a:off x="6246950"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rtl="0">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rtl="0">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rtl="0">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rtl="0">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6pPr>
            <a:lvl7pPr marL="3200453" lvl="6"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7pPr>
            <a:lvl8pPr marL="3657661" lvl="7"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8pPr>
            <a:lvl9pPr marL="4114868" lvl="8"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9pPr>
          </a:lstStyle>
          <a:p>
            <a:endParaRPr/>
          </a:p>
        </p:txBody>
      </p:sp>
      <p:pic>
        <p:nvPicPr>
          <p:cNvPr id="781" name="Google Shape;781;p132"/>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782" name="Google Shape;782;p132"/>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127.xml><?xml version="1.0" encoding="utf-8"?>
<p:sldLayout xmlns:a="http://schemas.openxmlformats.org/drawingml/2006/main" xmlns:r="http://schemas.openxmlformats.org/officeDocument/2006/relationships" xmlns:p="http://schemas.openxmlformats.org/presentationml/2006/main" matchingName="HYUNDAI  Subhead | Title | Text | Image">
  <p:cSld name="HYUNDAI  Subhead | Title | Text | Image">
    <p:bg>
      <p:bgPr>
        <a:solidFill>
          <a:schemeClr val="dk2"/>
        </a:solidFill>
        <a:effectLst/>
      </p:bgPr>
    </p:bg>
    <p:spTree>
      <p:nvGrpSpPr>
        <p:cNvPr id="1" name="Shape 783"/>
        <p:cNvGrpSpPr/>
        <p:nvPr/>
      </p:nvGrpSpPr>
      <p:grpSpPr>
        <a:xfrm>
          <a:off x="0" y="0"/>
          <a:ext cx="0" cy="0"/>
          <a:chOff x="0" y="0"/>
          <a:chExt cx="0" cy="0"/>
        </a:xfrm>
      </p:grpSpPr>
      <p:sp>
        <p:nvSpPr>
          <p:cNvPr id="784" name="Google Shape;784;p133"/>
          <p:cNvSpPr txBox="1">
            <a:spLocks noGrp="1"/>
          </p:cNvSpPr>
          <p:nvPr>
            <p:ph type="title"/>
          </p:nvPr>
        </p:nvSpPr>
        <p:spPr>
          <a:xfrm>
            <a:off x="455617" y="731520"/>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b="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85" name="Google Shape;785;p133"/>
          <p:cNvSpPr>
            <a:spLocks noGrp="1"/>
          </p:cNvSpPr>
          <p:nvPr>
            <p:ph type="pic" idx="2"/>
          </p:nvPr>
        </p:nvSpPr>
        <p:spPr>
          <a:xfrm>
            <a:off x="7389889" y="1371600"/>
            <a:ext cx="4343401" cy="4572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786" name="Google Shape;786;p133"/>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sp>
        <p:nvSpPr>
          <p:cNvPr id="787" name="Google Shape;787;p133"/>
          <p:cNvSpPr txBox="1">
            <a:spLocks noGrp="1"/>
          </p:cNvSpPr>
          <p:nvPr>
            <p:ph type="subTitle" idx="1"/>
          </p:nvPr>
        </p:nvSpPr>
        <p:spPr>
          <a:xfrm>
            <a:off x="455663" y="457200"/>
            <a:ext cx="8915400" cy="228600"/>
          </a:xfrm>
          <a:prstGeom prst="rect">
            <a:avLst/>
          </a:prstGeom>
        </p:spPr>
        <p:txBody>
          <a:bodyPr spcFirstLastPara="1" wrap="square" lIns="0" tIns="0" rIns="0" bIns="0" anchor="t" anchorCtr="0">
            <a:noAutofit/>
          </a:bodyPr>
          <a:lstStyle>
            <a:lvl1pPr lvl="0" rtl="0">
              <a:spcBef>
                <a:spcPts val="0"/>
              </a:spcBef>
              <a:spcAft>
                <a:spcPts val="0"/>
              </a:spcAft>
              <a:buClr>
                <a:schemeClr val="accent2"/>
              </a:buClr>
              <a:buSzPts val="1400"/>
              <a:buFont typeface="Roboto Medium"/>
              <a:buNone/>
              <a:defRPr sz="1400">
                <a:solidFill>
                  <a:schemeClr val="accent2"/>
                </a:solidFill>
                <a:latin typeface="Roboto Medium"/>
                <a:ea typeface="Roboto Medium"/>
                <a:cs typeface="Roboto Medium"/>
                <a:sym typeface="Roboto Medium"/>
              </a:defRPr>
            </a:lvl1pPr>
            <a:lvl2pPr lvl="1" rtl="0">
              <a:spcBef>
                <a:spcPts val="600"/>
              </a:spcBef>
              <a:spcAft>
                <a:spcPts val="0"/>
              </a:spcAft>
              <a:buClr>
                <a:schemeClr val="accent2"/>
              </a:buClr>
              <a:buSzPts val="1800"/>
              <a:buFont typeface="Roboto Medium"/>
              <a:buNone/>
              <a:defRPr>
                <a:solidFill>
                  <a:schemeClr val="accent2"/>
                </a:solidFill>
                <a:latin typeface="Roboto Medium"/>
                <a:ea typeface="Roboto Medium"/>
                <a:cs typeface="Roboto Medium"/>
                <a:sym typeface="Roboto Medium"/>
              </a:defRPr>
            </a:lvl2pPr>
            <a:lvl3pPr lvl="2" rtl="0">
              <a:spcBef>
                <a:spcPts val="600"/>
              </a:spcBef>
              <a:spcAft>
                <a:spcPts val="0"/>
              </a:spcAft>
              <a:buClr>
                <a:schemeClr val="accent2"/>
              </a:buClr>
              <a:buSzPts val="1600"/>
              <a:buFont typeface="Roboto Medium"/>
              <a:buNone/>
              <a:defRPr>
                <a:solidFill>
                  <a:schemeClr val="accent2"/>
                </a:solidFill>
                <a:latin typeface="Roboto Medium"/>
                <a:ea typeface="Roboto Medium"/>
                <a:cs typeface="Roboto Medium"/>
                <a:sym typeface="Roboto Medium"/>
              </a:defRPr>
            </a:lvl3pPr>
            <a:lvl4pPr lvl="3" rtl="0">
              <a:spcBef>
                <a:spcPts val="300"/>
              </a:spcBef>
              <a:spcAft>
                <a:spcPts val="0"/>
              </a:spcAft>
              <a:buClr>
                <a:schemeClr val="accent2"/>
              </a:buClr>
              <a:buSzPts val="1400"/>
              <a:buFont typeface="Roboto Medium"/>
              <a:buNone/>
              <a:defRPr>
                <a:solidFill>
                  <a:schemeClr val="accent2"/>
                </a:solidFill>
                <a:latin typeface="Roboto Medium"/>
                <a:ea typeface="Roboto Medium"/>
                <a:cs typeface="Roboto Medium"/>
                <a:sym typeface="Roboto Medium"/>
              </a:defRPr>
            </a:lvl4pPr>
            <a:lvl5pPr lvl="4" rtl="0">
              <a:spcBef>
                <a:spcPts val="300"/>
              </a:spcBef>
              <a:spcAft>
                <a:spcPts val="0"/>
              </a:spcAft>
              <a:buClr>
                <a:schemeClr val="accent2"/>
              </a:buClr>
              <a:buSzPts val="1200"/>
              <a:buFont typeface="Roboto Medium"/>
              <a:buNone/>
              <a:defRPr>
                <a:solidFill>
                  <a:schemeClr val="accent2"/>
                </a:solidFill>
                <a:latin typeface="Roboto Medium"/>
                <a:ea typeface="Roboto Medium"/>
                <a:cs typeface="Roboto Medium"/>
                <a:sym typeface="Roboto Medium"/>
              </a:defRPr>
            </a:lvl5pPr>
            <a:lvl6pPr lvl="5"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6pPr>
            <a:lvl7pPr lvl="6"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7pPr>
            <a:lvl8pPr lvl="7"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8pPr>
            <a:lvl9pPr lvl="8"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9pPr>
          </a:lstStyle>
          <a:p>
            <a:endParaRPr/>
          </a:p>
        </p:txBody>
      </p:sp>
      <p:sp>
        <p:nvSpPr>
          <p:cNvPr id="788" name="Google Shape;788;p133"/>
          <p:cNvSpPr txBox="1">
            <a:spLocks noGrp="1"/>
          </p:cNvSpPr>
          <p:nvPr>
            <p:ph type="body" idx="3"/>
          </p:nvPr>
        </p:nvSpPr>
        <p:spPr>
          <a:xfrm>
            <a:off x="455625"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rtl="0">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rtl="0">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rtl="0">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rtl="0">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6pPr>
            <a:lvl7pPr marL="3200453" lvl="6"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7pPr>
            <a:lvl8pPr marL="3657661" lvl="7"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8pPr>
            <a:lvl9pPr marL="4114868" lvl="8"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9pPr>
          </a:lstStyle>
          <a:p>
            <a:endParaRPr/>
          </a:p>
        </p:txBody>
      </p:sp>
      <p:pic>
        <p:nvPicPr>
          <p:cNvPr id="789" name="Google Shape;789;p133"/>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790" name="Google Shape;790;p133"/>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128.xml><?xml version="1.0" encoding="utf-8"?>
<p:sldLayout xmlns:a="http://schemas.openxmlformats.org/drawingml/2006/main" xmlns:r="http://schemas.openxmlformats.org/officeDocument/2006/relationships" xmlns:p="http://schemas.openxmlformats.org/presentationml/2006/main" matchingName="HYUNDAI  Subhead | Title | Text | HP Image">
  <p:cSld name="HYUNDAI  Subhead | Title | Text | HP Image">
    <p:bg>
      <p:bgPr>
        <a:solidFill>
          <a:schemeClr val="dk2"/>
        </a:solidFill>
        <a:effectLst/>
      </p:bgPr>
    </p:bg>
    <p:spTree>
      <p:nvGrpSpPr>
        <p:cNvPr id="1" name="Shape 791"/>
        <p:cNvGrpSpPr/>
        <p:nvPr/>
      </p:nvGrpSpPr>
      <p:grpSpPr>
        <a:xfrm>
          <a:off x="0" y="0"/>
          <a:ext cx="0" cy="0"/>
          <a:chOff x="0" y="0"/>
          <a:chExt cx="0" cy="0"/>
        </a:xfrm>
      </p:grpSpPr>
      <p:sp>
        <p:nvSpPr>
          <p:cNvPr id="792" name="Google Shape;792;p134"/>
          <p:cNvSpPr>
            <a:spLocks noGrp="1"/>
          </p:cNvSpPr>
          <p:nvPr>
            <p:ph type="pic" idx="2"/>
          </p:nvPr>
        </p:nvSpPr>
        <p:spPr>
          <a:xfrm>
            <a:off x="6094473" y="0"/>
            <a:ext cx="6094500"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793" name="Google Shape;793;p134"/>
          <p:cNvSpPr txBox="1">
            <a:spLocks noGrp="1"/>
          </p:cNvSpPr>
          <p:nvPr>
            <p:ph type="title"/>
          </p:nvPr>
        </p:nvSpPr>
        <p:spPr>
          <a:xfrm>
            <a:off x="455618" y="731520"/>
            <a:ext cx="5029201"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b="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94" name="Google Shape;794;p134"/>
          <p:cNvSpPr txBox="1">
            <a:spLocks noGrp="1"/>
          </p:cNvSpPr>
          <p:nvPr>
            <p:ph type="subTitle" idx="1"/>
          </p:nvPr>
        </p:nvSpPr>
        <p:spPr>
          <a:xfrm>
            <a:off x="455663" y="457200"/>
            <a:ext cx="8915400" cy="228600"/>
          </a:xfrm>
          <a:prstGeom prst="rect">
            <a:avLst/>
          </a:prstGeom>
        </p:spPr>
        <p:txBody>
          <a:bodyPr spcFirstLastPara="1" wrap="square" lIns="0" tIns="0" rIns="0" bIns="0" anchor="t" anchorCtr="0">
            <a:noAutofit/>
          </a:bodyPr>
          <a:lstStyle>
            <a:lvl1pPr lvl="0" rtl="0">
              <a:spcBef>
                <a:spcPts val="0"/>
              </a:spcBef>
              <a:spcAft>
                <a:spcPts val="0"/>
              </a:spcAft>
              <a:buClr>
                <a:schemeClr val="accent2"/>
              </a:buClr>
              <a:buSzPts val="1400"/>
              <a:buFont typeface="Roboto Medium"/>
              <a:buNone/>
              <a:defRPr sz="1400">
                <a:solidFill>
                  <a:schemeClr val="accent2"/>
                </a:solidFill>
                <a:latin typeface="Roboto Medium"/>
                <a:ea typeface="Roboto Medium"/>
                <a:cs typeface="Roboto Medium"/>
                <a:sym typeface="Roboto Medium"/>
              </a:defRPr>
            </a:lvl1pPr>
            <a:lvl2pPr lvl="1" rtl="0">
              <a:spcBef>
                <a:spcPts val="600"/>
              </a:spcBef>
              <a:spcAft>
                <a:spcPts val="0"/>
              </a:spcAft>
              <a:buClr>
                <a:schemeClr val="accent2"/>
              </a:buClr>
              <a:buSzPts val="1800"/>
              <a:buFont typeface="Roboto Medium"/>
              <a:buNone/>
              <a:defRPr>
                <a:solidFill>
                  <a:schemeClr val="accent2"/>
                </a:solidFill>
                <a:latin typeface="Roboto Medium"/>
                <a:ea typeface="Roboto Medium"/>
                <a:cs typeface="Roboto Medium"/>
                <a:sym typeface="Roboto Medium"/>
              </a:defRPr>
            </a:lvl2pPr>
            <a:lvl3pPr lvl="2" rtl="0">
              <a:spcBef>
                <a:spcPts val="600"/>
              </a:spcBef>
              <a:spcAft>
                <a:spcPts val="0"/>
              </a:spcAft>
              <a:buClr>
                <a:schemeClr val="accent2"/>
              </a:buClr>
              <a:buSzPts val="1600"/>
              <a:buFont typeface="Roboto Medium"/>
              <a:buNone/>
              <a:defRPr>
                <a:solidFill>
                  <a:schemeClr val="accent2"/>
                </a:solidFill>
                <a:latin typeface="Roboto Medium"/>
                <a:ea typeface="Roboto Medium"/>
                <a:cs typeface="Roboto Medium"/>
                <a:sym typeface="Roboto Medium"/>
              </a:defRPr>
            </a:lvl3pPr>
            <a:lvl4pPr lvl="3" rtl="0">
              <a:spcBef>
                <a:spcPts val="300"/>
              </a:spcBef>
              <a:spcAft>
                <a:spcPts val="0"/>
              </a:spcAft>
              <a:buClr>
                <a:schemeClr val="accent2"/>
              </a:buClr>
              <a:buSzPts val="1400"/>
              <a:buFont typeface="Roboto Medium"/>
              <a:buNone/>
              <a:defRPr>
                <a:solidFill>
                  <a:schemeClr val="accent2"/>
                </a:solidFill>
                <a:latin typeface="Roboto Medium"/>
                <a:ea typeface="Roboto Medium"/>
                <a:cs typeface="Roboto Medium"/>
                <a:sym typeface="Roboto Medium"/>
              </a:defRPr>
            </a:lvl4pPr>
            <a:lvl5pPr lvl="4" rtl="0">
              <a:spcBef>
                <a:spcPts val="300"/>
              </a:spcBef>
              <a:spcAft>
                <a:spcPts val="0"/>
              </a:spcAft>
              <a:buClr>
                <a:schemeClr val="accent2"/>
              </a:buClr>
              <a:buSzPts val="1200"/>
              <a:buFont typeface="Roboto Medium"/>
              <a:buNone/>
              <a:defRPr>
                <a:solidFill>
                  <a:schemeClr val="accent2"/>
                </a:solidFill>
                <a:latin typeface="Roboto Medium"/>
                <a:ea typeface="Roboto Medium"/>
                <a:cs typeface="Roboto Medium"/>
                <a:sym typeface="Roboto Medium"/>
              </a:defRPr>
            </a:lvl5pPr>
            <a:lvl6pPr lvl="5"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6pPr>
            <a:lvl7pPr lvl="6"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7pPr>
            <a:lvl8pPr lvl="7"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8pPr>
            <a:lvl9pPr lvl="8"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9pPr>
          </a:lstStyle>
          <a:p>
            <a:endParaRPr/>
          </a:p>
        </p:txBody>
      </p:sp>
      <p:sp>
        <p:nvSpPr>
          <p:cNvPr id="795" name="Google Shape;795;p134"/>
          <p:cNvSpPr txBox="1">
            <a:spLocks noGrp="1"/>
          </p:cNvSpPr>
          <p:nvPr>
            <p:ph type="body" idx="3"/>
          </p:nvPr>
        </p:nvSpPr>
        <p:spPr>
          <a:xfrm>
            <a:off x="455675" y="2686375"/>
            <a:ext cx="52578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rtl="0">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rtl="0">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rtl="0">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rtl="0">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6pPr>
            <a:lvl7pPr marL="3200453" lvl="6"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7pPr>
            <a:lvl8pPr marL="3657661" lvl="7"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8pPr>
            <a:lvl9pPr marL="4114868" lvl="8"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9pPr>
          </a:lstStyle>
          <a:p>
            <a:endParaRPr/>
          </a:p>
        </p:txBody>
      </p:sp>
      <p:sp>
        <p:nvSpPr>
          <p:cNvPr id="796" name="Google Shape;796;p134"/>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pic>
        <p:nvPicPr>
          <p:cNvPr id="797" name="Google Shape;797;p134"/>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798" name="Google Shape;798;p134"/>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129.xml><?xml version="1.0" encoding="utf-8"?>
<p:sldLayout xmlns:a="http://schemas.openxmlformats.org/drawingml/2006/main" xmlns:r="http://schemas.openxmlformats.org/officeDocument/2006/relationships" xmlns:p="http://schemas.openxmlformats.org/presentationml/2006/main" matchingName="HYUNDAI  Subhead | Title">
  <p:cSld name="HYUNDAI  Subhead | Title">
    <p:bg>
      <p:bgPr>
        <a:solidFill>
          <a:schemeClr val="dk2"/>
        </a:solidFill>
        <a:effectLst/>
      </p:bgPr>
    </p:bg>
    <p:spTree>
      <p:nvGrpSpPr>
        <p:cNvPr id="1" name="Shape 799"/>
        <p:cNvGrpSpPr/>
        <p:nvPr/>
      </p:nvGrpSpPr>
      <p:grpSpPr>
        <a:xfrm>
          <a:off x="0" y="0"/>
          <a:ext cx="0" cy="0"/>
          <a:chOff x="0" y="0"/>
          <a:chExt cx="0" cy="0"/>
        </a:xfrm>
      </p:grpSpPr>
      <p:sp>
        <p:nvSpPr>
          <p:cNvPr id="800" name="Google Shape;800;p135"/>
          <p:cNvSpPr txBox="1">
            <a:spLocks noGrp="1"/>
          </p:cNvSpPr>
          <p:nvPr>
            <p:ph type="title"/>
          </p:nvPr>
        </p:nvSpPr>
        <p:spPr>
          <a:xfrm>
            <a:off x="455617" y="731520"/>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01" name="Google Shape;801;p135"/>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sp>
        <p:nvSpPr>
          <p:cNvPr id="802" name="Google Shape;802;p135"/>
          <p:cNvSpPr txBox="1">
            <a:spLocks noGrp="1"/>
          </p:cNvSpPr>
          <p:nvPr>
            <p:ph type="subTitle" idx="1"/>
          </p:nvPr>
        </p:nvSpPr>
        <p:spPr>
          <a:xfrm>
            <a:off x="455663" y="457200"/>
            <a:ext cx="8915400" cy="228600"/>
          </a:xfrm>
          <a:prstGeom prst="rect">
            <a:avLst/>
          </a:prstGeom>
        </p:spPr>
        <p:txBody>
          <a:bodyPr spcFirstLastPara="1" wrap="square" lIns="0" tIns="0" rIns="0" bIns="0" anchor="t" anchorCtr="0">
            <a:noAutofit/>
          </a:bodyPr>
          <a:lstStyle>
            <a:lvl1pPr lvl="0" rtl="0">
              <a:spcBef>
                <a:spcPts val="0"/>
              </a:spcBef>
              <a:spcAft>
                <a:spcPts val="0"/>
              </a:spcAft>
              <a:buClr>
                <a:schemeClr val="accent2"/>
              </a:buClr>
              <a:buSzPts val="1400"/>
              <a:buFont typeface="Roboto Medium"/>
              <a:buNone/>
              <a:defRPr sz="1400">
                <a:solidFill>
                  <a:schemeClr val="accent2"/>
                </a:solidFill>
                <a:latin typeface="Roboto Medium"/>
                <a:ea typeface="Roboto Medium"/>
                <a:cs typeface="Roboto Medium"/>
                <a:sym typeface="Roboto Medium"/>
              </a:defRPr>
            </a:lvl1pPr>
            <a:lvl2pPr lvl="1" rtl="0">
              <a:spcBef>
                <a:spcPts val="600"/>
              </a:spcBef>
              <a:spcAft>
                <a:spcPts val="0"/>
              </a:spcAft>
              <a:buClr>
                <a:schemeClr val="accent2"/>
              </a:buClr>
              <a:buSzPts val="1800"/>
              <a:buFont typeface="Roboto Medium"/>
              <a:buNone/>
              <a:defRPr>
                <a:solidFill>
                  <a:schemeClr val="accent2"/>
                </a:solidFill>
                <a:latin typeface="Roboto Medium"/>
                <a:ea typeface="Roboto Medium"/>
                <a:cs typeface="Roboto Medium"/>
                <a:sym typeface="Roboto Medium"/>
              </a:defRPr>
            </a:lvl2pPr>
            <a:lvl3pPr lvl="2" rtl="0">
              <a:spcBef>
                <a:spcPts val="600"/>
              </a:spcBef>
              <a:spcAft>
                <a:spcPts val="0"/>
              </a:spcAft>
              <a:buClr>
                <a:schemeClr val="accent2"/>
              </a:buClr>
              <a:buSzPts val="1600"/>
              <a:buFont typeface="Roboto Medium"/>
              <a:buNone/>
              <a:defRPr>
                <a:solidFill>
                  <a:schemeClr val="accent2"/>
                </a:solidFill>
                <a:latin typeface="Roboto Medium"/>
                <a:ea typeface="Roboto Medium"/>
                <a:cs typeface="Roboto Medium"/>
                <a:sym typeface="Roboto Medium"/>
              </a:defRPr>
            </a:lvl3pPr>
            <a:lvl4pPr lvl="3" rtl="0">
              <a:spcBef>
                <a:spcPts val="300"/>
              </a:spcBef>
              <a:spcAft>
                <a:spcPts val="0"/>
              </a:spcAft>
              <a:buClr>
                <a:schemeClr val="accent2"/>
              </a:buClr>
              <a:buSzPts val="1400"/>
              <a:buFont typeface="Roboto Medium"/>
              <a:buNone/>
              <a:defRPr>
                <a:solidFill>
                  <a:schemeClr val="accent2"/>
                </a:solidFill>
                <a:latin typeface="Roboto Medium"/>
                <a:ea typeface="Roboto Medium"/>
                <a:cs typeface="Roboto Medium"/>
                <a:sym typeface="Roboto Medium"/>
              </a:defRPr>
            </a:lvl4pPr>
            <a:lvl5pPr lvl="4" rtl="0">
              <a:spcBef>
                <a:spcPts val="300"/>
              </a:spcBef>
              <a:spcAft>
                <a:spcPts val="0"/>
              </a:spcAft>
              <a:buClr>
                <a:schemeClr val="accent2"/>
              </a:buClr>
              <a:buSzPts val="1200"/>
              <a:buFont typeface="Roboto Medium"/>
              <a:buNone/>
              <a:defRPr>
                <a:solidFill>
                  <a:schemeClr val="accent2"/>
                </a:solidFill>
                <a:latin typeface="Roboto Medium"/>
                <a:ea typeface="Roboto Medium"/>
                <a:cs typeface="Roboto Medium"/>
                <a:sym typeface="Roboto Medium"/>
              </a:defRPr>
            </a:lvl5pPr>
            <a:lvl6pPr lvl="5"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6pPr>
            <a:lvl7pPr lvl="6"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7pPr>
            <a:lvl8pPr lvl="7"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8pPr>
            <a:lvl9pPr lvl="8" rtl="0">
              <a:spcBef>
                <a:spcPts val="533"/>
              </a:spcBef>
              <a:spcAft>
                <a:spcPts val="0"/>
              </a:spcAft>
              <a:buClr>
                <a:schemeClr val="accent2"/>
              </a:buClr>
              <a:buSzPts val="2666"/>
              <a:buFont typeface="Roboto Medium"/>
              <a:buNone/>
              <a:defRPr>
                <a:solidFill>
                  <a:schemeClr val="accent2"/>
                </a:solidFill>
                <a:latin typeface="Roboto Medium"/>
                <a:ea typeface="Roboto Medium"/>
                <a:cs typeface="Roboto Medium"/>
                <a:sym typeface="Roboto Medium"/>
              </a:defRPr>
            </a:lvl9pPr>
          </a:lstStyle>
          <a:p>
            <a:endParaRPr/>
          </a:p>
        </p:txBody>
      </p:sp>
      <p:pic>
        <p:nvPicPr>
          <p:cNvPr id="803" name="Google Shape;803;p135"/>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804" name="Google Shape;804;p135"/>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130.xml><?xml version="1.0" encoding="utf-8"?>
<p:sldLayout xmlns:a="http://schemas.openxmlformats.org/drawingml/2006/main" xmlns:r="http://schemas.openxmlformats.org/officeDocument/2006/relationships" xmlns:p="http://schemas.openxmlformats.org/presentationml/2006/main" matchingName="HYUNDAI  1Col Title | Subhead | Text">
  <p:cSld name="HYUNDAI  1Col Title | Subhead | Text">
    <p:bg>
      <p:bgPr>
        <a:solidFill>
          <a:schemeClr val="dk2"/>
        </a:solidFill>
        <a:effectLst/>
      </p:bgPr>
    </p:bg>
    <p:spTree>
      <p:nvGrpSpPr>
        <p:cNvPr id="1" name="Shape 805"/>
        <p:cNvGrpSpPr/>
        <p:nvPr/>
      </p:nvGrpSpPr>
      <p:grpSpPr>
        <a:xfrm>
          <a:off x="0" y="0"/>
          <a:ext cx="0" cy="0"/>
          <a:chOff x="0" y="0"/>
          <a:chExt cx="0" cy="0"/>
        </a:xfrm>
      </p:grpSpPr>
      <p:sp>
        <p:nvSpPr>
          <p:cNvPr id="806" name="Google Shape;806;p136"/>
          <p:cNvSpPr txBox="1">
            <a:spLocks noGrp="1"/>
          </p:cNvSpPr>
          <p:nvPr>
            <p:ph type="title"/>
          </p:nvPr>
        </p:nvSpPr>
        <p:spPr>
          <a:xfrm>
            <a:off x="455617" y="457200"/>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b="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07" name="Google Shape;807;p136"/>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sp>
        <p:nvSpPr>
          <p:cNvPr id="808" name="Google Shape;808;p136"/>
          <p:cNvSpPr txBox="1">
            <a:spLocks noGrp="1"/>
          </p:cNvSpPr>
          <p:nvPr>
            <p:ph type="subTitle" idx="1"/>
          </p:nvPr>
        </p:nvSpPr>
        <p:spPr>
          <a:xfrm>
            <a:off x="455625" y="868680"/>
            <a:ext cx="7635001" cy="228600"/>
          </a:xfrm>
          <a:prstGeom prst="rect">
            <a:avLst/>
          </a:prstGeom>
        </p:spPr>
        <p:txBody>
          <a:bodyPr spcFirstLastPara="1" wrap="square" lIns="0" tIns="0" rIns="0" bIns="0" anchor="t" anchorCtr="0">
            <a:noAutofit/>
          </a:bodyPr>
          <a:lstStyle>
            <a:lvl1pPr lvl="0" rtl="0">
              <a:spcBef>
                <a:spcPts val="0"/>
              </a:spcBef>
              <a:spcAft>
                <a:spcPts val="0"/>
              </a:spcAft>
              <a:buClr>
                <a:schemeClr val="accent2"/>
              </a:buClr>
              <a:buSzPts val="1600"/>
              <a:buFont typeface="Roboto Medium"/>
              <a:buNone/>
              <a:defRPr sz="1600">
                <a:solidFill>
                  <a:schemeClr val="accent2"/>
                </a:solidFill>
                <a:latin typeface="Roboto Medium"/>
                <a:ea typeface="Roboto Medium"/>
                <a:cs typeface="Roboto Medium"/>
                <a:sym typeface="Roboto Medium"/>
              </a:defRPr>
            </a:lvl1pPr>
            <a:lvl2pPr lvl="1" rtl="0">
              <a:spcBef>
                <a:spcPts val="600"/>
              </a:spcBef>
              <a:spcAft>
                <a:spcPts val="0"/>
              </a:spcAft>
              <a:buClr>
                <a:schemeClr val="accent2"/>
              </a:buClr>
              <a:buSzPts val="1600"/>
              <a:buNone/>
              <a:defRPr sz="1600">
                <a:solidFill>
                  <a:schemeClr val="accent2"/>
                </a:solidFill>
              </a:defRPr>
            </a:lvl2pPr>
            <a:lvl3pPr lvl="2" rtl="0">
              <a:spcBef>
                <a:spcPts val="600"/>
              </a:spcBef>
              <a:spcAft>
                <a:spcPts val="0"/>
              </a:spcAft>
              <a:buClr>
                <a:schemeClr val="accent2"/>
              </a:buClr>
              <a:buSzPts val="1600"/>
              <a:buNone/>
              <a:defRPr>
                <a:solidFill>
                  <a:schemeClr val="accent2"/>
                </a:solidFill>
              </a:defRPr>
            </a:lvl3pPr>
            <a:lvl4pPr lvl="3" rtl="0">
              <a:spcBef>
                <a:spcPts val="300"/>
              </a:spcBef>
              <a:spcAft>
                <a:spcPts val="0"/>
              </a:spcAft>
              <a:buClr>
                <a:schemeClr val="accent2"/>
              </a:buClr>
              <a:buSzPts val="1600"/>
              <a:buNone/>
              <a:defRPr sz="1600">
                <a:solidFill>
                  <a:schemeClr val="accent2"/>
                </a:solidFill>
              </a:defRPr>
            </a:lvl4pPr>
            <a:lvl5pPr lvl="4" rtl="0">
              <a:spcBef>
                <a:spcPts val="300"/>
              </a:spcBef>
              <a:spcAft>
                <a:spcPts val="0"/>
              </a:spcAft>
              <a:buClr>
                <a:schemeClr val="accent2"/>
              </a:buClr>
              <a:buSzPts val="1600"/>
              <a:buNone/>
              <a:defRPr sz="1600">
                <a:solidFill>
                  <a:schemeClr val="accent2"/>
                </a:solidFill>
              </a:defRPr>
            </a:lvl5pPr>
            <a:lvl6pPr lvl="5" rtl="0">
              <a:spcBef>
                <a:spcPts val="533"/>
              </a:spcBef>
              <a:spcAft>
                <a:spcPts val="0"/>
              </a:spcAft>
              <a:buClr>
                <a:schemeClr val="accent2"/>
              </a:buClr>
              <a:buSzPts val="1600"/>
              <a:buNone/>
              <a:defRPr sz="1600">
                <a:solidFill>
                  <a:schemeClr val="accent2"/>
                </a:solidFill>
              </a:defRPr>
            </a:lvl6pPr>
            <a:lvl7pPr lvl="6" rtl="0">
              <a:spcBef>
                <a:spcPts val="533"/>
              </a:spcBef>
              <a:spcAft>
                <a:spcPts val="0"/>
              </a:spcAft>
              <a:buClr>
                <a:schemeClr val="accent2"/>
              </a:buClr>
              <a:buSzPts val="1600"/>
              <a:buNone/>
              <a:defRPr sz="1600">
                <a:solidFill>
                  <a:schemeClr val="accent2"/>
                </a:solidFill>
              </a:defRPr>
            </a:lvl7pPr>
            <a:lvl8pPr lvl="7" rtl="0">
              <a:spcBef>
                <a:spcPts val="533"/>
              </a:spcBef>
              <a:spcAft>
                <a:spcPts val="0"/>
              </a:spcAft>
              <a:buClr>
                <a:schemeClr val="accent2"/>
              </a:buClr>
              <a:buSzPts val="1600"/>
              <a:buNone/>
              <a:defRPr sz="1600">
                <a:solidFill>
                  <a:schemeClr val="accent2"/>
                </a:solidFill>
              </a:defRPr>
            </a:lvl8pPr>
            <a:lvl9pPr lvl="8" rtl="0">
              <a:spcBef>
                <a:spcPts val="533"/>
              </a:spcBef>
              <a:spcAft>
                <a:spcPts val="0"/>
              </a:spcAft>
              <a:buClr>
                <a:schemeClr val="accent2"/>
              </a:buClr>
              <a:buSzPts val="1600"/>
              <a:buNone/>
              <a:defRPr sz="1600">
                <a:solidFill>
                  <a:schemeClr val="accent2"/>
                </a:solidFill>
              </a:defRPr>
            </a:lvl9pPr>
          </a:lstStyle>
          <a:p>
            <a:endParaRPr/>
          </a:p>
        </p:txBody>
      </p:sp>
      <p:sp>
        <p:nvSpPr>
          <p:cNvPr id="809" name="Google Shape;809;p136"/>
          <p:cNvSpPr txBox="1">
            <a:spLocks noGrp="1"/>
          </p:cNvSpPr>
          <p:nvPr>
            <p:ph type="body" idx="2"/>
          </p:nvPr>
        </p:nvSpPr>
        <p:spPr>
          <a:xfrm>
            <a:off x="455613" y="2686375"/>
            <a:ext cx="8915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rgbClr val="FFFFFF"/>
              </a:buClr>
              <a:buSzPts val="2000"/>
              <a:buFont typeface="Roboto"/>
              <a:buNone/>
              <a:defRPr b="0" i="0">
                <a:solidFill>
                  <a:srgbClr val="FFFFFF"/>
                </a:solidFill>
                <a:latin typeface="Roboto"/>
                <a:ea typeface="Roboto"/>
                <a:cs typeface="Roboto"/>
                <a:sym typeface="Roboto"/>
              </a:defRPr>
            </a:lvl1pPr>
            <a:lvl2pPr marL="914415" lvl="1" indent="-342906" algn="l" rtl="0">
              <a:spcBef>
                <a:spcPts val="600"/>
              </a:spcBef>
              <a:spcAft>
                <a:spcPts val="0"/>
              </a:spcAft>
              <a:buClr>
                <a:srgbClr val="FFFFFF"/>
              </a:buClr>
              <a:buSzPts val="1800"/>
              <a:buChar char="•"/>
              <a:defRPr b="0" i="0">
                <a:solidFill>
                  <a:srgbClr val="FFFFFF"/>
                </a:solidFill>
                <a:latin typeface="Roboto"/>
                <a:ea typeface="Roboto"/>
                <a:cs typeface="Roboto"/>
                <a:sym typeface="Roboto"/>
              </a:defRPr>
            </a:lvl2pPr>
            <a:lvl3pPr marL="1371622" lvl="2" indent="-330205" algn="l" rtl="0">
              <a:spcBef>
                <a:spcPts val="600"/>
              </a:spcBef>
              <a:spcAft>
                <a:spcPts val="0"/>
              </a:spcAft>
              <a:buClr>
                <a:srgbClr val="FFFFFF"/>
              </a:buClr>
              <a:buSzPts val="1600"/>
              <a:buChar char="−"/>
              <a:defRPr b="0" i="0">
                <a:solidFill>
                  <a:srgbClr val="FFFFFF"/>
                </a:solidFill>
                <a:latin typeface="Roboto"/>
                <a:ea typeface="Roboto"/>
                <a:cs typeface="Roboto"/>
                <a:sym typeface="Roboto"/>
              </a:defRPr>
            </a:lvl3pPr>
            <a:lvl4pPr marL="1828831" lvl="3" indent="-317506" algn="l" rtl="0">
              <a:spcBef>
                <a:spcPts val="300"/>
              </a:spcBef>
              <a:spcAft>
                <a:spcPts val="0"/>
              </a:spcAft>
              <a:buClr>
                <a:srgbClr val="FFFFFF"/>
              </a:buClr>
              <a:buSzPts val="1400"/>
              <a:buChar char="•"/>
              <a:defRPr b="0" i="0">
                <a:solidFill>
                  <a:srgbClr val="FFFFFF"/>
                </a:solidFill>
                <a:latin typeface="Roboto"/>
                <a:ea typeface="Roboto"/>
                <a:cs typeface="Roboto"/>
                <a:sym typeface="Roboto"/>
              </a:defRPr>
            </a:lvl4pPr>
            <a:lvl5pPr marL="2286038" lvl="4" indent="-304805" algn="l" rtl="0">
              <a:spcBef>
                <a:spcPts val="300"/>
              </a:spcBef>
              <a:spcAft>
                <a:spcPts val="0"/>
              </a:spcAft>
              <a:buClr>
                <a:srgbClr val="FFFFFF"/>
              </a:buClr>
              <a:buSzPts val="1200"/>
              <a:buChar char="−"/>
              <a:defRPr b="0" i="0">
                <a:solidFill>
                  <a:srgbClr val="FFFFFF"/>
                </a:solidFill>
                <a:latin typeface="Roboto"/>
                <a:ea typeface="Roboto"/>
                <a:cs typeface="Roboto"/>
                <a:sym typeface="Roboto"/>
              </a:defRPr>
            </a:lvl5pPr>
            <a:lvl6pPr marL="2743246" lvl="5" indent="-304805" algn="l" rtl="0">
              <a:spcBef>
                <a:spcPts val="360"/>
              </a:spcBef>
              <a:spcAft>
                <a:spcPts val="0"/>
              </a:spcAft>
              <a:buClr>
                <a:srgbClr val="FFFFFF"/>
              </a:buClr>
              <a:buSzPts val="1200"/>
              <a:buFont typeface="Roboto"/>
              <a:buChar char="•"/>
              <a:defRPr sz="1200">
                <a:solidFill>
                  <a:srgbClr val="FFFFFF"/>
                </a:solidFill>
                <a:latin typeface="Roboto"/>
                <a:ea typeface="Roboto"/>
                <a:cs typeface="Roboto"/>
                <a:sym typeface="Roboto"/>
              </a:defRPr>
            </a:lvl6pPr>
            <a:lvl7pPr marL="3200453" lvl="6" indent="-304805" algn="l" rtl="0">
              <a:spcBef>
                <a:spcPts val="360"/>
              </a:spcBef>
              <a:spcAft>
                <a:spcPts val="0"/>
              </a:spcAft>
              <a:buClr>
                <a:srgbClr val="FFFFFF"/>
              </a:buClr>
              <a:buSzPts val="1200"/>
              <a:buFont typeface="Roboto"/>
              <a:buChar char="•"/>
              <a:defRPr sz="1200">
                <a:solidFill>
                  <a:srgbClr val="FFFFFF"/>
                </a:solidFill>
                <a:latin typeface="Roboto"/>
                <a:ea typeface="Roboto"/>
                <a:cs typeface="Roboto"/>
                <a:sym typeface="Roboto"/>
              </a:defRPr>
            </a:lvl7pPr>
            <a:lvl8pPr marL="3657661" lvl="7" indent="-304805" algn="l" rtl="0">
              <a:spcBef>
                <a:spcPts val="360"/>
              </a:spcBef>
              <a:spcAft>
                <a:spcPts val="0"/>
              </a:spcAft>
              <a:buClr>
                <a:srgbClr val="FFFFFF"/>
              </a:buClr>
              <a:buSzPts val="1200"/>
              <a:buFont typeface="Roboto"/>
              <a:buChar char="•"/>
              <a:defRPr sz="1200">
                <a:solidFill>
                  <a:srgbClr val="FFFFFF"/>
                </a:solidFill>
                <a:latin typeface="Roboto"/>
                <a:ea typeface="Roboto"/>
                <a:cs typeface="Roboto"/>
                <a:sym typeface="Roboto"/>
              </a:defRPr>
            </a:lvl8pPr>
            <a:lvl9pPr marL="4114868" lvl="8" indent="-304805" algn="l" rtl="0">
              <a:spcBef>
                <a:spcPts val="360"/>
              </a:spcBef>
              <a:spcAft>
                <a:spcPts val="0"/>
              </a:spcAft>
              <a:buClr>
                <a:srgbClr val="FFFFFF"/>
              </a:buClr>
              <a:buSzPts val="1200"/>
              <a:buFont typeface="Roboto"/>
              <a:buChar char="•"/>
              <a:defRPr sz="1200">
                <a:solidFill>
                  <a:srgbClr val="FFFFFF"/>
                </a:solidFill>
                <a:latin typeface="Roboto"/>
                <a:ea typeface="Roboto"/>
                <a:cs typeface="Roboto"/>
                <a:sym typeface="Roboto"/>
              </a:defRPr>
            </a:lvl9pPr>
          </a:lstStyle>
          <a:p>
            <a:endParaRPr/>
          </a:p>
        </p:txBody>
      </p:sp>
      <p:pic>
        <p:nvPicPr>
          <p:cNvPr id="810" name="Google Shape;810;p136"/>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811" name="Google Shape;811;p136"/>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131.xml><?xml version="1.0" encoding="utf-8"?>
<p:sldLayout xmlns:a="http://schemas.openxmlformats.org/drawingml/2006/main" xmlns:r="http://schemas.openxmlformats.org/officeDocument/2006/relationships" xmlns:p="http://schemas.openxmlformats.org/presentationml/2006/main" matchingName="HYUNDAI  2Col Title | Subhead | Text">
  <p:cSld name="HYUNDAI  2Col Title | Subhead | Text">
    <p:bg>
      <p:bgPr>
        <a:solidFill>
          <a:schemeClr val="dk2"/>
        </a:solidFill>
        <a:effectLst/>
      </p:bgPr>
    </p:bg>
    <p:spTree>
      <p:nvGrpSpPr>
        <p:cNvPr id="1" name="Shape 812"/>
        <p:cNvGrpSpPr/>
        <p:nvPr/>
      </p:nvGrpSpPr>
      <p:grpSpPr>
        <a:xfrm>
          <a:off x="0" y="0"/>
          <a:ext cx="0" cy="0"/>
          <a:chOff x="0" y="0"/>
          <a:chExt cx="0" cy="0"/>
        </a:xfrm>
      </p:grpSpPr>
      <p:sp>
        <p:nvSpPr>
          <p:cNvPr id="813" name="Google Shape;813;p137"/>
          <p:cNvSpPr txBox="1">
            <a:spLocks noGrp="1"/>
          </p:cNvSpPr>
          <p:nvPr>
            <p:ph type="title"/>
          </p:nvPr>
        </p:nvSpPr>
        <p:spPr>
          <a:xfrm>
            <a:off x="455617" y="457200"/>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b="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14" name="Google Shape;814;p137"/>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sp>
        <p:nvSpPr>
          <p:cNvPr id="815" name="Google Shape;815;p137"/>
          <p:cNvSpPr txBox="1">
            <a:spLocks noGrp="1"/>
          </p:cNvSpPr>
          <p:nvPr>
            <p:ph type="subTitle" idx="1"/>
          </p:nvPr>
        </p:nvSpPr>
        <p:spPr>
          <a:xfrm>
            <a:off x="455625" y="868680"/>
            <a:ext cx="7635001" cy="228600"/>
          </a:xfrm>
          <a:prstGeom prst="rect">
            <a:avLst/>
          </a:prstGeom>
        </p:spPr>
        <p:txBody>
          <a:bodyPr spcFirstLastPara="1" wrap="square" lIns="0" tIns="0" rIns="0" bIns="0" anchor="t" anchorCtr="0">
            <a:noAutofit/>
          </a:bodyPr>
          <a:lstStyle>
            <a:lvl1pPr lvl="0" rtl="0">
              <a:spcBef>
                <a:spcPts val="0"/>
              </a:spcBef>
              <a:spcAft>
                <a:spcPts val="0"/>
              </a:spcAft>
              <a:buClr>
                <a:schemeClr val="accent2"/>
              </a:buClr>
              <a:buSzPts val="1600"/>
              <a:buFont typeface="Roboto Medium"/>
              <a:buNone/>
              <a:defRPr sz="1600">
                <a:solidFill>
                  <a:schemeClr val="accent2"/>
                </a:solidFill>
                <a:latin typeface="Roboto Medium"/>
                <a:ea typeface="Roboto Medium"/>
                <a:cs typeface="Roboto Medium"/>
                <a:sym typeface="Roboto Medium"/>
              </a:defRPr>
            </a:lvl1pPr>
            <a:lvl2pPr lvl="1" rtl="0">
              <a:spcBef>
                <a:spcPts val="600"/>
              </a:spcBef>
              <a:spcAft>
                <a:spcPts val="0"/>
              </a:spcAft>
              <a:buClr>
                <a:schemeClr val="accent2"/>
              </a:buClr>
              <a:buSzPts val="1800"/>
              <a:buNone/>
              <a:defRPr>
                <a:solidFill>
                  <a:schemeClr val="accent2"/>
                </a:solidFill>
              </a:defRPr>
            </a:lvl2pPr>
            <a:lvl3pPr lvl="2" rtl="0">
              <a:spcBef>
                <a:spcPts val="600"/>
              </a:spcBef>
              <a:spcAft>
                <a:spcPts val="0"/>
              </a:spcAft>
              <a:buClr>
                <a:schemeClr val="accent2"/>
              </a:buClr>
              <a:buSzPts val="1600"/>
              <a:buNone/>
              <a:defRPr>
                <a:solidFill>
                  <a:schemeClr val="accent2"/>
                </a:solidFill>
              </a:defRPr>
            </a:lvl3pPr>
            <a:lvl4pPr lvl="3" rtl="0">
              <a:spcBef>
                <a:spcPts val="300"/>
              </a:spcBef>
              <a:spcAft>
                <a:spcPts val="0"/>
              </a:spcAft>
              <a:buClr>
                <a:schemeClr val="accent2"/>
              </a:buClr>
              <a:buSzPts val="1400"/>
              <a:buNone/>
              <a:defRPr>
                <a:solidFill>
                  <a:schemeClr val="accent2"/>
                </a:solidFill>
              </a:defRPr>
            </a:lvl4pPr>
            <a:lvl5pPr lvl="4" rtl="0">
              <a:spcBef>
                <a:spcPts val="300"/>
              </a:spcBef>
              <a:spcAft>
                <a:spcPts val="0"/>
              </a:spcAft>
              <a:buClr>
                <a:schemeClr val="accent2"/>
              </a:buClr>
              <a:buSzPts val="1200"/>
              <a:buNone/>
              <a:defRPr>
                <a:solidFill>
                  <a:schemeClr val="accent2"/>
                </a:solidFill>
              </a:defRPr>
            </a:lvl5pPr>
            <a:lvl6pPr lvl="5" rtl="0">
              <a:spcBef>
                <a:spcPts val="533"/>
              </a:spcBef>
              <a:spcAft>
                <a:spcPts val="0"/>
              </a:spcAft>
              <a:buClr>
                <a:schemeClr val="accent2"/>
              </a:buClr>
              <a:buSzPts val="2666"/>
              <a:buNone/>
              <a:defRPr>
                <a:solidFill>
                  <a:schemeClr val="accent2"/>
                </a:solidFill>
              </a:defRPr>
            </a:lvl6pPr>
            <a:lvl7pPr lvl="6" rtl="0">
              <a:spcBef>
                <a:spcPts val="533"/>
              </a:spcBef>
              <a:spcAft>
                <a:spcPts val="0"/>
              </a:spcAft>
              <a:buClr>
                <a:schemeClr val="accent2"/>
              </a:buClr>
              <a:buSzPts val="2666"/>
              <a:buNone/>
              <a:defRPr>
                <a:solidFill>
                  <a:schemeClr val="accent2"/>
                </a:solidFill>
              </a:defRPr>
            </a:lvl7pPr>
            <a:lvl8pPr lvl="7" rtl="0">
              <a:spcBef>
                <a:spcPts val="533"/>
              </a:spcBef>
              <a:spcAft>
                <a:spcPts val="0"/>
              </a:spcAft>
              <a:buClr>
                <a:schemeClr val="accent2"/>
              </a:buClr>
              <a:buSzPts val="2666"/>
              <a:buNone/>
              <a:defRPr>
                <a:solidFill>
                  <a:schemeClr val="accent2"/>
                </a:solidFill>
              </a:defRPr>
            </a:lvl8pPr>
            <a:lvl9pPr lvl="8" rtl="0">
              <a:spcBef>
                <a:spcPts val="533"/>
              </a:spcBef>
              <a:spcAft>
                <a:spcPts val="0"/>
              </a:spcAft>
              <a:buClr>
                <a:schemeClr val="accent2"/>
              </a:buClr>
              <a:buSzPts val="2666"/>
              <a:buNone/>
              <a:defRPr>
                <a:solidFill>
                  <a:schemeClr val="accent2"/>
                </a:solidFill>
              </a:defRPr>
            </a:lvl9pPr>
          </a:lstStyle>
          <a:p>
            <a:endParaRPr/>
          </a:p>
        </p:txBody>
      </p:sp>
      <p:sp>
        <p:nvSpPr>
          <p:cNvPr id="816" name="Google Shape;816;p137"/>
          <p:cNvSpPr txBox="1">
            <a:spLocks noGrp="1"/>
          </p:cNvSpPr>
          <p:nvPr>
            <p:ph type="body" idx="2"/>
          </p:nvPr>
        </p:nvSpPr>
        <p:spPr>
          <a:xfrm>
            <a:off x="455625"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rtl="0">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rtl="0">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rtl="0">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rtl="0">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6pPr>
            <a:lvl7pPr marL="3200453" lvl="6"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7pPr>
            <a:lvl8pPr marL="3657661" lvl="7"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8pPr>
            <a:lvl9pPr marL="4114868" lvl="8"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9pPr>
          </a:lstStyle>
          <a:p>
            <a:endParaRPr/>
          </a:p>
        </p:txBody>
      </p:sp>
      <p:sp>
        <p:nvSpPr>
          <p:cNvPr id="817" name="Google Shape;817;p137"/>
          <p:cNvSpPr txBox="1">
            <a:spLocks noGrp="1"/>
          </p:cNvSpPr>
          <p:nvPr>
            <p:ph type="body" idx="3"/>
          </p:nvPr>
        </p:nvSpPr>
        <p:spPr>
          <a:xfrm>
            <a:off x="6246950"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rtl="0">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rtl="0">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rtl="0">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rtl="0">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6pPr>
            <a:lvl7pPr marL="3200453" lvl="6"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7pPr>
            <a:lvl8pPr marL="3657661" lvl="7"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8pPr>
            <a:lvl9pPr marL="4114868" lvl="8"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9pPr>
          </a:lstStyle>
          <a:p>
            <a:endParaRPr/>
          </a:p>
        </p:txBody>
      </p:sp>
      <p:pic>
        <p:nvPicPr>
          <p:cNvPr id="818" name="Google Shape;818;p137"/>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819" name="Google Shape;819;p137"/>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132.xml><?xml version="1.0" encoding="utf-8"?>
<p:sldLayout xmlns:a="http://schemas.openxmlformats.org/drawingml/2006/main" xmlns:r="http://schemas.openxmlformats.org/officeDocument/2006/relationships" xmlns:p="http://schemas.openxmlformats.org/presentationml/2006/main" matchingName="HYUNDAI  1Col Title | Subhead | Text | Image">
  <p:cSld name="HYUNDAI  1Col Title | Subhead | Text | Image">
    <p:bg>
      <p:bgPr>
        <a:solidFill>
          <a:schemeClr val="dk2"/>
        </a:solidFill>
        <a:effectLst/>
      </p:bgPr>
    </p:bg>
    <p:spTree>
      <p:nvGrpSpPr>
        <p:cNvPr id="1" name="Shape 820"/>
        <p:cNvGrpSpPr/>
        <p:nvPr/>
      </p:nvGrpSpPr>
      <p:grpSpPr>
        <a:xfrm>
          <a:off x="0" y="0"/>
          <a:ext cx="0" cy="0"/>
          <a:chOff x="0" y="0"/>
          <a:chExt cx="0" cy="0"/>
        </a:xfrm>
      </p:grpSpPr>
      <p:sp>
        <p:nvSpPr>
          <p:cNvPr id="821" name="Google Shape;821;p138"/>
          <p:cNvSpPr txBox="1">
            <a:spLocks noGrp="1"/>
          </p:cNvSpPr>
          <p:nvPr>
            <p:ph type="title"/>
          </p:nvPr>
        </p:nvSpPr>
        <p:spPr>
          <a:xfrm>
            <a:off x="455617" y="457200"/>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b="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22" name="Google Shape;822;p138"/>
          <p:cNvSpPr>
            <a:spLocks noGrp="1"/>
          </p:cNvSpPr>
          <p:nvPr>
            <p:ph type="pic" idx="2"/>
          </p:nvPr>
        </p:nvSpPr>
        <p:spPr>
          <a:xfrm>
            <a:off x="7389889" y="1371600"/>
            <a:ext cx="4343401" cy="4572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823" name="Google Shape;823;p138"/>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sp>
        <p:nvSpPr>
          <p:cNvPr id="824" name="Google Shape;824;p138"/>
          <p:cNvSpPr txBox="1">
            <a:spLocks noGrp="1"/>
          </p:cNvSpPr>
          <p:nvPr>
            <p:ph type="subTitle" idx="1"/>
          </p:nvPr>
        </p:nvSpPr>
        <p:spPr>
          <a:xfrm>
            <a:off x="455625" y="868680"/>
            <a:ext cx="7635001" cy="228600"/>
          </a:xfrm>
          <a:prstGeom prst="rect">
            <a:avLst/>
          </a:prstGeom>
        </p:spPr>
        <p:txBody>
          <a:bodyPr spcFirstLastPara="1" wrap="square" lIns="0" tIns="0" rIns="0" bIns="0" anchor="t" anchorCtr="0">
            <a:noAutofit/>
          </a:bodyPr>
          <a:lstStyle>
            <a:lvl1pPr lvl="0" rtl="0">
              <a:spcBef>
                <a:spcPts val="0"/>
              </a:spcBef>
              <a:spcAft>
                <a:spcPts val="0"/>
              </a:spcAft>
              <a:buClr>
                <a:schemeClr val="accent2"/>
              </a:buClr>
              <a:buSzPts val="1600"/>
              <a:buFont typeface="Roboto Medium"/>
              <a:buNone/>
              <a:defRPr sz="1600">
                <a:solidFill>
                  <a:schemeClr val="accent2"/>
                </a:solidFill>
                <a:latin typeface="Roboto Medium"/>
                <a:ea typeface="Roboto Medium"/>
                <a:cs typeface="Roboto Medium"/>
                <a:sym typeface="Roboto Medium"/>
              </a:defRPr>
            </a:lvl1pPr>
            <a:lvl2pPr lvl="1" rtl="0">
              <a:spcBef>
                <a:spcPts val="600"/>
              </a:spcBef>
              <a:spcAft>
                <a:spcPts val="0"/>
              </a:spcAft>
              <a:buClr>
                <a:schemeClr val="accent2"/>
              </a:buClr>
              <a:buSzPts val="1800"/>
              <a:buNone/>
              <a:defRPr>
                <a:solidFill>
                  <a:schemeClr val="accent2"/>
                </a:solidFill>
              </a:defRPr>
            </a:lvl2pPr>
            <a:lvl3pPr lvl="2" rtl="0">
              <a:spcBef>
                <a:spcPts val="600"/>
              </a:spcBef>
              <a:spcAft>
                <a:spcPts val="0"/>
              </a:spcAft>
              <a:buClr>
                <a:schemeClr val="accent2"/>
              </a:buClr>
              <a:buSzPts val="1600"/>
              <a:buNone/>
              <a:defRPr>
                <a:solidFill>
                  <a:schemeClr val="accent2"/>
                </a:solidFill>
              </a:defRPr>
            </a:lvl3pPr>
            <a:lvl4pPr lvl="3" rtl="0">
              <a:spcBef>
                <a:spcPts val="300"/>
              </a:spcBef>
              <a:spcAft>
                <a:spcPts val="0"/>
              </a:spcAft>
              <a:buClr>
                <a:schemeClr val="accent2"/>
              </a:buClr>
              <a:buSzPts val="1400"/>
              <a:buNone/>
              <a:defRPr>
                <a:solidFill>
                  <a:schemeClr val="accent2"/>
                </a:solidFill>
              </a:defRPr>
            </a:lvl4pPr>
            <a:lvl5pPr lvl="4" rtl="0">
              <a:spcBef>
                <a:spcPts val="300"/>
              </a:spcBef>
              <a:spcAft>
                <a:spcPts val="0"/>
              </a:spcAft>
              <a:buClr>
                <a:schemeClr val="accent2"/>
              </a:buClr>
              <a:buSzPts val="1200"/>
              <a:buNone/>
              <a:defRPr>
                <a:solidFill>
                  <a:schemeClr val="accent2"/>
                </a:solidFill>
              </a:defRPr>
            </a:lvl5pPr>
            <a:lvl6pPr lvl="5" rtl="0">
              <a:spcBef>
                <a:spcPts val="533"/>
              </a:spcBef>
              <a:spcAft>
                <a:spcPts val="0"/>
              </a:spcAft>
              <a:buClr>
                <a:schemeClr val="accent2"/>
              </a:buClr>
              <a:buSzPts val="2666"/>
              <a:buNone/>
              <a:defRPr>
                <a:solidFill>
                  <a:schemeClr val="accent2"/>
                </a:solidFill>
              </a:defRPr>
            </a:lvl6pPr>
            <a:lvl7pPr lvl="6" rtl="0">
              <a:spcBef>
                <a:spcPts val="533"/>
              </a:spcBef>
              <a:spcAft>
                <a:spcPts val="0"/>
              </a:spcAft>
              <a:buClr>
                <a:schemeClr val="accent2"/>
              </a:buClr>
              <a:buSzPts val="2666"/>
              <a:buNone/>
              <a:defRPr>
                <a:solidFill>
                  <a:schemeClr val="accent2"/>
                </a:solidFill>
              </a:defRPr>
            </a:lvl7pPr>
            <a:lvl8pPr lvl="7" rtl="0">
              <a:spcBef>
                <a:spcPts val="533"/>
              </a:spcBef>
              <a:spcAft>
                <a:spcPts val="0"/>
              </a:spcAft>
              <a:buClr>
                <a:schemeClr val="accent2"/>
              </a:buClr>
              <a:buSzPts val="2666"/>
              <a:buNone/>
              <a:defRPr>
                <a:solidFill>
                  <a:schemeClr val="accent2"/>
                </a:solidFill>
              </a:defRPr>
            </a:lvl8pPr>
            <a:lvl9pPr lvl="8" rtl="0">
              <a:spcBef>
                <a:spcPts val="533"/>
              </a:spcBef>
              <a:spcAft>
                <a:spcPts val="0"/>
              </a:spcAft>
              <a:buClr>
                <a:schemeClr val="accent2"/>
              </a:buClr>
              <a:buSzPts val="2666"/>
              <a:buNone/>
              <a:defRPr>
                <a:solidFill>
                  <a:schemeClr val="accent2"/>
                </a:solidFill>
              </a:defRPr>
            </a:lvl9pPr>
          </a:lstStyle>
          <a:p>
            <a:endParaRPr/>
          </a:p>
        </p:txBody>
      </p:sp>
      <p:sp>
        <p:nvSpPr>
          <p:cNvPr id="825" name="Google Shape;825;p138"/>
          <p:cNvSpPr txBox="1">
            <a:spLocks noGrp="1"/>
          </p:cNvSpPr>
          <p:nvPr>
            <p:ph type="body" idx="3"/>
          </p:nvPr>
        </p:nvSpPr>
        <p:spPr>
          <a:xfrm>
            <a:off x="455625"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rtl="0">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rtl="0">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rtl="0">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rtl="0">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6pPr>
            <a:lvl7pPr marL="3200453" lvl="6"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7pPr>
            <a:lvl8pPr marL="3657661" lvl="7"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8pPr>
            <a:lvl9pPr marL="4114868" lvl="8"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9pPr>
          </a:lstStyle>
          <a:p>
            <a:endParaRPr/>
          </a:p>
        </p:txBody>
      </p:sp>
      <p:pic>
        <p:nvPicPr>
          <p:cNvPr id="826" name="Google Shape;826;p138"/>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827" name="Google Shape;827;p138"/>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133.xml><?xml version="1.0" encoding="utf-8"?>
<p:sldLayout xmlns:a="http://schemas.openxmlformats.org/drawingml/2006/main" xmlns:r="http://schemas.openxmlformats.org/officeDocument/2006/relationships" xmlns:p="http://schemas.openxmlformats.org/presentationml/2006/main" matchingName="HYUNDAI  Title | Subhead | Text | HP Image">
  <p:cSld name="HYUNDAI  Title | Subhead | Text | HP Image">
    <p:bg>
      <p:bgPr>
        <a:solidFill>
          <a:schemeClr val="dk2"/>
        </a:solidFill>
        <a:effectLst/>
      </p:bgPr>
    </p:bg>
    <p:spTree>
      <p:nvGrpSpPr>
        <p:cNvPr id="1" name="Shape 828"/>
        <p:cNvGrpSpPr/>
        <p:nvPr/>
      </p:nvGrpSpPr>
      <p:grpSpPr>
        <a:xfrm>
          <a:off x="0" y="0"/>
          <a:ext cx="0" cy="0"/>
          <a:chOff x="0" y="0"/>
          <a:chExt cx="0" cy="0"/>
        </a:xfrm>
      </p:grpSpPr>
      <p:sp>
        <p:nvSpPr>
          <p:cNvPr id="829" name="Google Shape;829;p139"/>
          <p:cNvSpPr>
            <a:spLocks noGrp="1"/>
          </p:cNvSpPr>
          <p:nvPr>
            <p:ph type="pic" idx="2"/>
          </p:nvPr>
        </p:nvSpPr>
        <p:spPr>
          <a:xfrm>
            <a:off x="6094475" y="359"/>
            <a:ext cx="6094500"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830" name="Google Shape;830;p139"/>
          <p:cNvSpPr txBox="1">
            <a:spLocks noGrp="1"/>
          </p:cNvSpPr>
          <p:nvPr>
            <p:ph type="title"/>
          </p:nvPr>
        </p:nvSpPr>
        <p:spPr>
          <a:xfrm>
            <a:off x="455618" y="457200"/>
            <a:ext cx="5029201"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b="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31" name="Google Shape;831;p139"/>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sp>
        <p:nvSpPr>
          <p:cNvPr id="832" name="Google Shape;832;p139"/>
          <p:cNvSpPr txBox="1">
            <a:spLocks noGrp="1"/>
          </p:cNvSpPr>
          <p:nvPr>
            <p:ph type="subTitle" idx="1"/>
          </p:nvPr>
        </p:nvSpPr>
        <p:spPr>
          <a:xfrm>
            <a:off x="455626" y="1280160"/>
            <a:ext cx="5029201" cy="228600"/>
          </a:xfrm>
          <a:prstGeom prst="rect">
            <a:avLst/>
          </a:prstGeom>
        </p:spPr>
        <p:txBody>
          <a:bodyPr spcFirstLastPara="1" wrap="square" lIns="0" tIns="0" rIns="0" bIns="0" anchor="t" anchorCtr="0">
            <a:noAutofit/>
          </a:bodyPr>
          <a:lstStyle>
            <a:lvl1pPr lvl="0" rtl="0">
              <a:spcBef>
                <a:spcPts val="0"/>
              </a:spcBef>
              <a:spcAft>
                <a:spcPts val="0"/>
              </a:spcAft>
              <a:buClr>
                <a:schemeClr val="accent2"/>
              </a:buClr>
              <a:buSzPts val="1600"/>
              <a:buFont typeface="Roboto Medium"/>
              <a:buNone/>
              <a:defRPr sz="1600">
                <a:solidFill>
                  <a:schemeClr val="accent2"/>
                </a:solidFill>
                <a:latin typeface="Roboto Medium"/>
                <a:ea typeface="Roboto Medium"/>
                <a:cs typeface="Roboto Medium"/>
                <a:sym typeface="Roboto Medium"/>
              </a:defRPr>
            </a:lvl1pPr>
            <a:lvl2pPr lvl="1" rtl="0">
              <a:spcBef>
                <a:spcPts val="600"/>
              </a:spcBef>
              <a:spcAft>
                <a:spcPts val="0"/>
              </a:spcAft>
              <a:buClr>
                <a:schemeClr val="accent2"/>
              </a:buClr>
              <a:buSzPts val="1800"/>
              <a:buNone/>
              <a:defRPr>
                <a:solidFill>
                  <a:schemeClr val="accent2"/>
                </a:solidFill>
              </a:defRPr>
            </a:lvl2pPr>
            <a:lvl3pPr lvl="2" rtl="0">
              <a:spcBef>
                <a:spcPts val="600"/>
              </a:spcBef>
              <a:spcAft>
                <a:spcPts val="0"/>
              </a:spcAft>
              <a:buClr>
                <a:schemeClr val="accent2"/>
              </a:buClr>
              <a:buSzPts val="1600"/>
              <a:buNone/>
              <a:defRPr>
                <a:solidFill>
                  <a:schemeClr val="accent2"/>
                </a:solidFill>
              </a:defRPr>
            </a:lvl3pPr>
            <a:lvl4pPr lvl="3" rtl="0">
              <a:spcBef>
                <a:spcPts val="300"/>
              </a:spcBef>
              <a:spcAft>
                <a:spcPts val="0"/>
              </a:spcAft>
              <a:buClr>
                <a:schemeClr val="accent2"/>
              </a:buClr>
              <a:buSzPts val="1400"/>
              <a:buNone/>
              <a:defRPr>
                <a:solidFill>
                  <a:schemeClr val="accent2"/>
                </a:solidFill>
              </a:defRPr>
            </a:lvl4pPr>
            <a:lvl5pPr lvl="4" rtl="0">
              <a:spcBef>
                <a:spcPts val="300"/>
              </a:spcBef>
              <a:spcAft>
                <a:spcPts val="0"/>
              </a:spcAft>
              <a:buClr>
                <a:schemeClr val="accent2"/>
              </a:buClr>
              <a:buSzPts val="1200"/>
              <a:buNone/>
              <a:defRPr>
                <a:solidFill>
                  <a:schemeClr val="accent2"/>
                </a:solidFill>
              </a:defRPr>
            </a:lvl5pPr>
            <a:lvl6pPr lvl="5" rtl="0">
              <a:spcBef>
                <a:spcPts val="533"/>
              </a:spcBef>
              <a:spcAft>
                <a:spcPts val="0"/>
              </a:spcAft>
              <a:buClr>
                <a:schemeClr val="accent2"/>
              </a:buClr>
              <a:buSzPts val="2666"/>
              <a:buNone/>
              <a:defRPr>
                <a:solidFill>
                  <a:schemeClr val="accent2"/>
                </a:solidFill>
              </a:defRPr>
            </a:lvl6pPr>
            <a:lvl7pPr lvl="6" rtl="0">
              <a:spcBef>
                <a:spcPts val="533"/>
              </a:spcBef>
              <a:spcAft>
                <a:spcPts val="0"/>
              </a:spcAft>
              <a:buClr>
                <a:schemeClr val="accent2"/>
              </a:buClr>
              <a:buSzPts val="2666"/>
              <a:buNone/>
              <a:defRPr>
                <a:solidFill>
                  <a:schemeClr val="accent2"/>
                </a:solidFill>
              </a:defRPr>
            </a:lvl7pPr>
            <a:lvl8pPr lvl="7" rtl="0">
              <a:spcBef>
                <a:spcPts val="533"/>
              </a:spcBef>
              <a:spcAft>
                <a:spcPts val="0"/>
              </a:spcAft>
              <a:buClr>
                <a:schemeClr val="accent2"/>
              </a:buClr>
              <a:buSzPts val="2666"/>
              <a:buNone/>
              <a:defRPr>
                <a:solidFill>
                  <a:schemeClr val="accent2"/>
                </a:solidFill>
              </a:defRPr>
            </a:lvl8pPr>
            <a:lvl9pPr lvl="8" rtl="0">
              <a:spcBef>
                <a:spcPts val="533"/>
              </a:spcBef>
              <a:spcAft>
                <a:spcPts val="0"/>
              </a:spcAft>
              <a:buClr>
                <a:schemeClr val="accent2"/>
              </a:buClr>
              <a:buSzPts val="2666"/>
              <a:buNone/>
              <a:defRPr>
                <a:solidFill>
                  <a:schemeClr val="accent2"/>
                </a:solidFill>
              </a:defRPr>
            </a:lvl9pPr>
          </a:lstStyle>
          <a:p>
            <a:endParaRPr/>
          </a:p>
        </p:txBody>
      </p:sp>
      <p:sp>
        <p:nvSpPr>
          <p:cNvPr id="833" name="Google Shape;833;p139"/>
          <p:cNvSpPr txBox="1">
            <a:spLocks noGrp="1"/>
          </p:cNvSpPr>
          <p:nvPr>
            <p:ph type="body" idx="3"/>
          </p:nvPr>
        </p:nvSpPr>
        <p:spPr>
          <a:xfrm>
            <a:off x="455675" y="2686375"/>
            <a:ext cx="52578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rtl="0">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rtl="0">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rtl="0">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rtl="0">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6pPr>
            <a:lvl7pPr marL="3200453" lvl="6"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7pPr>
            <a:lvl8pPr marL="3657661" lvl="7"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8pPr>
            <a:lvl9pPr marL="4114868" lvl="8"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9pPr>
          </a:lstStyle>
          <a:p>
            <a:endParaRPr/>
          </a:p>
        </p:txBody>
      </p:sp>
      <p:pic>
        <p:nvPicPr>
          <p:cNvPr id="834" name="Google Shape;834;p139"/>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835" name="Google Shape;835;p139"/>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134.xml><?xml version="1.0" encoding="utf-8"?>
<p:sldLayout xmlns:a="http://schemas.openxmlformats.org/drawingml/2006/main" xmlns:r="http://schemas.openxmlformats.org/officeDocument/2006/relationships" xmlns:p="http://schemas.openxmlformats.org/presentationml/2006/main" matchingName="HYUNDAI  Title | Subhead">
  <p:cSld name="HYUNDAI  Title | Subhead">
    <p:bg>
      <p:bgPr>
        <a:solidFill>
          <a:schemeClr val="dk2"/>
        </a:solidFill>
        <a:effectLst/>
      </p:bgPr>
    </p:bg>
    <p:spTree>
      <p:nvGrpSpPr>
        <p:cNvPr id="1" name="Shape 836"/>
        <p:cNvGrpSpPr/>
        <p:nvPr/>
      </p:nvGrpSpPr>
      <p:grpSpPr>
        <a:xfrm>
          <a:off x="0" y="0"/>
          <a:ext cx="0" cy="0"/>
          <a:chOff x="0" y="0"/>
          <a:chExt cx="0" cy="0"/>
        </a:xfrm>
      </p:grpSpPr>
      <p:sp>
        <p:nvSpPr>
          <p:cNvPr id="837" name="Google Shape;837;p140"/>
          <p:cNvSpPr txBox="1">
            <a:spLocks noGrp="1"/>
          </p:cNvSpPr>
          <p:nvPr>
            <p:ph type="title"/>
          </p:nvPr>
        </p:nvSpPr>
        <p:spPr>
          <a:xfrm>
            <a:off x="455617" y="457200"/>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38" name="Google Shape;838;p140"/>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sp>
        <p:nvSpPr>
          <p:cNvPr id="839" name="Google Shape;839;p140"/>
          <p:cNvSpPr txBox="1">
            <a:spLocks noGrp="1"/>
          </p:cNvSpPr>
          <p:nvPr>
            <p:ph type="subTitle" idx="1"/>
          </p:nvPr>
        </p:nvSpPr>
        <p:spPr>
          <a:xfrm>
            <a:off x="455625" y="868680"/>
            <a:ext cx="7635001" cy="228600"/>
          </a:xfrm>
          <a:prstGeom prst="rect">
            <a:avLst/>
          </a:prstGeom>
        </p:spPr>
        <p:txBody>
          <a:bodyPr spcFirstLastPara="1" wrap="square" lIns="0" tIns="0" rIns="0" bIns="0" anchor="t" anchorCtr="0">
            <a:noAutofit/>
          </a:bodyPr>
          <a:lstStyle>
            <a:lvl1pPr lvl="0" rtl="0">
              <a:spcBef>
                <a:spcPts val="0"/>
              </a:spcBef>
              <a:spcAft>
                <a:spcPts val="0"/>
              </a:spcAft>
              <a:buClr>
                <a:schemeClr val="accent2"/>
              </a:buClr>
              <a:buSzPts val="1600"/>
              <a:buFont typeface="Roboto Medium"/>
              <a:buNone/>
              <a:defRPr sz="1600">
                <a:solidFill>
                  <a:schemeClr val="accent2"/>
                </a:solidFill>
                <a:latin typeface="Roboto Medium"/>
                <a:ea typeface="Roboto Medium"/>
                <a:cs typeface="Roboto Medium"/>
                <a:sym typeface="Roboto Medium"/>
              </a:defRPr>
            </a:lvl1pPr>
            <a:lvl2pPr lvl="1" rtl="0">
              <a:spcBef>
                <a:spcPts val="600"/>
              </a:spcBef>
              <a:spcAft>
                <a:spcPts val="0"/>
              </a:spcAft>
              <a:buClr>
                <a:schemeClr val="accent2"/>
              </a:buClr>
              <a:buSzPts val="1800"/>
              <a:buNone/>
              <a:defRPr>
                <a:solidFill>
                  <a:schemeClr val="accent2"/>
                </a:solidFill>
              </a:defRPr>
            </a:lvl2pPr>
            <a:lvl3pPr lvl="2" rtl="0">
              <a:spcBef>
                <a:spcPts val="600"/>
              </a:spcBef>
              <a:spcAft>
                <a:spcPts val="0"/>
              </a:spcAft>
              <a:buClr>
                <a:schemeClr val="accent2"/>
              </a:buClr>
              <a:buSzPts val="1600"/>
              <a:buNone/>
              <a:defRPr>
                <a:solidFill>
                  <a:schemeClr val="accent2"/>
                </a:solidFill>
              </a:defRPr>
            </a:lvl3pPr>
            <a:lvl4pPr lvl="3" rtl="0">
              <a:spcBef>
                <a:spcPts val="300"/>
              </a:spcBef>
              <a:spcAft>
                <a:spcPts val="0"/>
              </a:spcAft>
              <a:buClr>
                <a:schemeClr val="accent2"/>
              </a:buClr>
              <a:buSzPts val="1400"/>
              <a:buNone/>
              <a:defRPr>
                <a:solidFill>
                  <a:schemeClr val="accent2"/>
                </a:solidFill>
              </a:defRPr>
            </a:lvl4pPr>
            <a:lvl5pPr lvl="4" rtl="0">
              <a:spcBef>
                <a:spcPts val="300"/>
              </a:spcBef>
              <a:spcAft>
                <a:spcPts val="0"/>
              </a:spcAft>
              <a:buClr>
                <a:schemeClr val="accent2"/>
              </a:buClr>
              <a:buSzPts val="1200"/>
              <a:buNone/>
              <a:defRPr>
                <a:solidFill>
                  <a:schemeClr val="accent2"/>
                </a:solidFill>
              </a:defRPr>
            </a:lvl5pPr>
            <a:lvl6pPr lvl="5" rtl="0">
              <a:spcBef>
                <a:spcPts val="533"/>
              </a:spcBef>
              <a:spcAft>
                <a:spcPts val="0"/>
              </a:spcAft>
              <a:buClr>
                <a:schemeClr val="accent2"/>
              </a:buClr>
              <a:buSzPts val="2666"/>
              <a:buNone/>
              <a:defRPr>
                <a:solidFill>
                  <a:schemeClr val="accent2"/>
                </a:solidFill>
              </a:defRPr>
            </a:lvl6pPr>
            <a:lvl7pPr lvl="6" rtl="0">
              <a:spcBef>
                <a:spcPts val="533"/>
              </a:spcBef>
              <a:spcAft>
                <a:spcPts val="0"/>
              </a:spcAft>
              <a:buClr>
                <a:schemeClr val="accent2"/>
              </a:buClr>
              <a:buSzPts val="2666"/>
              <a:buNone/>
              <a:defRPr>
                <a:solidFill>
                  <a:schemeClr val="accent2"/>
                </a:solidFill>
              </a:defRPr>
            </a:lvl7pPr>
            <a:lvl8pPr lvl="7" rtl="0">
              <a:spcBef>
                <a:spcPts val="533"/>
              </a:spcBef>
              <a:spcAft>
                <a:spcPts val="0"/>
              </a:spcAft>
              <a:buClr>
                <a:schemeClr val="accent2"/>
              </a:buClr>
              <a:buSzPts val="2666"/>
              <a:buNone/>
              <a:defRPr>
                <a:solidFill>
                  <a:schemeClr val="accent2"/>
                </a:solidFill>
              </a:defRPr>
            </a:lvl8pPr>
            <a:lvl9pPr lvl="8" rtl="0">
              <a:spcBef>
                <a:spcPts val="533"/>
              </a:spcBef>
              <a:spcAft>
                <a:spcPts val="0"/>
              </a:spcAft>
              <a:buClr>
                <a:schemeClr val="accent2"/>
              </a:buClr>
              <a:buSzPts val="2666"/>
              <a:buNone/>
              <a:defRPr>
                <a:solidFill>
                  <a:schemeClr val="accent2"/>
                </a:solidFill>
              </a:defRPr>
            </a:lvl9pPr>
          </a:lstStyle>
          <a:p>
            <a:endParaRPr/>
          </a:p>
        </p:txBody>
      </p:sp>
      <p:pic>
        <p:nvPicPr>
          <p:cNvPr id="840" name="Google Shape;840;p140"/>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841" name="Google Shape;841;p140"/>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135.xml><?xml version="1.0" encoding="utf-8"?>
<p:sldLayout xmlns:a="http://schemas.openxmlformats.org/drawingml/2006/main" xmlns:r="http://schemas.openxmlformats.org/officeDocument/2006/relationships" xmlns:p="http://schemas.openxmlformats.org/presentationml/2006/main" matchingName="HYUNDAI  Blank">
  <p:cSld name="HYUNDAI  Blank">
    <p:bg>
      <p:bgPr>
        <a:solidFill>
          <a:schemeClr val="dk2"/>
        </a:solidFill>
        <a:effectLst/>
      </p:bgPr>
    </p:bg>
    <p:spTree>
      <p:nvGrpSpPr>
        <p:cNvPr id="1" name="Shape 842"/>
        <p:cNvGrpSpPr/>
        <p:nvPr/>
      </p:nvGrpSpPr>
      <p:grpSpPr>
        <a:xfrm>
          <a:off x="0" y="0"/>
          <a:ext cx="0" cy="0"/>
          <a:chOff x="0" y="0"/>
          <a:chExt cx="0" cy="0"/>
        </a:xfrm>
      </p:grpSpPr>
      <p:sp>
        <p:nvSpPr>
          <p:cNvPr id="843" name="Google Shape;843;p141"/>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pic>
        <p:nvPicPr>
          <p:cNvPr id="844" name="Google Shape;844;p141"/>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845" name="Google Shape;845;p141"/>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136.xml><?xml version="1.0" encoding="utf-8"?>
<p:sldLayout xmlns:a="http://schemas.openxmlformats.org/drawingml/2006/main" xmlns:r="http://schemas.openxmlformats.org/officeDocument/2006/relationships" xmlns:p="http://schemas.openxmlformats.org/presentationml/2006/main" matchingName="WHITE Blank">
  <p:cSld name="WHITE Blank">
    <p:spTree>
      <p:nvGrpSpPr>
        <p:cNvPr id="1" name="Shape 846"/>
        <p:cNvGrpSpPr/>
        <p:nvPr/>
      </p:nvGrpSpPr>
      <p:grpSpPr>
        <a:xfrm>
          <a:off x="0" y="0"/>
          <a:ext cx="0" cy="0"/>
          <a:chOff x="0" y="0"/>
          <a:chExt cx="0" cy="0"/>
        </a:xfrm>
      </p:grpSpPr>
      <p:sp>
        <p:nvSpPr>
          <p:cNvPr id="847" name="Google Shape;847;p142"/>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rgbClr val="000000"/>
                </a:solidFill>
              </a:defRPr>
            </a:lvl1pPr>
            <a:lvl2pPr lvl="1" rtl="0">
              <a:buNone/>
              <a:defRPr sz="1000">
                <a:solidFill>
                  <a:srgbClr val="000000"/>
                </a:solidFill>
              </a:defRPr>
            </a:lvl2pPr>
            <a:lvl3pPr lvl="2" rtl="0">
              <a:buNone/>
              <a:defRPr sz="1000">
                <a:solidFill>
                  <a:srgbClr val="000000"/>
                </a:solidFill>
              </a:defRPr>
            </a:lvl3pPr>
            <a:lvl4pPr lvl="3" rtl="0">
              <a:buNone/>
              <a:defRPr sz="1000">
                <a:solidFill>
                  <a:srgbClr val="000000"/>
                </a:solidFill>
              </a:defRPr>
            </a:lvl4pPr>
            <a:lvl5pPr lvl="4" rtl="0">
              <a:buNone/>
              <a:defRPr sz="1000">
                <a:solidFill>
                  <a:srgbClr val="000000"/>
                </a:solidFill>
              </a:defRPr>
            </a:lvl5pPr>
            <a:lvl6pPr lvl="5" rtl="0">
              <a:buNone/>
              <a:defRPr sz="1000">
                <a:solidFill>
                  <a:srgbClr val="000000"/>
                </a:solidFill>
              </a:defRPr>
            </a:lvl6pPr>
            <a:lvl7pPr lvl="6" rtl="0">
              <a:buNone/>
              <a:defRPr sz="1000">
                <a:solidFill>
                  <a:srgbClr val="000000"/>
                </a:solidFill>
              </a:defRPr>
            </a:lvl7pPr>
            <a:lvl8pPr lvl="7" rtl="0">
              <a:buNone/>
              <a:defRPr sz="1000">
                <a:solidFill>
                  <a:srgbClr val="000000"/>
                </a:solidFill>
              </a:defRPr>
            </a:lvl8pPr>
            <a:lvl9pPr lvl="8" rtl="0">
              <a:buNone/>
              <a:defRPr sz="1000">
                <a:solidFill>
                  <a:srgbClr val="000000"/>
                </a:solidFill>
              </a:defRPr>
            </a:lvl9pPr>
          </a:lstStyle>
          <a:p>
            <a:fld id="{00000000-1234-1234-1234-123412341234}" type="slidenum">
              <a:rPr lang="en" smtClean="0"/>
              <a:pPr/>
              <a:t>‹#›</a:t>
            </a:fld>
            <a:endParaRPr lang="en"/>
          </a:p>
        </p:txBody>
      </p:sp>
      <p:pic>
        <p:nvPicPr>
          <p:cNvPr id="848" name="Google Shape;848;p142"/>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849" name="Google Shape;849;p142"/>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latin typeface="Roboto"/>
                <a:ea typeface="Roboto"/>
                <a:cs typeface="Roboto"/>
                <a:sym typeface="Roboto"/>
              </a:rPr>
              <a:t>Proprietary &amp; Confidential - For Internal Use Only</a:t>
            </a:r>
            <a:endParaRPr sz="1000">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137.xml><?xml version="1.0" encoding="utf-8"?>
<p:sldLayout xmlns:a="http://schemas.openxmlformats.org/drawingml/2006/main" xmlns:r="http://schemas.openxmlformats.org/officeDocument/2006/relationships" xmlns:p="http://schemas.openxmlformats.org/presentationml/2006/main" matchingName="NAVY 1Col Title | Subhead | Text | Image">
  <p:cSld name="NAVY 1Col Title | Subhead | Text | Image">
    <p:bg>
      <p:bgPr>
        <a:solidFill>
          <a:srgbClr val="030A14"/>
        </a:solidFill>
        <a:effectLst/>
      </p:bgPr>
    </p:bg>
    <p:spTree>
      <p:nvGrpSpPr>
        <p:cNvPr id="1" name="Shape 850"/>
        <p:cNvGrpSpPr/>
        <p:nvPr/>
      </p:nvGrpSpPr>
      <p:grpSpPr>
        <a:xfrm>
          <a:off x="0" y="0"/>
          <a:ext cx="0" cy="0"/>
          <a:chOff x="0" y="0"/>
          <a:chExt cx="0" cy="0"/>
        </a:xfrm>
      </p:grpSpPr>
      <p:sp>
        <p:nvSpPr>
          <p:cNvPr id="851" name="Google Shape;851;p143"/>
          <p:cNvSpPr txBox="1">
            <a:spLocks noGrp="1"/>
          </p:cNvSpPr>
          <p:nvPr>
            <p:ph type="title"/>
          </p:nvPr>
        </p:nvSpPr>
        <p:spPr>
          <a:xfrm>
            <a:off x="455617" y="457200"/>
            <a:ext cx="8915400"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b="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52" name="Google Shape;852;p143"/>
          <p:cNvSpPr>
            <a:spLocks noGrp="1"/>
          </p:cNvSpPr>
          <p:nvPr>
            <p:ph type="pic" idx="2"/>
          </p:nvPr>
        </p:nvSpPr>
        <p:spPr>
          <a:xfrm>
            <a:off x="7389889" y="1371600"/>
            <a:ext cx="4343401" cy="4572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853" name="Google Shape;853;p143"/>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sp>
        <p:nvSpPr>
          <p:cNvPr id="854" name="Google Shape;854;p143"/>
          <p:cNvSpPr txBox="1">
            <a:spLocks noGrp="1"/>
          </p:cNvSpPr>
          <p:nvPr>
            <p:ph type="subTitle" idx="1"/>
          </p:nvPr>
        </p:nvSpPr>
        <p:spPr>
          <a:xfrm>
            <a:off x="455625" y="868680"/>
            <a:ext cx="7635001" cy="228600"/>
          </a:xfrm>
          <a:prstGeom prst="rect">
            <a:avLst/>
          </a:prstGeom>
        </p:spPr>
        <p:txBody>
          <a:bodyPr spcFirstLastPara="1" wrap="square" lIns="0" tIns="0" rIns="0" bIns="0" anchor="t" anchorCtr="0">
            <a:noAutofit/>
          </a:bodyPr>
          <a:lstStyle>
            <a:lvl1pPr lvl="0" rtl="0">
              <a:spcBef>
                <a:spcPts val="0"/>
              </a:spcBef>
              <a:spcAft>
                <a:spcPts val="0"/>
              </a:spcAft>
              <a:buClr>
                <a:schemeClr val="accent2"/>
              </a:buClr>
              <a:buSzPts val="1600"/>
              <a:buFont typeface="Roboto Medium"/>
              <a:buNone/>
              <a:defRPr sz="1600">
                <a:solidFill>
                  <a:schemeClr val="accent2"/>
                </a:solidFill>
                <a:latin typeface="Roboto Medium"/>
                <a:ea typeface="Roboto Medium"/>
                <a:cs typeface="Roboto Medium"/>
                <a:sym typeface="Roboto Medium"/>
              </a:defRPr>
            </a:lvl1pPr>
            <a:lvl2pPr lvl="1" rtl="0">
              <a:spcBef>
                <a:spcPts val="600"/>
              </a:spcBef>
              <a:spcAft>
                <a:spcPts val="0"/>
              </a:spcAft>
              <a:buClr>
                <a:schemeClr val="accent2"/>
              </a:buClr>
              <a:buSzPts val="1800"/>
              <a:buNone/>
              <a:defRPr>
                <a:solidFill>
                  <a:schemeClr val="accent2"/>
                </a:solidFill>
              </a:defRPr>
            </a:lvl2pPr>
            <a:lvl3pPr lvl="2" rtl="0">
              <a:spcBef>
                <a:spcPts val="600"/>
              </a:spcBef>
              <a:spcAft>
                <a:spcPts val="0"/>
              </a:spcAft>
              <a:buClr>
                <a:schemeClr val="accent2"/>
              </a:buClr>
              <a:buSzPts val="1600"/>
              <a:buNone/>
              <a:defRPr>
                <a:solidFill>
                  <a:schemeClr val="accent2"/>
                </a:solidFill>
              </a:defRPr>
            </a:lvl3pPr>
            <a:lvl4pPr lvl="3" rtl="0">
              <a:spcBef>
                <a:spcPts val="300"/>
              </a:spcBef>
              <a:spcAft>
                <a:spcPts val="0"/>
              </a:spcAft>
              <a:buClr>
                <a:schemeClr val="accent2"/>
              </a:buClr>
              <a:buSzPts val="1400"/>
              <a:buNone/>
              <a:defRPr>
                <a:solidFill>
                  <a:schemeClr val="accent2"/>
                </a:solidFill>
              </a:defRPr>
            </a:lvl4pPr>
            <a:lvl5pPr lvl="4" rtl="0">
              <a:spcBef>
                <a:spcPts val="300"/>
              </a:spcBef>
              <a:spcAft>
                <a:spcPts val="0"/>
              </a:spcAft>
              <a:buClr>
                <a:schemeClr val="accent2"/>
              </a:buClr>
              <a:buSzPts val="1200"/>
              <a:buNone/>
              <a:defRPr>
                <a:solidFill>
                  <a:schemeClr val="accent2"/>
                </a:solidFill>
              </a:defRPr>
            </a:lvl5pPr>
            <a:lvl6pPr lvl="5" rtl="0">
              <a:spcBef>
                <a:spcPts val="533"/>
              </a:spcBef>
              <a:spcAft>
                <a:spcPts val="0"/>
              </a:spcAft>
              <a:buClr>
                <a:schemeClr val="accent2"/>
              </a:buClr>
              <a:buSzPts val="2666"/>
              <a:buNone/>
              <a:defRPr>
                <a:solidFill>
                  <a:schemeClr val="accent2"/>
                </a:solidFill>
              </a:defRPr>
            </a:lvl6pPr>
            <a:lvl7pPr lvl="6" rtl="0">
              <a:spcBef>
                <a:spcPts val="533"/>
              </a:spcBef>
              <a:spcAft>
                <a:spcPts val="0"/>
              </a:spcAft>
              <a:buClr>
                <a:schemeClr val="accent2"/>
              </a:buClr>
              <a:buSzPts val="2666"/>
              <a:buNone/>
              <a:defRPr>
                <a:solidFill>
                  <a:schemeClr val="accent2"/>
                </a:solidFill>
              </a:defRPr>
            </a:lvl7pPr>
            <a:lvl8pPr lvl="7" rtl="0">
              <a:spcBef>
                <a:spcPts val="533"/>
              </a:spcBef>
              <a:spcAft>
                <a:spcPts val="0"/>
              </a:spcAft>
              <a:buClr>
                <a:schemeClr val="accent2"/>
              </a:buClr>
              <a:buSzPts val="2666"/>
              <a:buNone/>
              <a:defRPr>
                <a:solidFill>
                  <a:schemeClr val="accent2"/>
                </a:solidFill>
              </a:defRPr>
            </a:lvl8pPr>
            <a:lvl9pPr lvl="8" rtl="0">
              <a:spcBef>
                <a:spcPts val="533"/>
              </a:spcBef>
              <a:spcAft>
                <a:spcPts val="0"/>
              </a:spcAft>
              <a:buClr>
                <a:schemeClr val="accent2"/>
              </a:buClr>
              <a:buSzPts val="2666"/>
              <a:buNone/>
              <a:defRPr>
                <a:solidFill>
                  <a:schemeClr val="accent2"/>
                </a:solidFill>
              </a:defRPr>
            </a:lvl9pPr>
          </a:lstStyle>
          <a:p>
            <a:endParaRPr/>
          </a:p>
        </p:txBody>
      </p:sp>
      <p:sp>
        <p:nvSpPr>
          <p:cNvPr id="855" name="Google Shape;855;p143"/>
          <p:cNvSpPr txBox="1">
            <a:spLocks noGrp="1"/>
          </p:cNvSpPr>
          <p:nvPr>
            <p:ph type="body" idx="3"/>
          </p:nvPr>
        </p:nvSpPr>
        <p:spPr>
          <a:xfrm>
            <a:off x="455625" y="2686375"/>
            <a:ext cx="54864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rtl="0">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rtl="0">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rtl="0">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rtl="0">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6pPr>
            <a:lvl7pPr marL="3200453" lvl="6"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7pPr>
            <a:lvl8pPr marL="3657661" lvl="7"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8pPr>
            <a:lvl9pPr marL="4114868" lvl="8"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9pPr>
          </a:lstStyle>
          <a:p>
            <a:endParaRPr/>
          </a:p>
        </p:txBody>
      </p:sp>
      <p:pic>
        <p:nvPicPr>
          <p:cNvPr id="856" name="Google Shape;856;p143"/>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857" name="Google Shape;857;p143"/>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138.xml><?xml version="1.0" encoding="utf-8"?>
<p:sldLayout xmlns:a="http://schemas.openxmlformats.org/drawingml/2006/main" xmlns:r="http://schemas.openxmlformats.org/officeDocument/2006/relationships" xmlns:p="http://schemas.openxmlformats.org/presentationml/2006/main" matchingName="NAVY Title | Subhead | Text | HP Image">
  <p:cSld name="NAVY Title | Subhead | Text | HP Image">
    <p:bg>
      <p:bgPr>
        <a:solidFill>
          <a:srgbClr val="030A14"/>
        </a:solidFill>
        <a:effectLst/>
      </p:bgPr>
    </p:bg>
    <p:spTree>
      <p:nvGrpSpPr>
        <p:cNvPr id="1" name="Shape 858"/>
        <p:cNvGrpSpPr/>
        <p:nvPr/>
      </p:nvGrpSpPr>
      <p:grpSpPr>
        <a:xfrm>
          <a:off x="0" y="0"/>
          <a:ext cx="0" cy="0"/>
          <a:chOff x="0" y="0"/>
          <a:chExt cx="0" cy="0"/>
        </a:xfrm>
      </p:grpSpPr>
      <p:sp>
        <p:nvSpPr>
          <p:cNvPr id="859" name="Google Shape;859;p144"/>
          <p:cNvSpPr>
            <a:spLocks noGrp="1"/>
          </p:cNvSpPr>
          <p:nvPr>
            <p:ph type="pic" idx="2"/>
          </p:nvPr>
        </p:nvSpPr>
        <p:spPr>
          <a:xfrm>
            <a:off x="6094475" y="359"/>
            <a:ext cx="6094500" cy="6858000"/>
          </a:xfrm>
          <a:prstGeom prst="rect">
            <a:avLst/>
          </a:prstGeom>
          <a:solidFill>
            <a:srgbClr val="F2F2F2"/>
          </a:solidFill>
          <a:ln>
            <a:noFill/>
          </a:ln>
        </p:spPr>
        <p:txBody>
          <a:bodyPr spcFirstLastPara="1" wrap="square" lIns="0" tIns="0" rIns="0" bIns="0" anchor="ctr" anchorCtr="0">
            <a:noAutofit/>
          </a:bodyPr>
          <a:lstStyle>
            <a:lvl1pPr marR="0" lvl="0" algn="ctr" rtl="0">
              <a:spcBef>
                <a:spcPts val="1800"/>
              </a:spcBef>
              <a:spcAft>
                <a:spcPts val="0"/>
              </a:spcAft>
              <a:buClr>
                <a:srgbClr val="D8D8D8"/>
              </a:buClr>
              <a:buSzPts val="2000"/>
              <a:buFont typeface="Roboto"/>
              <a:buNone/>
              <a:defRPr sz="2000" b="0" i="0" u="none" strike="noStrike" cap="none">
                <a:solidFill>
                  <a:srgbClr val="D8D8D8"/>
                </a:solidFill>
                <a:latin typeface="Roboto"/>
                <a:ea typeface="Roboto"/>
                <a:cs typeface="Roboto"/>
                <a:sym typeface="Roboto"/>
              </a:defRPr>
            </a:lvl1pPr>
            <a:lvl2pPr marR="0" lvl="1"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R="0" lvl="2"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R="0" lvl="3"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R="0" lvl="4"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R="0" lvl="5"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R="0" lvl="6"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R="0" lvl="7"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R="0" lvl="8"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860" name="Google Shape;860;p144"/>
          <p:cNvSpPr txBox="1">
            <a:spLocks noGrp="1"/>
          </p:cNvSpPr>
          <p:nvPr>
            <p:ph type="title"/>
          </p:nvPr>
        </p:nvSpPr>
        <p:spPr>
          <a:xfrm>
            <a:off x="455618" y="457200"/>
            <a:ext cx="5029201" cy="5244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Clr>
                <a:schemeClr val="lt1"/>
              </a:buClr>
              <a:buSzPts val="3200"/>
              <a:buFont typeface="Roboto Medium"/>
              <a:buNone/>
              <a:defRPr b="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861" name="Google Shape;861;p144"/>
          <p:cNvSpPr txBox="1">
            <a:spLocks noGrp="1"/>
          </p:cNvSpPr>
          <p:nvPr>
            <p:ph type="sldNum" idx="12"/>
          </p:nvPr>
        </p:nvSpPr>
        <p:spPr>
          <a:xfrm>
            <a:off x="11438849" y="6400800"/>
            <a:ext cx="294601" cy="228600"/>
          </a:xfrm>
          <a:prstGeom prst="rect">
            <a:avLst/>
          </a:prstGeom>
        </p:spPr>
        <p:txBody>
          <a:bodyPr spcFirstLastPara="1" wrap="square" lIns="0" tIns="0" rIns="0" bIns="0" anchor="b" anchorCtr="0">
            <a:noAutofit/>
          </a:bodyPr>
          <a:lstStyle>
            <a:lvl1pPr lvl="0" rtl="0">
              <a:buNone/>
              <a:defRPr sz="1000">
                <a:solidFill>
                  <a:schemeClr val="lt1"/>
                </a:solidFill>
              </a:defRPr>
            </a:lvl1pPr>
            <a:lvl2pPr lvl="1" rtl="0">
              <a:buNone/>
              <a:defRPr sz="1000">
                <a:solidFill>
                  <a:schemeClr val="lt1"/>
                </a:solidFill>
              </a:defRPr>
            </a:lvl2pPr>
            <a:lvl3pPr lvl="2" rtl="0">
              <a:buNone/>
              <a:defRPr sz="1000">
                <a:solidFill>
                  <a:schemeClr val="lt1"/>
                </a:solidFill>
              </a:defRPr>
            </a:lvl3pPr>
            <a:lvl4pPr lvl="3" rtl="0">
              <a:buNone/>
              <a:defRPr sz="1000">
                <a:solidFill>
                  <a:schemeClr val="lt1"/>
                </a:solidFill>
              </a:defRPr>
            </a:lvl4pPr>
            <a:lvl5pPr lvl="4" rtl="0">
              <a:buNone/>
              <a:defRPr sz="1000">
                <a:solidFill>
                  <a:schemeClr val="lt1"/>
                </a:solidFill>
              </a:defRPr>
            </a:lvl5pPr>
            <a:lvl6pPr lvl="5" rtl="0">
              <a:buNone/>
              <a:defRPr sz="1000">
                <a:solidFill>
                  <a:schemeClr val="lt1"/>
                </a:solidFill>
              </a:defRPr>
            </a:lvl6pPr>
            <a:lvl7pPr lvl="6" rtl="0">
              <a:buNone/>
              <a:defRPr sz="1000">
                <a:solidFill>
                  <a:schemeClr val="lt1"/>
                </a:solidFill>
              </a:defRPr>
            </a:lvl7pPr>
            <a:lvl8pPr lvl="7" rtl="0">
              <a:buNone/>
              <a:defRPr sz="1000">
                <a:solidFill>
                  <a:schemeClr val="lt1"/>
                </a:solidFill>
              </a:defRPr>
            </a:lvl8pPr>
            <a:lvl9pPr lvl="8" rtl="0">
              <a:buNone/>
              <a:defRPr sz="1000">
                <a:solidFill>
                  <a:schemeClr val="lt1"/>
                </a:solidFill>
              </a:defRPr>
            </a:lvl9pPr>
          </a:lstStyle>
          <a:p>
            <a:fld id="{00000000-1234-1234-1234-123412341234}" type="slidenum">
              <a:rPr lang="en" smtClean="0"/>
              <a:pPr/>
              <a:t>‹#›</a:t>
            </a:fld>
            <a:endParaRPr lang="en"/>
          </a:p>
        </p:txBody>
      </p:sp>
      <p:sp>
        <p:nvSpPr>
          <p:cNvPr id="862" name="Google Shape;862;p144"/>
          <p:cNvSpPr txBox="1">
            <a:spLocks noGrp="1"/>
          </p:cNvSpPr>
          <p:nvPr>
            <p:ph type="subTitle" idx="1"/>
          </p:nvPr>
        </p:nvSpPr>
        <p:spPr>
          <a:xfrm>
            <a:off x="455625" y="1280160"/>
            <a:ext cx="7635001" cy="228600"/>
          </a:xfrm>
          <a:prstGeom prst="rect">
            <a:avLst/>
          </a:prstGeom>
        </p:spPr>
        <p:txBody>
          <a:bodyPr spcFirstLastPara="1" wrap="square" lIns="0" tIns="0" rIns="0" bIns="0" anchor="t" anchorCtr="0">
            <a:noAutofit/>
          </a:bodyPr>
          <a:lstStyle>
            <a:lvl1pPr lvl="0" rtl="0">
              <a:spcBef>
                <a:spcPts val="0"/>
              </a:spcBef>
              <a:spcAft>
                <a:spcPts val="0"/>
              </a:spcAft>
              <a:buClr>
                <a:schemeClr val="accent2"/>
              </a:buClr>
              <a:buSzPts val="1600"/>
              <a:buFont typeface="Roboto Medium"/>
              <a:buNone/>
              <a:defRPr sz="1600">
                <a:solidFill>
                  <a:schemeClr val="accent2"/>
                </a:solidFill>
                <a:latin typeface="Roboto Medium"/>
                <a:ea typeface="Roboto Medium"/>
                <a:cs typeface="Roboto Medium"/>
                <a:sym typeface="Roboto Medium"/>
              </a:defRPr>
            </a:lvl1pPr>
            <a:lvl2pPr lvl="1" rtl="0">
              <a:spcBef>
                <a:spcPts val="600"/>
              </a:spcBef>
              <a:spcAft>
                <a:spcPts val="0"/>
              </a:spcAft>
              <a:buClr>
                <a:schemeClr val="accent2"/>
              </a:buClr>
              <a:buSzPts val="1800"/>
              <a:buNone/>
              <a:defRPr>
                <a:solidFill>
                  <a:schemeClr val="accent2"/>
                </a:solidFill>
              </a:defRPr>
            </a:lvl2pPr>
            <a:lvl3pPr lvl="2" rtl="0">
              <a:spcBef>
                <a:spcPts val="600"/>
              </a:spcBef>
              <a:spcAft>
                <a:spcPts val="0"/>
              </a:spcAft>
              <a:buClr>
                <a:schemeClr val="accent2"/>
              </a:buClr>
              <a:buSzPts val="1600"/>
              <a:buNone/>
              <a:defRPr>
                <a:solidFill>
                  <a:schemeClr val="accent2"/>
                </a:solidFill>
              </a:defRPr>
            </a:lvl3pPr>
            <a:lvl4pPr lvl="3" rtl="0">
              <a:spcBef>
                <a:spcPts val="300"/>
              </a:spcBef>
              <a:spcAft>
                <a:spcPts val="0"/>
              </a:spcAft>
              <a:buClr>
                <a:schemeClr val="accent2"/>
              </a:buClr>
              <a:buSzPts val="1400"/>
              <a:buNone/>
              <a:defRPr>
                <a:solidFill>
                  <a:schemeClr val="accent2"/>
                </a:solidFill>
              </a:defRPr>
            </a:lvl4pPr>
            <a:lvl5pPr lvl="4" rtl="0">
              <a:spcBef>
                <a:spcPts val="300"/>
              </a:spcBef>
              <a:spcAft>
                <a:spcPts val="0"/>
              </a:spcAft>
              <a:buClr>
                <a:schemeClr val="accent2"/>
              </a:buClr>
              <a:buSzPts val="1200"/>
              <a:buNone/>
              <a:defRPr>
                <a:solidFill>
                  <a:schemeClr val="accent2"/>
                </a:solidFill>
              </a:defRPr>
            </a:lvl5pPr>
            <a:lvl6pPr lvl="5" rtl="0">
              <a:spcBef>
                <a:spcPts val="533"/>
              </a:spcBef>
              <a:spcAft>
                <a:spcPts val="0"/>
              </a:spcAft>
              <a:buClr>
                <a:schemeClr val="accent2"/>
              </a:buClr>
              <a:buSzPts val="2666"/>
              <a:buNone/>
              <a:defRPr>
                <a:solidFill>
                  <a:schemeClr val="accent2"/>
                </a:solidFill>
              </a:defRPr>
            </a:lvl6pPr>
            <a:lvl7pPr lvl="6" rtl="0">
              <a:spcBef>
                <a:spcPts val="533"/>
              </a:spcBef>
              <a:spcAft>
                <a:spcPts val="0"/>
              </a:spcAft>
              <a:buClr>
                <a:schemeClr val="accent2"/>
              </a:buClr>
              <a:buSzPts val="2666"/>
              <a:buNone/>
              <a:defRPr>
                <a:solidFill>
                  <a:schemeClr val="accent2"/>
                </a:solidFill>
              </a:defRPr>
            </a:lvl7pPr>
            <a:lvl8pPr lvl="7" rtl="0">
              <a:spcBef>
                <a:spcPts val="533"/>
              </a:spcBef>
              <a:spcAft>
                <a:spcPts val="0"/>
              </a:spcAft>
              <a:buClr>
                <a:schemeClr val="accent2"/>
              </a:buClr>
              <a:buSzPts val="2666"/>
              <a:buNone/>
              <a:defRPr>
                <a:solidFill>
                  <a:schemeClr val="accent2"/>
                </a:solidFill>
              </a:defRPr>
            </a:lvl8pPr>
            <a:lvl9pPr lvl="8" rtl="0">
              <a:spcBef>
                <a:spcPts val="533"/>
              </a:spcBef>
              <a:spcAft>
                <a:spcPts val="0"/>
              </a:spcAft>
              <a:buClr>
                <a:schemeClr val="accent2"/>
              </a:buClr>
              <a:buSzPts val="2666"/>
              <a:buNone/>
              <a:defRPr>
                <a:solidFill>
                  <a:schemeClr val="accent2"/>
                </a:solidFill>
              </a:defRPr>
            </a:lvl9pPr>
          </a:lstStyle>
          <a:p>
            <a:endParaRPr/>
          </a:p>
        </p:txBody>
      </p:sp>
      <p:sp>
        <p:nvSpPr>
          <p:cNvPr id="863" name="Google Shape;863;p144"/>
          <p:cNvSpPr txBox="1">
            <a:spLocks noGrp="1"/>
          </p:cNvSpPr>
          <p:nvPr>
            <p:ph type="body" idx="3"/>
          </p:nvPr>
        </p:nvSpPr>
        <p:spPr>
          <a:xfrm>
            <a:off x="455675" y="2686375"/>
            <a:ext cx="5257800" cy="3257100"/>
          </a:xfrm>
          <a:prstGeom prst="rect">
            <a:avLst/>
          </a:prstGeom>
          <a:noFill/>
          <a:ln>
            <a:noFill/>
          </a:ln>
        </p:spPr>
        <p:txBody>
          <a:bodyPr spcFirstLastPara="1" wrap="square" lIns="0" tIns="0" rIns="0" bIns="0" anchor="t" anchorCtr="0">
            <a:noAutofit/>
          </a:bodyPr>
          <a:lstStyle>
            <a:lvl1pPr marL="457207" lvl="0" indent="-228604" algn="l" rtl="0">
              <a:spcBef>
                <a:spcPts val="1800"/>
              </a:spcBef>
              <a:spcAft>
                <a:spcPts val="0"/>
              </a:spcAft>
              <a:buClr>
                <a:schemeClr val="lt1"/>
              </a:buClr>
              <a:buSzPts val="2000"/>
              <a:buFont typeface="Roboto"/>
              <a:buNone/>
              <a:defRPr b="0" i="0">
                <a:solidFill>
                  <a:schemeClr val="lt1"/>
                </a:solidFill>
                <a:latin typeface="Roboto"/>
                <a:ea typeface="Roboto"/>
                <a:cs typeface="Roboto"/>
                <a:sym typeface="Roboto"/>
              </a:defRPr>
            </a:lvl1pPr>
            <a:lvl2pPr marL="914415" lvl="1" indent="-342906" algn="l" rtl="0">
              <a:spcBef>
                <a:spcPts val="600"/>
              </a:spcBef>
              <a:spcAft>
                <a:spcPts val="0"/>
              </a:spcAft>
              <a:buClr>
                <a:schemeClr val="lt1"/>
              </a:buClr>
              <a:buSzPts val="1800"/>
              <a:buChar char="•"/>
              <a:defRPr b="0" i="0">
                <a:solidFill>
                  <a:schemeClr val="lt1"/>
                </a:solidFill>
                <a:latin typeface="Roboto"/>
                <a:ea typeface="Roboto"/>
                <a:cs typeface="Roboto"/>
                <a:sym typeface="Roboto"/>
              </a:defRPr>
            </a:lvl2pPr>
            <a:lvl3pPr marL="1371622" lvl="2" indent="-330205" algn="l" rtl="0">
              <a:spcBef>
                <a:spcPts val="600"/>
              </a:spcBef>
              <a:spcAft>
                <a:spcPts val="0"/>
              </a:spcAft>
              <a:buClr>
                <a:schemeClr val="lt1"/>
              </a:buClr>
              <a:buSzPts val="1600"/>
              <a:buChar char="−"/>
              <a:defRPr b="0" i="0">
                <a:solidFill>
                  <a:schemeClr val="lt1"/>
                </a:solidFill>
                <a:latin typeface="Roboto"/>
                <a:ea typeface="Roboto"/>
                <a:cs typeface="Roboto"/>
                <a:sym typeface="Roboto"/>
              </a:defRPr>
            </a:lvl3pPr>
            <a:lvl4pPr marL="1828831" lvl="3" indent="-317506" algn="l" rtl="0">
              <a:spcBef>
                <a:spcPts val="300"/>
              </a:spcBef>
              <a:spcAft>
                <a:spcPts val="0"/>
              </a:spcAft>
              <a:buClr>
                <a:schemeClr val="lt1"/>
              </a:buClr>
              <a:buSzPts val="1400"/>
              <a:buChar char="•"/>
              <a:defRPr b="0" i="0">
                <a:solidFill>
                  <a:schemeClr val="lt1"/>
                </a:solidFill>
                <a:latin typeface="Roboto"/>
                <a:ea typeface="Roboto"/>
                <a:cs typeface="Roboto"/>
                <a:sym typeface="Roboto"/>
              </a:defRPr>
            </a:lvl4pPr>
            <a:lvl5pPr marL="2286038" lvl="4" indent="-304805" algn="l" rtl="0">
              <a:spcBef>
                <a:spcPts val="300"/>
              </a:spcBef>
              <a:spcAft>
                <a:spcPts val="0"/>
              </a:spcAft>
              <a:buClr>
                <a:schemeClr val="lt1"/>
              </a:buClr>
              <a:buSzPts val="1200"/>
              <a:buChar char="−"/>
              <a:defRPr b="0" i="0">
                <a:solidFill>
                  <a:schemeClr val="lt1"/>
                </a:solidFill>
                <a:latin typeface="Roboto"/>
                <a:ea typeface="Roboto"/>
                <a:cs typeface="Roboto"/>
                <a:sym typeface="Roboto"/>
              </a:defRPr>
            </a:lvl5pPr>
            <a:lvl6pPr marL="2743246" lvl="5"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6pPr>
            <a:lvl7pPr marL="3200453" lvl="6"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7pPr>
            <a:lvl8pPr marL="3657661" lvl="7"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8pPr>
            <a:lvl9pPr marL="4114868" lvl="8" indent="-304805" algn="l" rtl="0">
              <a:spcBef>
                <a:spcPts val="360"/>
              </a:spcBef>
              <a:spcAft>
                <a:spcPts val="0"/>
              </a:spcAft>
              <a:buClr>
                <a:schemeClr val="lt1"/>
              </a:buClr>
              <a:buSzPts val="1200"/>
              <a:buFont typeface="Roboto"/>
              <a:buChar char="•"/>
              <a:defRPr sz="1200">
                <a:solidFill>
                  <a:schemeClr val="lt1"/>
                </a:solidFill>
                <a:latin typeface="Roboto"/>
                <a:ea typeface="Roboto"/>
                <a:cs typeface="Roboto"/>
                <a:sym typeface="Roboto"/>
              </a:defRPr>
            </a:lvl9pPr>
          </a:lstStyle>
          <a:p>
            <a:endParaRPr/>
          </a:p>
        </p:txBody>
      </p:sp>
      <p:pic>
        <p:nvPicPr>
          <p:cNvPr id="864" name="Google Shape;864;p144"/>
          <p:cNvPicPr preferRelativeResize="0"/>
          <p:nvPr/>
        </p:nvPicPr>
        <p:blipFill>
          <a:blip r:embed="rId2">
            <a:alphaModFix/>
          </a:blip>
          <a:stretch>
            <a:fillRect/>
          </a:stretch>
        </p:blipFill>
        <p:spPr>
          <a:xfrm>
            <a:off x="455626" y="6262542"/>
            <a:ext cx="685801" cy="352697"/>
          </a:xfrm>
          <a:prstGeom prst="rect">
            <a:avLst/>
          </a:prstGeom>
          <a:noFill/>
          <a:ln>
            <a:noFill/>
          </a:ln>
        </p:spPr>
      </p:pic>
      <p:sp>
        <p:nvSpPr>
          <p:cNvPr id="865" name="Google Shape;865;p144"/>
          <p:cNvSpPr txBox="1"/>
          <p:nvPr/>
        </p:nvSpPr>
        <p:spPr>
          <a:xfrm>
            <a:off x="8194350" y="6400800"/>
            <a:ext cx="3244500" cy="228600"/>
          </a:xfrm>
          <a:prstGeom prst="rect">
            <a:avLst/>
          </a:prstGeom>
          <a:noFill/>
          <a:ln>
            <a:noFill/>
          </a:ln>
        </p:spPr>
        <p:txBody>
          <a:bodyPr spcFirstLastPara="1" wrap="square" lIns="91426" tIns="91426" rIns="91426" bIns="91426" anchor="t"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Proprietary &amp; Confidential - For Internal Use Only</a:t>
            </a:r>
            <a:endParaRPr sz="1000">
              <a:solidFill>
                <a:srgbClr val="FFFFFF"/>
              </a:solidFill>
              <a:latin typeface="Roboto"/>
              <a:ea typeface="Roboto"/>
              <a:cs typeface="Roboto"/>
              <a:sym typeface="Roboto"/>
            </a:endParaRP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Layout>
</file>

<file path=ppt/slideLayouts/slideLayout13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866"/>
        <p:cNvGrpSpPr/>
        <p:nvPr/>
      </p:nvGrpSpPr>
      <p:grpSpPr>
        <a:xfrm>
          <a:off x="0" y="0"/>
          <a:ext cx="0" cy="0"/>
          <a:chOff x="0" y="0"/>
          <a:chExt cx="0" cy="0"/>
        </a:xfrm>
      </p:grpSpPr>
      <p:sp>
        <p:nvSpPr>
          <p:cNvPr id="867" name="Google Shape;867;p145"/>
          <p:cNvSpPr txBox="1">
            <a:spLocks noGrp="1"/>
          </p:cNvSpPr>
          <p:nvPr>
            <p:ph type="body" idx="1"/>
          </p:nvPr>
        </p:nvSpPr>
        <p:spPr>
          <a:xfrm>
            <a:off x="415496" y="5640767"/>
            <a:ext cx="7996500" cy="806700"/>
          </a:xfrm>
          <a:prstGeom prst="rect">
            <a:avLst/>
          </a:prstGeom>
        </p:spPr>
        <p:txBody>
          <a:bodyPr spcFirstLastPara="1" wrap="square" lIns="0" tIns="0" rIns="0" bIns="0" anchor="ctr" anchorCtr="0">
            <a:noAutofit/>
          </a:bodyPr>
          <a:lstStyle>
            <a:lvl1pPr marL="457207" lvl="0" indent="-228604" rtl="0">
              <a:lnSpc>
                <a:spcPct val="100000"/>
              </a:lnSpc>
              <a:spcBef>
                <a:spcPts val="0"/>
              </a:spcBef>
              <a:spcAft>
                <a:spcPts val="0"/>
              </a:spcAft>
              <a:buSzPts val="2000"/>
              <a:buNone/>
              <a:defRPr/>
            </a:lvl1pPr>
          </a:lstStyle>
          <a:p>
            <a:endParaRPr/>
          </a:p>
        </p:txBody>
      </p:sp>
      <p:sp>
        <p:nvSpPr>
          <p:cNvPr id="868" name="Google Shape;868;p145"/>
          <p:cNvSpPr txBox="1">
            <a:spLocks noGrp="1"/>
          </p:cNvSpPr>
          <p:nvPr>
            <p:ph type="sldNum" idx="12"/>
          </p:nvPr>
        </p:nvSpPr>
        <p:spPr>
          <a:xfrm>
            <a:off x="11293784" y="6217622"/>
            <a:ext cx="731400" cy="524700"/>
          </a:xfrm>
          <a:prstGeom prst="rect">
            <a:avLst/>
          </a:prstGeom>
        </p:spPr>
        <p:txBody>
          <a:bodyPr spcFirstLastPara="1" wrap="square" lIns="91425" tIns="91425" rIns="91425" bIns="91425" anchor="t"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26" Type="http://schemas.openxmlformats.org/officeDocument/2006/relationships/slideLayout" Target="../slideLayouts/slideLayout37.xml"/><Relationship Id="rId21" Type="http://schemas.openxmlformats.org/officeDocument/2006/relationships/slideLayout" Target="../slideLayouts/slideLayout32.xml"/><Relationship Id="rId42" Type="http://schemas.openxmlformats.org/officeDocument/2006/relationships/slideLayout" Target="../slideLayouts/slideLayout53.xml"/><Relationship Id="rId47" Type="http://schemas.openxmlformats.org/officeDocument/2006/relationships/slideLayout" Target="../slideLayouts/slideLayout58.xml"/><Relationship Id="rId63" Type="http://schemas.openxmlformats.org/officeDocument/2006/relationships/slideLayout" Target="../slideLayouts/slideLayout74.xml"/><Relationship Id="rId68" Type="http://schemas.openxmlformats.org/officeDocument/2006/relationships/slideLayout" Target="../slideLayouts/slideLayout79.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29" Type="http://schemas.openxmlformats.org/officeDocument/2006/relationships/slideLayout" Target="../slideLayouts/slideLayout40.xml"/><Relationship Id="rId11" Type="http://schemas.openxmlformats.org/officeDocument/2006/relationships/slideLayout" Target="../slideLayouts/slideLayout22.xml"/><Relationship Id="rId24" Type="http://schemas.openxmlformats.org/officeDocument/2006/relationships/slideLayout" Target="../slideLayouts/slideLayout35.xml"/><Relationship Id="rId32" Type="http://schemas.openxmlformats.org/officeDocument/2006/relationships/slideLayout" Target="../slideLayouts/slideLayout43.xml"/><Relationship Id="rId37" Type="http://schemas.openxmlformats.org/officeDocument/2006/relationships/slideLayout" Target="../slideLayouts/slideLayout48.xml"/><Relationship Id="rId40" Type="http://schemas.openxmlformats.org/officeDocument/2006/relationships/slideLayout" Target="../slideLayouts/slideLayout51.xml"/><Relationship Id="rId45" Type="http://schemas.openxmlformats.org/officeDocument/2006/relationships/slideLayout" Target="../slideLayouts/slideLayout56.xml"/><Relationship Id="rId53" Type="http://schemas.openxmlformats.org/officeDocument/2006/relationships/slideLayout" Target="../slideLayouts/slideLayout64.xml"/><Relationship Id="rId58" Type="http://schemas.openxmlformats.org/officeDocument/2006/relationships/slideLayout" Target="../slideLayouts/slideLayout69.xml"/><Relationship Id="rId66" Type="http://schemas.openxmlformats.org/officeDocument/2006/relationships/slideLayout" Target="../slideLayouts/slideLayout77.xml"/><Relationship Id="rId74" Type="http://schemas.openxmlformats.org/officeDocument/2006/relationships/slideLayout" Target="../slideLayouts/slideLayout85.xml"/><Relationship Id="rId5" Type="http://schemas.openxmlformats.org/officeDocument/2006/relationships/slideLayout" Target="../slideLayouts/slideLayout16.xml"/><Relationship Id="rId61" Type="http://schemas.openxmlformats.org/officeDocument/2006/relationships/slideLayout" Target="../slideLayouts/slideLayout72.xml"/><Relationship Id="rId19" Type="http://schemas.openxmlformats.org/officeDocument/2006/relationships/slideLayout" Target="../slideLayouts/slideLayout30.xml"/><Relationship Id="rId14" Type="http://schemas.openxmlformats.org/officeDocument/2006/relationships/slideLayout" Target="../slideLayouts/slideLayout25.xml"/><Relationship Id="rId22" Type="http://schemas.openxmlformats.org/officeDocument/2006/relationships/slideLayout" Target="../slideLayouts/slideLayout33.xml"/><Relationship Id="rId27" Type="http://schemas.openxmlformats.org/officeDocument/2006/relationships/slideLayout" Target="../slideLayouts/slideLayout38.xml"/><Relationship Id="rId30" Type="http://schemas.openxmlformats.org/officeDocument/2006/relationships/slideLayout" Target="../slideLayouts/slideLayout41.xml"/><Relationship Id="rId35" Type="http://schemas.openxmlformats.org/officeDocument/2006/relationships/slideLayout" Target="../slideLayouts/slideLayout46.xml"/><Relationship Id="rId43" Type="http://schemas.openxmlformats.org/officeDocument/2006/relationships/slideLayout" Target="../slideLayouts/slideLayout54.xml"/><Relationship Id="rId48" Type="http://schemas.openxmlformats.org/officeDocument/2006/relationships/slideLayout" Target="../slideLayouts/slideLayout59.xml"/><Relationship Id="rId56" Type="http://schemas.openxmlformats.org/officeDocument/2006/relationships/slideLayout" Target="../slideLayouts/slideLayout67.xml"/><Relationship Id="rId64" Type="http://schemas.openxmlformats.org/officeDocument/2006/relationships/slideLayout" Target="../slideLayouts/slideLayout75.xml"/><Relationship Id="rId69" Type="http://schemas.openxmlformats.org/officeDocument/2006/relationships/slideLayout" Target="../slideLayouts/slideLayout80.xml"/><Relationship Id="rId8" Type="http://schemas.openxmlformats.org/officeDocument/2006/relationships/slideLayout" Target="../slideLayouts/slideLayout19.xml"/><Relationship Id="rId51" Type="http://schemas.openxmlformats.org/officeDocument/2006/relationships/slideLayout" Target="../slideLayouts/slideLayout62.xml"/><Relationship Id="rId72" Type="http://schemas.openxmlformats.org/officeDocument/2006/relationships/slideLayout" Target="../slideLayouts/slideLayout83.xml"/><Relationship Id="rId3" Type="http://schemas.openxmlformats.org/officeDocument/2006/relationships/slideLayout" Target="../slideLayouts/slideLayout14.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5" Type="http://schemas.openxmlformats.org/officeDocument/2006/relationships/slideLayout" Target="../slideLayouts/slideLayout36.xml"/><Relationship Id="rId33" Type="http://schemas.openxmlformats.org/officeDocument/2006/relationships/slideLayout" Target="../slideLayouts/slideLayout44.xml"/><Relationship Id="rId38" Type="http://schemas.openxmlformats.org/officeDocument/2006/relationships/slideLayout" Target="../slideLayouts/slideLayout49.xml"/><Relationship Id="rId46" Type="http://schemas.openxmlformats.org/officeDocument/2006/relationships/slideLayout" Target="../slideLayouts/slideLayout57.xml"/><Relationship Id="rId59" Type="http://schemas.openxmlformats.org/officeDocument/2006/relationships/slideLayout" Target="../slideLayouts/slideLayout70.xml"/><Relationship Id="rId67" Type="http://schemas.openxmlformats.org/officeDocument/2006/relationships/slideLayout" Target="../slideLayouts/slideLayout78.xml"/><Relationship Id="rId20" Type="http://schemas.openxmlformats.org/officeDocument/2006/relationships/slideLayout" Target="../slideLayouts/slideLayout31.xml"/><Relationship Id="rId41" Type="http://schemas.openxmlformats.org/officeDocument/2006/relationships/slideLayout" Target="../slideLayouts/slideLayout52.xml"/><Relationship Id="rId54" Type="http://schemas.openxmlformats.org/officeDocument/2006/relationships/slideLayout" Target="../slideLayouts/slideLayout65.xml"/><Relationship Id="rId62" Type="http://schemas.openxmlformats.org/officeDocument/2006/relationships/slideLayout" Target="../slideLayouts/slideLayout73.xml"/><Relationship Id="rId70" Type="http://schemas.openxmlformats.org/officeDocument/2006/relationships/slideLayout" Target="../slideLayouts/slideLayout81.xml"/><Relationship Id="rId75" Type="http://schemas.openxmlformats.org/officeDocument/2006/relationships/theme" Target="../theme/theme2.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5" Type="http://schemas.openxmlformats.org/officeDocument/2006/relationships/slideLayout" Target="../slideLayouts/slideLayout26.xml"/><Relationship Id="rId23" Type="http://schemas.openxmlformats.org/officeDocument/2006/relationships/slideLayout" Target="../slideLayouts/slideLayout34.xml"/><Relationship Id="rId28" Type="http://schemas.openxmlformats.org/officeDocument/2006/relationships/slideLayout" Target="../slideLayouts/slideLayout39.xml"/><Relationship Id="rId36" Type="http://schemas.openxmlformats.org/officeDocument/2006/relationships/slideLayout" Target="../slideLayouts/slideLayout47.xml"/><Relationship Id="rId49" Type="http://schemas.openxmlformats.org/officeDocument/2006/relationships/slideLayout" Target="../slideLayouts/slideLayout60.xml"/><Relationship Id="rId57" Type="http://schemas.openxmlformats.org/officeDocument/2006/relationships/slideLayout" Target="../slideLayouts/slideLayout68.xml"/><Relationship Id="rId10" Type="http://schemas.openxmlformats.org/officeDocument/2006/relationships/slideLayout" Target="../slideLayouts/slideLayout21.xml"/><Relationship Id="rId31" Type="http://schemas.openxmlformats.org/officeDocument/2006/relationships/slideLayout" Target="../slideLayouts/slideLayout42.xml"/><Relationship Id="rId44" Type="http://schemas.openxmlformats.org/officeDocument/2006/relationships/slideLayout" Target="../slideLayouts/slideLayout55.xml"/><Relationship Id="rId52" Type="http://schemas.openxmlformats.org/officeDocument/2006/relationships/slideLayout" Target="../slideLayouts/slideLayout63.xml"/><Relationship Id="rId60" Type="http://schemas.openxmlformats.org/officeDocument/2006/relationships/slideLayout" Target="../slideLayouts/slideLayout71.xml"/><Relationship Id="rId65" Type="http://schemas.openxmlformats.org/officeDocument/2006/relationships/slideLayout" Target="../slideLayouts/slideLayout76.xml"/><Relationship Id="rId73" Type="http://schemas.openxmlformats.org/officeDocument/2006/relationships/slideLayout" Target="../slideLayouts/slideLayout8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3" Type="http://schemas.openxmlformats.org/officeDocument/2006/relationships/slideLayout" Target="../slideLayouts/slideLayout24.xml"/><Relationship Id="rId18" Type="http://schemas.openxmlformats.org/officeDocument/2006/relationships/slideLayout" Target="../slideLayouts/slideLayout29.xml"/><Relationship Id="rId39" Type="http://schemas.openxmlformats.org/officeDocument/2006/relationships/slideLayout" Target="../slideLayouts/slideLayout50.xml"/><Relationship Id="rId34" Type="http://schemas.openxmlformats.org/officeDocument/2006/relationships/slideLayout" Target="../slideLayouts/slideLayout45.xml"/><Relationship Id="rId50" Type="http://schemas.openxmlformats.org/officeDocument/2006/relationships/slideLayout" Target="../slideLayouts/slideLayout61.xml"/><Relationship Id="rId55" Type="http://schemas.openxmlformats.org/officeDocument/2006/relationships/slideLayout" Target="../slideLayouts/slideLayout66.xml"/><Relationship Id="rId7" Type="http://schemas.openxmlformats.org/officeDocument/2006/relationships/slideLayout" Target="../slideLayouts/slideLayout18.xml"/><Relationship Id="rId71" Type="http://schemas.openxmlformats.org/officeDocument/2006/relationships/slideLayout" Target="../slideLayouts/slideLayout82.xml"/></Relationships>
</file>

<file path=ppt/slideMasters/_rels/slideMaster3.xml.rels><?xml version="1.0" encoding="UTF-8" standalone="yes"?>
<Relationships xmlns="http://schemas.openxmlformats.org/package/2006/relationships"><Relationship Id="rId13" Type="http://schemas.openxmlformats.org/officeDocument/2006/relationships/slideLayout" Target="../slideLayouts/slideLayout98.xml"/><Relationship Id="rId18" Type="http://schemas.openxmlformats.org/officeDocument/2006/relationships/slideLayout" Target="../slideLayouts/slideLayout103.xml"/><Relationship Id="rId26" Type="http://schemas.openxmlformats.org/officeDocument/2006/relationships/slideLayout" Target="../slideLayouts/slideLayout111.xml"/><Relationship Id="rId39" Type="http://schemas.openxmlformats.org/officeDocument/2006/relationships/slideLayout" Target="../slideLayouts/slideLayout124.xml"/><Relationship Id="rId21" Type="http://schemas.openxmlformats.org/officeDocument/2006/relationships/slideLayout" Target="../slideLayouts/slideLayout106.xml"/><Relationship Id="rId34" Type="http://schemas.openxmlformats.org/officeDocument/2006/relationships/slideLayout" Target="../slideLayouts/slideLayout119.xml"/><Relationship Id="rId42" Type="http://schemas.openxmlformats.org/officeDocument/2006/relationships/slideLayout" Target="../slideLayouts/slideLayout127.xml"/><Relationship Id="rId47" Type="http://schemas.openxmlformats.org/officeDocument/2006/relationships/slideLayout" Target="../slideLayouts/slideLayout132.xml"/><Relationship Id="rId50" Type="http://schemas.openxmlformats.org/officeDocument/2006/relationships/slideLayout" Target="../slideLayouts/slideLayout135.xml"/><Relationship Id="rId55" Type="http://schemas.openxmlformats.org/officeDocument/2006/relationships/theme" Target="../theme/theme3.xml"/><Relationship Id="rId7" Type="http://schemas.openxmlformats.org/officeDocument/2006/relationships/slideLayout" Target="../slideLayouts/slideLayout92.xml"/><Relationship Id="rId2" Type="http://schemas.openxmlformats.org/officeDocument/2006/relationships/slideLayout" Target="../slideLayouts/slideLayout87.xml"/><Relationship Id="rId16" Type="http://schemas.openxmlformats.org/officeDocument/2006/relationships/slideLayout" Target="../slideLayouts/slideLayout101.xml"/><Relationship Id="rId29" Type="http://schemas.openxmlformats.org/officeDocument/2006/relationships/slideLayout" Target="../slideLayouts/slideLayout114.xml"/><Relationship Id="rId11" Type="http://schemas.openxmlformats.org/officeDocument/2006/relationships/slideLayout" Target="../slideLayouts/slideLayout96.xml"/><Relationship Id="rId24" Type="http://schemas.openxmlformats.org/officeDocument/2006/relationships/slideLayout" Target="../slideLayouts/slideLayout109.xml"/><Relationship Id="rId32" Type="http://schemas.openxmlformats.org/officeDocument/2006/relationships/slideLayout" Target="../slideLayouts/slideLayout117.xml"/><Relationship Id="rId37" Type="http://schemas.openxmlformats.org/officeDocument/2006/relationships/slideLayout" Target="../slideLayouts/slideLayout122.xml"/><Relationship Id="rId40" Type="http://schemas.openxmlformats.org/officeDocument/2006/relationships/slideLayout" Target="../slideLayouts/slideLayout125.xml"/><Relationship Id="rId45" Type="http://schemas.openxmlformats.org/officeDocument/2006/relationships/slideLayout" Target="../slideLayouts/slideLayout130.xml"/><Relationship Id="rId53" Type="http://schemas.openxmlformats.org/officeDocument/2006/relationships/slideLayout" Target="../slideLayouts/slideLayout138.xml"/><Relationship Id="rId5" Type="http://schemas.openxmlformats.org/officeDocument/2006/relationships/slideLayout" Target="../slideLayouts/slideLayout90.xml"/><Relationship Id="rId10" Type="http://schemas.openxmlformats.org/officeDocument/2006/relationships/slideLayout" Target="../slideLayouts/slideLayout95.xml"/><Relationship Id="rId19" Type="http://schemas.openxmlformats.org/officeDocument/2006/relationships/slideLayout" Target="../slideLayouts/slideLayout104.xml"/><Relationship Id="rId31" Type="http://schemas.openxmlformats.org/officeDocument/2006/relationships/slideLayout" Target="../slideLayouts/slideLayout116.xml"/><Relationship Id="rId44" Type="http://schemas.openxmlformats.org/officeDocument/2006/relationships/slideLayout" Target="../slideLayouts/slideLayout129.xml"/><Relationship Id="rId52" Type="http://schemas.openxmlformats.org/officeDocument/2006/relationships/slideLayout" Target="../slideLayouts/slideLayout137.xml"/><Relationship Id="rId4" Type="http://schemas.openxmlformats.org/officeDocument/2006/relationships/slideLayout" Target="../slideLayouts/slideLayout89.xml"/><Relationship Id="rId9" Type="http://schemas.openxmlformats.org/officeDocument/2006/relationships/slideLayout" Target="../slideLayouts/slideLayout94.xml"/><Relationship Id="rId14" Type="http://schemas.openxmlformats.org/officeDocument/2006/relationships/slideLayout" Target="../slideLayouts/slideLayout99.xml"/><Relationship Id="rId22" Type="http://schemas.openxmlformats.org/officeDocument/2006/relationships/slideLayout" Target="../slideLayouts/slideLayout107.xml"/><Relationship Id="rId27" Type="http://schemas.openxmlformats.org/officeDocument/2006/relationships/slideLayout" Target="../slideLayouts/slideLayout112.xml"/><Relationship Id="rId30" Type="http://schemas.openxmlformats.org/officeDocument/2006/relationships/slideLayout" Target="../slideLayouts/slideLayout115.xml"/><Relationship Id="rId35" Type="http://schemas.openxmlformats.org/officeDocument/2006/relationships/slideLayout" Target="../slideLayouts/slideLayout120.xml"/><Relationship Id="rId43" Type="http://schemas.openxmlformats.org/officeDocument/2006/relationships/slideLayout" Target="../slideLayouts/slideLayout128.xml"/><Relationship Id="rId48" Type="http://schemas.openxmlformats.org/officeDocument/2006/relationships/slideLayout" Target="../slideLayouts/slideLayout133.xml"/><Relationship Id="rId8" Type="http://schemas.openxmlformats.org/officeDocument/2006/relationships/slideLayout" Target="../slideLayouts/slideLayout93.xml"/><Relationship Id="rId51" Type="http://schemas.openxmlformats.org/officeDocument/2006/relationships/slideLayout" Target="../slideLayouts/slideLayout136.xml"/><Relationship Id="rId3" Type="http://schemas.openxmlformats.org/officeDocument/2006/relationships/slideLayout" Target="../slideLayouts/slideLayout88.xml"/><Relationship Id="rId12" Type="http://schemas.openxmlformats.org/officeDocument/2006/relationships/slideLayout" Target="../slideLayouts/slideLayout97.xml"/><Relationship Id="rId17" Type="http://schemas.openxmlformats.org/officeDocument/2006/relationships/slideLayout" Target="../slideLayouts/slideLayout102.xml"/><Relationship Id="rId25" Type="http://schemas.openxmlformats.org/officeDocument/2006/relationships/slideLayout" Target="../slideLayouts/slideLayout110.xml"/><Relationship Id="rId33" Type="http://schemas.openxmlformats.org/officeDocument/2006/relationships/slideLayout" Target="../slideLayouts/slideLayout118.xml"/><Relationship Id="rId38" Type="http://schemas.openxmlformats.org/officeDocument/2006/relationships/slideLayout" Target="../slideLayouts/slideLayout123.xml"/><Relationship Id="rId46" Type="http://schemas.openxmlformats.org/officeDocument/2006/relationships/slideLayout" Target="../slideLayouts/slideLayout131.xml"/><Relationship Id="rId20" Type="http://schemas.openxmlformats.org/officeDocument/2006/relationships/slideLayout" Target="../slideLayouts/slideLayout105.xml"/><Relationship Id="rId41" Type="http://schemas.openxmlformats.org/officeDocument/2006/relationships/slideLayout" Target="../slideLayouts/slideLayout126.xml"/><Relationship Id="rId54" Type="http://schemas.openxmlformats.org/officeDocument/2006/relationships/slideLayout" Target="../slideLayouts/slideLayout139.xml"/><Relationship Id="rId1" Type="http://schemas.openxmlformats.org/officeDocument/2006/relationships/slideLayout" Target="../slideLayouts/slideLayout86.xml"/><Relationship Id="rId6" Type="http://schemas.openxmlformats.org/officeDocument/2006/relationships/slideLayout" Target="../slideLayouts/slideLayout91.xml"/><Relationship Id="rId15" Type="http://schemas.openxmlformats.org/officeDocument/2006/relationships/slideLayout" Target="../slideLayouts/slideLayout100.xml"/><Relationship Id="rId23" Type="http://schemas.openxmlformats.org/officeDocument/2006/relationships/slideLayout" Target="../slideLayouts/slideLayout108.xml"/><Relationship Id="rId28" Type="http://schemas.openxmlformats.org/officeDocument/2006/relationships/slideLayout" Target="../slideLayouts/slideLayout113.xml"/><Relationship Id="rId36" Type="http://schemas.openxmlformats.org/officeDocument/2006/relationships/slideLayout" Target="../slideLayouts/slideLayout121.xml"/><Relationship Id="rId49" Type="http://schemas.openxmlformats.org/officeDocument/2006/relationships/slideLayout" Target="../slideLayouts/slideLayout13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15496" y="593367"/>
            <a:ext cx="11358000" cy="763500"/>
          </a:xfrm>
          <a:prstGeom prst="rect">
            <a:avLst/>
          </a:prstGeom>
          <a:noFill/>
          <a:ln>
            <a:noFill/>
          </a:ln>
        </p:spPr>
        <p:txBody>
          <a:bodyPr spcFirstLastPara="1" wrap="square" lIns="121875" tIns="121875" rIns="121875" bIns="121875" anchor="t" anchorCtr="0">
            <a:noAutofit/>
          </a:bodyPr>
          <a:lstStyle>
            <a:lvl1pPr lvl="0">
              <a:spcBef>
                <a:spcPts val="0"/>
              </a:spcBef>
              <a:spcAft>
                <a:spcPts val="0"/>
              </a:spcAft>
              <a:buClr>
                <a:schemeClr val="dk1"/>
              </a:buClr>
              <a:buSzPts val="3700"/>
              <a:buNone/>
              <a:defRPr sz="3700">
                <a:solidFill>
                  <a:schemeClr val="dk1"/>
                </a:solidFill>
              </a:defRPr>
            </a:lvl1pPr>
            <a:lvl2pPr lvl="1">
              <a:spcBef>
                <a:spcPts val="0"/>
              </a:spcBef>
              <a:spcAft>
                <a:spcPts val="0"/>
              </a:spcAft>
              <a:buClr>
                <a:schemeClr val="dk1"/>
              </a:buClr>
              <a:buSzPts val="3700"/>
              <a:buNone/>
              <a:defRPr sz="3700">
                <a:solidFill>
                  <a:schemeClr val="dk1"/>
                </a:solidFill>
              </a:defRPr>
            </a:lvl2pPr>
            <a:lvl3pPr lvl="2">
              <a:spcBef>
                <a:spcPts val="0"/>
              </a:spcBef>
              <a:spcAft>
                <a:spcPts val="0"/>
              </a:spcAft>
              <a:buClr>
                <a:schemeClr val="dk1"/>
              </a:buClr>
              <a:buSzPts val="3700"/>
              <a:buNone/>
              <a:defRPr sz="3700">
                <a:solidFill>
                  <a:schemeClr val="dk1"/>
                </a:solidFill>
              </a:defRPr>
            </a:lvl3pPr>
            <a:lvl4pPr lvl="3">
              <a:spcBef>
                <a:spcPts val="0"/>
              </a:spcBef>
              <a:spcAft>
                <a:spcPts val="0"/>
              </a:spcAft>
              <a:buClr>
                <a:schemeClr val="dk1"/>
              </a:buClr>
              <a:buSzPts val="3700"/>
              <a:buNone/>
              <a:defRPr sz="3700">
                <a:solidFill>
                  <a:schemeClr val="dk1"/>
                </a:solidFill>
              </a:defRPr>
            </a:lvl4pPr>
            <a:lvl5pPr lvl="4">
              <a:spcBef>
                <a:spcPts val="0"/>
              </a:spcBef>
              <a:spcAft>
                <a:spcPts val="0"/>
              </a:spcAft>
              <a:buClr>
                <a:schemeClr val="dk1"/>
              </a:buClr>
              <a:buSzPts val="3700"/>
              <a:buNone/>
              <a:defRPr sz="3700">
                <a:solidFill>
                  <a:schemeClr val="dk1"/>
                </a:solidFill>
              </a:defRPr>
            </a:lvl5pPr>
            <a:lvl6pPr lvl="5">
              <a:spcBef>
                <a:spcPts val="0"/>
              </a:spcBef>
              <a:spcAft>
                <a:spcPts val="0"/>
              </a:spcAft>
              <a:buClr>
                <a:schemeClr val="dk1"/>
              </a:buClr>
              <a:buSzPts val="3700"/>
              <a:buNone/>
              <a:defRPr sz="3700">
                <a:solidFill>
                  <a:schemeClr val="dk1"/>
                </a:solidFill>
              </a:defRPr>
            </a:lvl6pPr>
            <a:lvl7pPr lvl="6">
              <a:spcBef>
                <a:spcPts val="0"/>
              </a:spcBef>
              <a:spcAft>
                <a:spcPts val="0"/>
              </a:spcAft>
              <a:buClr>
                <a:schemeClr val="dk1"/>
              </a:buClr>
              <a:buSzPts val="3700"/>
              <a:buNone/>
              <a:defRPr sz="3700">
                <a:solidFill>
                  <a:schemeClr val="dk1"/>
                </a:solidFill>
              </a:defRPr>
            </a:lvl7pPr>
            <a:lvl8pPr lvl="7">
              <a:spcBef>
                <a:spcPts val="0"/>
              </a:spcBef>
              <a:spcAft>
                <a:spcPts val="0"/>
              </a:spcAft>
              <a:buClr>
                <a:schemeClr val="dk1"/>
              </a:buClr>
              <a:buSzPts val="3700"/>
              <a:buNone/>
              <a:defRPr sz="3700">
                <a:solidFill>
                  <a:schemeClr val="dk1"/>
                </a:solidFill>
              </a:defRPr>
            </a:lvl8pPr>
            <a:lvl9pPr lvl="8">
              <a:spcBef>
                <a:spcPts val="0"/>
              </a:spcBef>
              <a:spcAft>
                <a:spcPts val="0"/>
              </a:spcAft>
              <a:buClr>
                <a:schemeClr val="dk1"/>
              </a:buClr>
              <a:buSzPts val="3700"/>
              <a:buNone/>
              <a:defRPr sz="3700">
                <a:solidFill>
                  <a:schemeClr val="dk1"/>
                </a:solidFill>
              </a:defRPr>
            </a:lvl9pPr>
          </a:lstStyle>
          <a:p>
            <a:endParaRPr/>
          </a:p>
        </p:txBody>
      </p:sp>
      <p:sp>
        <p:nvSpPr>
          <p:cNvPr id="7" name="Google Shape;7;p1"/>
          <p:cNvSpPr txBox="1">
            <a:spLocks noGrp="1"/>
          </p:cNvSpPr>
          <p:nvPr>
            <p:ph type="body" idx="1"/>
          </p:nvPr>
        </p:nvSpPr>
        <p:spPr>
          <a:xfrm>
            <a:off x="415496" y="1536633"/>
            <a:ext cx="11358000" cy="4555200"/>
          </a:xfrm>
          <a:prstGeom prst="rect">
            <a:avLst/>
          </a:prstGeom>
          <a:noFill/>
          <a:ln>
            <a:noFill/>
          </a:ln>
        </p:spPr>
        <p:txBody>
          <a:bodyPr spcFirstLastPara="1" wrap="square" lIns="121875" tIns="121875" rIns="121875" bIns="121875" anchor="t" anchorCtr="0">
            <a:noAutofit/>
          </a:bodyPr>
          <a:lstStyle>
            <a:lvl1pPr marL="457200" lvl="0" indent="-381000">
              <a:lnSpc>
                <a:spcPct val="115000"/>
              </a:lnSpc>
              <a:spcBef>
                <a:spcPts val="0"/>
              </a:spcBef>
              <a:spcAft>
                <a:spcPts val="0"/>
              </a:spcAft>
              <a:buClr>
                <a:schemeClr val="dk2"/>
              </a:buClr>
              <a:buSzPts val="2400"/>
              <a:buChar char="●"/>
              <a:defRPr sz="2400">
                <a:solidFill>
                  <a:schemeClr val="dk2"/>
                </a:solidFill>
              </a:defRPr>
            </a:lvl1pPr>
            <a:lvl2pPr marL="914400" lvl="1" indent="-349250">
              <a:lnSpc>
                <a:spcPct val="115000"/>
              </a:lnSpc>
              <a:spcBef>
                <a:spcPts val="2100"/>
              </a:spcBef>
              <a:spcAft>
                <a:spcPts val="0"/>
              </a:spcAft>
              <a:buClr>
                <a:schemeClr val="dk2"/>
              </a:buClr>
              <a:buSzPts val="1900"/>
              <a:buChar char="○"/>
              <a:defRPr sz="1900">
                <a:solidFill>
                  <a:schemeClr val="dk2"/>
                </a:solidFill>
              </a:defRPr>
            </a:lvl2pPr>
            <a:lvl3pPr marL="1371600" lvl="2" indent="-349250">
              <a:lnSpc>
                <a:spcPct val="115000"/>
              </a:lnSpc>
              <a:spcBef>
                <a:spcPts val="2100"/>
              </a:spcBef>
              <a:spcAft>
                <a:spcPts val="0"/>
              </a:spcAft>
              <a:buClr>
                <a:schemeClr val="dk2"/>
              </a:buClr>
              <a:buSzPts val="1900"/>
              <a:buChar char="■"/>
              <a:defRPr sz="1900">
                <a:solidFill>
                  <a:schemeClr val="dk2"/>
                </a:solidFill>
              </a:defRPr>
            </a:lvl3pPr>
            <a:lvl4pPr marL="1828800" lvl="3" indent="-349250">
              <a:lnSpc>
                <a:spcPct val="115000"/>
              </a:lnSpc>
              <a:spcBef>
                <a:spcPts val="2100"/>
              </a:spcBef>
              <a:spcAft>
                <a:spcPts val="0"/>
              </a:spcAft>
              <a:buClr>
                <a:schemeClr val="dk2"/>
              </a:buClr>
              <a:buSzPts val="1900"/>
              <a:buChar char="●"/>
              <a:defRPr sz="1900">
                <a:solidFill>
                  <a:schemeClr val="dk2"/>
                </a:solidFill>
              </a:defRPr>
            </a:lvl4pPr>
            <a:lvl5pPr marL="2286000" lvl="4" indent="-349250">
              <a:lnSpc>
                <a:spcPct val="115000"/>
              </a:lnSpc>
              <a:spcBef>
                <a:spcPts val="2100"/>
              </a:spcBef>
              <a:spcAft>
                <a:spcPts val="0"/>
              </a:spcAft>
              <a:buClr>
                <a:schemeClr val="dk2"/>
              </a:buClr>
              <a:buSzPts val="1900"/>
              <a:buChar char="○"/>
              <a:defRPr sz="1900">
                <a:solidFill>
                  <a:schemeClr val="dk2"/>
                </a:solidFill>
              </a:defRPr>
            </a:lvl5pPr>
            <a:lvl6pPr marL="2743200" lvl="5" indent="-349250">
              <a:lnSpc>
                <a:spcPct val="115000"/>
              </a:lnSpc>
              <a:spcBef>
                <a:spcPts val="2100"/>
              </a:spcBef>
              <a:spcAft>
                <a:spcPts val="0"/>
              </a:spcAft>
              <a:buClr>
                <a:schemeClr val="dk2"/>
              </a:buClr>
              <a:buSzPts val="1900"/>
              <a:buChar char="■"/>
              <a:defRPr sz="1900">
                <a:solidFill>
                  <a:schemeClr val="dk2"/>
                </a:solidFill>
              </a:defRPr>
            </a:lvl6pPr>
            <a:lvl7pPr marL="3200400" lvl="6" indent="-349250">
              <a:lnSpc>
                <a:spcPct val="115000"/>
              </a:lnSpc>
              <a:spcBef>
                <a:spcPts val="2100"/>
              </a:spcBef>
              <a:spcAft>
                <a:spcPts val="0"/>
              </a:spcAft>
              <a:buClr>
                <a:schemeClr val="dk2"/>
              </a:buClr>
              <a:buSzPts val="1900"/>
              <a:buChar char="●"/>
              <a:defRPr sz="1900">
                <a:solidFill>
                  <a:schemeClr val="dk2"/>
                </a:solidFill>
              </a:defRPr>
            </a:lvl7pPr>
            <a:lvl8pPr marL="3657600" lvl="7" indent="-349250">
              <a:lnSpc>
                <a:spcPct val="115000"/>
              </a:lnSpc>
              <a:spcBef>
                <a:spcPts val="2100"/>
              </a:spcBef>
              <a:spcAft>
                <a:spcPts val="0"/>
              </a:spcAft>
              <a:buClr>
                <a:schemeClr val="dk2"/>
              </a:buClr>
              <a:buSzPts val="1900"/>
              <a:buChar char="○"/>
              <a:defRPr sz="1900">
                <a:solidFill>
                  <a:schemeClr val="dk2"/>
                </a:solidFill>
              </a:defRPr>
            </a:lvl8pPr>
            <a:lvl9pPr marL="4114800" lvl="8" indent="-349250">
              <a:lnSpc>
                <a:spcPct val="115000"/>
              </a:lnSpc>
              <a:spcBef>
                <a:spcPts val="2100"/>
              </a:spcBef>
              <a:spcAft>
                <a:spcPts val="2100"/>
              </a:spcAft>
              <a:buClr>
                <a:schemeClr val="dk2"/>
              </a:buClr>
              <a:buSzPts val="1900"/>
              <a:buChar char="■"/>
              <a:defRPr sz="1900">
                <a:solidFill>
                  <a:schemeClr val="dk2"/>
                </a:solidFill>
              </a:defRPr>
            </a:lvl9pPr>
          </a:lstStyle>
          <a:p>
            <a:endParaRPr/>
          </a:p>
        </p:txBody>
      </p:sp>
      <p:sp>
        <p:nvSpPr>
          <p:cNvPr id="8" name="Google Shape;8;p1"/>
          <p:cNvSpPr txBox="1">
            <a:spLocks noGrp="1"/>
          </p:cNvSpPr>
          <p:nvPr>
            <p:ph type="sldNum" idx="12"/>
          </p:nvPr>
        </p:nvSpPr>
        <p:spPr>
          <a:xfrm>
            <a:off x="11293784" y="6217622"/>
            <a:ext cx="731400" cy="524700"/>
          </a:xfrm>
          <a:prstGeom prst="rect">
            <a:avLst/>
          </a:prstGeom>
          <a:noFill/>
          <a:ln>
            <a:noFill/>
          </a:ln>
        </p:spPr>
        <p:txBody>
          <a:bodyPr spcFirstLastPara="1" wrap="square" lIns="121875" tIns="121875" rIns="121875" bIns="121875" anchor="ctr" anchorCtr="0">
            <a:noAutofit/>
          </a:bodyPr>
          <a:lstStyle>
            <a:lvl1pPr lvl="0" algn="r">
              <a:buNone/>
              <a:defRPr sz="1300">
                <a:solidFill>
                  <a:schemeClr val="dk2"/>
                </a:solidFill>
              </a:defRPr>
            </a:lvl1pPr>
            <a:lvl2pPr lvl="1" algn="r">
              <a:buNone/>
              <a:defRPr sz="1300">
                <a:solidFill>
                  <a:schemeClr val="dk2"/>
                </a:solidFill>
              </a:defRPr>
            </a:lvl2pPr>
            <a:lvl3pPr lvl="2" algn="r">
              <a:buNone/>
              <a:defRPr sz="1300">
                <a:solidFill>
                  <a:schemeClr val="dk2"/>
                </a:solidFill>
              </a:defRPr>
            </a:lvl3pPr>
            <a:lvl4pPr lvl="3" algn="r">
              <a:buNone/>
              <a:defRPr sz="1300">
                <a:solidFill>
                  <a:schemeClr val="dk2"/>
                </a:solidFill>
              </a:defRPr>
            </a:lvl4pPr>
            <a:lvl5pPr lvl="4" algn="r">
              <a:buNone/>
              <a:defRPr sz="1300">
                <a:solidFill>
                  <a:schemeClr val="dk2"/>
                </a:solidFill>
              </a:defRPr>
            </a:lvl5pPr>
            <a:lvl6pPr lvl="5" algn="r">
              <a:buNone/>
              <a:defRPr sz="1300">
                <a:solidFill>
                  <a:schemeClr val="dk2"/>
                </a:solidFill>
              </a:defRPr>
            </a:lvl6pPr>
            <a:lvl7pPr lvl="6" algn="r">
              <a:buNone/>
              <a:defRPr sz="1300">
                <a:solidFill>
                  <a:schemeClr val="dk2"/>
                </a:solidFill>
              </a:defRPr>
            </a:lvl7pPr>
            <a:lvl8pPr lvl="7" algn="r">
              <a:buNone/>
              <a:defRPr sz="1300">
                <a:solidFill>
                  <a:schemeClr val="dk2"/>
                </a:solidFill>
              </a:defRPr>
            </a:lvl8pPr>
            <a:lvl9pPr lvl="8" algn="r">
              <a:buNone/>
              <a:defRPr sz="1300">
                <a:solidFill>
                  <a:schemeClr val="dk2"/>
                </a:solidFill>
              </a:defRPr>
            </a:lvl9pPr>
          </a:lstStyle>
          <a:p>
            <a:fld id="{00000000-1234-1234-1234-123412341234}" type="slidenum">
              <a:rPr lang="en" smtClean="0"/>
              <a:pPr/>
              <a:t>‹#›</a:t>
            </a:fld>
            <a:endParaRPr lang="en"/>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5618" y="460685"/>
            <a:ext cx="8915492" cy="524543"/>
          </a:xfrm>
          <a:prstGeom prst="rect">
            <a:avLst/>
          </a:prstGeom>
          <a:noFill/>
          <a:ln>
            <a:noFill/>
          </a:ln>
        </p:spPr>
        <p:txBody>
          <a:bodyPr spcFirstLastPara="1" wrap="square" lIns="0" tIns="0" rIns="0" bIns="0" anchor="t" anchorCtr="0">
            <a:noAutofit/>
          </a:bodyPr>
          <a:lstStyle>
            <a:lvl1pPr marR="0" lvl="0" algn="l" rtl="0">
              <a:lnSpc>
                <a:spcPct val="80000"/>
              </a:lnSpc>
              <a:spcBef>
                <a:spcPts val="0"/>
              </a:spcBef>
              <a:spcAft>
                <a:spcPts val="0"/>
              </a:spcAft>
              <a:buClr>
                <a:schemeClr val="dk1"/>
              </a:buClr>
              <a:buSzPts val="3200"/>
              <a:buFont typeface="Roboto Medium"/>
              <a:buNone/>
              <a:defRPr sz="3200" b="0" i="0" u="none" strike="noStrike" cap="none">
                <a:solidFill>
                  <a:schemeClr val="dk1"/>
                </a:solidFill>
                <a:latin typeface="Roboto Medium"/>
                <a:ea typeface="Roboto Medium"/>
                <a:cs typeface="Roboto Medium"/>
                <a:sym typeface="Roboto Medium"/>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2" name="Google Shape;52;p13"/>
          <p:cNvSpPr txBox="1">
            <a:spLocks noGrp="1"/>
          </p:cNvSpPr>
          <p:nvPr>
            <p:ph type="body" idx="1"/>
          </p:nvPr>
        </p:nvSpPr>
        <p:spPr>
          <a:xfrm>
            <a:off x="457206" y="1810776"/>
            <a:ext cx="8915492" cy="4132824"/>
          </a:xfrm>
          <a:prstGeom prst="rect">
            <a:avLst/>
          </a:prstGeom>
          <a:noFill/>
          <a:ln>
            <a:noFill/>
          </a:ln>
        </p:spPr>
        <p:txBody>
          <a:bodyPr spcFirstLastPara="1" wrap="square" lIns="0" tIns="0" rIns="0" bIns="0" anchor="t" anchorCtr="0">
            <a:noAutofit/>
          </a:bodyPr>
          <a:lstStyle>
            <a:lvl1pPr marL="457200" marR="0" lvl="0" indent="-228600" algn="l" rtl="0">
              <a:spcBef>
                <a:spcPts val="1800"/>
              </a:spcBef>
              <a:spcAft>
                <a:spcPts val="0"/>
              </a:spcAft>
              <a:buClr>
                <a:schemeClr val="dk1"/>
              </a:buClr>
              <a:buSzPts val="2000"/>
              <a:buFont typeface="Roboto"/>
              <a:buNone/>
              <a:defRPr sz="2000" b="0" i="0" u="none" strike="noStrike" cap="none">
                <a:solidFill>
                  <a:schemeClr val="dk1"/>
                </a:solidFill>
                <a:latin typeface="Roboto"/>
                <a:ea typeface="Roboto"/>
                <a:cs typeface="Roboto"/>
                <a:sym typeface="Roboto"/>
              </a:defRPr>
            </a:lvl1pPr>
            <a:lvl2pPr marL="914400" marR="0" lvl="1" indent="-342900"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L="1371600" marR="0" lvl="2" indent="-330200"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L="1828800" marR="0" lvl="3" indent="-317500"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L="2286000" marR="0" lvl="4" indent="-304800"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L="2743200" marR="0" lvl="5" indent="-397891"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L="3200400" marR="0" lvl="6" indent="-397891"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L="3657600" marR="0" lvl="7" indent="-397890"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L="4114800" marR="0" lvl="8" indent="-397890"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 id="2147483680" r:id="rId22"/>
    <p:sldLayoutId id="2147483681" r:id="rId23"/>
    <p:sldLayoutId id="2147483682" r:id="rId24"/>
    <p:sldLayoutId id="2147483683" r:id="rId25"/>
    <p:sldLayoutId id="2147483684" r:id="rId26"/>
    <p:sldLayoutId id="2147483685" r:id="rId27"/>
    <p:sldLayoutId id="2147483686" r:id="rId28"/>
    <p:sldLayoutId id="2147483687" r:id="rId29"/>
    <p:sldLayoutId id="2147483688" r:id="rId30"/>
    <p:sldLayoutId id="2147483689" r:id="rId31"/>
    <p:sldLayoutId id="2147483690" r:id="rId32"/>
    <p:sldLayoutId id="2147483691" r:id="rId33"/>
    <p:sldLayoutId id="2147483692" r:id="rId34"/>
    <p:sldLayoutId id="2147483693" r:id="rId35"/>
    <p:sldLayoutId id="2147483694" r:id="rId36"/>
    <p:sldLayoutId id="2147483695" r:id="rId37"/>
    <p:sldLayoutId id="2147483696" r:id="rId38"/>
    <p:sldLayoutId id="2147483697" r:id="rId39"/>
    <p:sldLayoutId id="2147483698" r:id="rId40"/>
    <p:sldLayoutId id="2147483699" r:id="rId41"/>
    <p:sldLayoutId id="2147483700" r:id="rId42"/>
    <p:sldLayoutId id="2147483701" r:id="rId43"/>
    <p:sldLayoutId id="2147483702" r:id="rId44"/>
    <p:sldLayoutId id="2147483703" r:id="rId45"/>
    <p:sldLayoutId id="2147483704" r:id="rId46"/>
    <p:sldLayoutId id="2147483705" r:id="rId47"/>
    <p:sldLayoutId id="2147483706" r:id="rId48"/>
    <p:sldLayoutId id="2147483707" r:id="rId49"/>
    <p:sldLayoutId id="2147483708" r:id="rId50"/>
    <p:sldLayoutId id="2147483709" r:id="rId51"/>
    <p:sldLayoutId id="2147483710" r:id="rId52"/>
    <p:sldLayoutId id="2147483711" r:id="rId53"/>
    <p:sldLayoutId id="2147483712" r:id="rId54"/>
    <p:sldLayoutId id="2147483713" r:id="rId55"/>
    <p:sldLayoutId id="2147483714" r:id="rId56"/>
    <p:sldLayoutId id="2147483715" r:id="rId57"/>
    <p:sldLayoutId id="2147483716" r:id="rId58"/>
    <p:sldLayoutId id="2147483717" r:id="rId59"/>
    <p:sldLayoutId id="2147483718" r:id="rId60"/>
    <p:sldLayoutId id="2147483719" r:id="rId61"/>
    <p:sldLayoutId id="2147483720" r:id="rId62"/>
    <p:sldLayoutId id="2147483721" r:id="rId63"/>
    <p:sldLayoutId id="2147483722" r:id="rId64"/>
    <p:sldLayoutId id="2147483723" r:id="rId65"/>
    <p:sldLayoutId id="2147483724" r:id="rId66"/>
    <p:sldLayoutId id="2147483725" r:id="rId67"/>
    <p:sldLayoutId id="2147483726" r:id="rId68"/>
    <p:sldLayoutId id="2147483727" r:id="rId69"/>
    <p:sldLayoutId id="2147483728" r:id="rId70"/>
    <p:sldLayoutId id="2147483729" r:id="rId71"/>
    <p:sldLayoutId id="2147483730" r:id="rId72"/>
    <p:sldLayoutId id="2147483731" r:id="rId73"/>
    <p:sldLayoutId id="2147483732" r:id="rId74"/>
  </p:sldLayoutIdLst>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userDrawn="1">
          <p15:clr>
            <a:srgbClr val="F26B43"/>
          </p15:clr>
        </p15:guide>
        <p15:guide id="2" pos="3839" userDrawn="1">
          <p15:clr>
            <a:srgbClr val="F26B43"/>
          </p15:clr>
        </p15:guide>
        <p15:guide id="3" pos="287" userDrawn="1">
          <p15:clr>
            <a:srgbClr val="F26B43"/>
          </p15:clr>
        </p15:guide>
        <p15:guide id="4" orient="horz" pos="288" userDrawn="1">
          <p15:clr>
            <a:srgbClr val="F26B43"/>
          </p15:clr>
        </p15:guide>
        <p15:guide id="5" orient="horz" pos="4032" userDrawn="1">
          <p15:clr>
            <a:srgbClr val="F26B43"/>
          </p15:clr>
        </p15:guide>
        <p15:guide id="6" pos="7391" userDrawn="1">
          <p15:clr>
            <a:srgbClr val="F26B43"/>
          </p15:clr>
        </p15:guide>
        <p15:guide id="7" orient="horz" pos="3888" userDrawn="1">
          <p15:clr>
            <a:srgbClr val="F26B43"/>
          </p15:clr>
        </p15:guide>
        <p15:guide id="8" orient="horz" pos="4176" userDrawn="1">
          <p15:clr>
            <a:srgbClr val="F26B43"/>
          </p15:clr>
        </p15:guide>
        <p15:guide id="9" orient="horz" pos="3744"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482"/>
        <p:cNvGrpSpPr/>
        <p:nvPr/>
      </p:nvGrpSpPr>
      <p:grpSpPr>
        <a:xfrm>
          <a:off x="0" y="0"/>
          <a:ext cx="0" cy="0"/>
          <a:chOff x="0" y="0"/>
          <a:chExt cx="0" cy="0"/>
        </a:xfrm>
      </p:grpSpPr>
      <p:sp>
        <p:nvSpPr>
          <p:cNvPr id="483" name="Google Shape;483;p88"/>
          <p:cNvSpPr txBox="1">
            <a:spLocks noGrp="1"/>
          </p:cNvSpPr>
          <p:nvPr>
            <p:ph type="title"/>
          </p:nvPr>
        </p:nvSpPr>
        <p:spPr>
          <a:xfrm>
            <a:off x="455617" y="460683"/>
            <a:ext cx="8915400" cy="524400"/>
          </a:xfrm>
          <a:prstGeom prst="rect">
            <a:avLst/>
          </a:prstGeom>
          <a:noFill/>
          <a:ln>
            <a:noFill/>
          </a:ln>
        </p:spPr>
        <p:txBody>
          <a:bodyPr spcFirstLastPara="1" wrap="square" lIns="0" tIns="0" rIns="0" bIns="0" anchor="t" anchorCtr="0">
            <a:noAutofit/>
          </a:bodyPr>
          <a:lstStyle>
            <a:lvl1pPr marR="0" lvl="0" algn="l" rtl="0">
              <a:lnSpc>
                <a:spcPct val="80000"/>
              </a:lnSpc>
              <a:spcBef>
                <a:spcPts val="0"/>
              </a:spcBef>
              <a:spcAft>
                <a:spcPts val="0"/>
              </a:spcAft>
              <a:buClr>
                <a:schemeClr val="dk1"/>
              </a:buClr>
              <a:buSzPts val="3200"/>
              <a:buFont typeface="Roboto Medium"/>
              <a:buNone/>
              <a:defRPr sz="3200" b="0" i="0" u="none" strike="noStrike" cap="none">
                <a:solidFill>
                  <a:schemeClr val="dk1"/>
                </a:solidFill>
                <a:latin typeface="Roboto Medium"/>
                <a:ea typeface="Roboto Medium"/>
                <a:cs typeface="Roboto Medium"/>
                <a:sym typeface="Roboto Medium"/>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484" name="Google Shape;484;p88"/>
          <p:cNvSpPr txBox="1">
            <a:spLocks noGrp="1"/>
          </p:cNvSpPr>
          <p:nvPr>
            <p:ph type="body" idx="1"/>
          </p:nvPr>
        </p:nvSpPr>
        <p:spPr>
          <a:xfrm>
            <a:off x="457205" y="1810776"/>
            <a:ext cx="8915400" cy="4132800"/>
          </a:xfrm>
          <a:prstGeom prst="rect">
            <a:avLst/>
          </a:prstGeom>
          <a:noFill/>
          <a:ln>
            <a:noFill/>
          </a:ln>
        </p:spPr>
        <p:txBody>
          <a:bodyPr spcFirstLastPara="1" wrap="square" lIns="0" tIns="0" rIns="0" bIns="0" anchor="t" anchorCtr="0">
            <a:noAutofit/>
          </a:bodyPr>
          <a:lstStyle>
            <a:lvl1pPr marL="457200" marR="0" lvl="0" indent="-228600" algn="l" rtl="0">
              <a:spcBef>
                <a:spcPts val="0"/>
              </a:spcBef>
              <a:spcAft>
                <a:spcPts val="0"/>
              </a:spcAft>
              <a:buClr>
                <a:schemeClr val="dk1"/>
              </a:buClr>
              <a:buSzPts val="2000"/>
              <a:buFont typeface="Roboto"/>
              <a:buNone/>
              <a:defRPr sz="2000" b="0" i="0" u="none" strike="noStrike" cap="none">
                <a:solidFill>
                  <a:schemeClr val="dk1"/>
                </a:solidFill>
                <a:latin typeface="Roboto"/>
                <a:ea typeface="Roboto"/>
                <a:cs typeface="Roboto"/>
                <a:sym typeface="Roboto"/>
              </a:defRPr>
            </a:lvl1pPr>
            <a:lvl2pPr marL="914400" marR="0" lvl="1" indent="-342900" algn="l" rtl="0">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L="1371600" marR="0" lvl="2" indent="-330200" algn="l" rtl="0">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L="1828800" marR="0" lvl="3" indent="-317500" algn="l" rtl="0">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L="2286000" marR="0" lvl="4" indent="-304800" algn="l" rtl="0">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L="2743200" marR="0" lvl="5" indent="-397891"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6pPr>
            <a:lvl7pPr marL="3200400" marR="0" lvl="6" indent="-397891"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7pPr>
            <a:lvl8pPr marL="3657600" marR="0" lvl="7" indent="-397890"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8pPr>
            <a:lvl9pPr marL="4114800" marR="0" lvl="8" indent="-397890" algn="l" rtl="0">
              <a:spcBef>
                <a:spcPts val="533"/>
              </a:spcBef>
              <a:spcAft>
                <a:spcPts val="0"/>
              </a:spcAft>
              <a:buClr>
                <a:schemeClr val="dk1"/>
              </a:buClr>
              <a:buSzPts val="2666"/>
              <a:buFont typeface="Arial"/>
              <a:buChar char="•"/>
              <a:defRPr sz="2666" b="0" i="0" u="none" strike="noStrike" cap="none">
                <a:solidFill>
                  <a:schemeClr val="dk1"/>
                </a:solidFill>
                <a:latin typeface="Poppins Medium"/>
                <a:ea typeface="Poppins Medium"/>
                <a:cs typeface="Poppins Medium"/>
                <a:sym typeface="Poppins Medium"/>
              </a:defRPr>
            </a:lvl9pPr>
          </a:lstStyle>
          <a:p>
            <a:endParaRPr/>
          </a:p>
        </p:txBody>
      </p:sp>
      <p:sp>
        <p:nvSpPr>
          <p:cNvPr id="485" name="Google Shape;485;p88"/>
          <p:cNvSpPr txBox="1">
            <a:spLocks noGrp="1"/>
          </p:cNvSpPr>
          <p:nvPr>
            <p:ph type="sldNum" idx="12"/>
          </p:nvPr>
        </p:nvSpPr>
        <p:spPr>
          <a:xfrm>
            <a:off x="11406192" y="6333134"/>
            <a:ext cx="731400" cy="525000"/>
          </a:xfrm>
          <a:prstGeom prst="rect">
            <a:avLst/>
          </a:prstGeom>
          <a:noFill/>
          <a:ln>
            <a:noFill/>
          </a:ln>
        </p:spPr>
        <p:txBody>
          <a:bodyPr spcFirstLastPara="1" wrap="square" lIns="91425" tIns="91425" rIns="91425" bIns="91425" anchor="t" anchorCtr="0">
            <a:noAutofit/>
          </a:bodyPr>
          <a:lstStyle>
            <a:lvl1pPr lvl="0" algn="r" rtl="0">
              <a:buNone/>
              <a:defRPr sz="1300">
                <a:solidFill>
                  <a:schemeClr val="dk1"/>
                </a:solidFill>
                <a:latin typeface="Roboto"/>
                <a:ea typeface="Roboto"/>
                <a:cs typeface="Roboto"/>
                <a:sym typeface="Roboto"/>
              </a:defRPr>
            </a:lvl1pPr>
            <a:lvl2pPr lvl="1" algn="r" rtl="0">
              <a:buNone/>
              <a:defRPr sz="1300">
                <a:solidFill>
                  <a:schemeClr val="dk1"/>
                </a:solidFill>
                <a:latin typeface="Roboto"/>
                <a:ea typeface="Roboto"/>
                <a:cs typeface="Roboto"/>
                <a:sym typeface="Roboto"/>
              </a:defRPr>
            </a:lvl2pPr>
            <a:lvl3pPr lvl="2" algn="r" rtl="0">
              <a:buNone/>
              <a:defRPr sz="1300">
                <a:solidFill>
                  <a:schemeClr val="dk1"/>
                </a:solidFill>
                <a:latin typeface="Roboto"/>
                <a:ea typeface="Roboto"/>
                <a:cs typeface="Roboto"/>
                <a:sym typeface="Roboto"/>
              </a:defRPr>
            </a:lvl3pPr>
            <a:lvl4pPr lvl="3" algn="r" rtl="0">
              <a:buNone/>
              <a:defRPr sz="1300">
                <a:solidFill>
                  <a:schemeClr val="dk1"/>
                </a:solidFill>
                <a:latin typeface="Roboto"/>
                <a:ea typeface="Roboto"/>
                <a:cs typeface="Roboto"/>
                <a:sym typeface="Roboto"/>
              </a:defRPr>
            </a:lvl4pPr>
            <a:lvl5pPr lvl="4" algn="r" rtl="0">
              <a:buNone/>
              <a:defRPr sz="1300">
                <a:solidFill>
                  <a:schemeClr val="dk1"/>
                </a:solidFill>
                <a:latin typeface="Roboto"/>
                <a:ea typeface="Roboto"/>
                <a:cs typeface="Roboto"/>
                <a:sym typeface="Roboto"/>
              </a:defRPr>
            </a:lvl5pPr>
            <a:lvl6pPr lvl="5" algn="r" rtl="0">
              <a:buNone/>
              <a:defRPr sz="1300">
                <a:solidFill>
                  <a:schemeClr val="dk1"/>
                </a:solidFill>
                <a:latin typeface="Roboto"/>
                <a:ea typeface="Roboto"/>
                <a:cs typeface="Roboto"/>
                <a:sym typeface="Roboto"/>
              </a:defRPr>
            </a:lvl6pPr>
            <a:lvl7pPr lvl="6" algn="r" rtl="0">
              <a:buNone/>
              <a:defRPr sz="1300">
                <a:solidFill>
                  <a:schemeClr val="dk1"/>
                </a:solidFill>
                <a:latin typeface="Roboto"/>
                <a:ea typeface="Roboto"/>
                <a:cs typeface="Roboto"/>
                <a:sym typeface="Roboto"/>
              </a:defRPr>
            </a:lvl7pPr>
            <a:lvl8pPr lvl="7" algn="r" rtl="0">
              <a:buNone/>
              <a:defRPr sz="1300">
                <a:solidFill>
                  <a:schemeClr val="dk1"/>
                </a:solidFill>
                <a:latin typeface="Roboto"/>
                <a:ea typeface="Roboto"/>
                <a:cs typeface="Roboto"/>
                <a:sym typeface="Roboto"/>
              </a:defRPr>
            </a:lvl8pPr>
            <a:lvl9pPr lvl="8" algn="r" rtl="0">
              <a:buNone/>
              <a:defRPr sz="1300">
                <a:solidFill>
                  <a:schemeClr val="dk1"/>
                </a:solidFill>
                <a:latin typeface="Roboto"/>
                <a:ea typeface="Roboto"/>
                <a:cs typeface="Roboto"/>
                <a:sym typeface="Roboto"/>
              </a:defRPr>
            </a:lvl9pPr>
          </a:lstStyle>
          <a:p>
            <a:fld id="{00000000-1234-1234-1234-123412341234}" type="slidenum">
              <a:rPr lang="en" smtClean="0"/>
              <a:pPr/>
              <a:t>‹#›</a:t>
            </a:fld>
            <a:endParaRPr lang="en"/>
          </a:p>
        </p:txBody>
      </p:sp>
    </p:spTree>
  </p:cSld>
  <p:clrMap bg1="lt1" tx1="dk1" bg2="dk2" tx2="lt2" accent1="accent1" accent2="accent2" accent3="accent3" accent4="accent4" accent5="accent5" accent6="accent6" hlink="hlink" folHlink="folHlink"/>
  <p:sldLayoutIdLst>
    <p:sldLayoutId id="2147483734" r:id="rId1"/>
    <p:sldLayoutId id="2147483735" r:id="rId2"/>
    <p:sldLayoutId id="2147483736" r:id="rId3"/>
    <p:sldLayoutId id="2147483738" r:id="rId4"/>
    <p:sldLayoutId id="2147483739" r:id="rId5"/>
    <p:sldLayoutId id="2147483740" r:id="rId6"/>
    <p:sldLayoutId id="2147483741" r:id="rId7"/>
    <p:sldLayoutId id="2147483742" r:id="rId8"/>
    <p:sldLayoutId id="2147483743" r:id="rId9"/>
    <p:sldLayoutId id="2147483744" r:id="rId10"/>
    <p:sldLayoutId id="2147483745" r:id="rId11"/>
    <p:sldLayoutId id="2147483747" r:id="rId12"/>
    <p:sldLayoutId id="2147483748" r:id="rId13"/>
    <p:sldLayoutId id="2147483749" r:id="rId14"/>
    <p:sldLayoutId id="2147483750" r:id="rId15"/>
    <p:sldLayoutId id="2147483751" r:id="rId16"/>
    <p:sldLayoutId id="2147483752" r:id="rId17"/>
    <p:sldLayoutId id="2147483753" r:id="rId18"/>
    <p:sldLayoutId id="2147483754" r:id="rId19"/>
    <p:sldLayoutId id="2147483755" r:id="rId20"/>
    <p:sldLayoutId id="2147483756" r:id="rId21"/>
    <p:sldLayoutId id="2147483757" r:id="rId22"/>
    <p:sldLayoutId id="2147483758" r:id="rId23"/>
    <p:sldLayoutId id="2147483759" r:id="rId24"/>
    <p:sldLayoutId id="2147483760" r:id="rId25"/>
    <p:sldLayoutId id="2147483761" r:id="rId26"/>
    <p:sldLayoutId id="2147483762" r:id="rId27"/>
    <p:sldLayoutId id="2147483763" r:id="rId28"/>
    <p:sldLayoutId id="2147483764" r:id="rId29"/>
    <p:sldLayoutId id="2147483765" r:id="rId30"/>
    <p:sldLayoutId id="2147483766" r:id="rId31"/>
    <p:sldLayoutId id="2147483767" r:id="rId32"/>
    <p:sldLayoutId id="2147483768" r:id="rId33"/>
    <p:sldLayoutId id="2147483769" r:id="rId34"/>
    <p:sldLayoutId id="2147483770" r:id="rId35"/>
    <p:sldLayoutId id="2147483771" r:id="rId36"/>
    <p:sldLayoutId id="2147483772" r:id="rId37"/>
    <p:sldLayoutId id="2147483773" r:id="rId38"/>
    <p:sldLayoutId id="2147483774" r:id="rId39"/>
    <p:sldLayoutId id="2147483775" r:id="rId40"/>
    <p:sldLayoutId id="2147483776" r:id="rId41"/>
    <p:sldLayoutId id="2147483777" r:id="rId42"/>
    <p:sldLayoutId id="2147483778" r:id="rId43"/>
    <p:sldLayoutId id="2147483779" r:id="rId44"/>
    <p:sldLayoutId id="2147483780" r:id="rId45"/>
    <p:sldLayoutId id="2147483781" r:id="rId46"/>
    <p:sldLayoutId id="2147483782" r:id="rId47"/>
    <p:sldLayoutId id="2147483783" r:id="rId48"/>
    <p:sldLayoutId id="2147483784" r:id="rId49"/>
    <p:sldLayoutId id="2147483785" r:id="rId50"/>
    <p:sldLayoutId id="2147483786" r:id="rId51"/>
    <p:sldLayoutId id="2147483787" r:id="rId52"/>
    <p:sldLayoutId id="2147483788" r:id="rId53"/>
    <p:sldLayoutId id="2147483789" r:id="rId54"/>
  </p:sldLayoutIdLst>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userDrawn="1">
          <p15:clr>
            <a:srgbClr val="F26B43"/>
          </p15:clr>
        </p15:guide>
        <p15:guide id="2" pos="3839" userDrawn="1">
          <p15:clr>
            <a:srgbClr val="F26B43"/>
          </p15:clr>
        </p15:guide>
        <p15:guide id="3" pos="287" userDrawn="1">
          <p15:clr>
            <a:srgbClr val="F26B43"/>
          </p15:clr>
        </p15:guide>
        <p15:guide id="4" orient="horz" pos="288" userDrawn="1">
          <p15:clr>
            <a:srgbClr val="F26B43"/>
          </p15:clr>
        </p15:guide>
        <p15:guide id="5" orient="horz" pos="4032" userDrawn="1">
          <p15:clr>
            <a:srgbClr val="F26B43"/>
          </p15:clr>
        </p15:guide>
        <p15:guide id="6" pos="7391" userDrawn="1">
          <p15:clr>
            <a:srgbClr val="F26B43"/>
          </p15:clr>
        </p15:guide>
        <p15:guide id="7" orient="horz" pos="3888" userDrawn="1">
          <p15:clr>
            <a:srgbClr val="F26B43"/>
          </p15:clr>
        </p15:guide>
        <p15:guide id="8" orient="horz" pos="4176" userDrawn="1">
          <p15:clr>
            <a:srgbClr val="F26B43"/>
          </p15:clr>
        </p15:guide>
        <p15:guide id="9" orient="horz" pos="3744"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9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93.xml"/></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93.xml"/></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93.xml"/><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93.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93.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93.xml"/><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93.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9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9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9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9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9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93.xml"/></Relationships>
</file>

<file path=ppt/slides/_rels/slide16.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16.xml"/><Relationship Id="rId1" Type="http://schemas.openxmlformats.org/officeDocument/2006/relationships/slideLayout" Target="../slideLayouts/slideLayout93.xml"/></Relationships>
</file>

<file path=ppt/slides/_rels/slide17.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17.xml"/><Relationship Id="rId1" Type="http://schemas.openxmlformats.org/officeDocument/2006/relationships/slideLayout" Target="../slideLayouts/slideLayout93.xml"/><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93.xml"/></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9.xml"/><Relationship Id="rId1" Type="http://schemas.openxmlformats.org/officeDocument/2006/relationships/slideLayout" Target="../slideLayouts/slideLayout93.xml"/></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0.xml"/><Relationship Id="rId1" Type="http://schemas.openxmlformats.org/officeDocument/2006/relationships/slideLayout" Target="../slideLayouts/slideLayout93.xml"/></Relationships>
</file>

<file path=ppt/slides/_rels/slide2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1.xml"/><Relationship Id="rId1" Type="http://schemas.openxmlformats.org/officeDocument/2006/relationships/slideLayout" Target="../slideLayouts/slideLayout93.xml"/></Relationships>
</file>

<file path=ppt/slides/_rels/slide2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2.xml"/><Relationship Id="rId1" Type="http://schemas.openxmlformats.org/officeDocument/2006/relationships/slideLayout" Target="../slideLayouts/slideLayout9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9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93.xml"/></Relationships>
</file>

<file path=ppt/slides/_rels/slide2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5.xml"/><Relationship Id="rId1" Type="http://schemas.openxmlformats.org/officeDocument/2006/relationships/slideLayout" Target="../slideLayouts/slideLayout9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9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93.xml"/></Relationships>
</file>

<file path=ppt/slides/_rels/slide2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8.xml"/><Relationship Id="rId1" Type="http://schemas.openxmlformats.org/officeDocument/2006/relationships/slideLayout" Target="../slideLayouts/slideLayout9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93.xml"/></Relationships>
</file>

<file path=ppt/slides/_rels/slide3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0.xml"/><Relationship Id="rId1" Type="http://schemas.openxmlformats.org/officeDocument/2006/relationships/slideLayout" Target="../slideLayouts/slideLayout93.xml"/></Relationships>
</file>

<file path=ppt/slides/_rels/slide3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1.xml"/><Relationship Id="rId1" Type="http://schemas.openxmlformats.org/officeDocument/2006/relationships/slideLayout" Target="../slideLayouts/slideLayout93.xml"/></Relationships>
</file>

<file path=ppt/slides/_rels/slide3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2.xml"/><Relationship Id="rId1" Type="http://schemas.openxmlformats.org/officeDocument/2006/relationships/slideLayout" Target="../slideLayouts/slideLayout9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93.xml"/></Relationships>
</file>

<file path=ppt/slides/_rels/slide34.xml.rels><?xml version="1.0" encoding="UTF-8" standalone="yes"?>
<Relationships xmlns="http://schemas.openxmlformats.org/package/2006/relationships"><Relationship Id="rId3" Type="http://schemas.openxmlformats.org/officeDocument/2006/relationships/hyperlink" Target="https://www.iana.org/assignments/service-names-port-numbers/service-names-port-numbers.xhtml" TargetMode="External"/><Relationship Id="rId2" Type="http://schemas.openxmlformats.org/officeDocument/2006/relationships/notesSlide" Target="../notesSlides/notesSlide34.xml"/><Relationship Id="rId1" Type="http://schemas.openxmlformats.org/officeDocument/2006/relationships/slideLayout" Target="../slideLayouts/slideLayout93.xml"/><Relationship Id="rId5" Type="http://schemas.openxmlformats.org/officeDocument/2006/relationships/hyperlink" Target="https://www.rfc-editor.org/rfc/pdfrfc/rfc6335.txt.pdf" TargetMode="External"/><Relationship Id="rId4" Type="http://schemas.openxmlformats.org/officeDocument/2006/relationships/hyperlink" Target="https://www.nist.gov/identity-access-management/nist-special-publication-800-63-digital-identity-guideline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2"/>
        <p:cNvGrpSpPr/>
        <p:nvPr/>
      </p:nvGrpSpPr>
      <p:grpSpPr>
        <a:xfrm>
          <a:off x="0" y="0"/>
          <a:ext cx="0" cy="0"/>
          <a:chOff x="0" y="0"/>
          <a:chExt cx="0" cy="0"/>
        </a:xfrm>
      </p:grpSpPr>
      <p:sp>
        <p:nvSpPr>
          <p:cNvPr id="873" name="Google Shape;873;p146"/>
          <p:cNvSpPr txBox="1">
            <a:spLocks noGrp="1"/>
          </p:cNvSpPr>
          <p:nvPr>
            <p:ph type="title"/>
          </p:nvPr>
        </p:nvSpPr>
        <p:spPr>
          <a:xfrm>
            <a:off x="668910" y="1815384"/>
            <a:ext cx="10851007" cy="3227235"/>
          </a:xfrm>
          <a:prstGeom prst="rect">
            <a:avLst/>
          </a:prstGeom>
          <a:noFill/>
          <a:ln>
            <a:noFill/>
          </a:ln>
        </p:spPr>
        <p:txBody>
          <a:bodyPr spcFirstLastPara="1" wrap="square" lIns="0" tIns="0" rIns="0" bIns="0" anchor="ctr" anchorCtr="0">
            <a:noAutofit/>
          </a:bodyPr>
          <a:lstStyle/>
          <a:p>
            <a:pPr>
              <a:lnSpc>
                <a:spcPct val="100000"/>
              </a:lnSpc>
            </a:pPr>
            <a:r>
              <a:rPr lang="en" sz="5400" dirty="0"/>
              <a:t>Attack Surface Analysis</a:t>
            </a:r>
            <a:br>
              <a:rPr lang="en" sz="5400" dirty="0"/>
            </a:br>
            <a:r>
              <a:rPr lang="en" sz="5400" dirty="0"/>
              <a:t>Model Analysis</a:t>
            </a:r>
            <a:endParaRPr sz="6600" dirty="0"/>
          </a:p>
        </p:txBody>
      </p:sp>
      <p:sp>
        <p:nvSpPr>
          <p:cNvPr id="2" name="Rectangle 1">
            <a:extLst>
              <a:ext uri="{FF2B5EF4-FFF2-40B4-BE49-F238E27FC236}">
                <a16:creationId xmlns:a16="http://schemas.microsoft.com/office/drawing/2014/main" id="{2FB5F0EE-3344-3E43-B412-5327D36C6F8A}"/>
              </a:ext>
            </a:extLst>
          </p:cNvPr>
          <p:cNvSpPr/>
          <p:nvPr/>
        </p:nvSpPr>
        <p:spPr>
          <a:xfrm>
            <a:off x="10741247" y="5270394"/>
            <a:ext cx="963726" cy="461665"/>
          </a:xfrm>
          <a:prstGeom prst="rect">
            <a:avLst/>
          </a:prstGeom>
        </p:spPr>
        <p:txBody>
          <a:bodyPr wrap="none">
            <a:spAutoFit/>
          </a:bodyPr>
          <a:lstStyle/>
          <a:p>
            <a:pPr algn="r"/>
            <a:r>
              <a:rPr lang="en-US" sz="1200" dirty="0">
                <a:solidFill>
                  <a:schemeClr val="accent3">
                    <a:lumMod val="20000"/>
                    <a:lumOff val="80000"/>
                  </a:schemeClr>
                </a:solidFill>
                <a:latin typeface="Roboto" panose="02000000000000000000" pitchFamily="2" charset="0"/>
                <a:ea typeface="Roboto" panose="02000000000000000000" pitchFamily="2" charset="0"/>
              </a:rPr>
              <a:t>version 3</a:t>
            </a:r>
          </a:p>
          <a:p>
            <a:pPr algn="r"/>
            <a:r>
              <a:rPr lang="en-US" sz="1200" dirty="0">
                <a:solidFill>
                  <a:schemeClr val="accent3">
                    <a:lumMod val="20000"/>
                    <a:lumOff val="80000"/>
                  </a:schemeClr>
                </a:solidFill>
                <a:latin typeface="Roboto" panose="02000000000000000000" pitchFamily="2" charset="0"/>
                <a:ea typeface="Roboto" panose="02000000000000000000" pitchFamily="2" charset="0"/>
              </a:rPr>
              <a:t>2025-12-10</a:t>
            </a:r>
          </a:p>
        </p:txBody>
      </p:sp>
      <p:sp>
        <p:nvSpPr>
          <p:cNvPr id="4" name="Rectangle 3">
            <a:extLst>
              <a:ext uri="{FF2B5EF4-FFF2-40B4-BE49-F238E27FC236}">
                <a16:creationId xmlns:a16="http://schemas.microsoft.com/office/drawing/2014/main" id="{74CD8A9C-5CEA-AD48-B075-78C4F71699EB}"/>
              </a:ext>
            </a:extLst>
          </p:cNvPr>
          <p:cNvSpPr/>
          <p:nvPr/>
        </p:nvSpPr>
        <p:spPr>
          <a:xfrm>
            <a:off x="668909" y="5208838"/>
            <a:ext cx="6374149" cy="523220"/>
          </a:xfrm>
          <a:prstGeom prst="rect">
            <a:avLst/>
          </a:prstGeom>
        </p:spPr>
        <p:txBody>
          <a:bodyPr wrap="square">
            <a:spAutoFit/>
          </a:bodyPr>
          <a:lstStyle/>
          <a:p>
            <a:r>
              <a:rPr lang="en-US" dirty="0">
                <a:solidFill>
                  <a:schemeClr val="accent3">
                    <a:lumMod val="20000"/>
                    <a:lumOff val="80000"/>
                  </a:schemeClr>
                </a:solidFill>
                <a:latin typeface="Roboto" panose="02000000000000000000" pitchFamily="2" charset="0"/>
                <a:ea typeface="Roboto" panose="02000000000000000000" pitchFamily="2" charset="0"/>
              </a:rPr>
              <a:t>Charles Wilson</a:t>
            </a:r>
          </a:p>
          <a:p>
            <a:r>
              <a:rPr lang="en-US" dirty="0">
                <a:solidFill>
                  <a:schemeClr val="accent3">
                    <a:lumMod val="20000"/>
                    <a:lumOff val="80000"/>
                  </a:schemeClr>
                </a:solidFill>
                <a:latin typeface="Roboto" panose="02000000000000000000" pitchFamily="2" charset="0"/>
                <a:ea typeface="Roboto" panose="02000000000000000000" pitchFamily="2" charset="0"/>
              </a:rPr>
              <a:t>Staff Product Cybersecurity Architect</a:t>
            </a:r>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98"/>
        <p:cNvGrpSpPr/>
        <p:nvPr/>
      </p:nvGrpSpPr>
      <p:grpSpPr>
        <a:xfrm>
          <a:off x="0" y="0"/>
          <a:ext cx="0" cy="0"/>
          <a:chOff x="0" y="0"/>
          <a:chExt cx="0" cy="0"/>
        </a:xfrm>
      </p:grpSpPr>
      <p:sp>
        <p:nvSpPr>
          <p:cNvPr id="1199" name="Google Shape;1199;p156"/>
          <p:cNvSpPr txBox="1">
            <a:spLocks noGrp="1"/>
          </p:cNvSpPr>
          <p:nvPr>
            <p:ph type="title"/>
          </p:nvPr>
        </p:nvSpPr>
        <p:spPr>
          <a:xfrm>
            <a:off x="455617" y="460684"/>
            <a:ext cx="11277833" cy="524399"/>
          </a:xfrm>
          <a:prstGeom prst="rect">
            <a:avLst/>
          </a:prstGeom>
        </p:spPr>
        <p:txBody>
          <a:bodyPr spcFirstLastPara="1" wrap="square" lIns="0" tIns="0" rIns="0" bIns="0" anchor="ctr" anchorCtr="0">
            <a:noAutofit/>
          </a:bodyPr>
          <a:lstStyle/>
          <a:p>
            <a:pPr>
              <a:lnSpc>
                <a:spcPct val="100000"/>
              </a:lnSpc>
            </a:pPr>
            <a:r>
              <a:rPr lang="en" dirty="0"/>
              <a:t>Training Path</a:t>
            </a:r>
            <a:endParaRPr dirty="0"/>
          </a:p>
        </p:txBody>
      </p:sp>
      <p:pic>
        <p:nvPicPr>
          <p:cNvPr id="7" name="Picture 6">
            <a:extLst>
              <a:ext uri="{FF2B5EF4-FFF2-40B4-BE49-F238E27FC236}">
                <a16:creationId xmlns:a16="http://schemas.microsoft.com/office/drawing/2014/main" id="{C52B1944-9D2E-B660-DF63-98B36A597D37}"/>
              </a:ext>
            </a:extLst>
          </p:cNvPr>
          <p:cNvPicPr>
            <a:picLocks noChangeAspect="1"/>
          </p:cNvPicPr>
          <p:nvPr/>
        </p:nvPicPr>
        <p:blipFill>
          <a:blip r:embed="rId3"/>
          <a:stretch>
            <a:fillRect/>
          </a:stretch>
        </p:blipFill>
        <p:spPr>
          <a:xfrm>
            <a:off x="741952" y="326959"/>
            <a:ext cx="10704920" cy="6204081"/>
          </a:xfrm>
          <a:prstGeom prst="rect">
            <a:avLst/>
          </a:prstGeom>
          <a:effectLst/>
        </p:spPr>
      </p:pic>
    </p:spTree>
    <p:extLst>
      <p:ext uri="{BB962C8B-B14F-4D97-AF65-F5344CB8AC3E}">
        <p14:creationId xmlns:p14="http://schemas.microsoft.com/office/powerpoint/2010/main" val="27776780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C325CF8B-3AEB-C8FB-3B39-B59C981CF1F6}"/>
            </a:ext>
          </a:extLst>
        </p:cNvPr>
        <p:cNvGrpSpPr/>
        <p:nvPr/>
      </p:nvGrpSpPr>
      <p:grpSpPr>
        <a:xfrm>
          <a:off x="0" y="0"/>
          <a:ext cx="0" cy="0"/>
          <a:chOff x="0" y="0"/>
          <a:chExt cx="0" cy="0"/>
        </a:xfrm>
      </p:grpSpPr>
      <p:sp>
        <p:nvSpPr>
          <p:cNvPr id="7" name="Google Shape;873;p146">
            <a:extLst>
              <a:ext uri="{FF2B5EF4-FFF2-40B4-BE49-F238E27FC236}">
                <a16:creationId xmlns:a16="http://schemas.microsoft.com/office/drawing/2014/main" id="{FEF81D3F-911E-5203-7C36-A9224AF4232C}"/>
              </a:ext>
            </a:extLst>
          </p:cNvPr>
          <p:cNvSpPr txBox="1">
            <a:spLocks noGrp="1"/>
          </p:cNvSpPr>
          <p:nvPr>
            <p:ph type="title"/>
          </p:nvPr>
        </p:nvSpPr>
        <p:spPr>
          <a:xfrm>
            <a:off x="0" y="0"/>
            <a:ext cx="12188825" cy="6858000"/>
          </a:xfrm>
          <a:prstGeom prst="rect">
            <a:avLst/>
          </a:prstGeom>
          <a:gradFill>
            <a:gsLst>
              <a:gs pos="99000">
                <a:schemeClr val="accent3">
                  <a:lumMod val="60000"/>
                  <a:lumOff val="40000"/>
                </a:schemeClr>
              </a:gs>
              <a:gs pos="0">
                <a:srgbClr val="7030A0"/>
              </a:gs>
            </a:gsLst>
            <a:lin ang="2700000" scaled="0"/>
          </a:gradFill>
          <a:ln>
            <a:noFill/>
          </a:ln>
        </p:spPr>
        <p:txBody>
          <a:bodyPr spcFirstLastPara="1" wrap="square" lIns="0" tIns="0" rIns="0" bIns="0" anchor="ctr" anchorCtr="0">
            <a:noAutofit/>
          </a:bodyPr>
          <a:lstStyle/>
          <a:p>
            <a:pPr algn="ctr">
              <a:lnSpc>
                <a:spcPct val="100000"/>
              </a:lnSpc>
            </a:pPr>
            <a:r>
              <a:rPr lang="en" sz="5400" dirty="0"/>
              <a:t>Introduction</a:t>
            </a:r>
            <a:endParaRPr sz="6600" dirty="0"/>
          </a:p>
        </p:txBody>
      </p:sp>
    </p:spTree>
    <p:extLst>
      <p:ext uri="{BB962C8B-B14F-4D97-AF65-F5344CB8AC3E}">
        <p14:creationId xmlns:p14="http://schemas.microsoft.com/office/powerpoint/2010/main" val="9257738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98"/>
        <p:cNvGrpSpPr/>
        <p:nvPr/>
      </p:nvGrpSpPr>
      <p:grpSpPr>
        <a:xfrm>
          <a:off x="0" y="0"/>
          <a:ext cx="0" cy="0"/>
          <a:chOff x="0" y="0"/>
          <a:chExt cx="0" cy="0"/>
        </a:xfrm>
      </p:grpSpPr>
      <p:pic>
        <p:nvPicPr>
          <p:cNvPr id="6" name="Picture 5">
            <a:extLst>
              <a:ext uri="{FF2B5EF4-FFF2-40B4-BE49-F238E27FC236}">
                <a16:creationId xmlns:a16="http://schemas.microsoft.com/office/drawing/2014/main" id="{15679D12-CD1A-C644-264B-34DB9F50D43F}"/>
              </a:ext>
            </a:extLst>
          </p:cNvPr>
          <p:cNvPicPr>
            <a:picLocks noChangeAspect="1"/>
          </p:cNvPicPr>
          <p:nvPr/>
        </p:nvPicPr>
        <p:blipFill>
          <a:blip r:embed="rId3"/>
          <a:stretch>
            <a:fillRect/>
          </a:stretch>
        </p:blipFill>
        <p:spPr>
          <a:xfrm>
            <a:off x="472680" y="1151166"/>
            <a:ext cx="11290926" cy="5246149"/>
          </a:xfrm>
          <a:prstGeom prst="rect">
            <a:avLst/>
          </a:prstGeom>
        </p:spPr>
      </p:pic>
      <p:sp>
        <p:nvSpPr>
          <p:cNvPr id="1199" name="Google Shape;1199;p156"/>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 dirty="0"/>
              <a:t>Attack Surface Analysis Process</a:t>
            </a:r>
            <a:endParaRPr dirty="0"/>
          </a:p>
        </p:txBody>
      </p:sp>
    </p:spTree>
    <p:extLst>
      <p:ext uri="{BB962C8B-B14F-4D97-AF65-F5344CB8AC3E}">
        <p14:creationId xmlns:p14="http://schemas.microsoft.com/office/powerpoint/2010/main" val="38767556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CBA34D0C-AF91-22FE-4CFA-4FE70EF0C708}"/>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FFAC7C57-A66C-9346-50EE-25F7F060D97A}"/>
              </a:ext>
            </a:extLst>
          </p:cNvPr>
          <p:cNvPicPr>
            <a:picLocks noChangeAspect="1"/>
          </p:cNvPicPr>
          <p:nvPr/>
        </p:nvPicPr>
        <p:blipFill>
          <a:blip r:embed="rId3"/>
          <a:srcRect/>
          <a:stretch/>
        </p:blipFill>
        <p:spPr>
          <a:xfrm>
            <a:off x="3642465" y="1151166"/>
            <a:ext cx="3965592" cy="5246149"/>
          </a:xfrm>
          <a:prstGeom prst="rect">
            <a:avLst/>
          </a:prstGeom>
        </p:spPr>
      </p:pic>
      <p:pic>
        <p:nvPicPr>
          <p:cNvPr id="6" name="Picture 5">
            <a:extLst>
              <a:ext uri="{FF2B5EF4-FFF2-40B4-BE49-F238E27FC236}">
                <a16:creationId xmlns:a16="http://schemas.microsoft.com/office/drawing/2014/main" id="{8990CF32-7CB1-7C36-17A7-1B6029DE06A2}"/>
              </a:ext>
            </a:extLst>
          </p:cNvPr>
          <p:cNvPicPr>
            <a:picLocks noChangeAspect="1"/>
          </p:cNvPicPr>
          <p:nvPr/>
        </p:nvPicPr>
        <p:blipFill>
          <a:blip r:embed="rId4">
            <a:alphaModFix amt="10000"/>
          </a:blip>
          <a:stretch>
            <a:fillRect/>
          </a:stretch>
        </p:blipFill>
        <p:spPr>
          <a:xfrm>
            <a:off x="472680" y="1151166"/>
            <a:ext cx="11290926" cy="5246149"/>
          </a:xfrm>
          <a:prstGeom prst="rect">
            <a:avLst/>
          </a:prstGeom>
        </p:spPr>
      </p:pic>
      <p:sp>
        <p:nvSpPr>
          <p:cNvPr id="1199" name="Google Shape;1199;p156">
            <a:extLst>
              <a:ext uri="{FF2B5EF4-FFF2-40B4-BE49-F238E27FC236}">
                <a16:creationId xmlns:a16="http://schemas.microsoft.com/office/drawing/2014/main" id="{D83BE4D5-305E-9832-CFCE-126730920AF3}"/>
              </a:ext>
            </a:extLst>
          </p:cNvPr>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 dirty="0"/>
              <a:t>Attack Surface Analysis Process</a:t>
            </a:r>
            <a:endParaRPr dirty="0"/>
          </a:p>
        </p:txBody>
      </p:sp>
    </p:spTree>
    <p:extLst>
      <p:ext uri="{BB962C8B-B14F-4D97-AF65-F5344CB8AC3E}">
        <p14:creationId xmlns:p14="http://schemas.microsoft.com/office/powerpoint/2010/main" val="41038278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0FAA94BC-298C-18D6-2BB8-65F2D81FA8EC}"/>
            </a:ext>
          </a:extLst>
        </p:cNvPr>
        <p:cNvGrpSpPr/>
        <p:nvPr/>
      </p:nvGrpSpPr>
      <p:grpSpPr>
        <a:xfrm>
          <a:off x="0" y="0"/>
          <a:ext cx="0" cy="0"/>
          <a:chOff x="0" y="0"/>
          <a:chExt cx="0" cy="0"/>
        </a:xfrm>
      </p:grpSpPr>
      <p:sp>
        <p:nvSpPr>
          <p:cNvPr id="1199" name="Google Shape;1199;p156">
            <a:extLst>
              <a:ext uri="{FF2B5EF4-FFF2-40B4-BE49-F238E27FC236}">
                <a16:creationId xmlns:a16="http://schemas.microsoft.com/office/drawing/2014/main" id="{DE102DF6-AAEB-1416-465B-EF11C55A3070}"/>
              </a:ext>
            </a:extLst>
          </p:cNvPr>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US" dirty="0"/>
              <a:t>Analysis Activity</a:t>
            </a:r>
            <a:endParaRPr dirty="0"/>
          </a:p>
        </p:txBody>
      </p:sp>
      <p:pic>
        <p:nvPicPr>
          <p:cNvPr id="2" name="Picture 1">
            <a:extLst>
              <a:ext uri="{FF2B5EF4-FFF2-40B4-BE49-F238E27FC236}">
                <a16:creationId xmlns:a16="http://schemas.microsoft.com/office/drawing/2014/main" id="{69EFF061-6E59-8954-D831-2541AEDE940A}"/>
              </a:ext>
            </a:extLst>
          </p:cNvPr>
          <p:cNvPicPr>
            <a:picLocks noChangeAspect="1"/>
          </p:cNvPicPr>
          <p:nvPr/>
        </p:nvPicPr>
        <p:blipFill>
          <a:blip r:embed="rId3"/>
          <a:srcRect/>
          <a:stretch/>
        </p:blipFill>
        <p:spPr>
          <a:xfrm>
            <a:off x="4087189" y="1151166"/>
            <a:ext cx="4014444" cy="5310776"/>
          </a:xfrm>
          <a:prstGeom prst="rect">
            <a:avLst/>
          </a:prstGeom>
        </p:spPr>
      </p:pic>
    </p:spTree>
    <p:extLst>
      <p:ext uri="{BB962C8B-B14F-4D97-AF65-F5344CB8AC3E}">
        <p14:creationId xmlns:p14="http://schemas.microsoft.com/office/powerpoint/2010/main" val="15585822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98"/>
        <p:cNvGrpSpPr/>
        <p:nvPr/>
      </p:nvGrpSpPr>
      <p:grpSpPr>
        <a:xfrm>
          <a:off x="0" y="0"/>
          <a:ext cx="0" cy="0"/>
          <a:chOff x="0" y="0"/>
          <a:chExt cx="0" cy="0"/>
        </a:xfrm>
      </p:grpSpPr>
      <p:sp>
        <p:nvSpPr>
          <p:cNvPr id="1199" name="Google Shape;1199;p156"/>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 dirty="0"/>
              <a:t>Entities of Interest</a:t>
            </a:r>
            <a:endParaRPr dirty="0"/>
          </a:p>
        </p:txBody>
      </p:sp>
      <p:sp>
        <p:nvSpPr>
          <p:cNvPr id="5" name="TextBox 4">
            <a:extLst>
              <a:ext uri="{FF2B5EF4-FFF2-40B4-BE49-F238E27FC236}">
                <a16:creationId xmlns:a16="http://schemas.microsoft.com/office/drawing/2014/main" id="{B1FDEB7F-3C06-4363-CDF2-1D0151C23007}"/>
              </a:ext>
            </a:extLst>
          </p:cNvPr>
          <p:cNvSpPr txBox="1"/>
          <p:nvPr/>
        </p:nvSpPr>
        <p:spPr>
          <a:xfrm>
            <a:off x="455618" y="1259754"/>
            <a:ext cx="2102179" cy="1692771"/>
          </a:xfrm>
          <a:prstGeom prst="rect">
            <a:avLst/>
          </a:prstGeom>
          <a:noFill/>
        </p:spPr>
        <p:txBody>
          <a:bodyPr wrap="none" rtlCol="0">
            <a:spAutoFit/>
          </a:bodyPr>
          <a:lstStyle/>
          <a:p>
            <a:pPr marL="236538" indent="-236538">
              <a:spcAft>
                <a:spcPts val="1200"/>
              </a:spcAft>
              <a:buFont typeface="Arial" panose="020B0604020202020204" pitchFamily="34" charset="0"/>
              <a:buChar char="•"/>
            </a:pPr>
            <a:r>
              <a:rPr lang="en-US" sz="2800" dirty="0">
                <a:solidFill>
                  <a:schemeClr val="tx1"/>
                </a:solidFill>
              </a:rPr>
              <a:t>Ports</a:t>
            </a:r>
          </a:p>
          <a:p>
            <a:pPr marL="236538" indent="-236538">
              <a:spcAft>
                <a:spcPts val="1200"/>
              </a:spcAft>
              <a:buFont typeface="Arial" panose="020B0604020202020204" pitchFamily="34" charset="0"/>
              <a:buChar char="•"/>
            </a:pPr>
            <a:r>
              <a:rPr lang="en-US" sz="2800" dirty="0">
                <a:solidFill>
                  <a:schemeClr val="tx1"/>
                </a:solidFill>
              </a:rPr>
              <a:t>Protocols</a:t>
            </a:r>
          </a:p>
          <a:p>
            <a:pPr marL="236538" indent="-236538">
              <a:spcAft>
                <a:spcPts val="1200"/>
              </a:spcAft>
              <a:buFont typeface="Arial" panose="020B0604020202020204" pitchFamily="34" charset="0"/>
              <a:buChar char="•"/>
            </a:pPr>
            <a:r>
              <a:rPr lang="en-US" sz="2800" dirty="0">
                <a:solidFill>
                  <a:schemeClr val="tx1"/>
                </a:solidFill>
              </a:rPr>
              <a:t>Processes</a:t>
            </a:r>
          </a:p>
        </p:txBody>
      </p:sp>
      <p:pic>
        <p:nvPicPr>
          <p:cNvPr id="4" name="Picture 3" descr="A white background with black text&#10;&#10;AI-generated content may be incorrect.">
            <a:extLst>
              <a:ext uri="{FF2B5EF4-FFF2-40B4-BE49-F238E27FC236}">
                <a16:creationId xmlns:a16="http://schemas.microsoft.com/office/drawing/2014/main" id="{F5C09839-A18F-AA1F-30E4-2FB891322408}"/>
              </a:ext>
            </a:extLst>
          </p:cNvPr>
          <p:cNvPicPr>
            <a:picLocks noChangeAspect="1"/>
          </p:cNvPicPr>
          <p:nvPr/>
        </p:nvPicPr>
        <p:blipFill>
          <a:blip r:embed="rId3"/>
          <a:stretch>
            <a:fillRect/>
          </a:stretch>
        </p:blipFill>
        <p:spPr>
          <a:xfrm>
            <a:off x="2971799" y="1611391"/>
            <a:ext cx="5943601" cy="4164967"/>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29816948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8A5CA4D9-4399-4C61-0657-684F52F74E8F}"/>
            </a:ext>
          </a:extLst>
        </p:cNvPr>
        <p:cNvGrpSpPr/>
        <p:nvPr/>
      </p:nvGrpSpPr>
      <p:grpSpPr>
        <a:xfrm>
          <a:off x="0" y="0"/>
          <a:ext cx="0" cy="0"/>
          <a:chOff x="0" y="0"/>
          <a:chExt cx="0" cy="0"/>
        </a:xfrm>
      </p:grpSpPr>
      <p:pic>
        <p:nvPicPr>
          <p:cNvPr id="2" name="Picture 1" descr="A white background with black text&#10;&#10;AI-generated content may be incorrect.">
            <a:extLst>
              <a:ext uri="{FF2B5EF4-FFF2-40B4-BE49-F238E27FC236}">
                <a16:creationId xmlns:a16="http://schemas.microsoft.com/office/drawing/2014/main" id="{2611BCBE-51EB-3CC7-C3B3-B634807FEFAA}"/>
              </a:ext>
            </a:extLst>
          </p:cNvPr>
          <p:cNvPicPr>
            <a:picLocks noChangeAspect="1"/>
          </p:cNvPicPr>
          <p:nvPr/>
        </p:nvPicPr>
        <p:blipFill>
          <a:blip r:embed="rId3"/>
          <a:stretch>
            <a:fillRect/>
          </a:stretch>
        </p:blipFill>
        <p:spPr>
          <a:xfrm>
            <a:off x="2971799" y="1611391"/>
            <a:ext cx="5943601" cy="4164967"/>
          </a:xfrm>
          <a:prstGeom prst="rect">
            <a:avLst/>
          </a:prstGeom>
          <a:effectLst>
            <a:outerShdw blurRad="50800" dist="38100" dir="2700000" algn="tl" rotWithShape="0">
              <a:prstClr val="black">
                <a:alpha val="40000"/>
              </a:prstClr>
            </a:outerShdw>
          </a:effectLst>
        </p:spPr>
      </p:pic>
      <p:pic>
        <p:nvPicPr>
          <p:cNvPr id="9" name="Picture 8" descr="A screenshot of a computer program&#10;&#10;AI-generated content may be incorrect.">
            <a:extLst>
              <a:ext uri="{FF2B5EF4-FFF2-40B4-BE49-F238E27FC236}">
                <a16:creationId xmlns:a16="http://schemas.microsoft.com/office/drawing/2014/main" id="{422538BD-780F-CCC4-77E8-B8705D1D534B}"/>
              </a:ext>
            </a:extLst>
          </p:cNvPr>
          <p:cNvPicPr>
            <a:picLocks noChangeAspect="1"/>
          </p:cNvPicPr>
          <p:nvPr/>
        </p:nvPicPr>
        <p:blipFill>
          <a:blip r:embed="rId4"/>
          <a:stretch>
            <a:fillRect/>
          </a:stretch>
        </p:blipFill>
        <p:spPr>
          <a:xfrm>
            <a:off x="3707000" y="2065868"/>
            <a:ext cx="8020171" cy="3276262"/>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787163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98"/>
        <p:cNvGrpSpPr/>
        <p:nvPr/>
      </p:nvGrpSpPr>
      <p:grpSpPr>
        <a:xfrm>
          <a:off x="0" y="0"/>
          <a:ext cx="0" cy="0"/>
          <a:chOff x="0" y="0"/>
          <a:chExt cx="0" cy="0"/>
        </a:xfrm>
      </p:grpSpPr>
      <p:pic>
        <p:nvPicPr>
          <p:cNvPr id="7" name="Picture 6">
            <a:extLst>
              <a:ext uri="{FF2B5EF4-FFF2-40B4-BE49-F238E27FC236}">
                <a16:creationId xmlns:a16="http://schemas.microsoft.com/office/drawing/2014/main" id="{ADF299BA-E5AB-216D-11DB-AD712BAF5E3F}"/>
              </a:ext>
            </a:extLst>
          </p:cNvPr>
          <p:cNvPicPr>
            <a:picLocks noChangeAspect="1"/>
          </p:cNvPicPr>
          <p:nvPr/>
        </p:nvPicPr>
        <p:blipFill>
          <a:blip r:embed="rId3"/>
          <a:stretch>
            <a:fillRect/>
          </a:stretch>
        </p:blipFill>
        <p:spPr>
          <a:xfrm>
            <a:off x="2680175" y="1096597"/>
            <a:ext cx="6828473" cy="5487804"/>
          </a:xfrm>
          <a:prstGeom prst="rect">
            <a:avLst/>
          </a:prstGeom>
        </p:spPr>
      </p:pic>
      <p:sp>
        <p:nvSpPr>
          <p:cNvPr id="1199" name="Google Shape;1199;p156"/>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 dirty="0"/>
              <a:t>Block View</a:t>
            </a:r>
            <a:endParaRPr dirty="0"/>
          </a:p>
        </p:txBody>
      </p:sp>
    </p:spTree>
    <p:extLst>
      <p:ext uri="{BB962C8B-B14F-4D97-AF65-F5344CB8AC3E}">
        <p14:creationId xmlns:p14="http://schemas.microsoft.com/office/powerpoint/2010/main" val="42902549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74B79F02-37AE-86F0-1CB0-A6490A93581F}"/>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26020D0A-2311-47E9-152D-C3800E2A7AC2}"/>
              </a:ext>
            </a:extLst>
          </p:cNvPr>
          <p:cNvPicPr>
            <a:picLocks noChangeAspect="1"/>
          </p:cNvPicPr>
          <p:nvPr/>
        </p:nvPicPr>
        <p:blipFill>
          <a:blip r:embed="rId3"/>
          <a:srcRect/>
          <a:stretch/>
        </p:blipFill>
        <p:spPr>
          <a:xfrm>
            <a:off x="2680175" y="1096596"/>
            <a:ext cx="6828471" cy="5487802"/>
          </a:xfrm>
          <a:prstGeom prst="rect">
            <a:avLst/>
          </a:prstGeom>
        </p:spPr>
      </p:pic>
      <p:sp>
        <p:nvSpPr>
          <p:cNvPr id="1199" name="Google Shape;1199;p156">
            <a:extLst>
              <a:ext uri="{FF2B5EF4-FFF2-40B4-BE49-F238E27FC236}">
                <a16:creationId xmlns:a16="http://schemas.microsoft.com/office/drawing/2014/main" id="{E7E8F70D-87AE-BCDC-B318-88E9830BDA34}"/>
              </a:ext>
            </a:extLst>
          </p:cNvPr>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 dirty="0"/>
              <a:t>Entities</a:t>
            </a:r>
            <a:endParaRPr dirty="0"/>
          </a:p>
        </p:txBody>
      </p:sp>
    </p:spTree>
    <p:extLst>
      <p:ext uri="{BB962C8B-B14F-4D97-AF65-F5344CB8AC3E}">
        <p14:creationId xmlns:p14="http://schemas.microsoft.com/office/powerpoint/2010/main" val="12543288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1CE16632-1C39-0DC1-D9F8-0DE9EDB81312}"/>
            </a:ext>
          </a:extLst>
        </p:cNvPr>
        <p:cNvGrpSpPr/>
        <p:nvPr/>
      </p:nvGrpSpPr>
      <p:grpSpPr>
        <a:xfrm>
          <a:off x="0" y="0"/>
          <a:ext cx="0" cy="0"/>
          <a:chOff x="0" y="0"/>
          <a:chExt cx="0" cy="0"/>
        </a:xfrm>
      </p:grpSpPr>
      <p:sp>
        <p:nvSpPr>
          <p:cNvPr id="7" name="Google Shape;873;p146">
            <a:extLst>
              <a:ext uri="{FF2B5EF4-FFF2-40B4-BE49-F238E27FC236}">
                <a16:creationId xmlns:a16="http://schemas.microsoft.com/office/drawing/2014/main" id="{1DCDC6A0-9D6B-4CEF-EBEC-C10E50A6ACCF}"/>
              </a:ext>
            </a:extLst>
          </p:cNvPr>
          <p:cNvSpPr txBox="1">
            <a:spLocks noGrp="1"/>
          </p:cNvSpPr>
          <p:nvPr>
            <p:ph type="title"/>
          </p:nvPr>
        </p:nvSpPr>
        <p:spPr>
          <a:xfrm>
            <a:off x="0" y="0"/>
            <a:ext cx="12188825" cy="6858000"/>
          </a:xfrm>
          <a:prstGeom prst="rect">
            <a:avLst/>
          </a:prstGeom>
          <a:gradFill>
            <a:gsLst>
              <a:gs pos="99000">
                <a:schemeClr val="accent3">
                  <a:lumMod val="60000"/>
                  <a:lumOff val="40000"/>
                </a:schemeClr>
              </a:gs>
              <a:gs pos="0">
                <a:srgbClr val="7030A0"/>
              </a:gs>
            </a:gsLst>
            <a:lin ang="2700000" scaled="0"/>
          </a:gradFill>
          <a:ln>
            <a:noFill/>
          </a:ln>
        </p:spPr>
        <p:txBody>
          <a:bodyPr spcFirstLastPara="1" wrap="square" lIns="0" tIns="0" rIns="0" bIns="0" anchor="ctr" anchorCtr="0">
            <a:noAutofit/>
          </a:bodyPr>
          <a:lstStyle/>
          <a:p>
            <a:pPr algn="ctr">
              <a:lnSpc>
                <a:spcPct val="100000"/>
              </a:lnSpc>
            </a:pPr>
            <a:r>
              <a:rPr lang="en" sz="5400" dirty="0"/>
              <a:t>Analysis</a:t>
            </a:r>
            <a:endParaRPr sz="6600" dirty="0"/>
          </a:p>
        </p:txBody>
      </p:sp>
    </p:spTree>
    <p:extLst>
      <p:ext uri="{BB962C8B-B14F-4D97-AF65-F5344CB8AC3E}">
        <p14:creationId xmlns:p14="http://schemas.microsoft.com/office/powerpoint/2010/main" val="1253984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82B7C587-BFBB-8A96-C331-0BC775193DEF}"/>
            </a:ext>
          </a:extLst>
        </p:cNvPr>
        <p:cNvGrpSpPr/>
        <p:nvPr/>
      </p:nvGrpSpPr>
      <p:grpSpPr>
        <a:xfrm>
          <a:off x="0" y="0"/>
          <a:ext cx="0" cy="0"/>
          <a:chOff x="0" y="0"/>
          <a:chExt cx="0" cy="0"/>
        </a:xfrm>
      </p:grpSpPr>
      <p:sp>
        <p:nvSpPr>
          <p:cNvPr id="1199" name="Google Shape;1199;p156">
            <a:extLst>
              <a:ext uri="{FF2B5EF4-FFF2-40B4-BE49-F238E27FC236}">
                <a16:creationId xmlns:a16="http://schemas.microsoft.com/office/drawing/2014/main" id="{A1386810-ABBC-3477-45B3-DA022BDCFEF1}"/>
              </a:ext>
            </a:extLst>
          </p:cNvPr>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 dirty="0"/>
              <a:t>Physical Port Questions</a:t>
            </a:r>
            <a:endParaRPr dirty="0"/>
          </a:p>
        </p:txBody>
      </p:sp>
      <p:sp>
        <p:nvSpPr>
          <p:cNvPr id="2" name="TextBox 1">
            <a:extLst>
              <a:ext uri="{FF2B5EF4-FFF2-40B4-BE49-F238E27FC236}">
                <a16:creationId xmlns:a16="http://schemas.microsoft.com/office/drawing/2014/main" id="{AE600AC0-A2CB-22B2-D28C-0D39F85BBCFE}"/>
              </a:ext>
            </a:extLst>
          </p:cNvPr>
          <p:cNvSpPr txBox="1"/>
          <p:nvPr/>
        </p:nvSpPr>
        <p:spPr>
          <a:xfrm>
            <a:off x="455618" y="1195892"/>
            <a:ext cx="9998571" cy="3447098"/>
          </a:xfrm>
          <a:prstGeom prst="rect">
            <a:avLst/>
          </a:prstGeom>
          <a:noFill/>
        </p:spPr>
        <p:txBody>
          <a:bodyPr wrap="none" rtlCol="0">
            <a:spAutoFit/>
          </a:bodyPr>
          <a:lstStyle/>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Is the port used?</a:t>
            </a:r>
          </a:p>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Is the port required for the core functionality of the element?</a:t>
            </a:r>
          </a:p>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Is the port only required during development?</a:t>
            </a:r>
          </a:p>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Is the port only required for diagnostics?</a:t>
            </a:r>
          </a:p>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Is the port only required for deployment?</a:t>
            </a:r>
          </a:p>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Is the port removable?</a:t>
            </a:r>
          </a:p>
        </p:txBody>
      </p:sp>
    </p:spTree>
    <p:extLst>
      <p:ext uri="{BB962C8B-B14F-4D97-AF65-F5344CB8AC3E}">
        <p14:creationId xmlns:p14="http://schemas.microsoft.com/office/powerpoint/2010/main" val="417047793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68DC2DAD-F8DE-569A-0EF6-A67DEABD44BC}"/>
            </a:ext>
          </a:extLst>
        </p:cNvPr>
        <p:cNvGrpSpPr/>
        <p:nvPr/>
      </p:nvGrpSpPr>
      <p:grpSpPr>
        <a:xfrm>
          <a:off x="0" y="0"/>
          <a:ext cx="0" cy="0"/>
          <a:chOff x="0" y="0"/>
          <a:chExt cx="0" cy="0"/>
        </a:xfrm>
      </p:grpSpPr>
      <p:sp>
        <p:nvSpPr>
          <p:cNvPr id="1199" name="Google Shape;1199;p156">
            <a:extLst>
              <a:ext uri="{FF2B5EF4-FFF2-40B4-BE49-F238E27FC236}">
                <a16:creationId xmlns:a16="http://schemas.microsoft.com/office/drawing/2014/main" id="{9CB27575-6662-100D-348B-9FD4E529929F}"/>
              </a:ext>
            </a:extLst>
          </p:cNvPr>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 dirty="0"/>
              <a:t>Logical Port / Protocol Questions</a:t>
            </a:r>
            <a:endParaRPr dirty="0"/>
          </a:p>
        </p:txBody>
      </p:sp>
      <p:sp>
        <p:nvSpPr>
          <p:cNvPr id="2" name="TextBox 1">
            <a:extLst>
              <a:ext uri="{FF2B5EF4-FFF2-40B4-BE49-F238E27FC236}">
                <a16:creationId xmlns:a16="http://schemas.microsoft.com/office/drawing/2014/main" id="{B04E69A8-B65D-8016-816D-E9EF478A91F1}"/>
              </a:ext>
            </a:extLst>
          </p:cNvPr>
          <p:cNvSpPr txBox="1"/>
          <p:nvPr/>
        </p:nvSpPr>
        <p:spPr>
          <a:xfrm>
            <a:off x="455618" y="1195892"/>
            <a:ext cx="10468250" cy="5201424"/>
          </a:xfrm>
          <a:prstGeom prst="rect">
            <a:avLst/>
          </a:prstGeom>
          <a:noFill/>
        </p:spPr>
        <p:txBody>
          <a:bodyPr wrap="none" rtlCol="0">
            <a:spAutoFit/>
          </a:bodyPr>
          <a:lstStyle/>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Is the port used?</a:t>
            </a:r>
          </a:p>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Is the port number appropriate?</a:t>
            </a:r>
          </a:p>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Is the port required for the core functionality of the element?</a:t>
            </a:r>
          </a:p>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Is the port only required during development?</a:t>
            </a:r>
          </a:p>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Is the port only required for diagnostics?</a:t>
            </a:r>
          </a:p>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Is the port only required for deployment?</a:t>
            </a:r>
          </a:p>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Is the port owned by a single process?</a:t>
            </a:r>
          </a:p>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Is the port only open for the duration required by the operation?</a:t>
            </a:r>
          </a:p>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Does the port’s protocol require non-trivial authentication?</a:t>
            </a:r>
          </a:p>
        </p:txBody>
      </p:sp>
    </p:spTree>
    <p:extLst>
      <p:ext uri="{BB962C8B-B14F-4D97-AF65-F5344CB8AC3E}">
        <p14:creationId xmlns:p14="http://schemas.microsoft.com/office/powerpoint/2010/main" val="2650569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DF674AEC-6D3F-7F82-4DEB-38B16F2275BE}"/>
            </a:ext>
          </a:extLst>
        </p:cNvPr>
        <p:cNvGrpSpPr/>
        <p:nvPr/>
      </p:nvGrpSpPr>
      <p:grpSpPr>
        <a:xfrm>
          <a:off x="0" y="0"/>
          <a:ext cx="0" cy="0"/>
          <a:chOff x="0" y="0"/>
          <a:chExt cx="0" cy="0"/>
        </a:xfrm>
      </p:grpSpPr>
      <p:sp>
        <p:nvSpPr>
          <p:cNvPr id="1199" name="Google Shape;1199;p156">
            <a:extLst>
              <a:ext uri="{FF2B5EF4-FFF2-40B4-BE49-F238E27FC236}">
                <a16:creationId xmlns:a16="http://schemas.microsoft.com/office/drawing/2014/main" id="{C05B048A-5B3A-5E64-EC7C-6A912FE51052}"/>
              </a:ext>
            </a:extLst>
          </p:cNvPr>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 dirty="0"/>
              <a:t>Process Questions</a:t>
            </a:r>
            <a:endParaRPr dirty="0"/>
          </a:p>
        </p:txBody>
      </p:sp>
      <p:sp>
        <p:nvSpPr>
          <p:cNvPr id="2" name="TextBox 1">
            <a:extLst>
              <a:ext uri="{FF2B5EF4-FFF2-40B4-BE49-F238E27FC236}">
                <a16:creationId xmlns:a16="http://schemas.microsoft.com/office/drawing/2014/main" id="{D539DD6B-D75C-5522-822B-A7590982B95D}"/>
              </a:ext>
            </a:extLst>
          </p:cNvPr>
          <p:cNvSpPr txBox="1"/>
          <p:nvPr/>
        </p:nvSpPr>
        <p:spPr>
          <a:xfrm>
            <a:off x="455618" y="1195892"/>
            <a:ext cx="10182916" cy="4616648"/>
          </a:xfrm>
          <a:prstGeom prst="rect">
            <a:avLst/>
          </a:prstGeom>
          <a:noFill/>
        </p:spPr>
        <p:txBody>
          <a:bodyPr wrap="none" rtlCol="0">
            <a:spAutoFit/>
          </a:bodyPr>
          <a:lstStyle/>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Is the process used?</a:t>
            </a:r>
          </a:p>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Is the process required for the core operation of the element?</a:t>
            </a:r>
          </a:p>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Is the process only required during development?</a:t>
            </a:r>
          </a:p>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Is the process only required for diagnostics?</a:t>
            </a:r>
          </a:p>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Is the process only required for deployment?</a:t>
            </a:r>
          </a:p>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Does the process have a unique owner?</a:t>
            </a:r>
          </a:p>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Is the process required to be privileged?</a:t>
            </a:r>
          </a:p>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Is the process the manager of a system-critical resource?</a:t>
            </a:r>
          </a:p>
        </p:txBody>
      </p:sp>
    </p:spTree>
    <p:extLst>
      <p:ext uri="{BB962C8B-B14F-4D97-AF65-F5344CB8AC3E}">
        <p14:creationId xmlns:p14="http://schemas.microsoft.com/office/powerpoint/2010/main" val="13728242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A8F13723-17E7-33FC-25C7-8AB956DD08ED}"/>
            </a:ext>
          </a:extLst>
        </p:cNvPr>
        <p:cNvGrpSpPr/>
        <p:nvPr/>
      </p:nvGrpSpPr>
      <p:grpSpPr>
        <a:xfrm>
          <a:off x="0" y="0"/>
          <a:ext cx="0" cy="0"/>
          <a:chOff x="0" y="0"/>
          <a:chExt cx="0" cy="0"/>
        </a:xfrm>
      </p:grpSpPr>
      <p:sp>
        <p:nvSpPr>
          <p:cNvPr id="7" name="Google Shape;873;p146">
            <a:extLst>
              <a:ext uri="{FF2B5EF4-FFF2-40B4-BE49-F238E27FC236}">
                <a16:creationId xmlns:a16="http://schemas.microsoft.com/office/drawing/2014/main" id="{79490EA9-EC37-D30B-39BD-4FE1D8EFA3CC}"/>
              </a:ext>
            </a:extLst>
          </p:cNvPr>
          <p:cNvSpPr txBox="1">
            <a:spLocks noGrp="1"/>
          </p:cNvSpPr>
          <p:nvPr>
            <p:ph type="title"/>
          </p:nvPr>
        </p:nvSpPr>
        <p:spPr>
          <a:xfrm>
            <a:off x="0" y="0"/>
            <a:ext cx="12188825" cy="6858000"/>
          </a:xfrm>
          <a:prstGeom prst="rect">
            <a:avLst/>
          </a:prstGeom>
          <a:gradFill>
            <a:gsLst>
              <a:gs pos="99000">
                <a:schemeClr val="accent3">
                  <a:lumMod val="60000"/>
                  <a:lumOff val="40000"/>
                </a:schemeClr>
              </a:gs>
              <a:gs pos="0">
                <a:srgbClr val="7030A0"/>
              </a:gs>
            </a:gsLst>
            <a:lin ang="2700000" scaled="0"/>
          </a:gradFill>
          <a:ln>
            <a:noFill/>
          </a:ln>
        </p:spPr>
        <p:txBody>
          <a:bodyPr spcFirstLastPara="1" wrap="square" lIns="0" tIns="0" rIns="0" bIns="0" anchor="ctr" anchorCtr="0">
            <a:noAutofit/>
          </a:bodyPr>
          <a:lstStyle/>
          <a:p>
            <a:pPr algn="ctr">
              <a:lnSpc>
                <a:spcPct val="100000"/>
              </a:lnSpc>
            </a:pPr>
            <a:r>
              <a:rPr lang="en" sz="5400" dirty="0"/>
              <a:t>Example</a:t>
            </a:r>
            <a:endParaRPr sz="6600" dirty="0"/>
          </a:p>
        </p:txBody>
      </p:sp>
    </p:spTree>
    <p:extLst>
      <p:ext uri="{BB962C8B-B14F-4D97-AF65-F5344CB8AC3E}">
        <p14:creationId xmlns:p14="http://schemas.microsoft.com/office/powerpoint/2010/main" val="366852175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564569E0-49F4-DC74-9060-FC1057CDD50D}"/>
            </a:ext>
          </a:extLst>
        </p:cNvPr>
        <p:cNvGrpSpPr/>
        <p:nvPr/>
      </p:nvGrpSpPr>
      <p:grpSpPr>
        <a:xfrm>
          <a:off x="0" y="0"/>
          <a:ext cx="0" cy="0"/>
          <a:chOff x="0" y="0"/>
          <a:chExt cx="0" cy="0"/>
        </a:xfrm>
      </p:grpSpPr>
      <p:pic>
        <p:nvPicPr>
          <p:cNvPr id="4" name="Picture 3" descr="A close-up of a computer&#10;&#10;AI-generated content may be incorrect.">
            <a:extLst>
              <a:ext uri="{FF2B5EF4-FFF2-40B4-BE49-F238E27FC236}">
                <a16:creationId xmlns:a16="http://schemas.microsoft.com/office/drawing/2014/main" id="{7BF60D51-91B7-8EE4-D4FE-95C5157EB7DC}"/>
              </a:ext>
            </a:extLst>
          </p:cNvPr>
          <p:cNvPicPr>
            <a:picLocks noChangeAspect="1"/>
          </p:cNvPicPr>
          <p:nvPr/>
        </p:nvPicPr>
        <p:blipFill>
          <a:blip r:embed="rId3"/>
          <a:srcRect t="-4555" b="9833"/>
          <a:stretch/>
        </p:blipFill>
        <p:spPr>
          <a:xfrm>
            <a:off x="0" y="-365760"/>
            <a:ext cx="12202160" cy="7223760"/>
          </a:xfrm>
          <a:prstGeom prst="rect">
            <a:avLst/>
          </a:prstGeom>
        </p:spPr>
      </p:pic>
      <p:sp>
        <p:nvSpPr>
          <p:cNvPr id="1199" name="Google Shape;1199;p156">
            <a:extLst>
              <a:ext uri="{FF2B5EF4-FFF2-40B4-BE49-F238E27FC236}">
                <a16:creationId xmlns:a16="http://schemas.microsoft.com/office/drawing/2014/main" id="{7F2398D2-3734-002E-C920-A10A59D50E56}"/>
              </a:ext>
            </a:extLst>
          </p:cNvPr>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 dirty="0">
                <a:solidFill>
                  <a:srgbClr val="FFFF00"/>
                </a:solidFill>
              </a:rPr>
              <a:t>Physical Ports</a:t>
            </a:r>
            <a:r>
              <a:rPr lang="en" sz="3200" dirty="0">
                <a:solidFill>
                  <a:srgbClr val="FFFF00"/>
                </a:solidFill>
              </a:rPr>
              <a:t> </a:t>
            </a:r>
            <a:r>
              <a:rPr lang="en" baseline="30000" dirty="0">
                <a:solidFill>
                  <a:srgbClr val="CCFFCC"/>
                </a:solidFill>
              </a:rPr>
              <a:t>*</a:t>
            </a:r>
            <a:endParaRPr dirty="0">
              <a:solidFill>
                <a:srgbClr val="CCFFCC"/>
              </a:solidFill>
            </a:endParaRPr>
          </a:p>
        </p:txBody>
      </p:sp>
      <p:sp>
        <p:nvSpPr>
          <p:cNvPr id="5" name="TextBox 4">
            <a:extLst>
              <a:ext uri="{FF2B5EF4-FFF2-40B4-BE49-F238E27FC236}">
                <a16:creationId xmlns:a16="http://schemas.microsoft.com/office/drawing/2014/main" id="{7D9D0A8A-3A6E-7E0B-42E0-909D9933E24F}"/>
              </a:ext>
            </a:extLst>
          </p:cNvPr>
          <p:cNvSpPr txBox="1"/>
          <p:nvPr/>
        </p:nvSpPr>
        <p:spPr>
          <a:xfrm>
            <a:off x="1" y="6596390"/>
            <a:ext cx="3557588" cy="261610"/>
          </a:xfrm>
          <a:prstGeom prst="rect">
            <a:avLst/>
          </a:prstGeom>
          <a:noFill/>
        </p:spPr>
        <p:txBody>
          <a:bodyPr wrap="square">
            <a:spAutoFit/>
          </a:bodyPr>
          <a:lstStyle/>
          <a:p>
            <a:r>
              <a:rPr lang="en-US" sz="1100" b="1" dirty="0">
                <a:solidFill>
                  <a:srgbClr val="CCFFCC"/>
                </a:solidFill>
              </a:rPr>
              <a:t>* System Back </a:t>
            </a:r>
            <a:r>
              <a:rPr lang="en-US" sz="1100" dirty="0">
                <a:solidFill>
                  <a:srgbClr val="CCFFCC"/>
                </a:solidFill>
              </a:rPr>
              <a:t>(links in references) </a:t>
            </a:r>
          </a:p>
        </p:txBody>
      </p:sp>
      <p:sp>
        <p:nvSpPr>
          <p:cNvPr id="2" name="Rectangle 1">
            <a:extLst>
              <a:ext uri="{FF2B5EF4-FFF2-40B4-BE49-F238E27FC236}">
                <a16:creationId xmlns:a16="http://schemas.microsoft.com/office/drawing/2014/main" id="{0F11626B-C4D5-B62A-C155-BA5B42A2FA0B}"/>
              </a:ext>
            </a:extLst>
          </p:cNvPr>
          <p:cNvSpPr/>
          <p:nvPr/>
        </p:nvSpPr>
        <p:spPr>
          <a:xfrm>
            <a:off x="3380282" y="4062334"/>
            <a:ext cx="1596452" cy="261610"/>
          </a:xfrm>
          <a:prstGeom prst="rect">
            <a:avLst/>
          </a:prstGeom>
          <a:solidFill>
            <a:srgbClr val="3031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B7A0C990-9D97-F160-7FE6-CA7C92E12EDE}"/>
              </a:ext>
            </a:extLst>
          </p:cNvPr>
          <p:cNvSpPr/>
          <p:nvPr/>
        </p:nvSpPr>
        <p:spPr>
          <a:xfrm>
            <a:off x="5928610" y="4054839"/>
            <a:ext cx="1064301" cy="442210"/>
          </a:xfrm>
          <a:prstGeom prst="rect">
            <a:avLst/>
          </a:prstGeom>
          <a:solidFill>
            <a:srgbClr val="3031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Freeform 5">
            <a:extLst>
              <a:ext uri="{FF2B5EF4-FFF2-40B4-BE49-F238E27FC236}">
                <a16:creationId xmlns:a16="http://schemas.microsoft.com/office/drawing/2014/main" id="{292D1FB1-BBF7-5AB7-B2BA-40BD48341146}"/>
              </a:ext>
            </a:extLst>
          </p:cNvPr>
          <p:cNvSpPr/>
          <p:nvPr/>
        </p:nvSpPr>
        <p:spPr>
          <a:xfrm>
            <a:off x="502170" y="4901783"/>
            <a:ext cx="307299" cy="449705"/>
          </a:xfrm>
          <a:custGeom>
            <a:avLst/>
            <a:gdLst>
              <a:gd name="connsiteX0" fmla="*/ 179882 w 307299"/>
              <a:gd name="connsiteY0" fmla="*/ 397239 h 397239"/>
              <a:gd name="connsiteX1" fmla="*/ 179882 w 307299"/>
              <a:gd name="connsiteY1" fmla="*/ 397239 h 397239"/>
              <a:gd name="connsiteX2" fmla="*/ 0 w 307299"/>
              <a:gd name="connsiteY2" fmla="*/ 14990 h 397239"/>
              <a:gd name="connsiteX3" fmla="*/ 254833 w 307299"/>
              <a:gd name="connsiteY3" fmla="*/ 0 h 397239"/>
              <a:gd name="connsiteX4" fmla="*/ 307299 w 307299"/>
              <a:gd name="connsiteY4" fmla="*/ 209862 h 397239"/>
              <a:gd name="connsiteX5" fmla="*/ 179882 w 307299"/>
              <a:gd name="connsiteY5" fmla="*/ 397239 h 3972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07299" h="397239">
                <a:moveTo>
                  <a:pt x="179882" y="397239"/>
                </a:moveTo>
                <a:lnTo>
                  <a:pt x="179882" y="397239"/>
                </a:lnTo>
                <a:lnTo>
                  <a:pt x="0" y="14990"/>
                </a:lnTo>
                <a:lnTo>
                  <a:pt x="254833" y="0"/>
                </a:lnTo>
                <a:lnTo>
                  <a:pt x="307299" y="209862"/>
                </a:lnTo>
                <a:lnTo>
                  <a:pt x="179882" y="397239"/>
                </a:lnTo>
                <a:close/>
              </a:path>
            </a:pathLst>
          </a:custGeom>
          <a:solidFill>
            <a:srgbClr val="3031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528811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E76C0EFB-4215-7B02-05C5-7EF89F2B1A11}"/>
            </a:ext>
          </a:extLst>
        </p:cNvPr>
        <p:cNvGrpSpPr/>
        <p:nvPr/>
      </p:nvGrpSpPr>
      <p:grpSpPr>
        <a:xfrm>
          <a:off x="0" y="0"/>
          <a:ext cx="0" cy="0"/>
          <a:chOff x="0" y="0"/>
          <a:chExt cx="0" cy="0"/>
        </a:xfrm>
      </p:grpSpPr>
      <p:pic>
        <p:nvPicPr>
          <p:cNvPr id="7" name="Picture 6" descr="A close-up of a computer&#10;&#10;AI-generated content may be incorrect.">
            <a:extLst>
              <a:ext uri="{FF2B5EF4-FFF2-40B4-BE49-F238E27FC236}">
                <a16:creationId xmlns:a16="http://schemas.microsoft.com/office/drawing/2014/main" id="{32BFF053-1CAD-4CA8-383F-173250D12D84}"/>
              </a:ext>
            </a:extLst>
          </p:cNvPr>
          <p:cNvPicPr>
            <a:picLocks noChangeAspect="1"/>
          </p:cNvPicPr>
          <p:nvPr/>
        </p:nvPicPr>
        <p:blipFill>
          <a:blip r:embed="rId3">
            <a:alphaModFix amt="10000"/>
          </a:blip>
          <a:srcRect t="-4555" b="9833"/>
          <a:stretch/>
        </p:blipFill>
        <p:spPr>
          <a:xfrm>
            <a:off x="0" y="-365760"/>
            <a:ext cx="12202160" cy="7223760"/>
          </a:xfrm>
          <a:prstGeom prst="rect">
            <a:avLst/>
          </a:prstGeom>
        </p:spPr>
      </p:pic>
      <p:sp>
        <p:nvSpPr>
          <p:cNvPr id="8" name="Rectangle 7">
            <a:extLst>
              <a:ext uri="{FF2B5EF4-FFF2-40B4-BE49-F238E27FC236}">
                <a16:creationId xmlns:a16="http://schemas.microsoft.com/office/drawing/2014/main" id="{C5359975-D263-D77F-8A90-DF41121A2854}"/>
              </a:ext>
            </a:extLst>
          </p:cNvPr>
          <p:cNvSpPr/>
          <p:nvPr/>
        </p:nvSpPr>
        <p:spPr>
          <a:xfrm>
            <a:off x="0" y="0"/>
            <a:ext cx="12202158" cy="4019550"/>
          </a:xfrm>
          <a:prstGeom prst="rect">
            <a:avLst/>
          </a:prstGeom>
          <a:solidFill>
            <a:schemeClr val="bg1">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4A895017-E1A7-8C11-AC1B-7ECA1B9F0BC1}"/>
              </a:ext>
            </a:extLst>
          </p:cNvPr>
          <p:cNvSpPr/>
          <p:nvPr/>
        </p:nvSpPr>
        <p:spPr>
          <a:xfrm>
            <a:off x="-2" y="5536776"/>
            <a:ext cx="12202160" cy="1321223"/>
          </a:xfrm>
          <a:prstGeom prst="rect">
            <a:avLst/>
          </a:prstGeom>
          <a:solidFill>
            <a:schemeClr val="bg1">
              <a:alpha val="9957"/>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9" name="Google Shape;1199;p156">
            <a:extLst>
              <a:ext uri="{FF2B5EF4-FFF2-40B4-BE49-F238E27FC236}">
                <a16:creationId xmlns:a16="http://schemas.microsoft.com/office/drawing/2014/main" id="{E68C4B0B-2245-56B4-58D3-3DFD46200597}"/>
              </a:ext>
            </a:extLst>
          </p:cNvPr>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 dirty="0"/>
              <a:t>Physical Ports</a:t>
            </a:r>
            <a:endParaRPr dirty="0">
              <a:solidFill>
                <a:schemeClr val="bg2">
                  <a:lumMod val="60000"/>
                  <a:lumOff val="40000"/>
                </a:schemeClr>
              </a:solidFill>
            </a:endParaRPr>
          </a:p>
        </p:txBody>
      </p:sp>
      <p:sp>
        <p:nvSpPr>
          <p:cNvPr id="13" name="Freeform 12">
            <a:extLst>
              <a:ext uri="{FF2B5EF4-FFF2-40B4-BE49-F238E27FC236}">
                <a16:creationId xmlns:a16="http://schemas.microsoft.com/office/drawing/2014/main" id="{09287902-D5FF-1D22-D08B-7A026FE022B6}"/>
              </a:ext>
            </a:extLst>
          </p:cNvPr>
          <p:cNvSpPr/>
          <p:nvPr/>
        </p:nvSpPr>
        <p:spPr>
          <a:xfrm>
            <a:off x="502170" y="4901783"/>
            <a:ext cx="307299" cy="449705"/>
          </a:xfrm>
          <a:custGeom>
            <a:avLst/>
            <a:gdLst>
              <a:gd name="connsiteX0" fmla="*/ 179882 w 307299"/>
              <a:gd name="connsiteY0" fmla="*/ 397239 h 397239"/>
              <a:gd name="connsiteX1" fmla="*/ 179882 w 307299"/>
              <a:gd name="connsiteY1" fmla="*/ 397239 h 397239"/>
              <a:gd name="connsiteX2" fmla="*/ 0 w 307299"/>
              <a:gd name="connsiteY2" fmla="*/ 14990 h 397239"/>
              <a:gd name="connsiteX3" fmla="*/ 254833 w 307299"/>
              <a:gd name="connsiteY3" fmla="*/ 0 h 397239"/>
              <a:gd name="connsiteX4" fmla="*/ 307299 w 307299"/>
              <a:gd name="connsiteY4" fmla="*/ 209862 h 397239"/>
              <a:gd name="connsiteX5" fmla="*/ 179882 w 307299"/>
              <a:gd name="connsiteY5" fmla="*/ 397239 h 3972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07299" h="397239">
                <a:moveTo>
                  <a:pt x="179882" y="397239"/>
                </a:moveTo>
                <a:lnTo>
                  <a:pt x="179882" y="397239"/>
                </a:lnTo>
                <a:lnTo>
                  <a:pt x="0" y="14990"/>
                </a:lnTo>
                <a:lnTo>
                  <a:pt x="254833" y="0"/>
                </a:lnTo>
                <a:lnTo>
                  <a:pt x="307299" y="209862"/>
                </a:lnTo>
                <a:lnTo>
                  <a:pt x="179882" y="397239"/>
                </a:lnTo>
                <a:close/>
              </a:path>
            </a:pathLst>
          </a:custGeom>
          <a:solidFill>
            <a:srgbClr val="E7E7E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DC71D828-D04C-42D3-2E74-8D0FDF6CA2AA}"/>
              </a:ext>
            </a:extLst>
          </p:cNvPr>
          <p:cNvSpPr/>
          <p:nvPr/>
        </p:nvSpPr>
        <p:spPr>
          <a:xfrm>
            <a:off x="3380282" y="4062334"/>
            <a:ext cx="1596452" cy="261610"/>
          </a:xfrm>
          <a:prstGeom prst="rect">
            <a:avLst/>
          </a:prstGeom>
          <a:solidFill>
            <a:srgbClr val="E7E7E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949A1BA-2D15-AE0C-7D6F-E8A9751A0C8A}"/>
              </a:ext>
            </a:extLst>
          </p:cNvPr>
          <p:cNvSpPr/>
          <p:nvPr/>
        </p:nvSpPr>
        <p:spPr>
          <a:xfrm>
            <a:off x="5928610" y="4054839"/>
            <a:ext cx="1064301" cy="442210"/>
          </a:xfrm>
          <a:prstGeom prst="rect">
            <a:avLst/>
          </a:prstGeom>
          <a:solidFill>
            <a:srgbClr val="E7E7E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row of white circles&#10;&#10;AI-generated content may be incorrect.">
            <a:extLst>
              <a:ext uri="{FF2B5EF4-FFF2-40B4-BE49-F238E27FC236}">
                <a16:creationId xmlns:a16="http://schemas.microsoft.com/office/drawing/2014/main" id="{83DEE22E-1DD0-7A99-FA2C-AC486392A3E0}"/>
              </a:ext>
            </a:extLst>
          </p:cNvPr>
          <p:cNvPicPr>
            <a:picLocks noChangeAspect="1"/>
          </p:cNvPicPr>
          <p:nvPr/>
        </p:nvPicPr>
        <p:blipFill>
          <a:blip r:embed="rId4"/>
          <a:stretch>
            <a:fillRect/>
          </a:stretch>
        </p:blipFill>
        <p:spPr>
          <a:xfrm>
            <a:off x="590550" y="4019550"/>
            <a:ext cx="11529056" cy="1517227"/>
          </a:xfrm>
          <a:prstGeom prst="rect">
            <a:avLst/>
          </a:prstGeom>
        </p:spPr>
      </p:pic>
    </p:spTree>
    <p:extLst>
      <p:ext uri="{BB962C8B-B14F-4D97-AF65-F5344CB8AC3E}">
        <p14:creationId xmlns:p14="http://schemas.microsoft.com/office/powerpoint/2010/main" val="28696603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E84E8AA3-5A37-DE13-A85A-E99DE6D5890E}"/>
            </a:ext>
          </a:extLst>
        </p:cNvPr>
        <p:cNvGrpSpPr/>
        <p:nvPr/>
      </p:nvGrpSpPr>
      <p:grpSpPr>
        <a:xfrm>
          <a:off x="0" y="0"/>
          <a:ext cx="0" cy="0"/>
          <a:chOff x="0" y="0"/>
          <a:chExt cx="0" cy="0"/>
        </a:xfrm>
      </p:grpSpPr>
      <p:sp>
        <p:nvSpPr>
          <p:cNvPr id="1199" name="Google Shape;1199;p156">
            <a:extLst>
              <a:ext uri="{FF2B5EF4-FFF2-40B4-BE49-F238E27FC236}">
                <a16:creationId xmlns:a16="http://schemas.microsoft.com/office/drawing/2014/main" id="{DEF0E7E8-76D5-565F-1266-A621E04A51E5}"/>
              </a:ext>
            </a:extLst>
          </p:cNvPr>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 dirty="0"/>
              <a:t>Physical Ports List</a:t>
            </a:r>
            <a:endParaRPr dirty="0">
              <a:solidFill>
                <a:schemeClr val="bg2">
                  <a:lumMod val="60000"/>
                  <a:lumOff val="40000"/>
                </a:schemeClr>
              </a:solidFill>
            </a:endParaRPr>
          </a:p>
        </p:txBody>
      </p:sp>
      <p:sp>
        <p:nvSpPr>
          <p:cNvPr id="3" name="Rectangle 2">
            <a:extLst>
              <a:ext uri="{FF2B5EF4-FFF2-40B4-BE49-F238E27FC236}">
                <a16:creationId xmlns:a16="http://schemas.microsoft.com/office/drawing/2014/main" id="{A980377B-8F75-381A-5858-FC938FFC9246}"/>
              </a:ext>
            </a:extLst>
          </p:cNvPr>
          <p:cNvSpPr/>
          <p:nvPr/>
        </p:nvSpPr>
        <p:spPr>
          <a:xfrm>
            <a:off x="1334033" y="4258732"/>
            <a:ext cx="6116634" cy="567267"/>
          </a:xfrm>
          <a:prstGeom prst="rect">
            <a:avLst/>
          </a:prstGeom>
          <a:solidFill>
            <a:schemeClr val="bg1">
              <a:lumMod val="8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0ED69F55-CFBF-89B0-FD96-9488EEC24EA6}"/>
              </a:ext>
            </a:extLst>
          </p:cNvPr>
          <p:cNvSpPr/>
          <p:nvPr/>
        </p:nvSpPr>
        <p:spPr>
          <a:xfrm>
            <a:off x="1334033" y="3513667"/>
            <a:ext cx="6116634" cy="389466"/>
          </a:xfrm>
          <a:prstGeom prst="rect">
            <a:avLst/>
          </a:prstGeom>
          <a:solidFill>
            <a:schemeClr val="bg1">
              <a:lumMod val="8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14A3AF69-3A1F-79EB-5776-CC13A0B2D0A5}"/>
              </a:ext>
            </a:extLst>
          </p:cNvPr>
          <p:cNvSpPr/>
          <p:nvPr/>
        </p:nvSpPr>
        <p:spPr>
          <a:xfrm>
            <a:off x="1334033" y="5020733"/>
            <a:ext cx="6116634" cy="186265"/>
          </a:xfrm>
          <a:prstGeom prst="rect">
            <a:avLst/>
          </a:prstGeom>
          <a:solidFill>
            <a:schemeClr val="bg1">
              <a:lumMod val="8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9211CD55-E801-74F5-B15D-18A1C5DABA65}"/>
              </a:ext>
            </a:extLst>
          </p:cNvPr>
          <p:cNvSpPr/>
          <p:nvPr/>
        </p:nvSpPr>
        <p:spPr>
          <a:xfrm>
            <a:off x="1334033" y="3327402"/>
            <a:ext cx="9596963" cy="186265"/>
          </a:xfrm>
          <a:prstGeom prst="rect">
            <a:avLst/>
          </a:prstGeom>
          <a:solidFill>
            <a:schemeClr val="bg1">
              <a:lumMod val="8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a:extLst>
              <a:ext uri="{FF2B5EF4-FFF2-40B4-BE49-F238E27FC236}">
                <a16:creationId xmlns:a16="http://schemas.microsoft.com/office/drawing/2014/main" id="{BFC68E30-595C-EE31-A1DE-2BE4E33B9A21}"/>
              </a:ext>
            </a:extLst>
          </p:cNvPr>
          <p:cNvSpPr/>
          <p:nvPr/>
        </p:nvSpPr>
        <p:spPr>
          <a:xfrm>
            <a:off x="1334033" y="3906291"/>
            <a:ext cx="6116634" cy="186265"/>
          </a:xfrm>
          <a:prstGeom prst="rect">
            <a:avLst/>
          </a:prstGeom>
          <a:solidFill>
            <a:schemeClr val="bg1">
              <a:lumMod val="8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descr="A close-up of a table&#10;&#10;AI-generated content may be incorrect.">
            <a:extLst>
              <a:ext uri="{FF2B5EF4-FFF2-40B4-BE49-F238E27FC236}">
                <a16:creationId xmlns:a16="http://schemas.microsoft.com/office/drawing/2014/main" id="{31B6C780-78A4-59EA-D570-71A17C390D13}"/>
              </a:ext>
            </a:extLst>
          </p:cNvPr>
          <p:cNvPicPr>
            <a:picLocks noChangeAspect="1"/>
          </p:cNvPicPr>
          <p:nvPr/>
        </p:nvPicPr>
        <p:blipFill>
          <a:blip r:embed="rId3"/>
          <a:stretch>
            <a:fillRect/>
          </a:stretch>
        </p:blipFill>
        <p:spPr>
          <a:xfrm>
            <a:off x="1334033" y="1617133"/>
            <a:ext cx="9634404" cy="3623733"/>
          </a:xfrm>
          <a:prstGeom prst="rect">
            <a:avLst/>
          </a:prstGeom>
        </p:spPr>
      </p:pic>
    </p:spTree>
    <p:extLst>
      <p:ext uri="{BB962C8B-B14F-4D97-AF65-F5344CB8AC3E}">
        <p14:creationId xmlns:p14="http://schemas.microsoft.com/office/powerpoint/2010/main" val="1623551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B19CB54F-7D08-3BA7-C208-391D60B8398F}"/>
            </a:ext>
          </a:extLst>
        </p:cNvPr>
        <p:cNvGrpSpPr/>
        <p:nvPr/>
      </p:nvGrpSpPr>
      <p:grpSpPr>
        <a:xfrm>
          <a:off x="0" y="0"/>
          <a:ext cx="0" cy="0"/>
          <a:chOff x="0" y="0"/>
          <a:chExt cx="0" cy="0"/>
        </a:xfrm>
      </p:grpSpPr>
      <p:pic>
        <p:nvPicPr>
          <p:cNvPr id="4" name="Picture 3" descr="A diagram of a computer&#10;&#10;AI-generated content may be incorrect.">
            <a:extLst>
              <a:ext uri="{FF2B5EF4-FFF2-40B4-BE49-F238E27FC236}">
                <a16:creationId xmlns:a16="http://schemas.microsoft.com/office/drawing/2014/main" id="{C5A0AFA9-746A-39C9-1CB4-C31821864BE6}"/>
              </a:ext>
            </a:extLst>
          </p:cNvPr>
          <p:cNvPicPr>
            <a:picLocks noChangeAspect="1"/>
          </p:cNvPicPr>
          <p:nvPr/>
        </p:nvPicPr>
        <p:blipFill>
          <a:blip r:embed="rId3"/>
          <a:stretch>
            <a:fillRect/>
          </a:stretch>
        </p:blipFill>
        <p:spPr>
          <a:xfrm>
            <a:off x="2680175" y="1096596"/>
            <a:ext cx="6828471" cy="5487802"/>
          </a:xfrm>
          <a:prstGeom prst="rect">
            <a:avLst/>
          </a:prstGeom>
        </p:spPr>
      </p:pic>
      <p:sp>
        <p:nvSpPr>
          <p:cNvPr id="1199" name="Google Shape;1199;p156">
            <a:extLst>
              <a:ext uri="{FF2B5EF4-FFF2-40B4-BE49-F238E27FC236}">
                <a16:creationId xmlns:a16="http://schemas.microsoft.com/office/drawing/2014/main" id="{055ECD6E-0585-2525-6C85-F7A65E68F380}"/>
              </a:ext>
            </a:extLst>
          </p:cNvPr>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 dirty="0"/>
              <a:t>Logical Ports / Protocols</a:t>
            </a:r>
            <a:endParaRPr dirty="0"/>
          </a:p>
        </p:txBody>
      </p:sp>
    </p:spTree>
    <p:extLst>
      <p:ext uri="{BB962C8B-B14F-4D97-AF65-F5344CB8AC3E}">
        <p14:creationId xmlns:p14="http://schemas.microsoft.com/office/powerpoint/2010/main" val="370404790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4F576D55-90BD-65DF-AC55-124528CFAE86}"/>
            </a:ext>
          </a:extLst>
        </p:cNvPr>
        <p:cNvGrpSpPr/>
        <p:nvPr/>
      </p:nvGrpSpPr>
      <p:grpSpPr>
        <a:xfrm>
          <a:off x="0" y="0"/>
          <a:ext cx="0" cy="0"/>
          <a:chOff x="0" y="0"/>
          <a:chExt cx="0" cy="0"/>
        </a:xfrm>
      </p:grpSpPr>
      <p:sp>
        <p:nvSpPr>
          <p:cNvPr id="1199" name="Google Shape;1199;p156">
            <a:extLst>
              <a:ext uri="{FF2B5EF4-FFF2-40B4-BE49-F238E27FC236}">
                <a16:creationId xmlns:a16="http://schemas.microsoft.com/office/drawing/2014/main" id="{7EAA2196-DBE5-891B-B3DE-EF893DF60EF5}"/>
              </a:ext>
            </a:extLst>
          </p:cNvPr>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 dirty="0"/>
              <a:t>Logical Ports / Protocols List</a:t>
            </a:r>
            <a:endParaRPr dirty="0">
              <a:solidFill>
                <a:schemeClr val="bg2">
                  <a:lumMod val="60000"/>
                  <a:lumOff val="40000"/>
                </a:schemeClr>
              </a:solidFill>
            </a:endParaRPr>
          </a:p>
        </p:txBody>
      </p:sp>
      <p:sp>
        <p:nvSpPr>
          <p:cNvPr id="8" name="Rectangle 7">
            <a:extLst>
              <a:ext uri="{FF2B5EF4-FFF2-40B4-BE49-F238E27FC236}">
                <a16:creationId xmlns:a16="http://schemas.microsoft.com/office/drawing/2014/main" id="{A5D91C39-72B1-96B6-E15A-D72F7E8BB90D}"/>
              </a:ext>
            </a:extLst>
          </p:cNvPr>
          <p:cNvSpPr/>
          <p:nvPr/>
        </p:nvSpPr>
        <p:spPr>
          <a:xfrm>
            <a:off x="1330688" y="2734733"/>
            <a:ext cx="4104912" cy="177135"/>
          </a:xfrm>
          <a:prstGeom prst="rect">
            <a:avLst/>
          </a:prstGeom>
          <a:solidFill>
            <a:schemeClr val="bg1">
              <a:lumMod val="8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A close-up of a screen&#10;&#10;AI-generated content may be incorrect.">
            <a:extLst>
              <a:ext uri="{FF2B5EF4-FFF2-40B4-BE49-F238E27FC236}">
                <a16:creationId xmlns:a16="http://schemas.microsoft.com/office/drawing/2014/main" id="{9BEC9237-BF66-5741-05C9-8EF48872A9F5}"/>
              </a:ext>
            </a:extLst>
          </p:cNvPr>
          <p:cNvPicPr>
            <a:picLocks noChangeAspect="1"/>
          </p:cNvPicPr>
          <p:nvPr/>
        </p:nvPicPr>
        <p:blipFill>
          <a:blip r:embed="rId3"/>
          <a:stretch>
            <a:fillRect/>
          </a:stretch>
        </p:blipFill>
        <p:spPr>
          <a:xfrm>
            <a:off x="1305287" y="1617133"/>
            <a:ext cx="9691896" cy="1328603"/>
          </a:xfrm>
          <a:prstGeom prst="rect">
            <a:avLst/>
          </a:prstGeom>
        </p:spPr>
      </p:pic>
    </p:spTree>
    <p:extLst>
      <p:ext uri="{BB962C8B-B14F-4D97-AF65-F5344CB8AC3E}">
        <p14:creationId xmlns:p14="http://schemas.microsoft.com/office/powerpoint/2010/main" val="179499981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2290CF83-CE95-EB7B-AC83-C0174642C9EB}"/>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066C92E7-1C59-2DC1-54AD-37E28AB64C1F}"/>
              </a:ext>
            </a:extLst>
          </p:cNvPr>
          <p:cNvPicPr>
            <a:picLocks noChangeAspect="1"/>
          </p:cNvPicPr>
          <p:nvPr/>
        </p:nvPicPr>
        <p:blipFill>
          <a:blip r:embed="rId3"/>
          <a:srcRect/>
          <a:stretch/>
        </p:blipFill>
        <p:spPr>
          <a:xfrm>
            <a:off x="2680175" y="1096596"/>
            <a:ext cx="6828470" cy="5487802"/>
          </a:xfrm>
          <a:prstGeom prst="rect">
            <a:avLst/>
          </a:prstGeom>
        </p:spPr>
      </p:pic>
      <p:sp>
        <p:nvSpPr>
          <p:cNvPr id="1199" name="Google Shape;1199;p156">
            <a:extLst>
              <a:ext uri="{FF2B5EF4-FFF2-40B4-BE49-F238E27FC236}">
                <a16:creationId xmlns:a16="http://schemas.microsoft.com/office/drawing/2014/main" id="{C74C82BF-FF01-276A-38F8-25F80069C251}"/>
              </a:ext>
            </a:extLst>
          </p:cNvPr>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 dirty="0"/>
              <a:t>Processes</a:t>
            </a:r>
            <a:endParaRPr dirty="0"/>
          </a:p>
        </p:txBody>
      </p:sp>
    </p:spTree>
    <p:extLst>
      <p:ext uri="{BB962C8B-B14F-4D97-AF65-F5344CB8AC3E}">
        <p14:creationId xmlns:p14="http://schemas.microsoft.com/office/powerpoint/2010/main" val="91639735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7062BB10-9393-7382-DB68-03851B0B8F47}"/>
            </a:ext>
          </a:extLst>
        </p:cNvPr>
        <p:cNvGrpSpPr/>
        <p:nvPr/>
      </p:nvGrpSpPr>
      <p:grpSpPr>
        <a:xfrm>
          <a:off x="0" y="0"/>
          <a:ext cx="0" cy="0"/>
          <a:chOff x="0" y="0"/>
          <a:chExt cx="0" cy="0"/>
        </a:xfrm>
      </p:grpSpPr>
      <p:sp>
        <p:nvSpPr>
          <p:cNvPr id="1199" name="Google Shape;1199;p156">
            <a:extLst>
              <a:ext uri="{FF2B5EF4-FFF2-40B4-BE49-F238E27FC236}">
                <a16:creationId xmlns:a16="http://schemas.microsoft.com/office/drawing/2014/main" id="{533CA825-2BC3-52AF-562D-73E469D0D355}"/>
              </a:ext>
            </a:extLst>
          </p:cNvPr>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 dirty="0"/>
              <a:t>Processes List</a:t>
            </a:r>
            <a:endParaRPr dirty="0"/>
          </a:p>
        </p:txBody>
      </p:sp>
      <p:sp>
        <p:nvSpPr>
          <p:cNvPr id="4" name="Rectangle 3">
            <a:extLst>
              <a:ext uri="{FF2B5EF4-FFF2-40B4-BE49-F238E27FC236}">
                <a16:creationId xmlns:a16="http://schemas.microsoft.com/office/drawing/2014/main" id="{224C1CC8-9F80-B9CA-04FC-927BC867A76F}"/>
              </a:ext>
            </a:extLst>
          </p:cNvPr>
          <p:cNvSpPr/>
          <p:nvPr/>
        </p:nvSpPr>
        <p:spPr>
          <a:xfrm>
            <a:off x="412941" y="2743200"/>
            <a:ext cx="11451187" cy="558798"/>
          </a:xfrm>
          <a:prstGeom prst="rect">
            <a:avLst/>
          </a:prstGeom>
          <a:solidFill>
            <a:schemeClr val="bg1">
              <a:lumMod val="8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descr="A close-up of a document&#10;&#10;AI-generated content may be incorrect.">
            <a:extLst>
              <a:ext uri="{FF2B5EF4-FFF2-40B4-BE49-F238E27FC236}">
                <a16:creationId xmlns:a16="http://schemas.microsoft.com/office/drawing/2014/main" id="{2F292643-E714-F6F7-A983-3EF76B7C8505}"/>
              </a:ext>
            </a:extLst>
          </p:cNvPr>
          <p:cNvPicPr>
            <a:picLocks noChangeAspect="1"/>
          </p:cNvPicPr>
          <p:nvPr/>
        </p:nvPicPr>
        <p:blipFill>
          <a:blip r:embed="rId3"/>
          <a:stretch>
            <a:fillRect/>
          </a:stretch>
        </p:blipFill>
        <p:spPr>
          <a:xfrm>
            <a:off x="412941" y="1617133"/>
            <a:ext cx="11476588" cy="1710266"/>
          </a:xfrm>
          <a:prstGeom prst="rect">
            <a:avLst/>
          </a:prstGeom>
        </p:spPr>
      </p:pic>
    </p:spTree>
    <p:extLst>
      <p:ext uri="{BB962C8B-B14F-4D97-AF65-F5344CB8AC3E}">
        <p14:creationId xmlns:p14="http://schemas.microsoft.com/office/powerpoint/2010/main" val="134487271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30234E69-953D-C964-1A44-7AD56D5A6C18}"/>
            </a:ext>
          </a:extLst>
        </p:cNvPr>
        <p:cNvGrpSpPr/>
        <p:nvPr/>
      </p:nvGrpSpPr>
      <p:grpSpPr>
        <a:xfrm>
          <a:off x="0" y="0"/>
          <a:ext cx="0" cy="0"/>
          <a:chOff x="0" y="0"/>
          <a:chExt cx="0" cy="0"/>
        </a:xfrm>
      </p:grpSpPr>
      <p:sp>
        <p:nvSpPr>
          <p:cNvPr id="7" name="Google Shape;873;p146">
            <a:extLst>
              <a:ext uri="{FF2B5EF4-FFF2-40B4-BE49-F238E27FC236}">
                <a16:creationId xmlns:a16="http://schemas.microsoft.com/office/drawing/2014/main" id="{288F8EFA-BECD-D045-8DF8-934C782EE42C}"/>
              </a:ext>
            </a:extLst>
          </p:cNvPr>
          <p:cNvSpPr txBox="1">
            <a:spLocks noGrp="1"/>
          </p:cNvSpPr>
          <p:nvPr>
            <p:ph type="title"/>
          </p:nvPr>
        </p:nvSpPr>
        <p:spPr>
          <a:xfrm>
            <a:off x="-1" y="0"/>
            <a:ext cx="12188825" cy="6858000"/>
          </a:xfrm>
          <a:prstGeom prst="rect">
            <a:avLst/>
          </a:prstGeom>
          <a:gradFill>
            <a:gsLst>
              <a:gs pos="99000">
                <a:schemeClr val="accent3">
                  <a:lumMod val="60000"/>
                  <a:lumOff val="40000"/>
                </a:schemeClr>
              </a:gs>
              <a:gs pos="0">
                <a:srgbClr val="7030A0"/>
              </a:gs>
            </a:gsLst>
            <a:lin ang="2700000" scaled="0"/>
          </a:gradFill>
          <a:ln>
            <a:noFill/>
          </a:ln>
        </p:spPr>
        <p:txBody>
          <a:bodyPr spcFirstLastPara="1" wrap="square" lIns="0" tIns="0" rIns="0" bIns="0" anchor="ctr" anchorCtr="0">
            <a:noAutofit/>
          </a:bodyPr>
          <a:lstStyle/>
          <a:p>
            <a:pPr algn="ctr">
              <a:lnSpc>
                <a:spcPct val="100000"/>
              </a:lnSpc>
            </a:pPr>
            <a:r>
              <a:rPr lang="en" sz="5400" dirty="0"/>
              <a:t>Issues</a:t>
            </a:r>
            <a:endParaRPr sz="6600" dirty="0"/>
          </a:p>
        </p:txBody>
      </p:sp>
    </p:spTree>
    <p:extLst>
      <p:ext uri="{BB962C8B-B14F-4D97-AF65-F5344CB8AC3E}">
        <p14:creationId xmlns:p14="http://schemas.microsoft.com/office/powerpoint/2010/main" val="11180574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ADF4BC0D-7FA5-B38B-E11F-B04E8D14D300}"/>
            </a:ext>
          </a:extLst>
        </p:cNvPr>
        <p:cNvGrpSpPr/>
        <p:nvPr/>
      </p:nvGrpSpPr>
      <p:grpSpPr>
        <a:xfrm>
          <a:off x="0" y="0"/>
          <a:ext cx="0" cy="0"/>
          <a:chOff x="0" y="0"/>
          <a:chExt cx="0" cy="0"/>
        </a:xfrm>
      </p:grpSpPr>
      <p:sp>
        <p:nvSpPr>
          <p:cNvPr id="1199" name="Google Shape;1199;p156">
            <a:extLst>
              <a:ext uri="{FF2B5EF4-FFF2-40B4-BE49-F238E27FC236}">
                <a16:creationId xmlns:a16="http://schemas.microsoft.com/office/drawing/2014/main" id="{290EA7ED-7B87-3A5C-5A2D-0B43F95491D0}"/>
              </a:ext>
            </a:extLst>
          </p:cNvPr>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 dirty="0"/>
              <a:t>Categorization</a:t>
            </a:r>
            <a:endParaRPr dirty="0"/>
          </a:p>
        </p:txBody>
      </p:sp>
      <p:sp>
        <p:nvSpPr>
          <p:cNvPr id="5" name="TextBox 4">
            <a:extLst>
              <a:ext uri="{FF2B5EF4-FFF2-40B4-BE49-F238E27FC236}">
                <a16:creationId xmlns:a16="http://schemas.microsoft.com/office/drawing/2014/main" id="{53E6868D-9979-2737-12D5-12CFAEEF3E4C}"/>
              </a:ext>
            </a:extLst>
          </p:cNvPr>
          <p:cNvSpPr txBox="1"/>
          <p:nvPr/>
        </p:nvSpPr>
        <p:spPr>
          <a:xfrm>
            <a:off x="455618" y="1195892"/>
            <a:ext cx="9235542" cy="4493538"/>
          </a:xfrm>
          <a:prstGeom prst="rect">
            <a:avLst/>
          </a:prstGeom>
          <a:noFill/>
        </p:spPr>
        <p:txBody>
          <a:bodyPr wrap="none" rtlCol="0">
            <a:spAutoFit/>
          </a:bodyPr>
          <a:lstStyle/>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Required</a:t>
            </a:r>
          </a:p>
          <a:p>
            <a:pPr marL="581025" lvl="2" indent="-342900">
              <a:spcAft>
                <a:spcPts val="1200"/>
              </a:spcAft>
              <a:buSzPct val="75000"/>
              <a:buFont typeface="Wingdings" pitchFamily="2" charset="2"/>
              <a:buChar char="Ø"/>
              <a:tabLst>
                <a:tab pos="568325" algn="l"/>
              </a:tabLst>
            </a:pPr>
            <a:r>
              <a:rPr lang="en-US" sz="2400" dirty="0">
                <a:solidFill>
                  <a:schemeClr val="tx1"/>
                </a:solidFill>
                <a:latin typeface="Roboto" panose="02000000000000000000" pitchFamily="2" charset="0"/>
                <a:ea typeface="Roboto" panose="02000000000000000000" pitchFamily="2" charset="0"/>
                <a:cs typeface="Roboto" panose="02000000000000000000" pitchFamily="2" charset="0"/>
              </a:rPr>
              <a:t>Core</a:t>
            </a:r>
          </a:p>
          <a:p>
            <a:pPr marL="581025" lvl="3" indent="-342900">
              <a:spcAft>
                <a:spcPts val="1200"/>
              </a:spcAft>
              <a:buSzPct val="75000"/>
              <a:buFont typeface="Wingdings" pitchFamily="2" charset="2"/>
              <a:buChar char="Ø"/>
              <a:tabLst>
                <a:tab pos="568325" algn="l"/>
              </a:tabLst>
            </a:pPr>
            <a:r>
              <a:rPr lang="en-US" sz="2400" dirty="0">
                <a:solidFill>
                  <a:schemeClr val="tx1"/>
                </a:solidFill>
                <a:latin typeface="Roboto" panose="02000000000000000000" pitchFamily="2" charset="0"/>
                <a:ea typeface="Roboto" panose="02000000000000000000" pitchFamily="2" charset="0"/>
                <a:cs typeface="Roboto" panose="02000000000000000000" pitchFamily="2" charset="0"/>
              </a:rPr>
              <a:t>Supporting</a:t>
            </a:r>
          </a:p>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Deployment (provisioning / update / decommissioning)</a:t>
            </a:r>
          </a:p>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Development</a:t>
            </a:r>
          </a:p>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Diagnostic (debug-only)</a:t>
            </a:r>
          </a:p>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Unjustified (out-of-specification)</a:t>
            </a:r>
          </a:p>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Unused</a:t>
            </a:r>
          </a:p>
        </p:txBody>
      </p:sp>
      <p:sp>
        <p:nvSpPr>
          <p:cNvPr id="3" name="Right Brace 2">
            <a:extLst>
              <a:ext uri="{FF2B5EF4-FFF2-40B4-BE49-F238E27FC236}">
                <a16:creationId xmlns:a16="http://schemas.microsoft.com/office/drawing/2014/main" id="{ADF1A980-3774-84F9-45B5-33D2F6FE0319}"/>
              </a:ext>
            </a:extLst>
          </p:cNvPr>
          <p:cNvSpPr/>
          <p:nvPr/>
        </p:nvSpPr>
        <p:spPr>
          <a:xfrm>
            <a:off x="5994502" y="3898913"/>
            <a:ext cx="432512" cy="1763195"/>
          </a:xfrm>
          <a:prstGeom prst="rightBrace">
            <a:avLst/>
          </a:prstGeom>
          <a:noFill/>
          <a:ln w="38100">
            <a:solidFill>
              <a:srgbClr val="0070C0"/>
            </a:solidFill>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en-US" dirty="0"/>
          </a:p>
        </p:txBody>
      </p:sp>
      <p:sp>
        <p:nvSpPr>
          <p:cNvPr id="7" name="TextBox 6">
            <a:extLst>
              <a:ext uri="{FF2B5EF4-FFF2-40B4-BE49-F238E27FC236}">
                <a16:creationId xmlns:a16="http://schemas.microsoft.com/office/drawing/2014/main" id="{A3883895-4F9F-2E13-CA5A-1CF9512950D1}"/>
              </a:ext>
            </a:extLst>
          </p:cNvPr>
          <p:cNvSpPr txBox="1"/>
          <p:nvPr/>
        </p:nvSpPr>
        <p:spPr>
          <a:xfrm>
            <a:off x="6508955" y="4518900"/>
            <a:ext cx="4527201" cy="523220"/>
          </a:xfrm>
          <a:prstGeom prst="rect">
            <a:avLst/>
          </a:prstGeom>
          <a:noFill/>
        </p:spPr>
        <p:txBody>
          <a:bodyPr wrap="none" rtlCol="0">
            <a:spAutoFit/>
          </a:bodyPr>
          <a:lstStyle/>
          <a:p>
            <a:r>
              <a:rPr lang="en-US" sz="2800" dirty="0">
                <a:solidFill>
                  <a:srgbClr val="0070C0"/>
                </a:solidFill>
                <a:latin typeface="Roboto" panose="02000000000000000000" pitchFamily="2" charset="0"/>
                <a:ea typeface="Roboto" panose="02000000000000000000" pitchFamily="2" charset="0"/>
                <a:cs typeface="Roboto" panose="02000000000000000000" pitchFamily="2" charset="0"/>
              </a:rPr>
              <a:t>need to be raised as issues</a:t>
            </a:r>
          </a:p>
        </p:txBody>
      </p:sp>
    </p:spTree>
    <p:extLst>
      <p:ext uri="{BB962C8B-B14F-4D97-AF65-F5344CB8AC3E}">
        <p14:creationId xmlns:p14="http://schemas.microsoft.com/office/powerpoint/2010/main" val="37590683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B2DBD69F-C596-F208-C48F-A11C6054D0BF}"/>
            </a:ext>
          </a:extLst>
        </p:cNvPr>
        <p:cNvGrpSpPr/>
        <p:nvPr/>
      </p:nvGrpSpPr>
      <p:grpSpPr>
        <a:xfrm>
          <a:off x="0" y="0"/>
          <a:ext cx="0" cy="0"/>
          <a:chOff x="0" y="0"/>
          <a:chExt cx="0" cy="0"/>
        </a:xfrm>
      </p:grpSpPr>
      <p:pic>
        <p:nvPicPr>
          <p:cNvPr id="3" name="Picture 2" descr="A close-up of a document&#10;&#10;AI-generated content may be incorrect.">
            <a:extLst>
              <a:ext uri="{FF2B5EF4-FFF2-40B4-BE49-F238E27FC236}">
                <a16:creationId xmlns:a16="http://schemas.microsoft.com/office/drawing/2014/main" id="{767261E7-8D0E-2C66-8AC3-8AEF30878F20}"/>
              </a:ext>
            </a:extLst>
          </p:cNvPr>
          <p:cNvPicPr>
            <a:picLocks noChangeAspect="1"/>
          </p:cNvPicPr>
          <p:nvPr/>
        </p:nvPicPr>
        <p:blipFill>
          <a:blip r:embed="rId3"/>
          <a:stretch>
            <a:fillRect/>
          </a:stretch>
        </p:blipFill>
        <p:spPr>
          <a:xfrm>
            <a:off x="1417454" y="1617132"/>
            <a:ext cx="9459805" cy="2652718"/>
          </a:xfrm>
          <a:prstGeom prst="rect">
            <a:avLst/>
          </a:prstGeom>
        </p:spPr>
      </p:pic>
      <p:sp>
        <p:nvSpPr>
          <p:cNvPr id="1199" name="Google Shape;1199;p156">
            <a:extLst>
              <a:ext uri="{FF2B5EF4-FFF2-40B4-BE49-F238E27FC236}">
                <a16:creationId xmlns:a16="http://schemas.microsoft.com/office/drawing/2014/main" id="{F57781AE-580F-59AB-98DC-F44BF65AA8B2}"/>
              </a:ext>
            </a:extLst>
          </p:cNvPr>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 dirty="0"/>
              <a:t>Identified Issues</a:t>
            </a:r>
            <a:endParaRPr dirty="0"/>
          </a:p>
        </p:txBody>
      </p:sp>
    </p:spTree>
    <p:extLst>
      <p:ext uri="{BB962C8B-B14F-4D97-AF65-F5344CB8AC3E}">
        <p14:creationId xmlns:p14="http://schemas.microsoft.com/office/powerpoint/2010/main" val="34982629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F55AAB82-F50E-C5F1-D978-2DDB6A5F833C}"/>
            </a:ext>
          </a:extLst>
        </p:cNvPr>
        <p:cNvGrpSpPr/>
        <p:nvPr/>
      </p:nvGrpSpPr>
      <p:grpSpPr>
        <a:xfrm>
          <a:off x="0" y="0"/>
          <a:ext cx="0" cy="0"/>
          <a:chOff x="0" y="0"/>
          <a:chExt cx="0" cy="0"/>
        </a:xfrm>
      </p:grpSpPr>
      <p:sp>
        <p:nvSpPr>
          <p:cNvPr id="7" name="Google Shape;873;p146">
            <a:extLst>
              <a:ext uri="{FF2B5EF4-FFF2-40B4-BE49-F238E27FC236}">
                <a16:creationId xmlns:a16="http://schemas.microsoft.com/office/drawing/2014/main" id="{3138F770-1314-FE01-69B2-A00CB7E0C801}"/>
              </a:ext>
            </a:extLst>
          </p:cNvPr>
          <p:cNvSpPr txBox="1">
            <a:spLocks noGrp="1"/>
          </p:cNvSpPr>
          <p:nvPr>
            <p:ph type="title"/>
          </p:nvPr>
        </p:nvSpPr>
        <p:spPr>
          <a:xfrm>
            <a:off x="-1" y="0"/>
            <a:ext cx="12188825" cy="6858000"/>
          </a:xfrm>
          <a:prstGeom prst="rect">
            <a:avLst/>
          </a:prstGeom>
          <a:gradFill>
            <a:gsLst>
              <a:gs pos="99000">
                <a:schemeClr val="accent3">
                  <a:lumMod val="60000"/>
                  <a:lumOff val="40000"/>
                </a:schemeClr>
              </a:gs>
              <a:gs pos="0">
                <a:srgbClr val="7030A0"/>
              </a:gs>
            </a:gsLst>
            <a:lin ang="2700000" scaled="0"/>
          </a:gradFill>
          <a:ln>
            <a:noFill/>
          </a:ln>
        </p:spPr>
        <p:txBody>
          <a:bodyPr spcFirstLastPara="1" wrap="square" lIns="0" tIns="0" rIns="0" bIns="0" anchor="ctr" anchorCtr="0">
            <a:noAutofit/>
          </a:bodyPr>
          <a:lstStyle/>
          <a:p>
            <a:pPr algn="ctr">
              <a:lnSpc>
                <a:spcPct val="100000"/>
              </a:lnSpc>
            </a:pPr>
            <a:r>
              <a:rPr lang="en" sz="5400" dirty="0"/>
              <a:t>Recap</a:t>
            </a:r>
            <a:endParaRPr sz="6600" dirty="0"/>
          </a:p>
        </p:txBody>
      </p:sp>
    </p:spTree>
    <p:extLst>
      <p:ext uri="{BB962C8B-B14F-4D97-AF65-F5344CB8AC3E}">
        <p14:creationId xmlns:p14="http://schemas.microsoft.com/office/powerpoint/2010/main" val="395399280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98"/>
        <p:cNvGrpSpPr/>
        <p:nvPr/>
      </p:nvGrpSpPr>
      <p:grpSpPr>
        <a:xfrm>
          <a:off x="0" y="0"/>
          <a:ext cx="0" cy="0"/>
          <a:chOff x="0" y="0"/>
          <a:chExt cx="0" cy="0"/>
        </a:xfrm>
      </p:grpSpPr>
      <p:sp>
        <p:nvSpPr>
          <p:cNvPr id="1199" name="Google Shape;1199;p156"/>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 dirty="0"/>
              <a:t>Summary</a:t>
            </a:r>
            <a:endParaRPr dirty="0"/>
          </a:p>
        </p:txBody>
      </p:sp>
      <p:sp>
        <p:nvSpPr>
          <p:cNvPr id="2" name="TextBox 1">
            <a:extLst>
              <a:ext uri="{FF2B5EF4-FFF2-40B4-BE49-F238E27FC236}">
                <a16:creationId xmlns:a16="http://schemas.microsoft.com/office/drawing/2014/main" id="{7815AB7C-3B20-E395-B8D1-B8413068BE32}"/>
              </a:ext>
            </a:extLst>
          </p:cNvPr>
          <p:cNvSpPr txBox="1"/>
          <p:nvPr/>
        </p:nvSpPr>
        <p:spPr>
          <a:xfrm>
            <a:off x="455618" y="1437554"/>
            <a:ext cx="9732472" cy="2862322"/>
          </a:xfrm>
          <a:prstGeom prst="rect">
            <a:avLst/>
          </a:prstGeom>
          <a:noFill/>
        </p:spPr>
        <p:txBody>
          <a:bodyPr wrap="none" rtlCol="0">
            <a:spAutoFit/>
          </a:bodyPr>
          <a:lstStyle/>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Review the model</a:t>
            </a:r>
          </a:p>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Focus on information provided</a:t>
            </a:r>
          </a:p>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Development / deployment aspects need production plans</a:t>
            </a:r>
          </a:p>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Keep it up-to-date</a:t>
            </a:r>
          </a:p>
          <a:p>
            <a:pPr marL="236538" indent="-236538">
              <a:spcAft>
                <a:spcPts val="1200"/>
              </a:spcAft>
              <a:buFont typeface="Arial" panose="020B0604020202020204" pitchFamily="34" charset="0"/>
              <a:buChar char="•"/>
            </a:pPr>
            <a:r>
              <a:rPr lang="en-US" sz="2800" dirty="0">
                <a:solidFill>
                  <a:schemeClr val="tx1"/>
                </a:solidFill>
                <a:latin typeface="Roboto" panose="02000000000000000000" pitchFamily="2" charset="0"/>
                <a:ea typeface="Roboto" panose="02000000000000000000" pitchFamily="2" charset="0"/>
                <a:cs typeface="Roboto" panose="02000000000000000000" pitchFamily="2" charset="0"/>
              </a:rPr>
              <a:t>No special tooling required</a:t>
            </a:r>
          </a:p>
        </p:txBody>
      </p:sp>
    </p:spTree>
    <p:extLst>
      <p:ext uri="{BB962C8B-B14F-4D97-AF65-F5344CB8AC3E}">
        <p14:creationId xmlns:p14="http://schemas.microsoft.com/office/powerpoint/2010/main" val="17035937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98"/>
        <p:cNvGrpSpPr/>
        <p:nvPr/>
      </p:nvGrpSpPr>
      <p:grpSpPr>
        <a:xfrm>
          <a:off x="0" y="0"/>
          <a:ext cx="0" cy="0"/>
          <a:chOff x="0" y="0"/>
          <a:chExt cx="0" cy="0"/>
        </a:xfrm>
      </p:grpSpPr>
      <p:pic>
        <p:nvPicPr>
          <p:cNvPr id="3" name="Picture 2">
            <a:extLst>
              <a:ext uri="{FF2B5EF4-FFF2-40B4-BE49-F238E27FC236}">
                <a16:creationId xmlns:a16="http://schemas.microsoft.com/office/drawing/2014/main" id="{97170D5F-8BD9-ECF4-AF82-900DA81B4716}"/>
              </a:ext>
            </a:extLst>
          </p:cNvPr>
          <p:cNvPicPr>
            <a:picLocks noChangeAspect="1"/>
          </p:cNvPicPr>
          <p:nvPr/>
        </p:nvPicPr>
        <p:blipFill>
          <a:blip r:embed="rId3"/>
          <a:srcRect/>
          <a:stretch/>
        </p:blipFill>
        <p:spPr>
          <a:xfrm>
            <a:off x="4056310" y="1243644"/>
            <a:ext cx="4076199" cy="5275081"/>
          </a:xfrm>
          <a:prstGeom prst="rect">
            <a:avLst/>
          </a:prstGeom>
          <a:ln>
            <a:solidFill>
              <a:schemeClr val="tx1"/>
            </a:solidFill>
          </a:ln>
          <a:effectLst>
            <a:outerShdw blurRad="50800" dist="38100" dir="2700000" algn="tl" rotWithShape="0">
              <a:prstClr val="black">
                <a:alpha val="40000"/>
              </a:prstClr>
            </a:outerShdw>
          </a:effectLst>
        </p:spPr>
      </p:pic>
      <p:sp>
        <p:nvSpPr>
          <p:cNvPr id="1199" name="Google Shape;1199;p156"/>
          <p:cNvSpPr txBox="1">
            <a:spLocks noGrp="1"/>
          </p:cNvSpPr>
          <p:nvPr>
            <p:ph type="title"/>
          </p:nvPr>
        </p:nvSpPr>
        <p:spPr>
          <a:xfrm>
            <a:off x="455618" y="480021"/>
            <a:ext cx="11277833" cy="524399"/>
          </a:xfrm>
          <a:prstGeom prst="rect">
            <a:avLst/>
          </a:prstGeom>
        </p:spPr>
        <p:txBody>
          <a:bodyPr spcFirstLastPara="1" wrap="square" lIns="0" tIns="0" rIns="0" bIns="0" anchor="ctr" anchorCtr="0">
            <a:noAutofit/>
          </a:bodyPr>
          <a:lstStyle/>
          <a:p>
            <a:pPr>
              <a:lnSpc>
                <a:spcPct val="100000"/>
              </a:lnSpc>
            </a:pPr>
            <a:r>
              <a:rPr lang="en-US" dirty="0"/>
              <a:t>Further Reading</a:t>
            </a:r>
          </a:p>
        </p:txBody>
      </p:sp>
    </p:spTree>
    <p:extLst>
      <p:ext uri="{BB962C8B-B14F-4D97-AF65-F5344CB8AC3E}">
        <p14:creationId xmlns:p14="http://schemas.microsoft.com/office/powerpoint/2010/main" val="286855501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3725C29D-255F-E78F-7B10-51B1795D53F5}"/>
            </a:ext>
          </a:extLst>
        </p:cNvPr>
        <p:cNvGrpSpPr/>
        <p:nvPr/>
      </p:nvGrpSpPr>
      <p:grpSpPr>
        <a:xfrm>
          <a:off x="0" y="0"/>
          <a:ext cx="0" cy="0"/>
          <a:chOff x="0" y="0"/>
          <a:chExt cx="0" cy="0"/>
        </a:xfrm>
      </p:grpSpPr>
      <p:sp>
        <p:nvSpPr>
          <p:cNvPr id="1199" name="Google Shape;1199;p156">
            <a:extLst>
              <a:ext uri="{FF2B5EF4-FFF2-40B4-BE49-F238E27FC236}">
                <a16:creationId xmlns:a16="http://schemas.microsoft.com/office/drawing/2014/main" id="{E6AE96E7-F515-5B95-8C3A-153509652AEE}"/>
              </a:ext>
            </a:extLst>
          </p:cNvPr>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 dirty="0"/>
              <a:t>Example Materials</a:t>
            </a:r>
            <a:endParaRPr dirty="0"/>
          </a:p>
        </p:txBody>
      </p:sp>
      <p:sp>
        <p:nvSpPr>
          <p:cNvPr id="6" name="TextBox 5">
            <a:extLst>
              <a:ext uri="{FF2B5EF4-FFF2-40B4-BE49-F238E27FC236}">
                <a16:creationId xmlns:a16="http://schemas.microsoft.com/office/drawing/2014/main" id="{5E6414D1-0FD5-FC5C-C853-B8F340BA038D}"/>
              </a:ext>
            </a:extLst>
          </p:cNvPr>
          <p:cNvSpPr txBox="1"/>
          <p:nvPr/>
        </p:nvSpPr>
        <p:spPr>
          <a:xfrm>
            <a:off x="455618" y="1309403"/>
            <a:ext cx="10452446" cy="400110"/>
          </a:xfrm>
          <a:prstGeom prst="rect">
            <a:avLst/>
          </a:prstGeom>
          <a:noFill/>
        </p:spPr>
        <p:txBody>
          <a:bodyPr wrap="square">
            <a:spAutoFit/>
          </a:bodyPr>
          <a:lstStyle/>
          <a:p>
            <a:r>
              <a:rPr lang="en-US" sz="2000" b="1" dirty="0">
                <a:solidFill>
                  <a:srgbClr val="0070C0"/>
                </a:solidFill>
                <a:latin typeface="Courier New" panose="02070309020205020404" pitchFamily="49" charset="0"/>
                <a:ea typeface="Roboto" panose="02000000000000000000" pitchFamily="2" charset="0"/>
                <a:cs typeface="Courier New" panose="02070309020205020404" pitchFamily="49" charset="0"/>
              </a:rPr>
              <a:t>&lt;AVCDL&gt;/source/reference_documents/working_material/example system/</a:t>
            </a:r>
          </a:p>
        </p:txBody>
      </p:sp>
    </p:spTree>
    <p:extLst>
      <p:ext uri="{BB962C8B-B14F-4D97-AF65-F5344CB8AC3E}">
        <p14:creationId xmlns:p14="http://schemas.microsoft.com/office/powerpoint/2010/main" val="96997744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98"/>
        <p:cNvGrpSpPr/>
        <p:nvPr/>
      </p:nvGrpSpPr>
      <p:grpSpPr>
        <a:xfrm>
          <a:off x="0" y="0"/>
          <a:ext cx="0" cy="0"/>
          <a:chOff x="0" y="0"/>
          <a:chExt cx="0" cy="0"/>
        </a:xfrm>
      </p:grpSpPr>
      <p:pic>
        <p:nvPicPr>
          <p:cNvPr id="4" name="Picture 3" descr="A screenshot of a computer&#10;&#10;AI-generated content may be incorrect.">
            <a:extLst>
              <a:ext uri="{FF2B5EF4-FFF2-40B4-BE49-F238E27FC236}">
                <a16:creationId xmlns:a16="http://schemas.microsoft.com/office/drawing/2014/main" id="{C2A2ADBF-13F1-8937-91E4-97FBA4F83BB0}"/>
              </a:ext>
            </a:extLst>
          </p:cNvPr>
          <p:cNvPicPr>
            <a:picLocks noChangeAspect="1"/>
          </p:cNvPicPr>
          <p:nvPr/>
        </p:nvPicPr>
        <p:blipFill>
          <a:blip r:embed="rId3"/>
          <a:stretch>
            <a:fillRect/>
          </a:stretch>
        </p:blipFill>
        <p:spPr>
          <a:xfrm>
            <a:off x="1573706" y="985083"/>
            <a:ext cx="9041411" cy="5778453"/>
          </a:xfrm>
          <a:prstGeom prst="rect">
            <a:avLst/>
          </a:prstGeom>
          <a:ln>
            <a:solidFill>
              <a:schemeClr val="tx1"/>
            </a:solidFill>
          </a:ln>
          <a:effectLst>
            <a:outerShdw blurRad="50800" dist="38100" dir="2700000" algn="tl" rotWithShape="0">
              <a:prstClr val="black">
                <a:alpha val="40000"/>
              </a:prstClr>
            </a:outerShdw>
          </a:effectLst>
        </p:spPr>
      </p:pic>
      <p:sp>
        <p:nvSpPr>
          <p:cNvPr id="1199" name="Google Shape;1199;p156"/>
          <p:cNvSpPr txBox="1">
            <a:spLocks noGrp="1"/>
          </p:cNvSpPr>
          <p:nvPr>
            <p:ph type="title"/>
          </p:nvPr>
        </p:nvSpPr>
        <p:spPr>
          <a:xfrm>
            <a:off x="455618" y="460684"/>
            <a:ext cx="11277833" cy="524399"/>
          </a:xfrm>
          <a:prstGeom prst="rect">
            <a:avLst/>
          </a:prstGeom>
        </p:spPr>
        <p:txBody>
          <a:bodyPr spcFirstLastPara="1" wrap="square" lIns="0" tIns="0" rIns="0" bIns="0" anchor="ctr" anchorCtr="0">
            <a:noAutofit/>
          </a:bodyPr>
          <a:lstStyle/>
          <a:p>
            <a:pPr>
              <a:lnSpc>
                <a:spcPct val="100000"/>
              </a:lnSpc>
            </a:pPr>
            <a:r>
              <a:rPr lang="en" dirty="0"/>
              <a:t>AVCDL on GitHub</a:t>
            </a:r>
            <a:endParaRPr dirty="0"/>
          </a:p>
        </p:txBody>
      </p:sp>
      <p:sp>
        <p:nvSpPr>
          <p:cNvPr id="2" name="Rectangle 1">
            <a:extLst>
              <a:ext uri="{FF2B5EF4-FFF2-40B4-BE49-F238E27FC236}">
                <a16:creationId xmlns:a16="http://schemas.microsoft.com/office/drawing/2014/main" id="{4038D5AC-F2CE-EEDF-F93C-BC5BEDC13283}"/>
              </a:ext>
            </a:extLst>
          </p:cNvPr>
          <p:cNvSpPr/>
          <p:nvPr/>
        </p:nvSpPr>
        <p:spPr>
          <a:xfrm>
            <a:off x="6476383" y="522829"/>
            <a:ext cx="5256824" cy="400110"/>
          </a:xfrm>
          <a:prstGeom prst="rect">
            <a:avLst/>
          </a:prstGeom>
        </p:spPr>
        <p:txBody>
          <a:bodyPr wrap="square">
            <a:spAutoFit/>
          </a:bodyPr>
          <a:lstStyle/>
          <a:p>
            <a:pPr algn="r">
              <a:spcAft>
                <a:spcPts val="1200"/>
              </a:spcAft>
            </a:pPr>
            <a:r>
              <a:rPr lang="en-US" sz="2000" b="1" dirty="0">
                <a:solidFill>
                  <a:srgbClr val="0070C0"/>
                </a:solidFill>
                <a:latin typeface="Courier New" panose="02070309020205020404" pitchFamily="49" charset="0"/>
                <a:cs typeface="Courier New" panose="02070309020205020404" pitchFamily="49" charset="0"/>
              </a:rPr>
              <a:t>https://github.com/AVCDL/AVCDL </a:t>
            </a:r>
          </a:p>
        </p:txBody>
      </p:sp>
    </p:spTree>
    <p:extLst>
      <p:ext uri="{BB962C8B-B14F-4D97-AF65-F5344CB8AC3E}">
        <p14:creationId xmlns:p14="http://schemas.microsoft.com/office/powerpoint/2010/main" val="299340410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98"/>
        <p:cNvGrpSpPr/>
        <p:nvPr/>
      </p:nvGrpSpPr>
      <p:grpSpPr>
        <a:xfrm>
          <a:off x="0" y="0"/>
          <a:ext cx="0" cy="0"/>
          <a:chOff x="0" y="0"/>
          <a:chExt cx="0" cy="0"/>
        </a:xfrm>
      </p:grpSpPr>
      <p:pic>
        <p:nvPicPr>
          <p:cNvPr id="4" name="Picture 3" descr="A screenshot of a computer&#10;&#10;AI-generated content may be incorrect.">
            <a:extLst>
              <a:ext uri="{FF2B5EF4-FFF2-40B4-BE49-F238E27FC236}">
                <a16:creationId xmlns:a16="http://schemas.microsoft.com/office/drawing/2014/main" id="{49E1A554-4BAC-34FA-08E0-C44DDC642C95}"/>
              </a:ext>
            </a:extLst>
          </p:cNvPr>
          <p:cNvPicPr>
            <a:picLocks noChangeAspect="1"/>
          </p:cNvPicPr>
          <p:nvPr/>
        </p:nvPicPr>
        <p:blipFill>
          <a:blip r:embed="rId3"/>
          <a:stretch>
            <a:fillRect/>
          </a:stretch>
        </p:blipFill>
        <p:spPr>
          <a:xfrm>
            <a:off x="1827405" y="1034903"/>
            <a:ext cx="8534014" cy="5817480"/>
          </a:xfrm>
          <a:prstGeom prst="rect">
            <a:avLst/>
          </a:prstGeom>
        </p:spPr>
      </p:pic>
      <p:sp>
        <p:nvSpPr>
          <p:cNvPr id="1199" name="Google Shape;1199;p156"/>
          <p:cNvSpPr txBox="1">
            <a:spLocks noGrp="1"/>
          </p:cNvSpPr>
          <p:nvPr>
            <p:ph type="title"/>
          </p:nvPr>
        </p:nvSpPr>
        <p:spPr>
          <a:xfrm>
            <a:off x="455617" y="460683"/>
            <a:ext cx="11277833" cy="524400"/>
          </a:xfrm>
          <a:prstGeom prst="rect">
            <a:avLst/>
          </a:prstGeom>
        </p:spPr>
        <p:txBody>
          <a:bodyPr spcFirstLastPara="1" wrap="square" lIns="0" tIns="0" rIns="0" bIns="0" anchor="ctr" anchorCtr="0">
            <a:noAutofit/>
          </a:bodyPr>
          <a:lstStyle/>
          <a:p>
            <a:pPr marL="0" lvl="0" indent="0" algn="l" rtl="0">
              <a:lnSpc>
                <a:spcPct val="100000"/>
              </a:lnSpc>
              <a:spcBef>
                <a:spcPts val="0"/>
              </a:spcBef>
              <a:spcAft>
                <a:spcPts val="0"/>
              </a:spcAft>
              <a:buNone/>
            </a:pPr>
            <a:r>
              <a:rPr lang="en" dirty="0"/>
              <a:t>AVCDL on YouTube</a:t>
            </a:r>
            <a:endParaRPr dirty="0"/>
          </a:p>
        </p:txBody>
      </p:sp>
      <p:sp>
        <p:nvSpPr>
          <p:cNvPr id="2" name="Rectangle 1">
            <a:extLst>
              <a:ext uri="{FF2B5EF4-FFF2-40B4-BE49-F238E27FC236}">
                <a16:creationId xmlns:a16="http://schemas.microsoft.com/office/drawing/2014/main" id="{4038D5AC-F2CE-EEDF-F93C-BC5BEDC13283}"/>
              </a:ext>
            </a:extLst>
          </p:cNvPr>
          <p:cNvSpPr/>
          <p:nvPr/>
        </p:nvSpPr>
        <p:spPr>
          <a:xfrm>
            <a:off x="5900286" y="522828"/>
            <a:ext cx="5832922" cy="400110"/>
          </a:xfrm>
          <a:prstGeom prst="rect">
            <a:avLst/>
          </a:prstGeom>
        </p:spPr>
        <p:txBody>
          <a:bodyPr wrap="square">
            <a:spAutoFit/>
          </a:bodyPr>
          <a:lstStyle/>
          <a:p>
            <a:pPr algn="r">
              <a:spcAft>
                <a:spcPts val="1200"/>
              </a:spcAft>
            </a:pPr>
            <a:r>
              <a:rPr lang="en-US" sz="2000" b="1" dirty="0">
                <a:solidFill>
                  <a:srgbClr val="0070C0"/>
                </a:solidFill>
                <a:latin typeface="Courier New" panose="02070309020205020404" pitchFamily="49" charset="0"/>
                <a:ea typeface="Roboto" panose="02000000000000000000" pitchFamily="2" charset="0"/>
                <a:cs typeface="Courier New" panose="02070309020205020404" pitchFamily="49" charset="0"/>
              </a:rPr>
              <a:t>https://youtube.com/@AVCDL</a:t>
            </a:r>
          </a:p>
        </p:txBody>
      </p:sp>
    </p:spTree>
    <p:extLst>
      <p:ext uri="{BB962C8B-B14F-4D97-AF65-F5344CB8AC3E}">
        <p14:creationId xmlns:p14="http://schemas.microsoft.com/office/powerpoint/2010/main" val="407149153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98"/>
        <p:cNvGrpSpPr/>
        <p:nvPr/>
      </p:nvGrpSpPr>
      <p:grpSpPr>
        <a:xfrm>
          <a:off x="0" y="0"/>
          <a:ext cx="0" cy="0"/>
          <a:chOff x="0" y="0"/>
          <a:chExt cx="0" cy="0"/>
        </a:xfrm>
      </p:grpSpPr>
      <p:sp>
        <p:nvSpPr>
          <p:cNvPr id="1199" name="Google Shape;1199;p156"/>
          <p:cNvSpPr txBox="1">
            <a:spLocks noGrp="1"/>
          </p:cNvSpPr>
          <p:nvPr>
            <p:ph type="title"/>
          </p:nvPr>
        </p:nvSpPr>
        <p:spPr>
          <a:xfrm>
            <a:off x="455617" y="460684"/>
            <a:ext cx="11277833" cy="524399"/>
          </a:xfrm>
          <a:prstGeom prst="rect">
            <a:avLst/>
          </a:prstGeom>
        </p:spPr>
        <p:txBody>
          <a:bodyPr spcFirstLastPara="1" wrap="square" lIns="0" tIns="0" rIns="0" bIns="0" anchor="ctr" anchorCtr="0">
            <a:noAutofit/>
          </a:bodyPr>
          <a:lstStyle/>
          <a:p>
            <a:pPr>
              <a:lnSpc>
                <a:spcPct val="100000"/>
              </a:lnSpc>
            </a:pPr>
            <a:r>
              <a:rPr lang="en" dirty="0"/>
              <a:t>Next Steps</a:t>
            </a:r>
            <a:endParaRPr dirty="0"/>
          </a:p>
        </p:txBody>
      </p:sp>
      <p:pic>
        <p:nvPicPr>
          <p:cNvPr id="7" name="Picture 6">
            <a:extLst>
              <a:ext uri="{FF2B5EF4-FFF2-40B4-BE49-F238E27FC236}">
                <a16:creationId xmlns:a16="http://schemas.microsoft.com/office/drawing/2014/main" id="{C52B1944-9D2E-B660-DF63-98B36A597D37}"/>
              </a:ext>
            </a:extLst>
          </p:cNvPr>
          <p:cNvPicPr>
            <a:picLocks noChangeAspect="1"/>
          </p:cNvPicPr>
          <p:nvPr/>
        </p:nvPicPr>
        <p:blipFill>
          <a:blip r:embed="rId3"/>
          <a:stretch>
            <a:fillRect/>
          </a:stretch>
        </p:blipFill>
        <p:spPr>
          <a:xfrm>
            <a:off x="741952" y="326959"/>
            <a:ext cx="10704920" cy="6204081"/>
          </a:xfrm>
          <a:prstGeom prst="rect">
            <a:avLst/>
          </a:prstGeom>
          <a:effectLst/>
        </p:spPr>
      </p:pic>
    </p:spTree>
    <p:extLst>
      <p:ext uri="{BB962C8B-B14F-4D97-AF65-F5344CB8AC3E}">
        <p14:creationId xmlns:p14="http://schemas.microsoft.com/office/powerpoint/2010/main" val="396230946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877">
          <a:extLst>
            <a:ext uri="{FF2B5EF4-FFF2-40B4-BE49-F238E27FC236}">
              <a16:creationId xmlns:a16="http://schemas.microsoft.com/office/drawing/2014/main" id="{F765BD06-3138-B96B-3FC9-173A636EC225}"/>
            </a:ext>
          </a:extLst>
        </p:cNvPr>
        <p:cNvGrpSpPr/>
        <p:nvPr/>
      </p:nvGrpSpPr>
      <p:grpSpPr>
        <a:xfrm>
          <a:off x="0" y="0"/>
          <a:ext cx="0" cy="0"/>
          <a:chOff x="0" y="0"/>
          <a:chExt cx="0" cy="0"/>
        </a:xfrm>
      </p:grpSpPr>
      <p:sp>
        <p:nvSpPr>
          <p:cNvPr id="878" name="Google Shape;878;p147">
            <a:extLst>
              <a:ext uri="{FF2B5EF4-FFF2-40B4-BE49-F238E27FC236}">
                <a16:creationId xmlns:a16="http://schemas.microsoft.com/office/drawing/2014/main" id="{9F2EA1F5-5424-4926-520C-42FB8335BE28}"/>
              </a:ext>
            </a:extLst>
          </p:cNvPr>
          <p:cNvSpPr txBox="1">
            <a:spLocks noGrp="1"/>
          </p:cNvSpPr>
          <p:nvPr>
            <p:ph type="title"/>
          </p:nvPr>
        </p:nvSpPr>
        <p:spPr>
          <a:xfrm>
            <a:off x="455617" y="460684"/>
            <a:ext cx="11277590" cy="524399"/>
          </a:xfrm>
          <a:prstGeom prst="rect">
            <a:avLst/>
          </a:prstGeom>
        </p:spPr>
        <p:txBody>
          <a:bodyPr spcFirstLastPara="1" wrap="square" lIns="0" tIns="0" rIns="0" bIns="0" anchor="ctr" anchorCtr="0">
            <a:noAutofit/>
          </a:bodyPr>
          <a:lstStyle/>
          <a:p>
            <a:pPr>
              <a:lnSpc>
                <a:spcPct val="100000"/>
              </a:lnSpc>
            </a:pPr>
            <a:r>
              <a:rPr lang="en" dirty="0"/>
              <a:t>References (1 of 2)</a:t>
            </a:r>
            <a:endParaRPr dirty="0"/>
          </a:p>
        </p:txBody>
      </p:sp>
      <p:sp>
        <p:nvSpPr>
          <p:cNvPr id="2" name="Google Shape;879;p147">
            <a:extLst>
              <a:ext uri="{FF2B5EF4-FFF2-40B4-BE49-F238E27FC236}">
                <a16:creationId xmlns:a16="http://schemas.microsoft.com/office/drawing/2014/main" id="{884F52BC-9FA7-08C8-A7FA-7DBCBBE7D7FE}"/>
              </a:ext>
            </a:extLst>
          </p:cNvPr>
          <p:cNvSpPr txBox="1">
            <a:spLocks/>
          </p:cNvSpPr>
          <p:nvPr/>
        </p:nvSpPr>
        <p:spPr>
          <a:xfrm>
            <a:off x="455616" y="1146448"/>
            <a:ext cx="11277592" cy="3231654"/>
          </a:xfrm>
          <a:prstGeom prst="rect">
            <a:avLst/>
          </a:prstGeom>
          <a:noFill/>
          <a:ln>
            <a:noFill/>
          </a:ln>
        </p:spPr>
        <p:txBody>
          <a:bodyPr spcFirstLastPara="1" wrap="square" lIns="0" tIns="0" rIns="0" bIns="0" anchor="t" anchorCtr="0">
            <a:spAutoFit/>
          </a:bodyPr>
          <a:lstStyle>
            <a:defPPr marR="0" lvl="0" algn="l" rtl="0">
              <a:lnSpc>
                <a:spcPct val="100000"/>
              </a:lnSpc>
              <a:spcBef>
                <a:spcPts val="0"/>
              </a:spcBef>
              <a:spcAft>
                <a:spcPts val="0"/>
              </a:spcAft>
            </a:defPPr>
            <a:lvl1pPr marL="457200" marR="0" lvl="0" indent="-228600" algn="l" rtl="0">
              <a:lnSpc>
                <a:spcPct val="100000"/>
              </a:lnSpc>
              <a:spcBef>
                <a:spcPts val="1800"/>
              </a:spcBef>
              <a:spcAft>
                <a:spcPts val="0"/>
              </a:spcAft>
              <a:buClr>
                <a:schemeClr val="dk1"/>
              </a:buClr>
              <a:buSzPts val="2000"/>
              <a:buFont typeface="Roboto"/>
              <a:buNone/>
              <a:defRPr sz="2000" b="0" i="0" u="none" strike="noStrike" cap="none">
                <a:solidFill>
                  <a:schemeClr val="dk1"/>
                </a:solidFill>
                <a:latin typeface="Roboto"/>
                <a:ea typeface="Roboto"/>
                <a:cs typeface="Roboto"/>
                <a:sym typeface="Roboto"/>
              </a:defRPr>
            </a:lvl1pPr>
            <a:lvl2pPr marL="914400" marR="0" lvl="1" indent="-342900" algn="l" rtl="0">
              <a:lnSpc>
                <a:spcPct val="100000"/>
              </a:lnSpc>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L="1371600" marR="0" lvl="2" indent="-330200" algn="l" rtl="0">
              <a:lnSpc>
                <a:spcPct val="100000"/>
              </a:lnSpc>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L="1828800" marR="0" lvl="3" indent="-317500" algn="l" rtl="0">
              <a:lnSpc>
                <a:spcPct val="100000"/>
              </a:lnSpc>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L="2286000" marR="0" lvl="4" indent="-304800" algn="l" rtl="0">
              <a:lnSpc>
                <a:spcPct val="100000"/>
              </a:lnSpc>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L="2743200" marR="0" lvl="5" indent="-304800" algn="l" rtl="0">
              <a:lnSpc>
                <a:spcPct val="100000"/>
              </a:lnSpc>
              <a:spcBef>
                <a:spcPts val="360"/>
              </a:spcBef>
              <a:spcAft>
                <a:spcPts val="0"/>
              </a:spcAft>
              <a:buClr>
                <a:schemeClr val="dk1"/>
              </a:buClr>
              <a:buSzPts val="1200"/>
              <a:buFont typeface="Roboto"/>
              <a:buChar char="•"/>
              <a:defRPr sz="1200" b="0" i="0" u="none" strike="noStrike" cap="none">
                <a:solidFill>
                  <a:schemeClr val="dk1"/>
                </a:solidFill>
                <a:latin typeface="Roboto"/>
                <a:ea typeface="Roboto"/>
                <a:cs typeface="Roboto"/>
                <a:sym typeface="Roboto"/>
              </a:defRPr>
            </a:lvl6pPr>
            <a:lvl7pPr marL="3200400" marR="0" lvl="6" indent="-304800" algn="l" rtl="0">
              <a:lnSpc>
                <a:spcPct val="100000"/>
              </a:lnSpc>
              <a:spcBef>
                <a:spcPts val="360"/>
              </a:spcBef>
              <a:spcAft>
                <a:spcPts val="0"/>
              </a:spcAft>
              <a:buClr>
                <a:schemeClr val="dk1"/>
              </a:buClr>
              <a:buSzPts val="1200"/>
              <a:buFont typeface="Roboto"/>
              <a:buChar char="•"/>
              <a:defRPr sz="1200" b="0" i="0" u="none" strike="noStrike" cap="none">
                <a:solidFill>
                  <a:schemeClr val="dk1"/>
                </a:solidFill>
                <a:latin typeface="Roboto"/>
                <a:ea typeface="Roboto"/>
                <a:cs typeface="Roboto"/>
                <a:sym typeface="Roboto"/>
              </a:defRPr>
            </a:lvl7pPr>
            <a:lvl8pPr marL="3657600" marR="0" lvl="7" indent="-304800" algn="l" rtl="0">
              <a:lnSpc>
                <a:spcPct val="100000"/>
              </a:lnSpc>
              <a:spcBef>
                <a:spcPts val="360"/>
              </a:spcBef>
              <a:spcAft>
                <a:spcPts val="0"/>
              </a:spcAft>
              <a:buClr>
                <a:schemeClr val="dk1"/>
              </a:buClr>
              <a:buSzPts val="1200"/>
              <a:buFont typeface="Roboto"/>
              <a:buChar char="•"/>
              <a:defRPr sz="1200" b="0" i="0" u="none" strike="noStrike" cap="none">
                <a:solidFill>
                  <a:schemeClr val="dk1"/>
                </a:solidFill>
                <a:latin typeface="Roboto"/>
                <a:ea typeface="Roboto"/>
                <a:cs typeface="Roboto"/>
                <a:sym typeface="Roboto"/>
              </a:defRPr>
            </a:lvl8pPr>
            <a:lvl9pPr marL="4114800" marR="0" lvl="8" indent="-304800" algn="l" rtl="0">
              <a:lnSpc>
                <a:spcPct val="100000"/>
              </a:lnSpc>
              <a:spcBef>
                <a:spcPts val="360"/>
              </a:spcBef>
              <a:spcAft>
                <a:spcPts val="0"/>
              </a:spcAft>
              <a:buClr>
                <a:schemeClr val="dk1"/>
              </a:buClr>
              <a:buSzPts val="1200"/>
              <a:buFont typeface="Roboto"/>
              <a:buChar char="•"/>
              <a:defRPr sz="1200" b="0" i="0" u="none" strike="noStrike" cap="none">
                <a:solidFill>
                  <a:schemeClr val="dk1"/>
                </a:solidFill>
                <a:latin typeface="Roboto"/>
                <a:ea typeface="Roboto"/>
                <a:cs typeface="Roboto"/>
                <a:sym typeface="Roboto"/>
              </a:defRPr>
            </a:lvl9pPr>
          </a:lstStyle>
          <a:p>
            <a:pPr marL="0" indent="0">
              <a:spcBef>
                <a:spcPts val="0"/>
              </a:spcBef>
              <a:spcAft>
                <a:spcPts val="1200"/>
              </a:spcAft>
            </a:pPr>
            <a:r>
              <a:rPr lang="en-US" b="1" dirty="0">
                <a:latin typeface="Roboto" panose="02000000000000000000" pitchFamily="2" charset="0"/>
                <a:ea typeface="Roboto" panose="02000000000000000000" pitchFamily="2" charset="0"/>
                <a:cs typeface="Courier New" panose="02070309020205020404" pitchFamily="49" charset="0"/>
              </a:rPr>
              <a:t>AVCDL primary document</a:t>
            </a:r>
          </a:p>
          <a:p>
            <a:pPr marL="0" indent="0">
              <a:spcBef>
                <a:spcPts val="0"/>
              </a:spcBef>
              <a:spcAft>
                <a:spcPts val="1200"/>
              </a:spcAft>
            </a:pPr>
            <a:r>
              <a:rPr lang="en-US" b="1" dirty="0">
                <a:latin typeface="Roboto" panose="02000000000000000000" pitchFamily="2" charset="0"/>
                <a:ea typeface="Roboto" panose="02000000000000000000" pitchFamily="2" charset="0"/>
                <a:cs typeface="Courier New" panose="02070309020205020404" pitchFamily="49" charset="0"/>
              </a:rPr>
              <a:t>Attack Surface Analysis Report (AVCDL secondary document)</a:t>
            </a:r>
          </a:p>
          <a:p>
            <a:pPr marL="0" indent="0">
              <a:spcBef>
                <a:spcPts val="0"/>
              </a:spcBef>
              <a:spcAft>
                <a:spcPts val="1200"/>
              </a:spcAft>
            </a:pPr>
            <a:r>
              <a:rPr lang="en-US" b="1" dirty="0">
                <a:latin typeface="Roboto" panose="02000000000000000000" pitchFamily="2" charset="0"/>
                <a:ea typeface="Roboto" panose="02000000000000000000" pitchFamily="2" charset="0"/>
                <a:cs typeface="Courier New" panose="02070309020205020404" pitchFamily="49" charset="0"/>
              </a:rPr>
              <a:t>Attack Surface Analysis Analysis Procedure (AVCDL tertiary document)</a:t>
            </a:r>
          </a:p>
          <a:p>
            <a:pPr marL="0" indent="0">
              <a:spcBef>
                <a:spcPts val="0"/>
              </a:spcBef>
              <a:spcAft>
                <a:spcPts val="1200"/>
              </a:spcAft>
            </a:pPr>
            <a:r>
              <a:rPr lang="en-US" b="1" dirty="0">
                <a:latin typeface="Roboto" panose="02000000000000000000" pitchFamily="2" charset="0"/>
                <a:ea typeface="Roboto" panose="02000000000000000000" pitchFamily="2" charset="0"/>
                <a:cs typeface="Courier New" panose="02070309020205020404" pitchFamily="49" charset="0"/>
              </a:rPr>
              <a:t>AVCDL attack surface analysis model template (AVCDL template)</a:t>
            </a:r>
          </a:p>
          <a:p>
            <a:pPr marL="0" indent="0">
              <a:spcBef>
                <a:spcPts val="0"/>
              </a:spcBef>
              <a:spcAft>
                <a:spcPts val="1200"/>
              </a:spcAft>
            </a:pPr>
            <a:r>
              <a:rPr lang="en-US" b="1" dirty="0">
                <a:latin typeface="Roboto" panose="02000000000000000000" pitchFamily="2" charset="0"/>
                <a:ea typeface="Roboto" panose="02000000000000000000" pitchFamily="2" charset="0"/>
                <a:cs typeface="Courier New" panose="02070309020205020404" pitchFamily="49" charset="0"/>
              </a:rPr>
              <a:t>AVCDL attack surface analysis issues template (AVCDL template)</a:t>
            </a:r>
          </a:p>
          <a:p>
            <a:pPr marL="0" indent="0">
              <a:spcBef>
                <a:spcPts val="0"/>
              </a:spcBef>
              <a:spcAft>
                <a:spcPts val="1200"/>
              </a:spcAft>
            </a:pPr>
            <a:r>
              <a:rPr lang="en-US" b="1" dirty="0">
                <a:latin typeface="Roboto" panose="02000000000000000000" pitchFamily="2" charset="0"/>
                <a:ea typeface="Roboto" panose="02000000000000000000" pitchFamily="2" charset="0"/>
                <a:cs typeface="Courier New" panose="02070309020205020404" pitchFamily="49" charset="0"/>
              </a:rPr>
              <a:t>Threat Modeling Report (AVCDL secondary document)</a:t>
            </a:r>
          </a:p>
          <a:p>
            <a:pPr marL="0" indent="0">
              <a:spcBef>
                <a:spcPts val="0"/>
              </a:spcBef>
              <a:spcAft>
                <a:spcPts val="1200"/>
              </a:spcAft>
            </a:pPr>
            <a:r>
              <a:rPr lang="en-US" b="1" dirty="0">
                <a:latin typeface="Roboto" panose="02000000000000000000" pitchFamily="2" charset="0"/>
                <a:ea typeface="Roboto" panose="02000000000000000000" pitchFamily="2" charset="0"/>
                <a:cs typeface="Courier New" panose="02070309020205020404" pitchFamily="49" charset="0"/>
              </a:rPr>
              <a:t>Threat Prioritization Plan (AVCDL secondary document)</a:t>
            </a:r>
          </a:p>
        </p:txBody>
      </p:sp>
    </p:spTree>
    <p:extLst>
      <p:ext uri="{BB962C8B-B14F-4D97-AF65-F5344CB8AC3E}">
        <p14:creationId xmlns:p14="http://schemas.microsoft.com/office/powerpoint/2010/main" val="97427950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877"/>
        <p:cNvGrpSpPr/>
        <p:nvPr/>
      </p:nvGrpSpPr>
      <p:grpSpPr>
        <a:xfrm>
          <a:off x="0" y="0"/>
          <a:ext cx="0" cy="0"/>
          <a:chOff x="0" y="0"/>
          <a:chExt cx="0" cy="0"/>
        </a:xfrm>
      </p:grpSpPr>
      <p:sp>
        <p:nvSpPr>
          <p:cNvPr id="878" name="Google Shape;878;p147"/>
          <p:cNvSpPr txBox="1">
            <a:spLocks noGrp="1"/>
          </p:cNvSpPr>
          <p:nvPr>
            <p:ph type="title"/>
          </p:nvPr>
        </p:nvSpPr>
        <p:spPr>
          <a:xfrm>
            <a:off x="455617" y="460684"/>
            <a:ext cx="11277590" cy="524399"/>
          </a:xfrm>
          <a:prstGeom prst="rect">
            <a:avLst/>
          </a:prstGeom>
        </p:spPr>
        <p:txBody>
          <a:bodyPr spcFirstLastPara="1" wrap="square" lIns="0" tIns="0" rIns="0" bIns="0" anchor="ctr" anchorCtr="0">
            <a:noAutofit/>
          </a:bodyPr>
          <a:lstStyle/>
          <a:p>
            <a:pPr>
              <a:lnSpc>
                <a:spcPct val="100000"/>
              </a:lnSpc>
            </a:pPr>
            <a:r>
              <a:rPr lang="en" dirty="0"/>
              <a:t>References (2 of 2)</a:t>
            </a:r>
            <a:endParaRPr dirty="0"/>
          </a:p>
        </p:txBody>
      </p:sp>
      <p:sp>
        <p:nvSpPr>
          <p:cNvPr id="2" name="Google Shape;879;p147">
            <a:extLst>
              <a:ext uri="{FF2B5EF4-FFF2-40B4-BE49-F238E27FC236}">
                <a16:creationId xmlns:a16="http://schemas.microsoft.com/office/drawing/2014/main" id="{EE699A1B-DC13-C84D-9B67-3E4E126EE2B9}"/>
              </a:ext>
            </a:extLst>
          </p:cNvPr>
          <p:cNvSpPr txBox="1">
            <a:spLocks/>
          </p:cNvSpPr>
          <p:nvPr/>
        </p:nvSpPr>
        <p:spPr>
          <a:xfrm>
            <a:off x="455616" y="1146448"/>
            <a:ext cx="11277592" cy="2677656"/>
          </a:xfrm>
          <a:prstGeom prst="rect">
            <a:avLst/>
          </a:prstGeom>
          <a:noFill/>
          <a:ln>
            <a:noFill/>
          </a:ln>
        </p:spPr>
        <p:txBody>
          <a:bodyPr spcFirstLastPara="1" wrap="square" lIns="0" tIns="0" rIns="0" bIns="0" anchor="t" anchorCtr="0">
            <a:spAutoFit/>
          </a:bodyPr>
          <a:lstStyle>
            <a:defPPr marR="0" lvl="0" algn="l" rtl="0">
              <a:lnSpc>
                <a:spcPct val="100000"/>
              </a:lnSpc>
              <a:spcBef>
                <a:spcPts val="0"/>
              </a:spcBef>
              <a:spcAft>
                <a:spcPts val="0"/>
              </a:spcAft>
            </a:defPPr>
            <a:lvl1pPr marL="457200" marR="0" lvl="0" indent="-228600" algn="l" rtl="0">
              <a:lnSpc>
                <a:spcPct val="100000"/>
              </a:lnSpc>
              <a:spcBef>
                <a:spcPts val="1800"/>
              </a:spcBef>
              <a:spcAft>
                <a:spcPts val="0"/>
              </a:spcAft>
              <a:buClr>
                <a:schemeClr val="dk1"/>
              </a:buClr>
              <a:buSzPts val="2000"/>
              <a:buFont typeface="Roboto"/>
              <a:buNone/>
              <a:defRPr sz="2000" b="0" i="0" u="none" strike="noStrike" cap="none">
                <a:solidFill>
                  <a:schemeClr val="dk1"/>
                </a:solidFill>
                <a:latin typeface="Roboto"/>
                <a:ea typeface="Roboto"/>
                <a:cs typeface="Roboto"/>
                <a:sym typeface="Roboto"/>
              </a:defRPr>
            </a:lvl1pPr>
            <a:lvl2pPr marL="914400" marR="0" lvl="1" indent="-342900" algn="l" rtl="0">
              <a:lnSpc>
                <a:spcPct val="100000"/>
              </a:lnSpc>
              <a:spcBef>
                <a:spcPts val="600"/>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L="1371600" marR="0" lvl="2" indent="-330200" algn="l" rtl="0">
              <a:lnSpc>
                <a:spcPct val="100000"/>
              </a:lnSpc>
              <a:spcBef>
                <a:spcPts val="600"/>
              </a:spcBef>
              <a:spcAft>
                <a:spcPts val="0"/>
              </a:spcAft>
              <a:buClr>
                <a:schemeClr val="dk1"/>
              </a:buClr>
              <a:buSzPts val="1600"/>
              <a:buFont typeface="Merriweather Sans"/>
              <a:buChar char="−"/>
              <a:defRPr sz="1600" b="0" i="0" u="none" strike="noStrike" cap="none">
                <a:solidFill>
                  <a:schemeClr val="dk1"/>
                </a:solidFill>
                <a:latin typeface="Roboto"/>
                <a:ea typeface="Roboto"/>
                <a:cs typeface="Roboto"/>
                <a:sym typeface="Roboto"/>
              </a:defRPr>
            </a:lvl3pPr>
            <a:lvl4pPr marL="1828800" marR="0" lvl="3" indent="-317500" algn="l" rtl="0">
              <a:lnSpc>
                <a:spcPct val="100000"/>
              </a:lnSpc>
              <a:spcBef>
                <a:spcPts val="300"/>
              </a:spcBef>
              <a:spcAft>
                <a:spcPts val="0"/>
              </a:spcAft>
              <a:buClr>
                <a:schemeClr val="dk1"/>
              </a:buClr>
              <a:buSzPts val="1400"/>
              <a:buFont typeface="Arial"/>
              <a:buChar char="•"/>
              <a:defRPr sz="1400" b="0" i="0" u="none" strike="noStrike" cap="none">
                <a:solidFill>
                  <a:schemeClr val="dk1"/>
                </a:solidFill>
                <a:latin typeface="Roboto"/>
                <a:ea typeface="Roboto"/>
                <a:cs typeface="Roboto"/>
                <a:sym typeface="Roboto"/>
              </a:defRPr>
            </a:lvl4pPr>
            <a:lvl5pPr marL="2286000" marR="0" lvl="4" indent="-304800" algn="l" rtl="0">
              <a:lnSpc>
                <a:spcPct val="100000"/>
              </a:lnSpc>
              <a:spcBef>
                <a:spcPts val="300"/>
              </a:spcBef>
              <a:spcAft>
                <a:spcPts val="0"/>
              </a:spcAft>
              <a:buClr>
                <a:schemeClr val="dk1"/>
              </a:buClr>
              <a:buSzPts val="1200"/>
              <a:buFont typeface="Merriweather Sans"/>
              <a:buChar char="−"/>
              <a:defRPr sz="1200" b="0" i="0" u="none" strike="noStrike" cap="none">
                <a:solidFill>
                  <a:schemeClr val="dk1"/>
                </a:solidFill>
                <a:latin typeface="Roboto"/>
                <a:ea typeface="Roboto"/>
                <a:cs typeface="Roboto"/>
                <a:sym typeface="Roboto"/>
              </a:defRPr>
            </a:lvl5pPr>
            <a:lvl6pPr marL="2743200" marR="0" lvl="5" indent="-304800" algn="l" rtl="0">
              <a:lnSpc>
                <a:spcPct val="100000"/>
              </a:lnSpc>
              <a:spcBef>
                <a:spcPts val="360"/>
              </a:spcBef>
              <a:spcAft>
                <a:spcPts val="0"/>
              </a:spcAft>
              <a:buClr>
                <a:schemeClr val="dk1"/>
              </a:buClr>
              <a:buSzPts val="1200"/>
              <a:buFont typeface="Roboto"/>
              <a:buChar char="•"/>
              <a:defRPr sz="1200" b="0" i="0" u="none" strike="noStrike" cap="none">
                <a:solidFill>
                  <a:schemeClr val="dk1"/>
                </a:solidFill>
                <a:latin typeface="Roboto"/>
                <a:ea typeface="Roboto"/>
                <a:cs typeface="Roboto"/>
                <a:sym typeface="Roboto"/>
              </a:defRPr>
            </a:lvl6pPr>
            <a:lvl7pPr marL="3200400" marR="0" lvl="6" indent="-304800" algn="l" rtl="0">
              <a:lnSpc>
                <a:spcPct val="100000"/>
              </a:lnSpc>
              <a:spcBef>
                <a:spcPts val="360"/>
              </a:spcBef>
              <a:spcAft>
                <a:spcPts val="0"/>
              </a:spcAft>
              <a:buClr>
                <a:schemeClr val="dk1"/>
              </a:buClr>
              <a:buSzPts val="1200"/>
              <a:buFont typeface="Roboto"/>
              <a:buChar char="•"/>
              <a:defRPr sz="1200" b="0" i="0" u="none" strike="noStrike" cap="none">
                <a:solidFill>
                  <a:schemeClr val="dk1"/>
                </a:solidFill>
                <a:latin typeface="Roboto"/>
                <a:ea typeface="Roboto"/>
                <a:cs typeface="Roboto"/>
                <a:sym typeface="Roboto"/>
              </a:defRPr>
            </a:lvl7pPr>
            <a:lvl8pPr marL="3657600" marR="0" lvl="7" indent="-304800" algn="l" rtl="0">
              <a:lnSpc>
                <a:spcPct val="100000"/>
              </a:lnSpc>
              <a:spcBef>
                <a:spcPts val="360"/>
              </a:spcBef>
              <a:spcAft>
                <a:spcPts val="0"/>
              </a:spcAft>
              <a:buClr>
                <a:schemeClr val="dk1"/>
              </a:buClr>
              <a:buSzPts val="1200"/>
              <a:buFont typeface="Roboto"/>
              <a:buChar char="•"/>
              <a:defRPr sz="1200" b="0" i="0" u="none" strike="noStrike" cap="none">
                <a:solidFill>
                  <a:schemeClr val="dk1"/>
                </a:solidFill>
                <a:latin typeface="Roboto"/>
                <a:ea typeface="Roboto"/>
                <a:cs typeface="Roboto"/>
                <a:sym typeface="Roboto"/>
              </a:defRPr>
            </a:lvl8pPr>
            <a:lvl9pPr marL="4114800" marR="0" lvl="8" indent="-304800" algn="l" rtl="0">
              <a:lnSpc>
                <a:spcPct val="100000"/>
              </a:lnSpc>
              <a:spcBef>
                <a:spcPts val="360"/>
              </a:spcBef>
              <a:spcAft>
                <a:spcPts val="0"/>
              </a:spcAft>
              <a:buClr>
                <a:schemeClr val="dk1"/>
              </a:buClr>
              <a:buSzPts val="1200"/>
              <a:buFont typeface="Roboto"/>
              <a:buChar char="•"/>
              <a:defRPr sz="1200" b="0" i="0" u="none" strike="noStrike" cap="none">
                <a:solidFill>
                  <a:schemeClr val="dk1"/>
                </a:solidFill>
                <a:latin typeface="Roboto"/>
                <a:ea typeface="Roboto"/>
                <a:cs typeface="Roboto"/>
                <a:sym typeface="Roboto"/>
              </a:defRPr>
            </a:lvl9pPr>
          </a:lstStyle>
          <a:p>
            <a:pPr marL="0" indent="0">
              <a:spcBef>
                <a:spcPts val="0"/>
              </a:spcBef>
            </a:pPr>
            <a:r>
              <a:rPr lang="en-US" b="1" dirty="0">
                <a:latin typeface="Roboto" panose="02000000000000000000" pitchFamily="2" charset="0"/>
                <a:ea typeface="Roboto" panose="02000000000000000000" pitchFamily="2" charset="0"/>
              </a:rPr>
              <a:t>Service Name and Transport Protocol Port Number Registry</a:t>
            </a:r>
            <a:endParaRPr lang="en-US" b="1" dirty="0">
              <a:latin typeface="Roboto" panose="02000000000000000000" pitchFamily="2" charset="0"/>
              <a:ea typeface="Roboto" panose="02000000000000000000" pitchFamily="2" charset="0"/>
              <a:cs typeface="Courier New" panose="02070309020205020404" pitchFamily="49" charset="0"/>
            </a:endParaRPr>
          </a:p>
          <a:p>
            <a:pPr marL="0" indent="0">
              <a:spcBef>
                <a:spcPts val="0"/>
              </a:spcBef>
              <a:spcAft>
                <a:spcPts val="1200"/>
              </a:spcAft>
            </a:pPr>
            <a:r>
              <a:rPr lang="en-US" sz="1600" b="1" dirty="0">
                <a:latin typeface="Courier New" panose="02070309020205020404" pitchFamily="49" charset="0"/>
                <a:cs typeface="Courier New" panose="02070309020205020404" pitchFamily="49" charset="0"/>
                <a:hlinkClick r:id="rId3"/>
              </a:rPr>
              <a:t>https://www.iana.org/assignments/service-names-port-numbers/service-names-port-numbers.xhtml</a:t>
            </a:r>
            <a:r>
              <a:rPr lang="en-US" sz="1600" b="1" dirty="0">
                <a:latin typeface="Courier New" panose="02070309020205020404" pitchFamily="49" charset="0"/>
                <a:cs typeface="Courier New" panose="02070309020205020404" pitchFamily="49" charset="0"/>
              </a:rPr>
              <a:t>   </a:t>
            </a:r>
          </a:p>
          <a:p>
            <a:pPr marL="0" indent="0">
              <a:spcBef>
                <a:spcPts val="0"/>
              </a:spcBef>
            </a:pPr>
            <a:r>
              <a:rPr lang="en-US" b="1" i="0" u="none" strike="noStrike" dirty="0">
                <a:solidFill>
                  <a:srgbClr val="212124"/>
                </a:solidFill>
                <a:effectLst/>
                <a:latin typeface="Roboto" panose="02000000000000000000" pitchFamily="2" charset="0"/>
                <a:ea typeface="Roboto" panose="02000000000000000000" pitchFamily="2" charset="0"/>
                <a:cs typeface="Roboto" panose="02000000000000000000" pitchFamily="2" charset="0"/>
              </a:rPr>
              <a:t>NIST SP 800-63 Digital Identity Guidelines</a:t>
            </a:r>
            <a:endParaRPr lang="en-US" b="1" dirty="0">
              <a:latin typeface="Roboto" panose="02000000000000000000" pitchFamily="2" charset="0"/>
              <a:ea typeface="Roboto" panose="02000000000000000000" pitchFamily="2" charset="0"/>
              <a:cs typeface="Roboto" panose="02000000000000000000" pitchFamily="2" charset="0"/>
            </a:endParaRPr>
          </a:p>
          <a:p>
            <a:pPr marL="0" indent="0">
              <a:spcBef>
                <a:spcPts val="0"/>
              </a:spcBef>
              <a:spcAft>
                <a:spcPts val="1200"/>
              </a:spcAft>
            </a:pPr>
            <a:r>
              <a:rPr lang="en-US" sz="1600" b="1" dirty="0">
                <a:latin typeface="Courier New" panose="02070309020205020404" pitchFamily="49" charset="0"/>
                <a:cs typeface="Courier New" panose="02070309020205020404" pitchFamily="49" charset="0"/>
                <a:hlinkClick r:id="rId4"/>
              </a:rPr>
              <a:t>https://www.nist.gov/identity-access-management/nist-special-publication-800-63-digital-identity-guidelines</a:t>
            </a:r>
            <a:r>
              <a:rPr lang="en-US" sz="1600" b="1" dirty="0">
                <a:latin typeface="Courier New" panose="02070309020205020404" pitchFamily="49" charset="0"/>
                <a:cs typeface="Courier New" panose="02070309020205020404" pitchFamily="49" charset="0"/>
              </a:rPr>
              <a:t> </a:t>
            </a:r>
          </a:p>
          <a:p>
            <a:pPr marL="0" indent="0">
              <a:spcBef>
                <a:spcPts val="0"/>
              </a:spcBef>
            </a:pPr>
            <a:r>
              <a:rPr lang="en-US" b="1" dirty="0">
                <a:latin typeface="Roboto" panose="02000000000000000000" pitchFamily="2" charset="0"/>
                <a:ea typeface="Roboto" panose="02000000000000000000" pitchFamily="2" charset="0"/>
              </a:rPr>
              <a:t>RFC 6335: Internet Assigned Numbers Authority (IANA) Procedures for the Management of the Service Name and Transport Protocol Port Number Registry</a:t>
            </a:r>
            <a:endParaRPr lang="en-US" b="1" dirty="0">
              <a:latin typeface="Roboto" panose="02000000000000000000" pitchFamily="2" charset="0"/>
              <a:ea typeface="Roboto" panose="02000000000000000000" pitchFamily="2" charset="0"/>
              <a:cs typeface="Courier New" panose="02070309020205020404" pitchFamily="49" charset="0"/>
            </a:endParaRPr>
          </a:p>
          <a:p>
            <a:pPr marL="0" indent="0">
              <a:spcBef>
                <a:spcPts val="0"/>
              </a:spcBef>
              <a:spcAft>
                <a:spcPts val="1200"/>
              </a:spcAft>
            </a:pPr>
            <a:r>
              <a:rPr lang="en-US" sz="1600" b="1" dirty="0">
                <a:latin typeface="Courier New" panose="02070309020205020404" pitchFamily="49" charset="0"/>
                <a:cs typeface="Courier New" panose="02070309020205020404" pitchFamily="49" charset="0"/>
                <a:hlinkClick r:id="rId5"/>
              </a:rPr>
              <a:t>https://www.rfc-editor.org/rfc/pdfrfc/rfc6335.txt.pdf</a:t>
            </a:r>
            <a:r>
              <a:rPr lang="en-US" sz="1600" b="1" dirty="0">
                <a:latin typeface="Courier New" panose="02070309020205020404" pitchFamily="49" charset="0"/>
                <a:cs typeface="Courier New" panose="02070309020205020404" pitchFamily="49" charset="0"/>
              </a:rPr>
              <a:t> </a:t>
            </a:r>
          </a:p>
        </p:txBody>
      </p:sp>
    </p:spTree>
    <p:extLst>
      <p:ext uri="{BB962C8B-B14F-4D97-AF65-F5344CB8AC3E}">
        <p14:creationId xmlns:p14="http://schemas.microsoft.com/office/powerpoint/2010/main" val="2557400049"/>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Motional Masters">
  <a:themeElements>
    <a:clrScheme name="Motional">
      <a:dk1>
        <a:srgbClr val="000000"/>
      </a:dk1>
      <a:lt1>
        <a:srgbClr val="FFFFFF"/>
      </a:lt1>
      <a:dk2>
        <a:srgbClr val="092871"/>
      </a:dk2>
      <a:lt2>
        <a:srgbClr val="5B48F6"/>
      </a:lt2>
      <a:accent1>
        <a:srgbClr val="C9EAF1"/>
      </a:accent1>
      <a:accent2>
        <a:srgbClr val="ADB9E3"/>
      </a:accent2>
      <a:accent3>
        <a:srgbClr val="00F6FF"/>
      </a:accent3>
      <a:accent4>
        <a:srgbClr val="D2DCDC"/>
      </a:accent4>
      <a:accent5>
        <a:srgbClr val="828791"/>
      </a:accent5>
      <a:accent6>
        <a:srgbClr val="404449"/>
      </a:accent6>
      <a:hlink>
        <a:srgbClr val="0000FF"/>
      </a:hlink>
      <a:folHlink>
        <a:srgbClr val="B2B2B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Motional Masters">
  <a:themeElements>
    <a:clrScheme name="Motional">
      <a:dk1>
        <a:srgbClr val="000000"/>
      </a:dk1>
      <a:lt1>
        <a:srgbClr val="FFFFFF"/>
      </a:lt1>
      <a:dk2>
        <a:srgbClr val="092871"/>
      </a:dk2>
      <a:lt2>
        <a:srgbClr val="5B48F6"/>
      </a:lt2>
      <a:accent1>
        <a:srgbClr val="C9EAF1"/>
      </a:accent1>
      <a:accent2>
        <a:srgbClr val="ADB9E3"/>
      </a:accent2>
      <a:accent3>
        <a:srgbClr val="00F6FF"/>
      </a:accent3>
      <a:accent4>
        <a:srgbClr val="D2DCDC"/>
      </a:accent4>
      <a:accent5>
        <a:srgbClr val="828791"/>
      </a:accent5>
      <a:accent6>
        <a:srgbClr val="404449"/>
      </a:accent6>
      <a:hlink>
        <a:srgbClr val="0000FF"/>
      </a:hlink>
      <a:folHlink>
        <a:srgbClr val="B2B2B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299985</TotalTime>
  <Words>5535</Words>
  <Application>Microsoft Macintosh PowerPoint</Application>
  <PresentationFormat>Custom</PresentationFormat>
  <Paragraphs>904</Paragraphs>
  <Slides>34</Slides>
  <Notes>34</Notes>
  <HiddenSlides>0</HiddenSlides>
  <MMClips>0</MMClips>
  <ScaleCrop>false</ScaleCrop>
  <HeadingPairs>
    <vt:vector size="6" baseType="variant">
      <vt:variant>
        <vt:lpstr>Fonts Used</vt:lpstr>
      </vt:variant>
      <vt:variant>
        <vt:i4>9</vt:i4>
      </vt:variant>
      <vt:variant>
        <vt:lpstr>Theme</vt:lpstr>
      </vt:variant>
      <vt:variant>
        <vt:i4>3</vt:i4>
      </vt:variant>
      <vt:variant>
        <vt:lpstr>Slide Titles</vt:lpstr>
      </vt:variant>
      <vt:variant>
        <vt:i4>34</vt:i4>
      </vt:variant>
    </vt:vector>
  </HeadingPairs>
  <TitlesOfParts>
    <vt:vector size="46" baseType="lpstr">
      <vt:lpstr>Calibri</vt:lpstr>
      <vt:lpstr>Roboto Medium</vt:lpstr>
      <vt:lpstr>Wingdings</vt:lpstr>
      <vt:lpstr>Roboto Light</vt:lpstr>
      <vt:lpstr>Poppins Medium</vt:lpstr>
      <vt:lpstr>Roboto</vt:lpstr>
      <vt:lpstr>Courier New</vt:lpstr>
      <vt:lpstr>Merriweather Sans</vt:lpstr>
      <vt:lpstr>Arial</vt:lpstr>
      <vt:lpstr>Simple Light</vt:lpstr>
      <vt:lpstr>Motional Masters</vt:lpstr>
      <vt:lpstr>Motional Masters</vt:lpstr>
      <vt:lpstr>Attack Surface Analysis Model Analysis</vt:lpstr>
      <vt:lpstr>Training Path</vt:lpstr>
      <vt:lpstr>Introduction</vt:lpstr>
      <vt:lpstr>Attack Surface Analysis Process</vt:lpstr>
      <vt:lpstr>Attack Surface Analysis Process</vt:lpstr>
      <vt:lpstr>Analysis Activity</vt:lpstr>
      <vt:lpstr>Entities of Interest</vt:lpstr>
      <vt:lpstr>PowerPoint Presentation</vt:lpstr>
      <vt:lpstr>Block View</vt:lpstr>
      <vt:lpstr>Entities</vt:lpstr>
      <vt:lpstr>Analysis</vt:lpstr>
      <vt:lpstr>Physical Port Questions</vt:lpstr>
      <vt:lpstr>Logical Port / Protocol Questions</vt:lpstr>
      <vt:lpstr>Process Questions</vt:lpstr>
      <vt:lpstr>Example</vt:lpstr>
      <vt:lpstr>Physical Ports *</vt:lpstr>
      <vt:lpstr>Physical Ports</vt:lpstr>
      <vt:lpstr>Physical Ports List</vt:lpstr>
      <vt:lpstr>Logical Ports / Protocols</vt:lpstr>
      <vt:lpstr>Logical Ports / Protocols List</vt:lpstr>
      <vt:lpstr>Processes</vt:lpstr>
      <vt:lpstr>Processes List</vt:lpstr>
      <vt:lpstr>Issues</vt:lpstr>
      <vt:lpstr>Categorization</vt:lpstr>
      <vt:lpstr>Identified Issues</vt:lpstr>
      <vt:lpstr>Recap</vt:lpstr>
      <vt:lpstr>Summary</vt:lpstr>
      <vt:lpstr>Further Reading</vt:lpstr>
      <vt:lpstr>Example Materials</vt:lpstr>
      <vt:lpstr>AVCDL on GitHub</vt:lpstr>
      <vt:lpstr>AVCDL on YouTube</vt:lpstr>
      <vt:lpstr>Next Steps</vt:lpstr>
      <vt:lpstr>References (1 of 2)</vt:lpstr>
      <vt:lpstr>References (2 of 2)</vt:lpstr>
    </vt:vector>
  </TitlesOfParts>
  <Manager/>
  <Company>Torc Robotics</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Attack Surface Analysis - Analysis (training)</dc:title>
  <dc:subject>attack surface analysis - analysis</dc:subject>
  <dc:creator>Charles Wilson</dc:creator>
  <cp:keywords>cybersecurity, attack surface analysis</cp:keywords>
  <dc:description>This work was created by Torc Robotics and is licensed under the Creative Commons Attribution-Share Alike (CC BY-SA-4.0) License.
https://creativecommons.org/licenses/by/4.0/legalcode
</dc:description>
  <cp:lastModifiedBy>Charles Wilson</cp:lastModifiedBy>
  <cp:revision>548</cp:revision>
  <cp:lastPrinted>2023-10-06T18:22:29Z</cp:lastPrinted>
  <dcterms:modified xsi:type="dcterms:W3CDTF">2025-12-17T16:44:44Z</dcterms:modified>
  <cp:category>cybersecurity</cp:category>
</cp:coreProperties>
</file>